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49"/>
  </p:notesMasterIdLst>
  <p:handoutMasterIdLst>
    <p:handoutMasterId r:id="rId50"/>
  </p:handoutMasterIdLst>
  <p:sldIdLst>
    <p:sldId id="319" r:id="rId2"/>
    <p:sldId id="322" r:id="rId3"/>
    <p:sldId id="323" r:id="rId4"/>
    <p:sldId id="321" r:id="rId5"/>
    <p:sldId id="325" r:id="rId6"/>
    <p:sldId id="326" r:id="rId7"/>
    <p:sldId id="328" r:id="rId8"/>
    <p:sldId id="329" r:id="rId9"/>
    <p:sldId id="330" r:id="rId10"/>
    <p:sldId id="331" r:id="rId11"/>
    <p:sldId id="332" r:id="rId12"/>
    <p:sldId id="369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70" r:id="rId23"/>
    <p:sldId id="344" r:id="rId24"/>
    <p:sldId id="345" r:id="rId25"/>
    <p:sldId id="346" r:id="rId26"/>
    <p:sldId id="347" r:id="rId27"/>
    <p:sldId id="348" r:id="rId28"/>
    <p:sldId id="350" r:id="rId29"/>
    <p:sldId id="373" r:id="rId30"/>
    <p:sldId id="351" r:id="rId31"/>
    <p:sldId id="352" r:id="rId32"/>
    <p:sldId id="353" r:id="rId33"/>
    <p:sldId id="354" r:id="rId34"/>
    <p:sldId id="355" r:id="rId35"/>
    <p:sldId id="372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296" r:id="rId48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PS525" initials="C" lastIdx="1" clrIdx="0">
    <p:extLst>
      <p:ext uri="{19B8F6BF-5375-455C-9EA6-DF929625EA0E}">
        <p15:presenceInfo xmlns:p15="http://schemas.microsoft.com/office/powerpoint/2012/main" userId="CPS52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3005"/>
    <a:srgbClr val="008000"/>
    <a:srgbClr val="FF6600"/>
    <a:srgbClr val="0000FF"/>
    <a:srgbClr val="E18601"/>
    <a:srgbClr val="800000"/>
    <a:srgbClr val="FF3300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515" autoAdjust="0"/>
  </p:normalViewPr>
  <p:slideViewPr>
    <p:cSldViewPr>
      <p:cViewPr>
        <p:scale>
          <a:sx n="150" d="100"/>
          <a:sy n="150" d="100"/>
        </p:scale>
        <p:origin x="1214" y="58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7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image" Target="../media/image1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5740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197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773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7272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437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923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2803099" y="3448764"/>
            <a:ext cx="3425086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：互联网</a:t>
            </a:r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8EC969-2E3F-4E47-A142-94010AE4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8617B-A121-4385-A203-242C6BC735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91880" y="1567955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0630B487-DD99-4A2B-B020-D23EDADB6562}"/>
              </a:ext>
            </a:extLst>
          </p:cNvPr>
          <p:cNvSpPr/>
          <p:nvPr userDrawn="1"/>
        </p:nvSpPr>
        <p:spPr>
          <a:xfrm>
            <a:off x="2752441" y="1560574"/>
            <a:ext cx="455954" cy="455954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844763FC-1D7F-499C-85F7-D26FD36F7D6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491880" y="302873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640331F-83CB-4AC3-ADA4-8A52B5C4D9D2}"/>
              </a:ext>
            </a:extLst>
          </p:cNvPr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83955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灯片编号占位符 6">
            <a:extLst>
              <a:ext uri="{FF2B5EF4-FFF2-40B4-BE49-F238E27FC236}">
                <a16:creationId xmlns:a16="http://schemas.microsoft.com/office/drawing/2014/main" id="{E6A17B63-7448-4A0A-BF3A-0DE07FCE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87574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D5AC36E5-0A4A-40EE-A3AA-64037E91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7E7F7271-A452-45BF-930E-E01F92E4E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D81CF26-63C0-4F1A-B1DA-89873C52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4" name="灯片编号占位符 6">
            <a:extLst>
              <a:ext uri="{FF2B5EF4-FFF2-40B4-BE49-F238E27FC236}">
                <a16:creationId xmlns:a16="http://schemas.microsoft.com/office/drawing/2014/main" id="{E31952C7-B637-4C9E-A37E-5D60AB9E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43322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6">
            <a:extLst>
              <a:ext uri="{FF2B5EF4-FFF2-40B4-BE49-F238E27FC236}">
                <a16:creationId xmlns:a16="http://schemas.microsoft.com/office/drawing/2014/main" id="{10564231-3BD8-44B8-AA20-4F6298E22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6">
            <a:extLst>
              <a:ext uri="{FF2B5EF4-FFF2-40B4-BE49-F238E27FC236}">
                <a16:creationId xmlns:a16="http://schemas.microsoft.com/office/drawing/2014/main" id="{20E1E35C-44A2-4AEE-A656-D00034DC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46" r:id="rId5"/>
    <p:sldLayoutId id="2147483739" r:id="rId6"/>
    <p:sldLayoutId id="2147483740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9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audio" Target="../media/audio1.wav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audio" Target="../media/audio1.wav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audio" Target="../media/audio1.wav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8.png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audio" Target="../media/audio1.wav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25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42.wmf"/><Relationship Id="rId3" Type="http://schemas.openxmlformats.org/officeDocument/2006/relationships/audio" Target="../media/audio1.wav"/><Relationship Id="rId21" Type="http://schemas.openxmlformats.org/officeDocument/2006/relationships/oleObject" Target="../embeddings/oleObject14.bin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8.bin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.bin"/><Relationship Id="rId20" Type="http://schemas.openxmlformats.org/officeDocument/2006/relationships/image" Target="../media/image43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37.wmf"/><Relationship Id="rId15" Type="http://schemas.openxmlformats.org/officeDocument/2006/relationships/image" Target="../media/image41.wmf"/><Relationship Id="rId23" Type="http://schemas.openxmlformats.org/officeDocument/2006/relationships/oleObject" Target="../embeddings/oleObject16.bin"/><Relationship Id="rId10" Type="http://schemas.openxmlformats.org/officeDocument/2006/relationships/oleObject" Target="../embeddings/oleObject6.bin"/><Relationship Id="rId19" Type="http://schemas.openxmlformats.org/officeDocument/2006/relationships/oleObject" Target="../embeddings/oleObject13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10.bin"/><Relationship Id="rId22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audio" Target="../media/audio1.wav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8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0.png"/><Relationship Id="rId5" Type="http://schemas.openxmlformats.org/officeDocument/2006/relationships/image" Target="../media/image40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audio" Target="../media/audio1.wav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8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audio" Target="../media/audio1.wav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8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0.png"/><Relationship Id="rId3" Type="http://schemas.openxmlformats.org/officeDocument/2006/relationships/audio" Target="../media/audio1.wav"/><Relationship Id="rId7" Type="http://schemas.openxmlformats.org/officeDocument/2006/relationships/image" Target="../media/image8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2.png"/><Relationship Id="rId10" Type="http://schemas.openxmlformats.org/officeDocument/2006/relationships/image" Target="../media/image88.png"/><Relationship Id="rId4" Type="http://schemas.openxmlformats.org/officeDocument/2006/relationships/image" Target="../media/image8.png"/><Relationship Id="rId9" Type="http://schemas.openxmlformats.org/officeDocument/2006/relationships/image" Target="../media/image87.png"/><Relationship Id="rId1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65.png"/><Relationship Id="rId4" Type="http://schemas.openxmlformats.org/officeDocument/2006/relationships/image" Target="../media/image94.png"/><Relationship Id="rId9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44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18.emf"/><Relationship Id="rId3" Type="http://schemas.openxmlformats.org/officeDocument/2006/relationships/audio" Target="../media/audio1.wav"/><Relationship Id="rId7" Type="http://schemas.openxmlformats.org/officeDocument/2006/relationships/image" Target="../media/image122.png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1.png"/><Relationship Id="rId11" Type="http://schemas.openxmlformats.org/officeDocument/2006/relationships/image" Target="../media/image123.jpeg"/><Relationship Id="rId5" Type="http://schemas.openxmlformats.org/officeDocument/2006/relationships/image" Target="../media/image120.png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19.jpeg"/><Relationship Id="rId9" Type="http://schemas.openxmlformats.org/officeDocument/2006/relationships/image" Target="../media/image117.emf"/><Relationship Id="rId14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4.png"/><Relationship Id="rId4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1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2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7.wmf"/><Relationship Id="rId10" Type="http://schemas.openxmlformats.org/officeDocument/2006/relationships/image" Target="../media/image125.png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8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p:transition>
    <p:fade/>
    <p:sndAc>
      <p:stSnd>
        <p:snd r:embed="rId3" name="arrow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>
                <a:effectLst/>
              </a:rPr>
              <a:t>Preface of Chapter 1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5" y="1895178"/>
            <a:ext cx="3744416" cy="308133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教学目标：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了解计算机网络的基本概念</a:t>
            </a:r>
            <a:endParaRPr lang="en-US" altLang="zh-CN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使用因特网作为例子</a:t>
            </a:r>
            <a:endParaRPr lang="en-US" altLang="zh-CN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5704" name="Picture 8" descr="Interne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447315"/>
            <a:ext cx="4365174" cy="3505781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5705" name="Rectangle 9"/>
          <p:cNvSpPr>
            <a:spLocks noChangeArrowheads="1"/>
          </p:cNvSpPr>
          <p:nvPr/>
        </p:nvSpPr>
        <p:spPr bwMode="auto">
          <a:xfrm>
            <a:off x="467544" y="913515"/>
            <a:ext cx="5472608" cy="866147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defRPr/>
            </a:pPr>
            <a:r>
              <a:rPr lang="zh-CN" alt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大家常常说起</a:t>
            </a:r>
            <a:r>
              <a:rPr lang="zh-CN" alt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互联网</a:t>
            </a:r>
            <a:r>
              <a:rPr lang="en-US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因特网</a:t>
            </a:r>
            <a:r>
              <a:rPr lang="en-US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，但它到底是什么？它是怎么工作的？怎么才能连接到互联网？更重要的是，我们工作和生活是如何利用它呢？</a:t>
            </a:r>
            <a:endParaRPr lang="en-US" altLang="zh-CN" sz="1600" i="1" dirty="0">
              <a:solidFill>
                <a:schemeClr val="tx1">
                  <a:lumMod val="75000"/>
                  <a:lumOff val="2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DEECEECE-C2D4-44BE-9DE9-0A4F6F6F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D81AC03-2BA1-4DA6-8646-19E96BB47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856956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5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5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125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uiExpand="1" build="p"/>
      <p:bldP spid="7" grpId="0" animBg="1"/>
      <p:bldP spid="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zh-CN" altLang="en-US" dirty="0">
                <a:effectLst/>
              </a:rPr>
              <a:t>第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章 路线图</a:t>
            </a:r>
            <a:endParaRPr lang="en-US" altLang="zh-CN" dirty="0">
              <a:effectLst/>
            </a:endParaRP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4454" y="935953"/>
            <a:ext cx="4905185" cy="408439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什么是因特网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因特网的结构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</a:t>
            </a:r>
            <a:r>
              <a:rPr lang="en-US" altLang="zh-CN" sz="140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(End/Edge)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en-US" altLang="zh-CN" sz="1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(Core/Node)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</a:t>
            </a: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(Link/Media)</a:t>
            </a:r>
          </a:p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网络通信的挑战：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(Delay)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丢失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(Lost)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(Congestion)</a:t>
            </a:r>
          </a:p>
          <a:p>
            <a:pPr lvl="1"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差错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(Error)</a:t>
            </a:r>
          </a:p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协议体系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(Protocol)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面对攻击的网络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defRPr/>
            </a:pP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的发展史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6776" name="Group 56"/>
          <p:cNvGrpSpPr>
            <a:grpSpLocks/>
          </p:cNvGrpSpPr>
          <p:nvPr/>
        </p:nvGrpSpPr>
        <p:grpSpPr bwMode="auto">
          <a:xfrm>
            <a:off x="5208965" y="1420212"/>
            <a:ext cx="2986791" cy="2733221"/>
            <a:chOff x="3379" y="935"/>
            <a:chExt cx="2132" cy="195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7211" name="Group 38"/>
            <p:cNvGrpSpPr>
              <a:grpSpLocks/>
            </p:cNvGrpSpPr>
            <p:nvPr/>
          </p:nvGrpSpPr>
          <p:grpSpPr bwMode="auto">
            <a:xfrm>
              <a:off x="3651" y="1215"/>
              <a:ext cx="1542" cy="1399"/>
              <a:chOff x="3651" y="1215"/>
              <a:chExt cx="1542" cy="1399"/>
            </a:xfrm>
          </p:grpSpPr>
          <p:sp>
            <p:nvSpPr>
              <p:cNvPr id="7229" name="AutoShape 6"/>
              <p:cNvSpPr>
                <a:spLocks noChangeArrowheads="1"/>
              </p:cNvSpPr>
              <p:nvPr/>
            </p:nvSpPr>
            <p:spPr bwMode="auto">
              <a:xfrm>
                <a:off x="3696" y="1215"/>
                <a:ext cx="1497" cy="1361"/>
              </a:xfrm>
              <a:prstGeom prst="octagon">
                <a:avLst>
                  <a:gd name="adj" fmla="val 29287"/>
                </a:avLst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0" name="AutoShape 11"/>
              <p:cNvSpPr>
                <a:spLocks noChangeArrowheads="1"/>
              </p:cNvSpPr>
              <p:nvPr/>
            </p:nvSpPr>
            <p:spPr bwMode="auto">
              <a:xfrm>
                <a:off x="4098" y="1602"/>
                <a:ext cx="680" cy="636"/>
              </a:xfrm>
              <a:prstGeom prst="octagon">
                <a:avLst>
                  <a:gd name="adj" fmla="val 29287"/>
                </a:avLst>
              </a:prstGeom>
              <a:noFill/>
              <a:ln w="19050">
                <a:solidFill>
                  <a:srgbClr val="0000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1" name="Line 12"/>
              <p:cNvSpPr>
                <a:spLocks noChangeShapeType="1"/>
              </p:cNvSpPr>
              <p:nvPr/>
            </p:nvSpPr>
            <p:spPr bwMode="auto">
              <a:xfrm>
                <a:off x="4059" y="1253"/>
                <a:ext cx="182" cy="36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2" name="Line 13"/>
              <p:cNvSpPr>
                <a:spLocks noChangeShapeType="1"/>
              </p:cNvSpPr>
              <p:nvPr/>
            </p:nvSpPr>
            <p:spPr bwMode="auto">
              <a:xfrm>
                <a:off x="4558" y="2251"/>
                <a:ext cx="182" cy="36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3" name="Line 14"/>
              <p:cNvSpPr>
                <a:spLocks noChangeShapeType="1"/>
              </p:cNvSpPr>
              <p:nvPr/>
            </p:nvSpPr>
            <p:spPr bwMode="auto">
              <a:xfrm flipV="1">
                <a:off x="4059" y="2251"/>
                <a:ext cx="182" cy="36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4" name="Line 15"/>
              <p:cNvSpPr>
                <a:spLocks noChangeShapeType="1"/>
              </p:cNvSpPr>
              <p:nvPr/>
            </p:nvSpPr>
            <p:spPr bwMode="auto">
              <a:xfrm flipV="1">
                <a:off x="4558" y="1253"/>
                <a:ext cx="182" cy="363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5" name="Line 16"/>
              <p:cNvSpPr>
                <a:spLocks noChangeShapeType="1"/>
              </p:cNvSpPr>
              <p:nvPr/>
            </p:nvSpPr>
            <p:spPr bwMode="auto">
              <a:xfrm>
                <a:off x="3651" y="1661"/>
                <a:ext cx="408" cy="13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6" name="Line 17"/>
              <p:cNvSpPr>
                <a:spLocks noChangeShapeType="1"/>
              </p:cNvSpPr>
              <p:nvPr/>
            </p:nvSpPr>
            <p:spPr bwMode="auto">
              <a:xfrm>
                <a:off x="4740" y="2069"/>
                <a:ext cx="408" cy="13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7" name="Line 18"/>
              <p:cNvSpPr>
                <a:spLocks noChangeShapeType="1"/>
              </p:cNvSpPr>
              <p:nvPr/>
            </p:nvSpPr>
            <p:spPr bwMode="auto">
              <a:xfrm flipV="1">
                <a:off x="3651" y="2069"/>
                <a:ext cx="408" cy="13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38" name="Line 19"/>
              <p:cNvSpPr>
                <a:spLocks noChangeShapeType="1"/>
              </p:cNvSpPr>
              <p:nvPr/>
            </p:nvSpPr>
            <p:spPr bwMode="auto">
              <a:xfrm flipV="1">
                <a:off x="4740" y="1661"/>
                <a:ext cx="408" cy="136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7212" name="Group 55"/>
            <p:cNvGrpSpPr>
              <a:grpSpLocks/>
            </p:cNvGrpSpPr>
            <p:nvPr/>
          </p:nvGrpSpPr>
          <p:grpSpPr bwMode="auto">
            <a:xfrm>
              <a:off x="3379" y="935"/>
              <a:ext cx="2132" cy="1951"/>
              <a:chOff x="3379" y="935"/>
              <a:chExt cx="2132" cy="1951"/>
            </a:xfrm>
          </p:grpSpPr>
          <p:sp>
            <p:nvSpPr>
              <p:cNvPr id="7213" name="Line 39"/>
              <p:cNvSpPr>
                <a:spLocks noChangeShapeType="1"/>
              </p:cNvSpPr>
              <p:nvPr/>
            </p:nvSpPr>
            <p:spPr bwMode="auto">
              <a:xfrm flipH="1">
                <a:off x="3742" y="2614"/>
                <a:ext cx="317" cy="136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4" name="Line 40"/>
              <p:cNvSpPr>
                <a:spLocks noChangeShapeType="1"/>
              </p:cNvSpPr>
              <p:nvPr/>
            </p:nvSpPr>
            <p:spPr bwMode="auto">
              <a:xfrm>
                <a:off x="4059" y="2614"/>
                <a:ext cx="46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5" name="Line 41"/>
              <p:cNvSpPr>
                <a:spLocks noChangeShapeType="1"/>
              </p:cNvSpPr>
              <p:nvPr/>
            </p:nvSpPr>
            <p:spPr bwMode="auto">
              <a:xfrm flipH="1" flipV="1">
                <a:off x="3379" y="2115"/>
                <a:ext cx="272" cy="9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6" name="Line 42"/>
              <p:cNvSpPr>
                <a:spLocks noChangeShapeType="1"/>
              </p:cNvSpPr>
              <p:nvPr/>
            </p:nvSpPr>
            <p:spPr bwMode="auto">
              <a:xfrm flipH="1">
                <a:off x="3560" y="2205"/>
                <a:ext cx="91" cy="27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7" name="Line 43"/>
              <p:cNvSpPr>
                <a:spLocks noChangeShapeType="1"/>
              </p:cNvSpPr>
              <p:nvPr/>
            </p:nvSpPr>
            <p:spPr bwMode="auto">
              <a:xfrm flipH="1">
                <a:off x="4649" y="2614"/>
                <a:ext cx="91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8" name="Line 44"/>
              <p:cNvSpPr>
                <a:spLocks noChangeShapeType="1"/>
              </p:cNvSpPr>
              <p:nvPr/>
            </p:nvSpPr>
            <p:spPr bwMode="auto">
              <a:xfrm>
                <a:off x="4740" y="2614"/>
                <a:ext cx="317" cy="18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19" name="Line 45"/>
              <p:cNvSpPr>
                <a:spLocks noChangeShapeType="1"/>
              </p:cNvSpPr>
              <p:nvPr/>
            </p:nvSpPr>
            <p:spPr bwMode="auto">
              <a:xfrm>
                <a:off x="5148" y="2205"/>
                <a:ext cx="227" cy="36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0" name="Line 46"/>
              <p:cNvSpPr>
                <a:spLocks noChangeShapeType="1"/>
              </p:cNvSpPr>
              <p:nvPr/>
            </p:nvSpPr>
            <p:spPr bwMode="auto">
              <a:xfrm flipV="1">
                <a:off x="5148" y="2115"/>
                <a:ext cx="363" cy="9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1" name="Line 47"/>
              <p:cNvSpPr>
                <a:spLocks noChangeShapeType="1"/>
              </p:cNvSpPr>
              <p:nvPr/>
            </p:nvSpPr>
            <p:spPr bwMode="auto">
              <a:xfrm flipH="1" flipV="1">
                <a:off x="3515" y="1389"/>
                <a:ext cx="136" cy="27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2" name="Line 48"/>
              <p:cNvSpPr>
                <a:spLocks noChangeShapeType="1"/>
              </p:cNvSpPr>
              <p:nvPr/>
            </p:nvSpPr>
            <p:spPr bwMode="auto">
              <a:xfrm flipH="1">
                <a:off x="3424" y="1661"/>
                <a:ext cx="227" cy="9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3" name="Line 49"/>
              <p:cNvSpPr>
                <a:spLocks noChangeShapeType="1"/>
              </p:cNvSpPr>
              <p:nvPr/>
            </p:nvSpPr>
            <p:spPr bwMode="auto">
              <a:xfrm flipV="1">
                <a:off x="4059" y="935"/>
                <a:ext cx="91" cy="31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4" name="Line 50"/>
              <p:cNvSpPr>
                <a:spLocks noChangeShapeType="1"/>
              </p:cNvSpPr>
              <p:nvPr/>
            </p:nvSpPr>
            <p:spPr bwMode="auto">
              <a:xfrm flipH="1" flipV="1">
                <a:off x="3742" y="1071"/>
                <a:ext cx="317" cy="182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5" name="Line 51"/>
              <p:cNvSpPr>
                <a:spLocks noChangeShapeType="1"/>
              </p:cNvSpPr>
              <p:nvPr/>
            </p:nvSpPr>
            <p:spPr bwMode="auto">
              <a:xfrm flipH="1" flipV="1">
                <a:off x="4694" y="935"/>
                <a:ext cx="46" cy="318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6" name="Line 52"/>
              <p:cNvSpPr>
                <a:spLocks noChangeShapeType="1"/>
              </p:cNvSpPr>
              <p:nvPr/>
            </p:nvSpPr>
            <p:spPr bwMode="auto">
              <a:xfrm flipV="1">
                <a:off x="5148" y="1298"/>
                <a:ext cx="181" cy="363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7" name="Line 53"/>
              <p:cNvSpPr>
                <a:spLocks noChangeShapeType="1"/>
              </p:cNvSpPr>
              <p:nvPr/>
            </p:nvSpPr>
            <p:spPr bwMode="auto">
              <a:xfrm>
                <a:off x="5148" y="1661"/>
                <a:ext cx="317" cy="91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  <p:sp>
            <p:nvSpPr>
              <p:cNvPr id="7228" name="Line 54"/>
              <p:cNvSpPr>
                <a:spLocks noChangeShapeType="1"/>
              </p:cNvSpPr>
              <p:nvPr/>
            </p:nvSpPr>
            <p:spPr bwMode="auto">
              <a:xfrm flipV="1">
                <a:off x="4740" y="1117"/>
                <a:ext cx="317" cy="135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286757" name="Group 37"/>
          <p:cNvGrpSpPr>
            <a:grpSpLocks/>
          </p:cNvGrpSpPr>
          <p:nvPr/>
        </p:nvGrpSpPr>
        <p:grpSpPr bwMode="auto">
          <a:xfrm>
            <a:off x="5533452" y="1653183"/>
            <a:ext cx="2350767" cy="2160240"/>
            <a:chOff x="3560" y="1162"/>
            <a:chExt cx="1678" cy="154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195" name="Oval 5"/>
            <p:cNvSpPr>
              <a:spLocks noChangeArrowheads="1"/>
            </p:cNvSpPr>
            <p:nvPr/>
          </p:nvSpPr>
          <p:spPr bwMode="auto">
            <a:xfrm>
              <a:off x="4649" y="2523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6" name="Oval 22"/>
            <p:cNvSpPr>
              <a:spLocks noChangeArrowheads="1"/>
            </p:cNvSpPr>
            <p:nvPr/>
          </p:nvSpPr>
          <p:spPr bwMode="auto">
            <a:xfrm>
              <a:off x="4468" y="2160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7" name="Oval 23"/>
            <p:cNvSpPr>
              <a:spLocks noChangeArrowheads="1"/>
            </p:cNvSpPr>
            <p:nvPr/>
          </p:nvSpPr>
          <p:spPr bwMode="auto">
            <a:xfrm>
              <a:off x="4649" y="1979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8" name="Oval 24"/>
            <p:cNvSpPr>
              <a:spLocks noChangeArrowheads="1"/>
            </p:cNvSpPr>
            <p:nvPr/>
          </p:nvSpPr>
          <p:spPr bwMode="auto">
            <a:xfrm>
              <a:off x="4649" y="1706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9" name="Oval 25"/>
            <p:cNvSpPr>
              <a:spLocks noChangeArrowheads="1"/>
            </p:cNvSpPr>
            <p:nvPr/>
          </p:nvSpPr>
          <p:spPr bwMode="auto">
            <a:xfrm>
              <a:off x="4468" y="1525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0" name="Oval 26"/>
            <p:cNvSpPr>
              <a:spLocks noChangeArrowheads="1"/>
            </p:cNvSpPr>
            <p:nvPr/>
          </p:nvSpPr>
          <p:spPr bwMode="auto">
            <a:xfrm>
              <a:off x="4150" y="1525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1" name="Oval 27"/>
            <p:cNvSpPr>
              <a:spLocks noChangeArrowheads="1"/>
            </p:cNvSpPr>
            <p:nvPr/>
          </p:nvSpPr>
          <p:spPr bwMode="auto">
            <a:xfrm>
              <a:off x="3969" y="1706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2" name="Oval 28"/>
            <p:cNvSpPr>
              <a:spLocks noChangeArrowheads="1"/>
            </p:cNvSpPr>
            <p:nvPr/>
          </p:nvSpPr>
          <p:spPr bwMode="auto">
            <a:xfrm>
              <a:off x="3969" y="1979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3" name="Oval 29"/>
            <p:cNvSpPr>
              <a:spLocks noChangeArrowheads="1"/>
            </p:cNvSpPr>
            <p:nvPr/>
          </p:nvSpPr>
          <p:spPr bwMode="auto">
            <a:xfrm>
              <a:off x="4150" y="2160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4" name="Oval 30"/>
            <p:cNvSpPr>
              <a:spLocks noChangeArrowheads="1"/>
            </p:cNvSpPr>
            <p:nvPr/>
          </p:nvSpPr>
          <p:spPr bwMode="auto">
            <a:xfrm>
              <a:off x="3969" y="2523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5" name="Oval 31"/>
            <p:cNvSpPr>
              <a:spLocks noChangeArrowheads="1"/>
            </p:cNvSpPr>
            <p:nvPr/>
          </p:nvSpPr>
          <p:spPr bwMode="auto">
            <a:xfrm>
              <a:off x="5057" y="2115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6" name="Oval 32"/>
            <p:cNvSpPr>
              <a:spLocks noChangeArrowheads="1"/>
            </p:cNvSpPr>
            <p:nvPr/>
          </p:nvSpPr>
          <p:spPr bwMode="auto">
            <a:xfrm>
              <a:off x="5057" y="1570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7" name="Oval 33"/>
            <p:cNvSpPr>
              <a:spLocks noChangeArrowheads="1"/>
            </p:cNvSpPr>
            <p:nvPr/>
          </p:nvSpPr>
          <p:spPr bwMode="auto">
            <a:xfrm>
              <a:off x="4649" y="1162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8" name="Oval 34"/>
            <p:cNvSpPr>
              <a:spLocks noChangeArrowheads="1"/>
            </p:cNvSpPr>
            <p:nvPr/>
          </p:nvSpPr>
          <p:spPr bwMode="auto">
            <a:xfrm>
              <a:off x="3969" y="1162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09" name="Oval 35"/>
            <p:cNvSpPr>
              <a:spLocks noChangeArrowheads="1"/>
            </p:cNvSpPr>
            <p:nvPr/>
          </p:nvSpPr>
          <p:spPr bwMode="auto">
            <a:xfrm>
              <a:off x="3560" y="1570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210" name="Oval 36"/>
            <p:cNvSpPr>
              <a:spLocks noChangeArrowheads="1"/>
            </p:cNvSpPr>
            <p:nvPr/>
          </p:nvSpPr>
          <p:spPr bwMode="auto">
            <a:xfrm>
              <a:off x="3560" y="2115"/>
              <a:ext cx="181" cy="181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86793" name="Group 73"/>
          <p:cNvGrpSpPr>
            <a:grpSpLocks/>
          </p:cNvGrpSpPr>
          <p:nvPr/>
        </p:nvGrpSpPr>
        <p:grpSpPr bwMode="auto">
          <a:xfrm>
            <a:off x="5076056" y="1275755"/>
            <a:ext cx="3240360" cy="3049832"/>
            <a:chOff x="3288" y="845"/>
            <a:chExt cx="2313" cy="217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179" name="Rectangle 57"/>
            <p:cNvSpPr>
              <a:spLocks noChangeArrowheads="1"/>
            </p:cNvSpPr>
            <p:nvPr/>
          </p:nvSpPr>
          <p:spPr bwMode="auto">
            <a:xfrm>
              <a:off x="3606" y="2704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0" name="Rectangle 58"/>
            <p:cNvSpPr>
              <a:spLocks noChangeArrowheads="1"/>
            </p:cNvSpPr>
            <p:nvPr/>
          </p:nvSpPr>
          <p:spPr bwMode="auto">
            <a:xfrm>
              <a:off x="4014" y="2795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1" name="Rectangle 59"/>
            <p:cNvSpPr>
              <a:spLocks noChangeArrowheads="1"/>
            </p:cNvSpPr>
            <p:nvPr/>
          </p:nvSpPr>
          <p:spPr bwMode="auto">
            <a:xfrm>
              <a:off x="4558" y="2840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2" name="Rectangle 60"/>
            <p:cNvSpPr>
              <a:spLocks noChangeArrowheads="1"/>
            </p:cNvSpPr>
            <p:nvPr/>
          </p:nvSpPr>
          <p:spPr bwMode="auto">
            <a:xfrm>
              <a:off x="4967" y="2704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3" name="Rectangle 61"/>
            <p:cNvSpPr>
              <a:spLocks noChangeArrowheads="1"/>
            </p:cNvSpPr>
            <p:nvPr/>
          </p:nvSpPr>
          <p:spPr bwMode="auto">
            <a:xfrm>
              <a:off x="5284" y="2478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4" name="Rectangle 62"/>
            <p:cNvSpPr>
              <a:spLocks noChangeArrowheads="1"/>
            </p:cNvSpPr>
            <p:nvPr/>
          </p:nvSpPr>
          <p:spPr bwMode="auto">
            <a:xfrm>
              <a:off x="5420" y="2069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5" name="Rectangle 63"/>
            <p:cNvSpPr>
              <a:spLocks noChangeArrowheads="1"/>
            </p:cNvSpPr>
            <p:nvPr/>
          </p:nvSpPr>
          <p:spPr bwMode="auto">
            <a:xfrm>
              <a:off x="5375" y="1661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6" name="Rectangle 64"/>
            <p:cNvSpPr>
              <a:spLocks noChangeArrowheads="1"/>
            </p:cNvSpPr>
            <p:nvPr/>
          </p:nvSpPr>
          <p:spPr bwMode="auto">
            <a:xfrm>
              <a:off x="5239" y="1207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7" name="Rectangle 65"/>
            <p:cNvSpPr>
              <a:spLocks noChangeArrowheads="1"/>
            </p:cNvSpPr>
            <p:nvPr/>
          </p:nvSpPr>
          <p:spPr bwMode="auto">
            <a:xfrm>
              <a:off x="4967" y="981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8" name="Rectangle 66"/>
            <p:cNvSpPr>
              <a:spLocks noChangeArrowheads="1"/>
            </p:cNvSpPr>
            <p:nvPr/>
          </p:nvSpPr>
          <p:spPr bwMode="auto">
            <a:xfrm>
              <a:off x="4604" y="845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89" name="Rectangle 67"/>
            <p:cNvSpPr>
              <a:spLocks noChangeArrowheads="1"/>
            </p:cNvSpPr>
            <p:nvPr/>
          </p:nvSpPr>
          <p:spPr bwMode="auto">
            <a:xfrm>
              <a:off x="4060" y="845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0" name="Rectangle 68"/>
            <p:cNvSpPr>
              <a:spLocks noChangeArrowheads="1"/>
            </p:cNvSpPr>
            <p:nvPr/>
          </p:nvSpPr>
          <p:spPr bwMode="auto">
            <a:xfrm>
              <a:off x="3651" y="981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1" name="Rectangle 69"/>
            <p:cNvSpPr>
              <a:spLocks noChangeArrowheads="1"/>
            </p:cNvSpPr>
            <p:nvPr/>
          </p:nvSpPr>
          <p:spPr bwMode="auto">
            <a:xfrm>
              <a:off x="3379" y="1298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2" name="Rectangle 70"/>
            <p:cNvSpPr>
              <a:spLocks noChangeArrowheads="1"/>
            </p:cNvSpPr>
            <p:nvPr/>
          </p:nvSpPr>
          <p:spPr bwMode="auto">
            <a:xfrm>
              <a:off x="3288" y="1661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3" name="Rectangle 71"/>
            <p:cNvSpPr>
              <a:spLocks noChangeArrowheads="1"/>
            </p:cNvSpPr>
            <p:nvPr/>
          </p:nvSpPr>
          <p:spPr bwMode="auto">
            <a:xfrm>
              <a:off x="3288" y="2024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7194" name="Rectangle 72"/>
            <p:cNvSpPr>
              <a:spLocks noChangeArrowheads="1"/>
            </p:cNvSpPr>
            <p:nvPr/>
          </p:nvSpPr>
          <p:spPr bwMode="auto">
            <a:xfrm>
              <a:off x="3424" y="2387"/>
              <a:ext cx="181" cy="182"/>
            </a:xfrm>
            <a:prstGeom prst="rect">
              <a:avLst/>
            </a:prstGeom>
            <a:solidFill>
              <a:srgbClr val="006600"/>
            </a:solidFill>
            <a:ln w="9525">
              <a:solidFill>
                <a:srgbClr val="00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sp>
        <p:nvSpPr>
          <p:cNvPr id="67" name="灯片编号占位符 2">
            <a:extLst>
              <a:ext uri="{FF2B5EF4-FFF2-40B4-BE49-F238E27FC236}">
                <a16:creationId xmlns:a16="http://schemas.microsoft.com/office/drawing/2014/main" id="{CF70AFAA-253D-4199-B767-E6B8119B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AutoShape 5">
            <a:extLst>
              <a:ext uri="{FF2B5EF4-FFF2-40B4-BE49-F238E27FC236}">
                <a16:creationId xmlns:a16="http://schemas.microsoft.com/office/drawing/2014/main" id="{B4F0D589-E0E5-4238-A3AB-45FAF629F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918910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1000" fill="hold"/>
                                        <p:tgtEl>
                                          <p:spTgt spid="28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2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6" dur="1000" fill="hold"/>
                                        <p:tgtEl>
                                          <p:spTgt spid="28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2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2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2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9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9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9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4" dur="2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5" dur="2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2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1" dur="2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2" dur="2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2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"/>
                            </p:stCondLst>
                            <p:childTnLst>
                              <p:par>
                                <p:cTn id="7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7" dur="20"/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8" dur="20"/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20"/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"/>
                            </p:stCondLst>
                            <p:childTnLst>
                              <p:par>
                                <p:cTn id="8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6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uiExpand="1" build="p"/>
      <p:bldP spid="68" grpId="0" animBg="1"/>
      <p:bldP spid="6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2448272" cy="43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1.1 </a:t>
            </a:r>
            <a:r>
              <a:rPr lang="zh-CN" altLang="en-US" sz="2400" dirty="0"/>
              <a:t>啥是因特网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2448272" cy="43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1.2 </a:t>
            </a:r>
            <a:r>
              <a:rPr lang="zh-CN" altLang="en-US" sz="2400" dirty="0"/>
              <a:t>网络的边缘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91880" y="3028732"/>
            <a:ext cx="2448272" cy="43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1.3 </a:t>
            </a:r>
            <a:r>
              <a:rPr lang="zh-CN" altLang="en-US" sz="2400" dirty="0"/>
              <a:t>网络的核心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440A35-57D9-4443-BC06-8C740618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F151A3B-89E4-400C-96F1-7DA424902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79190" y="1203598"/>
            <a:ext cx="3943350" cy="3262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The Internet is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zh-CN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network of networks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因特网是网络的网络！</a:t>
            </a:r>
            <a:endParaRPr lang="en-US" altLang="zh-CN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结构视图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服务描述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5" name="Picture 4" descr="8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931790"/>
            <a:ext cx="590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2FE6D6D9-9235-49F1-9FCD-0CDB89E4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0D2706F-9D36-407A-8F4B-F71847254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8B1CE1-5DA1-4E47-837F-D5C854BA21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20072" y="1342624"/>
            <a:ext cx="2645293" cy="24582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5F8D9160-65FE-4751-AC35-5EAC01F06F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274638"/>
            <a:ext cx="3892550" cy="404812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980623905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7187" y="947585"/>
            <a:ext cx="2566662" cy="346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结构视图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966076" y="1370355"/>
            <a:ext cx="2393374" cy="105050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1500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数十亿计的设备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514350" lvl="1" eaLnBrk="1" hangingPunct="1">
              <a:spcBef>
                <a:spcPct val="1500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 </a:t>
            </a:r>
            <a:r>
              <a:rPr lang="en-US" altLang="zh-CN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r>
              <a:rPr lang="en-US" altLang="zh-CN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b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host / end systems </a:t>
            </a:r>
          </a:p>
          <a:p>
            <a:pPr marL="514350" lvl="1" eaLnBrk="1" hangingPunct="1"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运行各种网络应用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670"/>
          <p:cNvSpPr>
            <a:spLocks noChangeArrowheads="1"/>
          </p:cNvSpPr>
          <p:nvPr/>
        </p:nvSpPr>
        <p:spPr bwMode="auto">
          <a:xfrm>
            <a:off x="2168527" y="2767436"/>
            <a:ext cx="2320773" cy="100643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257175" indent="-257175">
              <a:spcBef>
                <a:spcPct val="1500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通信链路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联接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14350" lvl="1" indent="-214313">
              <a:spcBef>
                <a:spcPct val="1500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传输媒介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：同轴电缆、铜线、光纤、无线电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1" indent="-214313">
              <a:spcBef>
                <a:spcPct val="1500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传输速率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842"/>
          <p:cNvGrpSpPr>
            <a:grpSpLocks/>
          </p:cNvGrpSpPr>
          <p:nvPr/>
        </p:nvGrpSpPr>
        <p:grpSpPr bwMode="auto">
          <a:xfrm>
            <a:off x="781502" y="2964886"/>
            <a:ext cx="1252538" cy="822722"/>
            <a:chOff x="98" y="2320"/>
            <a:chExt cx="1052" cy="691"/>
          </a:xfrm>
        </p:grpSpPr>
        <p:sp>
          <p:nvSpPr>
            <p:cNvPr id="15" name="Text Box 666"/>
            <p:cNvSpPr txBox="1">
              <a:spLocks noChangeArrowheads="1"/>
            </p:cNvSpPr>
            <p:nvPr/>
          </p:nvSpPr>
          <p:spPr bwMode="auto">
            <a:xfrm>
              <a:off x="564" y="2728"/>
              <a:ext cx="45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wired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links</a:t>
              </a:r>
            </a:p>
          </p:txBody>
        </p:sp>
        <p:sp>
          <p:nvSpPr>
            <p:cNvPr id="16" name="Text Box 669"/>
            <p:cNvSpPr txBox="1">
              <a:spLocks noChangeArrowheads="1"/>
            </p:cNvSpPr>
            <p:nvPr/>
          </p:nvSpPr>
          <p:spPr bwMode="auto">
            <a:xfrm>
              <a:off x="569" y="2465"/>
              <a:ext cx="58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links</a:t>
              </a:r>
            </a:p>
          </p:txBody>
        </p:sp>
        <p:grpSp>
          <p:nvGrpSpPr>
            <p:cNvPr id="17" name="Group 819"/>
            <p:cNvGrpSpPr>
              <a:grpSpLocks/>
            </p:cNvGrpSpPr>
            <p:nvPr/>
          </p:nvGrpSpPr>
          <p:grpSpPr bwMode="auto">
            <a:xfrm>
              <a:off x="385" y="2320"/>
              <a:ext cx="201" cy="282"/>
              <a:chOff x="742" y="2409"/>
              <a:chExt cx="576" cy="881"/>
            </a:xfrm>
          </p:grpSpPr>
          <p:grpSp>
            <p:nvGrpSpPr>
              <p:cNvPr id="22" name="Group 820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5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3" name="Picture 836" descr="cell_tower_radiation cop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Oval 837"/>
              <p:cNvSpPr>
                <a:spLocks noChangeArrowheads="1"/>
              </p:cNvSpPr>
              <p:nvPr/>
            </p:nvSpPr>
            <p:spPr bwMode="auto">
              <a:xfrm>
                <a:off x="986" y="2596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838"/>
            <p:cNvGrpSpPr>
              <a:grpSpLocks/>
            </p:cNvGrpSpPr>
            <p:nvPr/>
          </p:nvGrpSpPr>
          <p:grpSpPr bwMode="auto">
            <a:xfrm>
              <a:off x="98" y="2444"/>
              <a:ext cx="355" cy="265"/>
              <a:chOff x="2967" y="478"/>
              <a:chExt cx="788" cy="625"/>
            </a:xfrm>
          </p:grpSpPr>
          <p:pic>
            <p:nvPicPr>
              <p:cNvPr id="20" name="Picture 839" descr="access_point_stylized_small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840" descr="antenna_radiation_stylized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9" name="Line 841"/>
            <p:cNvSpPr>
              <a:spLocks noChangeShapeType="1"/>
            </p:cNvSpPr>
            <p:nvPr/>
          </p:nvSpPr>
          <p:spPr bwMode="auto">
            <a:xfrm>
              <a:off x="288" y="283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Group 852"/>
          <p:cNvGrpSpPr>
            <a:grpSpLocks/>
          </p:cNvGrpSpPr>
          <p:nvPr/>
        </p:nvGrpSpPr>
        <p:grpSpPr bwMode="auto">
          <a:xfrm>
            <a:off x="1025038" y="4243535"/>
            <a:ext cx="582214" cy="383382"/>
            <a:chOff x="293" y="3440"/>
            <a:chExt cx="489" cy="322"/>
          </a:xfrm>
        </p:grpSpPr>
        <p:sp>
          <p:nvSpPr>
            <p:cNvPr id="41" name="Text Box 662"/>
            <p:cNvSpPr txBox="1">
              <a:spLocks noChangeArrowheads="1"/>
            </p:cNvSpPr>
            <p:nvPr/>
          </p:nvSpPr>
          <p:spPr bwMode="auto">
            <a:xfrm>
              <a:off x="293" y="3549"/>
              <a:ext cx="4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050">
                  <a:latin typeface="微软雅黑" panose="020B0503020204020204" pitchFamily="34" charset="-122"/>
                  <a:ea typeface="微软雅黑" panose="020B0503020204020204" pitchFamily="34" charset="-122"/>
                </a:rPr>
                <a:t>router</a:t>
              </a:r>
            </a:p>
          </p:txBody>
        </p:sp>
        <p:grpSp>
          <p:nvGrpSpPr>
            <p:cNvPr id="42" name="Group 843"/>
            <p:cNvGrpSpPr>
              <a:grpSpLocks/>
            </p:cNvGrpSpPr>
            <p:nvPr/>
          </p:nvGrpSpPr>
          <p:grpSpPr bwMode="auto">
            <a:xfrm>
              <a:off x="337" y="3440"/>
              <a:ext cx="306" cy="128"/>
              <a:chOff x="4650" y="1129"/>
              <a:chExt cx="246" cy="95"/>
            </a:xfrm>
          </p:grpSpPr>
          <p:sp>
            <p:nvSpPr>
              <p:cNvPr id="4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" name="Group 84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9" name="Freeform 8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" name="Freeform 8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" name="Line 85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85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1" name="Group 1"/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52" name="Freeform 415"/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416"/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417"/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418"/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405" name="Rectangle 41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6" name="AutoShape 42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" name="Line 421"/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422"/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423"/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424"/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425"/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426"/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427"/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428"/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429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430"/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431"/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432"/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433"/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435"/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436"/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439"/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440"/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441"/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443"/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444"/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445"/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446"/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447"/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448"/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449"/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450"/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451"/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452"/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541"/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5" name="Group 590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403" name="Picture 5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4" name="Freeform 592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6" name="Group 593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401" name="Picture 5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2" name="Freeform 595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596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99" name="Picture 5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00" name="Freeform 59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599"/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97" name="Picture 60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98" name="Freeform 60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89" name="Picture 603" descr="car_icon_small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0" name="Group 652"/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95" name="Picture 653" descr="iphone_stylized_small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96" name="Picture 654" descr="antenna_radiation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1" name="Group 665"/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8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90" name="Group 65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93" name="Freeform 6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94" name="Freeform 6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91" name="Line 66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2" name="Line 66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2" name="Group 666"/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7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82" name="Group 670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85" name="Freeform 67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86" name="Freeform 67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83" name="Line 673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4" name="Line 674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675"/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7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74" name="Group 679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77" name="Freeform 68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8" name="Freeform 68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75" name="Line 682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6" name="Line 683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684"/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6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66" name="Group 68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69" name="Freeform 68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70" name="Freeform 69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67" name="Line 69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8" name="Line 69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5" name="Line 693"/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6" name="Group 694"/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5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58" name="Group 698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61" name="Freeform 69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62" name="Freeform 70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59" name="Line 701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Line 702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712"/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4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50" name="Group 7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53" name="Freeform 7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54" name="Freeform 7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51" name="Line 7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7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8" name="Group 721"/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33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42" name="Group 725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5" name="Freeform 7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46" name="Freeform 7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43" name="Line 728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729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730"/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33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34" name="Group 734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7" name="Freeform 7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8" name="Freeform 7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35" name="Line 737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738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739"/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32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6" name="Group 743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9" name="Freeform 7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30" name="Freeform 7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27" name="Line 746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Line 747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1" name="Group 748"/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315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8" name="Group 752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1" name="Freeform 75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2" name="Freeform 75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9" name="Line 755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Line 756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757"/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307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9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0" name="Group 76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3" name="Freeform 76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14" name="Freeform 76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11" name="Line 76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2" name="Line 76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767"/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99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02" name="Group 77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5" name="Freeform 77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06" name="Freeform 77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303" name="Line 77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77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4" name="Group 776"/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97" name="Picture 777" descr="access_point_stylized_small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8" name="Picture 778" descr="antenna_radiation_stylize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5" name="Group 779"/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95" name="Picture 780" descr="access_point_stylized_small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6" name="Picture 781" descr="antenna_radiation_stylized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06" name="Group 782"/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77" name="Group 78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8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1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2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3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4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5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6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7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8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9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0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1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2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3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94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278" name="Picture 799" descr="cell_tower_radiation copy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9" name="Oval 80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7" name="Text Box 580"/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108" name="Text Box 580"/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109" name="Text Box 580"/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110" name="Text Box 580"/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111" name="Text Box 580"/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112" name="Group 950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245" name="Freeform 951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Rectangle 952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Freeform 953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Freeform 954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Rectangle 955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0" name="Group 956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5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6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1" name="Rectangle 959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2" name="Group 960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3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4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3" name="Rectangle 963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Rectangle 964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5" name="Group 965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1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2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6" name="Freeform 968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57" name="Group 969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69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70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58" name="Rectangle 972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Freeform 973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Freeform 974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Oval 975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Freeform 976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AutoShape 977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AutoShape 978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Oval 979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Oval 980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Oval 981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Rectangle 982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3" name="Group 983"/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213" name="Freeform 984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Rectangle 985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Freeform 986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Freeform 987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Rectangle 988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8" name="Group 989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43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4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19" name="Rectangle 992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0" name="Group 993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41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2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21" name="Rectangle 996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997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3" name="Group 998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39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40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24" name="Freeform 1001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5" name="Group 1002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7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8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26" name="Rectangle 1005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Freeform 1006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Freeform 1007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Oval 1008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Freeform 1009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AutoShape 1010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2" name="AutoShape 1011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Oval 1012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Oval 1013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Oval 1014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Rectangle 1015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016"/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90" name="Picture 1017" descr="antenna_stylized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91" name="Picture 1018" descr="laptop_keyboard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2" name="Freeform 1019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93" name="Picture 1020" descr="screen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" name="Freeform 1021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Freeform 1022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Freeform 1023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Freeform 1024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Freeform 1025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Freeform 1026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00" name="Group 1027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07" name="Freeform 1028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8" name="Freeform 1029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9" name="Freeform 1030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0" name="Freeform 1031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1" name="Freeform 1032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2" name="Freeform 1033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201" name="Freeform 1034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1035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1036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1037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Freeform 1038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6" name="Freeform 1039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064"/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67" name="Picture 1065" descr="antenna_stylized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68" name="Picture 1066" descr="laptop_keyboar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9" name="Freeform 106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70" name="Picture 1068" descr="screen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" name="Freeform 106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Freeform 107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Freeform 107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107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107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07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7" name="Group 107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84" name="Freeform 107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5" name="Freeform 107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6" name="Freeform 107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7" name="Freeform 107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Freeform 108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Freeform 108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78" name="Freeform 108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Freeform 108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Freeform 108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Freeform 108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Freeform 108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Freeform 108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6" name="Group 1114"/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144" name="Picture 1115" descr="antenna_stylized"/>
              <p:cNvPicPr>
                <a:picLocks noChangeAspect="1" noChangeArrowheads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" name="Picture 1116" descr="laptop_keyboard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" name="Freeform 111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47" name="Picture 1118" descr="screen"/>
              <p:cNvPicPr>
                <a:picLocks noChangeAspect="1" noChangeArrowheads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111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Freeform 112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Freeform 112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Freeform 112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Freeform 112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Freeform 112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4" name="Group 112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1" name="Freeform 112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2" name="Freeform 112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3" name="Freeform 112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4" name="Freeform 112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Freeform 113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6" name="Freeform 113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55" name="Freeform 113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Freeform 113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Freeform 113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Freeform 113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Freeform 113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Freeform 113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1139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142" name="Picture 1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114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42"/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119" name="Picture 1143" descr="antenna_stylized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1144" descr="laptop_keyboard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11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22" name="Picture 1146" descr="screen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1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Freeform 11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Freeform 11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Freeform 11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Freeform 11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11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9" name="Group 11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6" name="Freeform 11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7" name="Freeform 11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8" name="Freeform 11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9" name="Freeform 11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0" name="Freeform 11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1" name="Freeform 11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30" name="Freeform 11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Freeform 11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1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1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1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11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07" name="Group 1201"/>
          <p:cNvGrpSpPr>
            <a:grpSpLocks/>
          </p:cNvGrpSpPr>
          <p:nvPr/>
        </p:nvGrpSpPr>
        <p:grpSpPr bwMode="auto">
          <a:xfrm>
            <a:off x="894902" y="1408125"/>
            <a:ext cx="1277542" cy="1227535"/>
            <a:chOff x="210" y="833"/>
            <a:chExt cx="1073" cy="1031"/>
          </a:xfrm>
        </p:grpSpPr>
        <p:sp>
          <p:nvSpPr>
            <p:cNvPr id="408" name="Text Box 667"/>
            <p:cNvSpPr txBox="1">
              <a:spLocks noChangeArrowheads="1"/>
            </p:cNvSpPr>
            <p:nvPr/>
          </p:nvSpPr>
          <p:spPr bwMode="auto">
            <a:xfrm>
              <a:off x="474" y="1683"/>
              <a:ext cx="80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smartphone</a:t>
              </a:r>
            </a:p>
          </p:txBody>
        </p:sp>
        <p:sp>
          <p:nvSpPr>
            <p:cNvPr id="409" name="Text Box 663"/>
            <p:cNvSpPr txBox="1">
              <a:spLocks noChangeArrowheads="1"/>
            </p:cNvSpPr>
            <p:nvPr/>
          </p:nvSpPr>
          <p:spPr bwMode="auto">
            <a:xfrm>
              <a:off x="487" y="872"/>
              <a:ext cx="2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</a:t>
              </a:r>
            </a:p>
          </p:txBody>
        </p:sp>
        <p:sp>
          <p:nvSpPr>
            <p:cNvPr id="410" name="Text Box 664"/>
            <p:cNvSpPr txBox="1">
              <a:spLocks noChangeArrowheads="1"/>
            </p:cNvSpPr>
            <p:nvPr/>
          </p:nvSpPr>
          <p:spPr bwMode="auto">
            <a:xfrm>
              <a:off x="488" y="1096"/>
              <a:ext cx="48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</a:t>
              </a:r>
            </a:p>
          </p:txBody>
        </p:sp>
        <p:sp>
          <p:nvSpPr>
            <p:cNvPr id="411" name="Text Box 665"/>
            <p:cNvSpPr txBox="1">
              <a:spLocks noChangeArrowheads="1"/>
            </p:cNvSpPr>
            <p:nvPr/>
          </p:nvSpPr>
          <p:spPr bwMode="auto">
            <a:xfrm>
              <a:off x="493" y="1390"/>
              <a:ext cx="581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wireless</a:t>
              </a:r>
            </a:p>
            <a:p>
              <a:pPr>
                <a:lnSpc>
                  <a:spcPct val="75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laptop</a:t>
              </a:r>
            </a:p>
          </p:txBody>
        </p:sp>
        <p:grpSp>
          <p:nvGrpSpPr>
            <p:cNvPr id="412" name="Group 805"/>
            <p:cNvGrpSpPr>
              <a:grpSpLocks/>
            </p:cNvGrpSpPr>
            <p:nvPr/>
          </p:nvGrpSpPr>
          <p:grpSpPr bwMode="auto">
            <a:xfrm flipH="1">
              <a:off x="244" y="833"/>
              <a:ext cx="261" cy="235"/>
              <a:chOff x="2839" y="3501"/>
              <a:chExt cx="755" cy="803"/>
            </a:xfrm>
          </p:grpSpPr>
          <p:pic>
            <p:nvPicPr>
              <p:cNvPr id="473" name="Picture 80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4" name="Freeform 80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3" name="Group 808"/>
            <p:cNvGrpSpPr>
              <a:grpSpLocks/>
            </p:cNvGrpSpPr>
            <p:nvPr/>
          </p:nvGrpSpPr>
          <p:grpSpPr bwMode="auto">
            <a:xfrm>
              <a:off x="298" y="1683"/>
              <a:ext cx="234" cy="179"/>
              <a:chOff x="2751" y="1851"/>
              <a:chExt cx="462" cy="494"/>
            </a:xfrm>
          </p:grpSpPr>
          <p:pic>
            <p:nvPicPr>
              <p:cNvPr id="471" name="Picture 809" descr="iphone_stylized_small"/>
              <p:cNvPicPr>
                <a:picLocks noChangeAspect="1" noChangeArrowheads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94" y="1938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2" name="Picture 810" descr="antenna_radiation_stylized"/>
              <p:cNvPicPr>
                <a:picLocks noChangeAspect="1" noChangeArrowheads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4" name="Group 1088"/>
            <p:cNvGrpSpPr>
              <a:grpSpLocks/>
            </p:cNvGrpSpPr>
            <p:nvPr/>
          </p:nvGrpSpPr>
          <p:grpSpPr bwMode="auto">
            <a:xfrm>
              <a:off x="210" y="1368"/>
              <a:ext cx="301" cy="236"/>
              <a:chOff x="877" y="1008"/>
              <a:chExt cx="2747" cy="2591"/>
            </a:xfrm>
          </p:grpSpPr>
          <p:pic>
            <p:nvPicPr>
              <p:cNvPr id="448" name="Picture 1089" descr="antenna_stylized"/>
              <p:cNvPicPr>
                <a:picLocks noChangeAspect="1" noChangeArrowheads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9" name="Picture 1090" descr="laptop_keyboard"/>
              <p:cNvPicPr>
                <a:picLocks noChangeAspect="1" noChangeArrowheads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0" name="Freeform 1091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51" name="Picture 1092" descr="screen"/>
              <p:cNvPicPr>
                <a:picLocks noChangeAspect="1" noChangeArrowheads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2" name="Freeform 1093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Freeform 1094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Freeform 1095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Freeform 1096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Freeform 1097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Freeform 1098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58" name="Group 1099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65" name="Freeform 1100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6" name="Freeform 1101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7" name="Freeform 1102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8" name="Freeform 1103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9" name="Freeform 1104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0" name="Freeform 1105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9" name="Freeform 1106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0" name="Freeform 1107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1" name="Freeform 1108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2" name="Freeform 1109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3" name="Freeform 1110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4" name="Freeform 1111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5" name="Group 1168"/>
            <p:cNvGrpSpPr>
              <a:grpSpLocks/>
            </p:cNvGrpSpPr>
            <p:nvPr/>
          </p:nvGrpSpPr>
          <p:grpSpPr bwMode="auto">
            <a:xfrm>
              <a:off x="340" y="1097"/>
              <a:ext cx="157" cy="256"/>
              <a:chOff x="4140" y="429"/>
              <a:chExt cx="1425" cy="2396"/>
            </a:xfrm>
          </p:grpSpPr>
          <p:sp>
            <p:nvSpPr>
              <p:cNvPr id="416" name="Freeform 116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7" name="Rectangle 1170"/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3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8" name="Freeform 117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" name="Freeform 117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" name="Rectangle 1173"/>
              <p:cNvSpPr>
                <a:spLocks noChangeArrowheads="1"/>
              </p:cNvSpPr>
              <p:nvPr/>
            </p:nvSpPr>
            <p:spPr bwMode="auto">
              <a:xfrm>
                <a:off x="4213" y="691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1" name="Group 117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46" name="AutoShape 1175"/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7" name="AutoShape 1176"/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691" cy="9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22" name="Rectangle 1177"/>
              <p:cNvSpPr>
                <a:spLocks noChangeArrowheads="1"/>
              </p:cNvSpPr>
              <p:nvPr/>
            </p:nvSpPr>
            <p:spPr bwMode="auto">
              <a:xfrm>
                <a:off x="4222" y="1019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3" name="Group 117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4" name="AutoShape 1179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5" cy="1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5" name="AutoShape 1180"/>
                <p:cNvSpPr>
                  <a:spLocks noChangeArrowheads="1"/>
                </p:cNvSpPr>
                <p:nvPr/>
              </p:nvSpPr>
              <p:spPr bwMode="auto">
                <a:xfrm>
                  <a:off x="627" y="2584"/>
                  <a:ext cx="691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24" name="Rectangle 1181"/>
              <p:cNvSpPr>
                <a:spLocks noChangeArrowheads="1"/>
              </p:cNvSpPr>
              <p:nvPr/>
            </p:nvSpPr>
            <p:spPr bwMode="auto">
              <a:xfrm>
                <a:off x="4213" y="1356"/>
                <a:ext cx="599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5" name="Rectangle 1182"/>
              <p:cNvSpPr>
                <a:spLocks noChangeArrowheads="1"/>
              </p:cNvSpPr>
              <p:nvPr/>
            </p:nvSpPr>
            <p:spPr bwMode="auto">
              <a:xfrm>
                <a:off x="4231" y="1655"/>
                <a:ext cx="590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6" name="Group 118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42" name="AutoShape 1184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3" name="AutoShape 1185"/>
                <p:cNvSpPr>
                  <a:spLocks noChangeArrowheads="1"/>
                </p:cNvSpPr>
                <p:nvPr/>
              </p:nvSpPr>
              <p:spPr bwMode="auto">
                <a:xfrm>
                  <a:off x="630" y="2585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27" name="Freeform 118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28" name="Group 118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40" name="AutoShape 1188"/>
                <p:cNvSpPr>
                  <a:spLocks noChangeArrowheads="1"/>
                </p:cNvSpPr>
                <p:nvPr/>
              </p:nvSpPr>
              <p:spPr bwMode="auto">
                <a:xfrm>
                  <a:off x="614" y="2569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1" name="AutoShape 1189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69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29" name="Rectangle 1190"/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3" cy="2293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Freeform 119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Freeform 119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Oval 1193"/>
              <p:cNvSpPr>
                <a:spLocks noChangeArrowheads="1"/>
              </p:cNvSpPr>
              <p:nvPr/>
            </p:nvSpPr>
            <p:spPr bwMode="auto">
              <a:xfrm>
                <a:off x="5520" y="2610"/>
                <a:ext cx="45" cy="94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3" name="Freeform 119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AutoShape 1195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8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5" name="AutoShape 1196"/>
              <p:cNvSpPr>
                <a:spLocks noChangeArrowheads="1"/>
              </p:cNvSpPr>
              <p:nvPr/>
            </p:nvSpPr>
            <p:spPr bwMode="auto">
              <a:xfrm>
                <a:off x="4204" y="2713"/>
                <a:ext cx="1071" cy="8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Oval 1197"/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Oval 1198"/>
              <p:cNvSpPr>
                <a:spLocks noChangeArrowheads="1"/>
              </p:cNvSpPr>
              <p:nvPr/>
            </p:nvSpPr>
            <p:spPr bwMode="auto">
              <a:xfrm>
                <a:off x="4485" y="2385"/>
                <a:ext cx="163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Oval 1199"/>
              <p:cNvSpPr>
                <a:spLocks noChangeArrowheads="1"/>
              </p:cNvSpPr>
              <p:nvPr/>
            </p:nvSpPr>
            <p:spPr bwMode="auto">
              <a:xfrm>
                <a:off x="4666" y="2385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9" name="Rectangle 1200"/>
              <p:cNvSpPr>
                <a:spLocks noChangeArrowheads="1"/>
              </p:cNvSpPr>
              <p:nvPr/>
            </p:nvSpPr>
            <p:spPr bwMode="auto">
              <a:xfrm>
                <a:off x="5066" y="1833"/>
                <a:ext cx="82" cy="76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76" name="Rectangle 670"/>
          <p:cNvSpPr>
            <a:spLocks noChangeArrowheads="1"/>
          </p:cNvSpPr>
          <p:nvPr/>
        </p:nvSpPr>
        <p:spPr bwMode="auto">
          <a:xfrm>
            <a:off x="1893931" y="4006640"/>
            <a:ext cx="2526506" cy="81667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257175" indent="-257175">
              <a:spcBef>
                <a:spcPct val="1500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交换设备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</a:t>
            </a:r>
            <a:r>
              <a:rPr lang="en-US" altLang="zh-CN" sz="1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14350" lvl="1" indent="-214313">
              <a:spcBef>
                <a:spcPct val="1500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lvl="1" indent="-214313">
              <a:spcBef>
                <a:spcPct val="15000"/>
              </a:spcBef>
              <a:buSzPct val="75000"/>
              <a:buFont typeface="Wingdings" panose="05000000000000000000" pitchFamily="2" charset="2"/>
              <a:buChar char="n"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5" name="灯片编号占位符 2">
            <a:extLst>
              <a:ext uri="{FF2B5EF4-FFF2-40B4-BE49-F238E27FC236}">
                <a16:creationId xmlns:a16="http://schemas.microsoft.com/office/drawing/2014/main" id="{8641FB85-C114-48A8-A450-2A0BE9E6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>
                <a:defRPr/>
              </a:pPr>
              <a:t>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7" name="AutoShape 5">
            <a:extLst>
              <a:ext uri="{FF2B5EF4-FFF2-40B4-BE49-F238E27FC236}">
                <a16:creationId xmlns:a16="http://schemas.microsoft.com/office/drawing/2014/main" id="{739DE55E-E388-4350-8746-9C01180C0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2551063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3" grpId="0"/>
      <p:bldP spid="13" grpId="1"/>
      <p:bldP spid="476" grpId="0"/>
      <p:bldP spid="477" grpId="0" animBg="1"/>
      <p:bldP spid="47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  <p:sp>
        <p:nvSpPr>
          <p:cNvPr id="475" name="Rectangle 3"/>
          <p:cNvSpPr txBox="1">
            <a:spLocks noChangeArrowheads="1"/>
          </p:cNvSpPr>
          <p:nvPr/>
        </p:nvSpPr>
        <p:spPr bwMode="auto">
          <a:xfrm>
            <a:off x="853641" y="1489464"/>
            <a:ext cx="4629907" cy="314371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45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  <a:r>
              <a:rPr lang="ja-JP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ja-JP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45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服务提供商（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）的网络进行互联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spcBef>
                <a:spcPts val="45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Protocol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450"/>
              </a:spcBef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对消息的发送和接收进行控制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45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e.g., TCP, IP, HTTP, Skype,  802.11</a:t>
            </a:r>
          </a:p>
          <a:p>
            <a:pPr eaLnBrk="1" hangingPunct="1">
              <a:lnSpc>
                <a:spcPct val="125000"/>
              </a:lnSpc>
              <a:spcBef>
                <a:spcPts val="450"/>
              </a:spcBef>
              <a:buSzPct val="75000"/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zh-CN" altLang="en-US" sz="18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endParaRPr lang="en-US" altLang="zh-CN" sz="18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spcBef>
                <a:spcPts val="45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RFC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Request for comments</a:t>
            </a:r>
          </a:p>
          <a:p>
            <a:pPr lvl="1" eaLnBrk="1" hangingPunct="1">
              <a:lnSpc>
                <a:spcPct val="125000"/>
              </a:lnSpc>
              <a:spcBef>
                <a:spcPts val="45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IETF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Internet Engineering Task Force</a:t>
            </a:r>
          </a:p>
        </p:txBody>
      </p:sp>
      <p:sp>
        <p:nvSpPr>
          <p:cNvPr id="361" name="灯片编号占位符 2">
            <a:extLst>
              <a:ext uri="{FF2B5EF4-FFF2-40B4-BE49-F238E27FC236}">
                <a16:creationId xmlns:a16="http://schemas.microsoft.com/office/drawing/2014/main" id="{9CBFDF8B-0CD9-42F4-A0CE-929629DA6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2" name="AutoShape 5">
            <a:extLst>
              <a:ext uri="{FF2B5EF4-FFF2-40B4-BE49-F238E27FC236}">
                <a16:creationId xmlns:a16="http://schemas.microsoft.com/office/drawing/2014/main" id="{4A808468-0958-4D77-A4AF-853E73A73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3" name="Rectangle 3">
            <a:extLst>
              <a:ext uri="{FF2B5EF4-FFF2-40B4-BE49-F238E27FC236}">
                <a16:creationId xmlns:a16="http://schemas.microsoft.com/office/drawing/2014/main" id="{DCC02847-5410-4223-A3A0-83A5BF1528B4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结构视图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4" name="Group 1">
            <a:extLst>
              <a:ext uri="{FF2B5EF4-FFF2-40B4-BE49-F238E27FC236}">
                <a16:creationId xmlns:a16="http://schemas.microsoft.com/office/drawing/2014/main" id="{7A7A2E84-0D35-42F5-9B39-359F867CC7A0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365" name="Freeform 415">
              <a:extLst>
                <a:ext uri="{FF2B5EF4-FFF2-40B4-BE49-F238E27FC236}">
                  <a16:creationId xmlns:a16="http://schemas.microsoft.com/office/drawing/2014/main" id="{A7A10F68-2FC1-481F-BA64-F8C7D0A3F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Freeform 416">
              <a:extLst>
                <a:ext uri="{FF2B5EF4-FFF2-40B4-BE49-F238E27FC236}">
                  <a16:creationId xmlns:a16="http://schemas.microsoft.com/office/drawing/2014/main" id="{BF3DA025-6D21-46FE-8E83-A0D1BB7A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Freeform 417">
              <a:extLst>
                <a:ext uri="{FF2B5EF4-FFF2-40B4-BE49-F238E27FC236}">
                  <a16:creationId xmlns:a16="http://schemas.microsoft.com/office/drawing/2014/main" id="{6DB4544D-FC6B-47F7-A5CC-FF29F45BF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68" name="Group 418">
              <a:extLst>
                <a:ext uri="{FF2B5EF4-FFF2-40B4-BE49-F238E27FC236}">
                  <a16:creationId xmlns:a16="http://schemas.microsoft.com/office/drawing/2014/main" id="{7E173F07-765F-4337-ADA3-8704FFD84D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1075" name="Rectangle 419">
                <a:extLst>
                  <a:ext uri="{FF2B5EF4-FFF2-40B4-BE49-F238E27FC236}">
                    <a16:creationId xmlns:a16="http://schemas.microsoft.com/office/drawing/2014/main" id="{AFC61647-F194-4DB8-8F76-09AEA1F11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6" name="AutoShape 420">
                <a:extLst>
                  <a:ext uri="{FF2B5EF4-FFF2-40B4-BE49-F238E27FC236}">
                    <a16:creationId xmlns:a16="http://schemas.microsoft.com/office/drawing/2014/main" id="{AD2D5F14-517D-4B96-93C5-D30EF07E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69" name="Line 421">
              <a:extLst>
                <a:ext uri="{FF2B5EF4-FFF2-40B4-BE49-F238E27FC236}">
                  <a16:creationId xmlns:a16="http://schemas.microsoft.com/office/drawing/2014/main" id="{9BC5F594-D0FD-4F13-986D-5ADCB0F58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Line 422">
              <a:extLst>
                <a:ext uri="{FF2B5EF4-FFF2-40B4-BE49-F238E27FC236}">
                  <a16:creationId xmlns:a16="http://schemas.microsoft.com/office/drawing/2014/main" id="{235FCCE6-9A9C-4589-A721-9E6C38C8C2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Line 423">
              <a:extLst>
                <a:ext uri="{FF2B5EF4-FFF2-40B4-BE49-F238E27FC236}">
                  <a16:creationId xmlns:a16="http://schemas.microsoft.com/office/drawing/2014/main" id="{AC0A7DD7-AE99-4875-8BEB-FA2501E5E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Line 424">
              <a:extLst>
                <a:ext uri="{FF2B5EF4-FFF2-40B4-BE49-F238E27FC236}">
                  <a16:creationId xmlns:a16="http://schemas.microsoft.com/office/drawing/2014/main" id="{5EE43F54-07E2-43A9-9AB6-0B6483532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Line 425">
              <a:extLst>
                <a:ext uri="{FF2B5EF4-FFF2-40B4-BE49-F238E27FC236}">
                  <a16:creationId xmlns:a16="http://schemas.microsoft.com/office/drawing/2014/main" id="{22E256ED-5590-4292-B465-E375D3F13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Line 426">
              <a:extLst>
                <a:ext uri="{FF2B5EF4-FFF2-40B4-BE49-F238E27FC236}">
                  <a16:creationId xmlns:a16="http://schemas.microsoft.com/office/drawing/2014/main" id="{B082A916-AE13-4922-963A-DA798BDE2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Freeform 427">
              <a:extLst>
                <a:ext uri="{FF2B5EF4-FFF2-40B4-BE49-F238E27FC236}">
                  <a16:creationId xmlns:a16="http://schemas.microsoft.com/office/drawing/2014/main" id="{F18E4727-9055-41FA-BCDE-18AC2102D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Line 428">
              <a:extLst>
                <a:ext uri="{FF2B5EF4-FFF2-40B4-BE49-F238E27FC236}">
                  <a16:creationId xmlns:a16="http://schemas.microsoft.com/office/drawing/2014/main" id="{401B4305-6908-4BC8-B006-0D03C9C3087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Line 429">
              <a:extLst>
                <a:ext uri="{FF2B5EF4-FFF2-40B4-BE49-F238E27FC236}">
                  <a16:creationId xmlns:a16="http://schemas.microsoft.com/office/drawing/2014/main" id="{67EA370C-5753-485F-A18E-94F691C8DE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Line 430">
              <a:extLst>
                <a:ext uri="{FF2B5EF4-FFF2-40B4-BE49-F238E27FC236}">
                  <a16:creationId xmlns:a16="http://schemas.microsoft.com/office/drawing/2014/main" id="{552772C6-6E08-4D91-B005-FDC2A50D08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Line 431">
              <a:extLst>
                <a:ext uri="{FF2B5EF4-FFF2-40B4-BE49-F238E27FC236}">
                  <a16:creationId xmlns:a16="http://schemas.microsoft.com/office/drawing/2014/main" id="{69CB23C8-285F-43A2-8F8A-1B861D210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Line 432">
              <a:extLst>
                <a:ext uri="{FF2B5EF4-FFF2-40B4-BE49-F238E27FC236}">
                  <a16:creationId xmlns:a16="http://schemas.microsoft.com/office/drawing/2014/main" id="{F618BC7C-8E5C-42C4-B9A9-BA3457542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Line 433">
              <a:extLst>
                <a:ext uri="{FF2B5EF4-FFF2-40B4-BE49-F238E27FC236}">
                  <a16:creationId xmlns:a16="http://schemas.microsoft.com/office/drawing/2014/main" id="{51AABD3B-C4DC-4251-B204-3B88871E6C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Line 435">
              <a:extLst>
                <a:ext uri="{FF2B5EF4-FFF2-40B4-BE49-F238E27FC236}">
                  <a16:creationId xmlns:a16="http://schemas.microsoft.com/office/drawing/2014/main" id="{3FE72AEE-B080-480A-80FB-08500366E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" name="Line 436">
              <a:extLst>
                <a:ext uri="{FF2B5EF4-FFF2-40B4-BE49-F238E27FC236}">
                  <a16:creationId xmlns:a16="http://schemas.microsoft.com/office/drawing/2014/main" id="{9B508C57-BF0E-4059-B424-D81B303C7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" name="Line 439">
              <a:extLst>
                <a:ext uri="{FF2B5EF4-FFF2-40B4-BE49-F238E27FC236}">
                  <a16:creationId xmlns:a16="http://schemas.microsoft.com/office/drawing/2014/main" id="{9E166707-A3FC-474A-98E3-0B0F93BCE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Line 440">
              <a:extLst>
                <a:ext uri="{FF2B5EF4-FFF2-40B4-BE49-F238E27FC236}">
                  <a16:creationId xmlns:a16="http://schemas.microsoft.com/office/drawing/2014/main" id="{7F5B6A0F-7F60-4B97-BECA-4171166B0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" name="Line 441">
              <a:extLst>
                <a:ext uri="{FF2B5EF4-FFF2-40B4-BE49-F238E27FC236}">
                  <a16:creationId xmlns:a16="http://schemas.microsoft.com/office/drawing/2014/main" id="{411B8DDD-EAC5-4310-B9BE-4777BC5F9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Line 443">
              <a:extLst>
                <a:ext uri="{FF2B5EF4-FFF2-40B4-BE49-F238E27FC236}">
                  <a16:creationId xmlns:a16="http://schemas.microsoft.com/office/drawing/2014/main" id="{47459267-3F9C-40B3-9A64-CE787C647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Line 444">
              <a:extLst>
                <a:ext uri="{FF2B5EF4-FFF2-40B4-BE49-F238E27FC236}">
                  <a16:creationId xmlns:a16="http://schemas.microsoft.com/office/drawing/2014/main" id="{A9D9FD3E-5B35-46A8-A5F1-724656C4C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Line 445">
              <a:extLst>
                <a:ext uri="{FF2B5EF4-FFF2-40B4-BE49-F238E27FC236}">
                  <a16:creationId xmlns:a16="http://schemas.microsoft.com/office/drawing/2014/main" id="{741C4949-225B-4044-AAE5-2816E9826B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0" name="Line 446">
              <a:extLst>
                <a:ext uri="{FF2B5EF4-FFF2-40B4-BE49-F238E27FC236}">
                  <a16:creationId xmlns:a16="http://schemas.microsoft.com/office/drawing/2014/main" id="{32BBC9D2-D09B-4688-A7FD-5040A68B0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1" name="Line 447">
              <a:extLst>
                <a:ext uri="{FF2B5EF4-FFF2-40B4-BE49-F238E27FC236}">
                  <a16:creationId xmlns:a16="http://schemas.microsoft.com/office/drawing/2014/main" id="{CDEB6437-4DC4-4F33-9DFE-D75476712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2" name="Line 448">
              <a:extLst>
                <a:ext uri="{FF2B5EF4-FFF2-40B4-BE49-F238E27FC236}">
                  <a16:creationId xmlns:a16="http://schemas.microsoft.com/office/drawing/2014/main" id="{63378610-F3F7-4666-B9E8-2D6F090FC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3" name="Line 449">
              <a:extLst>
                <a:ext uri="{FF2B5EF4-FFF2-40B4-BE49-F238E27FC236}">
                  <a16:creationId xmlns:a16="http://schemas.microsoft.com/office/drawing/2014/main" id="{8AE117A4-AC2B-4DE7-8CC5-55FEE06F17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Line 450">
              <a:extLst>
                <a:ext uri="{FF2B5EF4-FFF2-40B4-BE49-F238E27FC236}">
                  <a16:creationId xmlns:a16="http://schemas.microsoft.com/office/drawing/2014/main" id="{74FF6598-640D-46A8-8022-C447B6D00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Line 451">
              <a:extLst>
                <a:ext uri="{FF2B5EF4-FFF2-40B4-BE49-F238E27FC236}">
                  <a16:creationId xmlns:a16="http://schemas.microsoft.com/office/drawing/2014/main" id="{7DD0FF7D-922F-421B-9386-CF0829FD3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Line 452">
              <a:extLst>
                <a:ext uri="{FF2B5EF4-FFF2-40B4-BE49-F238E27FC236}">
                  <a16:creationId xmlns:a16="http://schemas.microsoft.com/office/drawing/2014/main" id="{CCBEEB52-3CEC-4FD8-954A-ED32AAD68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Line 541">
              <a:extLst>
                <a:ext uri="{FF2B5EF4-FFF2-40B4-BE49-F238E27FC236}">
                  <a16:creationId xmlns:a16="http://schemas.microsoft.com/office/drawing/2014/main" id="{966AA8C1-F502-45E2-9846-9F6D766E1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8" name="Group 590">
              <a:extLst>
                <a:ext uri="{FF2B5EF4-FFF2-40B4-BE49-F238E27FC236}">
                  <a16:creationId xmlns:a16="http://schemas.microsoft.com/office/drawing/2014/main" id="{5E36BCCA-37E0-4698-BE89-2E8418CB95F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1073" name="Picture 591" descr="desktop_computer_stylized_medium">
                <a:extLst>
                  <a:ext uri="{FF2B5EF4-FFF2-40B4-BE49-F238E27FC236}">
                    <a16:creationId xmlns:a16="http://schemas.microsoft.com/office/drawing/2014/main" id="{F9B92397-2F19-4962-84C1-2631082DA3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4" name="Freeform 592">
                <a:extLst>
                  <a:ext uri="{FF2B5EF4-FFF2-40B4-BE49-F238E27FC236}">
                    <a16:creationId xmlns:a16="http://schemas.microsoft.com/office/drawing/2014/main" id="{DD711BFB-C7F4-42F0-9867-BF542FFE8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9" name="Group 593">
              <a:extLst>
                <a:ext uri="{FF2B5EF4-FFF2-40B4-BE49-F238E27FC236}">
                  <a16:creationId xmlns:a16="http://schemas.microsoft.com/office/drawing/2014/main" id="{A76A6016-26C5-42E1-806C-BCCC62CB649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1071" name="Picture 594" descr="desktop_computer_stylized_medium">
                <a:extLst>
                  <a:ext uri="{FF2B5EF4-FFF2-40B4-BE49-F238E27FC236}">
                    <a16:creationId xmlns:a16="http://schemas.microsoft.com/office/drawing/2014/main" id="{2C5D6BF8-67EB-47A0-821E-450707F6FE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2" name="Freeform 595">
                <a:extLst>
                  <a:ext uri="{FF2B5EF4-FFF2-40B4-BE49-F238E27FC236}">
                    <a16:creationId xmlns:a16="http://schemas.microsoft.com/office/drawing/2014/main" id="{DAFFD680-268F-4064-B953-726920305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0" name="Group 596">
              <a:extLst>
                <a:ext uri="{FF2B5EF4-FFF2-40B4-BE49-F238E27FC236}">
                  <a16:creationId xmlns:a16="http://schemas.microsoft.com/office/drawing/2014/main" id="{81220A1A-5019-448F-95B3-85C244B965B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1069" name="Picture 597" descr="desktop_computer_stylized_medium">
                <a:extLst>
                  <a:ext uri="{FF2B5EF4-FFF2-40B4-BE49-F238E27FC236}">
                    <a16:creationId xmlns:a16="http://schemas.microsoft.com/office/drawing/2014/main" id="{CB9C0800-A7EE-46E0-8453-FFA8CFC9E5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0" name="Freeform 598">
                <a:extLst>
                  <a:ext uri="{FF2B5EF4-FFF2-40B4-BE49-F238E27FC236}">
                    <a16:creationId xmlns:a16="http://schemas.microsoft.com/office/drawing/2014/main" id="{5487D1DB-A6EE-4A4A-8051-0634A519F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1" name="Group 599">
              <a:extLst>
                <a:ext uri="{FF2B5EF4-FFF2-40B4-BE49-F238E27FC236}">
                  <a16:creationId xmlns:a16="http://schemas.microsoft.com/office/drawing/2014/main" id="{74D11FB0-3703-49C0-A68E-6FD8F19C69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1067" name="Picture 600" descr="desktop_computer_stylized_medium">
                <a:extLst>
                  <a:ext uri="{FF2B5EF4-FFF2-40B4-BE49-F238E27FC236}">
                    <a16:creationId xmlns:a16="http://schemas.microsoft.com/office/drawing/2014/main" id="{AE8FE7A0-0521-4DD3-81DA-C150AC6AD1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8" name="Freeform 601">
                <a:extLst>
                  <a:ext uri="{FF2B5EF4-FFF2-40B4-BE49-F238E27FC236}">
                    <a16:creationId xmlns:a16="http://schemas.microsoft.com/office/drawing/2014/main" id="{77A1EF6C-28E1-4572-B51C-188A364E7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02" name="Picture 603" descr="car_icon_small">
              <a:extLst>
                <a:ext uri="{FF2B5EF4-FFF2-40B4-BE49-F238E27FC236}">
                  <a16:creationId xmlns:a16="http://schemas.microsoft.com/office/drawing/2014/main" id="{7AB82567-75E3-4FF4-8FBF-5DD44F8D1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3" name="Group 652">
              <a:extLst>
                <a:ext uri="{FF2B5EF4-FFF2-40B4-BE49-F238E27FC236}">
                  <a16:creationId xmlns:a16="http://schemas.microsoft.com/office/drawing/2014/main" id="{66A0B29D-D293-4579-9758-0FA8757A1A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1065" name="Picture 653" descr="iphone_stylized_small">
                <a:extLst>
                  <a:ext uri="{FF2B5EF4-FFF2-40B4-BE49-F238E27FC236}">
                    <a16:creationId xmlns:a16="http://schemas.microsoft.com/office/drawing/2014/main" id="{9ABAE730-4CB9-4DBE-B283-C745BA33C5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6" name="Picture 654" descr="antenna_radiation_stylized">
                <a:extLst>
                  <a:ext uri="{FF2B5EF4-FFF2-40B4-BE49-F238E27FC236}">
                    <a16:creationId xmlns:a16="http://schemas.microsoft.com/office/drawing/2014/main" id="{8CBF3029-A322-4CD6-974B-B79D5EA007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04" name="Group 665">
              <a:extLst>
                <a:ext uri="{FF2B5EF4-FFF2-40B4-BE49-F238E27FC236}">
                  <a16:creationId xmlns:a16="http://schemas.microsoft.com/office/drawing/2014/main" id="{31350379-D7E2-421E-AC3A-E6B9C04070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1057" name="Oval 407">
                <a:extLst>
                  <a:ext uri="{FF2B5EF4-FFF2-40B4-BE49-F238E27FC236}">
                    <a16:creationId xmlns:a16="http://schemas.microsoft.com/office/drawing/2014/main" id="{C4ACABBD-D886-437B-9F08-B699BBF46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8" name="Rectangle 410">
                <a:extLst>
                  <a:ext uri="{FF2B5EF4-FFF2-40B4-BE49-F238E27FC236}">
                    <a16:creationId xmlns:a16="http://schemas.microsoft.com/office/drawing/2014/main" id="{339B9742-FB9A-4C08-9A8B-EAD7B05BD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9" name="Oval 411">
                <a:extLst>
                  <a:ext uri="{FF2B5EF4-FFF2-40B4-BE49-F238E27FC236}">
                    <a16:creationId xmlns:a16="http://schemas.microsoft.com/office/drawing/2014/main" id="{6447EAD8-1CAE-4E70-866B-60F36C60E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60" name="Group 659">
                <a:extLst>
                  <a:ext uri="{FF2B5EF4-FFF2-40B4-BE49-F238E27FC236}">
                    <a16:creationId xmlns:a16="http://schemas.microsoft.com/office/drawing/2014/main" id="{95749104-DD6F-48DE-A015-9FDCA32A01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63" name="Freeform 660">
                  <a:extLst>
                    <a:ext uri="{FF2B5EF4-FFF2-40B4-BE49-F238E27FC236}">
                      <a16:creationId xmlns:a16="http://schemas.microsoft.com/office/drawing/2014/main" id="{C0279076-DD6C-49CF-A5AD-554F62B05C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64" name="Freeform 661">
                  <a:extLst>
                    <a:ext uri="{FF2B5EF4-FFF2-40B4-BE49-F238E27FC236}">
                      <a16:creationId xmlns:a16="http://schemas.microsoft.com/office/drawing/2014/main" id="{C95F8FCE-D13B-40FA-B30A-D8FE6471A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61" name="Line 662">
                <a:extLst>
                  <a:ext uri="{FF2B5EF4-FFF2-40B4-BE49-F238E27FC236}">
                    <a16:creationId xmlns:a16="http://schemas.microsoft.com/office/drawing/2014/main" id="{CDC11231-9AF1-4539-ACA6-243CA5EFB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2" name="Line 663">
                <a:extLst>
                  <a:ext uri="{FF2B5EF4-FFF2-40B4-BE49-F238E27FC236}">
                    <a16:creationId xmlns:a16="http://schemas.microsoft.com/office/drawing/2014/main" id="{F50D1F22-66C2-4075-9779-54DD7E147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5" name="Group 666">
              <a:extLst>
                <a:ext uri="{FF2B5EF4-FFF2-40B4-BE49-F238E27FC236}">
                  <a16:creationId xmlns:a16="http://schemas.microsoft.com/office/drawing/2014/main" id="{A3FB392D-5E25-4A1C-8F18-0C8EDAC130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1049" name="Oval 407">
                <a:extLst>
                  <a:ext uri="{FF2B5EF4-FFF2-40B4-BE49-F238E27FC236}">
                    <a16:creationId xmlns:a16="http://schemas.microsoft.com/office/drawing/2014/main" id="{D416C688-53E8-4AFE-B85E-5E2DCF9AA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0" name="Rectangle 410">
                <a:extLst>
                  <a:ext uri="{FF2B5EF4-FFF2-40B4-BE49-F238E27FC236}">
                    <a16:creationId xmlns:a16="http://schemas.microsoft.com/office/drawing/2014/main" id="{00F773F0-CE83-4051-82FF-67BAEB6C9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1" name="Oval 411">
                <a:extLst>
                  <a:ext uri="{FF2B5EF4-FFF2-40B4-BE49-F238E27FC236}">
                    <a16:creationId xmlns:a16="http://schemas.microsoft.com/office/drawing/2014/main" id="{DBE88285-643F-4F51-9948-62EF0AAC15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52" name="Group 670">
                <a:extLst>
                  <a:ext uri="{FF2B5EF4-FFF2-40B4-BE49-F238E27FC236}">
                    <a16:creationId xmlns:a16="http://schemas.microsoft.com/office/drawing/2014/main" id="{EADF041D-8652-4AFB-AA6D-8C00D4847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55" name="Freeform 671">
                  <a:extLst>
                    <a:ext uri="{FF2B5EF4-FFF2-40B4-BE49-F238E27FC236}">
                      <a16:creationId xmlns:a16="http://schemas.microsoft.com/office/drawing/2014/main" id="{6267FFB6-90B5-4002-86A7-744632AB3D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56" name="Freeform 672">
                  <a:extLst>
                    <a:ext uri="{FF2B5EF4-FFF2-40B4-BE49-F238E27FC236}">
                      <a16:creationId xmlns:a16="http://schemas.microsoft.com/office/drawing/2014/main" id="{CA14FA36-C284-4758-84B8-2A42ED67A0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53" name="Line 673">
                <a:extLst>
                  <a:ext uri="{FF2B5EF4-FFF2-40B4-BE49-F238E27FC236}">
                    <a16:creationId xmlns:a16="http://schemas.microsoft.com/office/drawing/2014/main" id="{9026DDB9-20C3-4CC6-8077-E77F5A558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4" name="Line 674">
                <a:extLst>
                  <a:ext uri="{FF2B5EF4-FFF2-40B4-BE49-F238E27FC236}">
                    <a16:creationId xmlns:a16="http://schemas.microsoft.com/office/drawing/2014/main" id="{99D82892-8FE6-470A-81BD-CFADF2FF8F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6" name="Group 675">
              <a:extLst>
                <a:ext uri="{FF2B5EF4-FFF2-40B4-BE49-F238E27FC236}">
                  <a16:creationId xmlns:a16="http://schemas.microsoft.com/office/drawing/2014/main" id="{EEFF2423-7D64-4904-95F5-DD3D33C5A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1041" name="Oval 407">
                <a:extLst>
                  <a:ext uri="{FF2B5EF4-FFF2-40B4-BE49-F238E27FC236}">
                    <a16:creationId xmlns:a16="http://schemas.microsoft.com/office/drawing/2014/main" id="{CF021575-0C20-481B-AB99-BEE522231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2" name="Rectangle 410">
                <a:extLst>
                  <a:ext uri="{FF2B5EF4-FFF2-40B4-BE49-F238E27FC236}">
                    <a16:creationId xmlns:a16="http://schemas.microsoft.com/office/drawing/2014/main" id="{D379EEC9-304C-43A3-8352-EC1E03545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3" name="Oval 411">
                <a:extLst>
                  <a:ext uri="{FF2B5EF4-FFF2-40B4-BE49-F238E27FC236}">
                    <a16:creationId xmlns:a16="http://schemas.microsoft.com/office/drawing/2014/main" id="{349B76BD-65D7-40D0-ADF1-44D54C8199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44" name="Group 679">
                <a:extLst>
                  <a:ext uri="{FF2B5EF4-FFF2-40B4-BE49-F238E27FC236}">
                    <a16:creationId xmlns:a16="http://schemas.microsoft.com/office/drawing/2014/main" id="{A0BB18EE-740A-46D1-B942-25E93AFC91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47" name="Freeform 680">
                  <a:extLst>
                    <a:ext uri="{FF2B5EF4-FFF2-40B4-BE49-F238E27FC236}">
                      <a16:creationId xmlns:a16="http://schemas.microsoft.com/office/drawing/2014/main" id="{CBE82E5A-D860-4FC8-9FA2-B41D50A343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48" name="Freeform 681">
                  <a:extLst>
                    <a:ext uri="{FF2B5EF4-FFF2-40B4-BE49-F238E27FC236}">
                      <a16:creationId xmlns:a16="http://schemas.microsoft.com/office/drawing/2014/main" id="{5805A08A-CDC9-40A7-AB08-2DF7D3E90A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45" name="Line 682">
                <a:extLst>
                  <a:ext uri="{FF2B5EF4-FFF2-40B4-BE49-F238E27FC236}">
                    <a16:creationId xmlns:a16="http://schemas.microsoft.com/office/drawing/2014/main" id="{E653C089-B7E7-4841-AA9F-2EE135F28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6" name="Line 683">
                <a:extLst>
                  <a:ext uri="{FF2B5EF4-FFF2-40B4-BE49-F238E27FC236}">
                    <a16:creationId xmlns:a16="http://schemas.microsoft.com/office/drawing/2014/main" id="{9980F3D2-215A-490E-A980-8A89EF3DC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7" name="Group 684">
              <a:extLst>
                <a:ext uri="{FF2B5EF4-FFF2-40B4-BE49-F238E27FC236}">
                  <a16:creationId xmlns:a16="http://schemas.microsoft.com/office/drawing/2014/main" id="{541E57E2-6A9B-4758-89B8-70C4C4B0BF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1033" name="Oval 407">
                <a:extLst>
                  <a:ext uri="{FF2B5EF4-FFF2-40B4-BE49-F238E27FC236}">
                    <a16:creationId xmlns:a16="http://schemas.microsoft.com/office/drawing/2014/main" id="{533E829E-88D2-4F1F-9EDF-82447B67C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4" name="Rectangle 410">
                <a:extLst>
                  <a:ext uri="{FF2B5EF4-FFF2-40B4-BE49-F238E27FC236}">
                    <a16:creationId xmlns:a16="http://schemas.microsoft.com/office/drawing/2014/main" id="{DCEE9D7C-BF4E-44CA-8F13-D27C9D402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5" name="Oval 411">
                <a:extLst>
                  <a:ext uri="{FF2B5EF4-FFF2-40B4-BE49-F238E27FC236}">
                    <a16:creationId xmlns:a16="http://schemas.microsoft.com/office/drawing/2014/main" id="{5C92DD70-9E9E-4B50-9D4D-E676CB7F0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36" name="Group 688">
                <a:extLst>
                  <a:ext uri="{FF2B5EF4-FFF2-40B4-BE49-F238E27FC236}">
                    <a16:creationId xmlns:a16="http://schemas.microsoft.com/office/drawing/2014/main" id="{4B0CF3BB-8EF1-4D1F-A36D-91137BC14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39" name="Freeform 689">
                  <a:extLst>
                    <a:ext uri="{FF2B5EF4-FFF2-40B4-BE49-F238E27FC236}">
                      <a16:creationId xmlns:a16="http://schemas.microsoft.com/office/drawing/2014/main" id="{D2DC44CF-4BA3-4520-A5F4-92F212400E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40" name="Freeform 690">
                  <a:extLst>
                    <a:ext uri="{FF2B5EF4-FFF2-40B4-BE49-F238E27FC236}">
                      <a16:creationId xmlns:a16="http://schemas.microsoft.com/office/drawing/2014/main" id="{A68CEB51-BD30-4685-BB6F-C22E6603B5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37" name="Line 691">
                <a:extLst>
                  <a:ext uri="{FF2B5EF4-FFF2-40B4-BE49-F238E27FC236}">
                    <a16:creationId xmlns:a16="http://schemas.microsoft.com/office/drawing/2014/main" id="{9DE68A83-226D-4AE2-B6A3-71B7D2FCD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8" name="Line 692">
                <a:extLst>
                  <a:ext uri="{FF2B5EF4-FFF2-40B4-BE49-F238E27FC236}">
                    <a16:creationId xmlns:a16="http://schemas.microsoft.com/office/drawing/2014/main" id="{C4E38DF1-E18F-4489-9B96-85DC1CB36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8" name="Line 693">
              <a:extLst>
                <a:ext uri="{FF2B5EF4-FFF2-40B4-BE49-F238E27FC236}">
                  <a16:creationId xmlns:a16="http://schemas.microsoft.com/office/drawing/2014/main" id="{1F8C8291-FD66-443C-8E53-F36474D47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9" name="Group 694">
              <a:extLst>
                <a:ext uri="{FF2B5EF4-FFF2-40B4-BE49-F238E27FC236}">
                  <a16:creationId xmlns:a16="http://schemas.microsoft.com/office/drawing/2014/main" id="{A3597F49-914B-4C0F-A2A7-C59BC0ED9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1025" name="Oval 407">
                <a:extLst>
                  <a:ext uri="{FF2B5EF4-FFF2-40B4-BE49-F238E27FC236}">
                    <a16:creationId xmlns:a16="http://schemas.microsoft.com/office/drawing/2014/main" id="{C58994DA-AFDF-4C57-8E7D-70256FD34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6" name="Rectangle 410">
                <a:extLst>
                  <a:ext uri="{FF2B5EF4-FFF2-40B4-BE49-F238E27FC236}">
                    <a16:creationId xmlns:a16="http://schemas.microsoft.com/office/drawing/2014/main" id="{A5F3CD5D-3086-44B4-8376-4E6936F26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7" name="Oval 411">
                <a:extLst>
                  <a:ext uri="{FF2B5EF4-FFF2-40B4-BE49-F238E27FC236}">
                    <a16:creationId xmlns:a16="http://schemas.microsoft.com/office/drawing/2014/main" id="{FAD6D46A-0590-456E-92FB-C6B7CE1A89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28" name="Group 698">
                <a:extLst>
                  <a:ext uri="{FF2B5EF4-FFF2-40B4-BE49-F238E27FC236}">
                    <a16:creationId xmlns:a16="http://schemas.microsoft.com/office/drawing/2014/main" id="{1137D2E9-710A-45F1-804C-A082E14E62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31" name="Freeform 699">
                  <a:extLst>
                    <a:ext uri="{FF2B5EF4-FFF2-40B4-BE49-F238E27FC236}">
                      <a16:creationId xmlns:a16="http://schemas.microsoft.com/office/drawing/2014/main" id="{0DCF76A8-E6C4-4AC9-9D74-663E22DB08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32" name="Freeform 700">
                  <a:extLst>
                    <a:ext uri="{FF2B5EF4-FFF2-40B4-BE49-F238E27FC236}">
                      <a16:creationId xmlns:a16="http://schemas.microsoft.com/office/drawing/2014/main" id="{3E332464-126B-4E13-A258-EEE293B424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29" name="Line 701">
                <a:extLst>
                  <a:ext uri="{FF2B5EF4-FFF2-40B4-BE49-F238E27FC236}">
                    <a16:creationId xmlns:a16="http://schemas.microsoft.com/office/drawing/2014/main" id="{3BFED171-DA82-4DAD-9A4B-DBD9BBEAD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0" name="Line 702">
                <a:extLst>
                  <a:ext uri="{FF2B5EF4-FFF2-40B4-BE49-F238E27FC236}">
                    <a16:creationId xmlns:a16="http://schemas.microsoft.com/office/drawing/2014/main" id="{2B554E22-B704-468B-97D4-2103C994F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0" name="Group 712">
              <a:extLst>
                <a:ext uri="{FF2B5EF4-FFF2-40B4-BE49-F238E27FC236}">
                  <a16:creationId xmlns:a16="http://schemas.microsoft.com/office/drawing/2014/main" id="{30DC3BB8-EE28-42AB-805C-2C3D326600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1017" name="Oval 407">
                <a:extLst>
                  <a:ext uri="{FF2B5EF4-FFF2-40B4-BE49-F238E27FC236}">
                    <a16:creationId xmlns:a16="http://schemas.microsoft.com/office/drawing/2014/main" id="{E0A0E4D9-EBF6-4033-B0D1-FCF93AA19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8" name="Rectangle 410">
                <a:extLst>
                  <a:ext uri="{FF2B5EF4-FFF2-40B4-BE49-F238E27FC236}">
                    <a16:creationId xmlns:a16="http://schemas.microsoft.com/office/drawing/2014/main" id="{B30C8482-20D5-42AE-A28A-5AE137BBC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9" name="Oval 411">
                <a:extLst>
                  <a:ext uri="{FF2B5EF4-FFF2-40B4-BE49-F238E27FC236}">
                    <a16:creationId xmlns:a16="http://schemas.microsoft.com/office/drawing/2014/main" id="{0411A4E0-1A46-467C-ACE8-88990E09A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20" name="Group 716">
                <a:extLst>
                  <a:ext uri="{FF2B5EF4-FFF2-40B4-BE49-F238E27FC236}">
                    <a16:creationId xmlns:a16="http://schemas.microsoft.com/office/drawing/2014/main" id="{FAE771A9-700C-49B3-B613-CEC0A6D540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23" name="Freeform 717">
                  <a:extLst>
                    <a:ext uri="{FF2B5EF4-FFF2-40B4-BE49-F238E27FC236}">
                      <a16:creationId xmlns:a16="http://schemas.microsoft.com/office/drawing/2014/main" id="{17E4D009-9755-443A-A24C-A80767BE5C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24" name="Freeform 718">
                  <a:extLst>
                    <a:ext uri="{FF2B5EF4-FFF2-40B4-BE49-F238E27FC236}">
                      <a16:creationId xmlns:a16="http://schemas.microsoft.com/office/drawing/2014/main" id="{ACB99EDE-B862-47AF-8494-C0C4B9435B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21" name="Line 719">
                <a:extLst>
                  <a:ext uri="{FF2B5EF4-FFF2-40B4-BE49-F238E27FC236}">
                    <a16:creationId xmlns:a16="http://schemas.microsoft.com/office/drawing/2014/main" id="{1335F146-02AB-4B7E-92EC-821A563B0C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22" name="Line 720">
                <a:extLst>
                  <a:ext uri="{FF2B5EF4-FFF2-40B4-BE49-F238E27FC236}">
                    <a16:creationId xmlns:a16="http://schemas.microsoft.com/office/drawing/2014/main" id="{F4F37FC5-F416-4E57-B337-2DE5498D0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1" name="Group 721">
              <a:extLst>
                <a:ext uri="{FF2B5EF4-FFF2-40B4-BE49-F238E27FC236}">
                  <a16:creationId xmlns:a16="http://schemas.microsoft.com/office/drawing/2014/main" id="{A4D31EBE-C53D-40C8-B41F-9FB2770992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1009" name="Oval 407">
                <a:extLst>
                  <a:ext uri="{FF2B5EF4-FFF2-40B4-BE49-F238E27FC236}">
                    <a16:creationId xmlns:a16="http://schemas.microsoft.com/office/drawing/2014/main" id="{67764D63-DB84-493F-8472-13715CB0F6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0" name="Rectangle 410">
                <a:extLst>
                  <a:ext uri="{FF2B5EF4-FFF2-40B4-BE49-F238E27FC236}">
                    <a16:creationId xmlns:a16="http://schemas.microsoft.com/office/drawing/2014/main" id="{EE7D7375-8DDF-4FE6-B3AF-7EAE69BCD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1" name="Oval 411">
                <a:extLst>
                  <a:ext uri="{FF2B5EF4-FFF2-40B4-BE49-F238E27FC236}">
                    <a16:creationId xmlns:a16="http://schemas.microsoft.com/office/drawing/2014/main" id="{E6036F1E-D5EE-4011-84CE-8F186E47C7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12" name="Group 725">
                <a:extLst>
                  <a:ext uri="{FF2B5EF4-FFF2-40B4-BE49-F238E27FC236}">
                    <a16:creationId xmlns:a16="http://schemas.microsoft.com/office/drawing/2014/main" id="{F087D70A-7277-4DAE-BACA-CEC9289EAB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15" name="Freeform 726">
                  <a:extLst>
                    <a:ext uri="{FF2B5EF4-FFF2-40B4-BE49-F238E27FC236}">
                      <a16:creationId xmlns:a16="http://schemas.microsoft.com/office/drawing/2014/main" id="{7B323120-F683-4E70-A680-1FCF926567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16" name="Freeform 727">
                  <a:extLst>
                    <a:ext uri="{FF2B5EF4-FFF2-40B4-BE49-F238E27FC236}">
                      <a16:creationId xmlns:a16="http://schemas.microsoft.com/office/drawing/2014/main" id="{C94D679F-42B3-4658-8505-6FC55D2D67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13" name="Line 728">
                <a:extLst>
                  <a:ext uri="{FF2B5EF4-FFF2-40B4-BE49-F238E27FC236}">
                    <a16:creationId xmlns:a16="http://schemas.microsoft.com/office/drawing/2014/main" id="{AEFBC1D0-FF82-4AB0-9397-3C45CD931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14" name="Line 729">
                <a:extLst>
                  <a:ext uri="{FF2B5EF4-FFF2-40B4-BE49-F238E27FC236}">
                    <a16:creationId xmlns:a16="http://schemas.microsoft.com/office/drawing/2014/main" id="{BCDD8601-B674-4BEE-BE81-F67787307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2" name="Group 730">
              <a:extLst>
                <a:ext uri="{FF2B5EF4-FFF2-40B4-BE49-F238E27FC236}">
                  <a16:creationId xmlns:a16="http://schemas.microsoft.com/office/drawing/2014/main" id="{0A47B672-33F6-4AD5-9845-01D0B95628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1001" name="Oval 407">
                <a:extLst>
                  <a:ext uri="{FF2B5EF4-FFF2-40B4-BE49-F238E27FC236}">
                    <a16:creationId xmlns:a16="http://schemas.microsoft.com/office/drawing/2014/main" id="{B0A7EE6F-0C8A-4811-869F-2AB0A37F9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2" name="Rectangle 410">
                <a:extLst>
                  <a:ext uri="{FF2B5EF4-FFF2-40B4-BE49-F238E27FC236}">
                    <a16:creationId xmlns:a16="http://schemas.microsoft.com/office/drawing/2014/main" id="{6AE231AF-9107-4F4F-BDDA-337EBADE1C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3" name="Oval 411">
                <a:extLst>
                  <a:ext uri="{FF2B5EF4-FFF2-40B4-BE49-F238E27FC236}">
                    <a16:creationId xmlns:a16="http://schemas.microsoft.com/office/drawing/2014/main" id="{53E834E0-3A33-43EA-B9E6-E4693FD76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004" name="Group 734">
                <a:extLst>
                  <a:ext uri="{FF2B5EF4-FFF2-40B4-BE49-F238E27FC236}">
                    <a16:creationId xmlns:a16="http://schemas.microsoft.com/office/drawing/2014/main" id="{77B050FE-EBC6-4469-9B38-4E8E712086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007" name="Freeform 735">
                  <a:extLst>
                    <a:ext uri="{FF2B5EF4-FFF2-40B4-BE49-F238E27FC236}">
                      <a16:creationId xmlns:a16="http://schemas.microsoft.com/office/drawing/2014/main" id="{6BE5719D-8D24-4EAB-AE30-7AB4EADC4C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8" name="Freeform 736">
                  <a:extLst>
                    <a:ext uri="{FF2B5EF4-FFF2-40B4-BE49-F238E27FC236}">
                      <a16:creationId xmlns:a16="http://schemas.microsoft.com/office/drawing/2014/main" id="{62980420-D4EB-430B-8483-DC6ED070CF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005" name="Line 737">
                <a:extLst>
                  <a:ext uri="{FF2B5EF4-FFF2-40B4-BE49-F238E27FC236}">
                    <a16:creationId xmlns:a16="http://schemas.microsoft.com/office/drawing/2014/main" id="{934E89FE-C44E-41C4-89DF-31C9A9BDAF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6" name="Line 738">
                <a:extLst>
                  <a:ext uri="{FF2B5EF4-FFF2-40B4-BE49-F238E27FC236}">
                    <a16:creationId xmlns:a16="http://schemas.microsoft.com/office/drawing/2014/main" id="{3173874C-C250-4BE7-9B61-C36D23C4C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3" name="Group 739">
              <a:extLst>
                <a:ext uri="{FF2B5EF4-FFF2-40B4-BE49-F238E27FC236}">
                  <a16:creationId xmlns:a16="http://schemas.microsoft.com/office/drawing/2014/main" id="{B07915F5-AA51-4642-951B-884B04375C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993" name="Oval 407">
                <a:extLst>
                  <a:ext uri="{FF2B5EF4-FFF2-40B4-BE49-F238E27FC236}">
                    <a16:creationId xmlns:a16="http://schemas.microsoft.com/office/drawing/2014/main" id="{EC587CC6-9D8F-48F5-AC06-84F2627EA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4" name="Rectangle 410">
                <a:extLst>
                  <a:ext uri="{FF2B5EF4-FFF2-40B4-BE49-F238E27FC236}">
                    <a16:creationId xmlns:a16="http://schemas.microsoft.com/office/drawing/2014/main" id="{314F48A4-FC1B-4271-A65F-F654B8EE6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5" name="Oval 411">
                <a:extLst>
                  <a:ext uri="{FF2B5EF4-FFF2-40B4-BE49-F238E27FC236}">
                    <a16:creationId xmlns:a16="http://schemas.microsoft.com/office/drawing/2014/main" id="{93C94414-9513-4C69-B0EA-CACC76568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96" name="Group 743">
                <a:extLst>
                  <a:ext uri="{FF2B5EF4-FFF2-40B4-BE49-F238E27FC236}">
                    <a16:creationId xmlns:a16="http://schemas.microsoft.com/office/drawing/2014/main" id="{60DF5BFB-8B9A-4423-825D-B2CFB6A244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99" name="Freeform 744">
                  <a:extLst>
                    <a:ext uri="{FF2B5EF4-FFF2-40B4-BE49-F238E27FC236}">
                      <a16:creationId xmlns:a16="http://schemas.microsoft.com/office/drawing/2014/main" id="{FE65A7B5-FDC9-4A46-BC4E-3EAC0BACD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000" name="Freeform 745">
                  <a:extLst>
                    <a:ext uri="{FF2B5EF4-FFF2-40B4-BE49-F238E27FC236}">
                      <a16:creationId xmlns:a16="http://schemas.microsoft.com/office/drawing/2014/main" id="{BC5476E4-58BD-49F0-A07D-2242963ED1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97" name="Line 746">
                <a:extLst>
                  <a:ext uri="{FF2B5EF4-FFF2-40B4-BE49-F238E27FC236}">
                    <a16:creationId xmlns:a16="http://schemas.microsoft.com/office/drawing/2014/main" id="{236D766A-997A-445F-AFB5-98D1F42846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8" name="Line 747">
                <a:extLst>
                  <a:ext uri="{FF2B5EF4-FFF2-40B4-BE49-F238E27FC236}">
                    <a16:creationId xmlns:a16="http://schemas.microsoft.com/office/drawing/2014/main" id="{E7025CA0-96AA-43F6-8039-CE2E7FBA6F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4" name="Group 748">
              <a:extLst>
                <a:ext uri="{FF2B5EF4-FFF2-40B4-BE49-F238E27FC236}">
                  <a16:creationId xmlns:a16="http://schemas.microsoft.com/office/drawing/2014/main" id="{730FB6A9-BC97-4F14-A2BD-8A6D39DA3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985" name="Oval 407">
                <a:extLst>
                  <a:ext uri="{FF2B5EF4-FFF2-40B4-BE49-F238E27FC236}">
                    <a16:creationId xmlns:a16="http://schemas.microsoft.com/office/drawing/2014/main" id="{98B317AC-1FB9-40A7-98B5-8DF89AAE6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6" name="Rectangle 410">
                <a:extLst>
                  <a:ext uri="{FF2B5EF4-FFF2-40B4-BE49-F238E27FC236}">
                    <a16:creationId xmlns:a16="http://schemas.microsoft.com/office/drawing/2014/main" id="{7B9A02AB-B124-41F0-B5FF-94563A919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7" name="Oval 411">
                <a:extLst>
                  <a:ext uri="{FF2B5EF4-FFF2-40B4-BE49-F238E27FC236}">
                    <a16:creationId xmlns:a16="http://schemas.microsoft.com/office/drawing/2014/main" id="{8C63080D-C42C-4A24-8028-111E26616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8" name="Group 752">
                <a:extLst>
                  <a:ext uri="{FF2B5EF4-FFF2-40B4-BE49-F238E27FC236}">
                    <a16:creationId xmlns:a16="http://schemas.microsoft.com/office/drawing/2014/main" id="{E15F47CC-B835-42A6-94AC-0B789496DB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91" name="Freeform 753">
                  <a:extLst>
                    <a:ext uri="{FF2B5EF4-FFF2-40B4-BE49-F238E27FC236}">
                      <a16:creationId xmlns:a16="http://schemas.microsoft.com/office/drawing/2014/main" id="{EA698087-A80B-4203-96EA-BCE2A44057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92" name="Freeform 754">
                  <a:extLst>
                    <a:ext uri="{FF2B5EF4-FFF2-40B4-BE49-F238E27FC236}">
                      <a16:creationId xmlns:a16="http://schemas.microsoft.com/office/drawing/2014/main" id="{EEFB9B99-174F-4311-872E-B9C6F93258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89" name="Line 755">
                <a:extLst>
                  <a:ext uri="{FF2B5EF4-FFF2-40B4-BE49-F238E27FC236}">
                    <a16:creationId xmlns:a16="http://schemas.microsoft.com/office/drawing/2014/main" id="{C8078DF2-E78C-46D2-9680-0EE143A4A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90" name="Line 756">
                <a:extLst>
                  <a:ext uri="{FF2B5EF4-FFF2-40B4-BE49-F238E27FC236}">
                    <a16:creationId xmlns:a16="http://schemas.microsoft.com/office/drawing/2014/main" id="{ACB7F001-33B2-4C5E-8790-A1FA15C80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5" name="Group 757">
              <a:extLst>
                <a:ext uri="{FF2B5EF4-FFF2-40B4-BE49-F238E27FC236}">
                  <a16:creationId xmlns:a16="http://schemas.microsoft.com/office/drawing/2014/main" id="{5BA81298-8473-4B2C-A8AE-83A54ACF05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977" name="Oval 407">
                <a:extLst>
                  <a:ext uri="{FF2B5EF4-FFF2-40B4-BE49-F238E27FC236}">
                    <a16:creationId xmlns:a16="http://schemas.microsoft.com/office/drawing/2014/main" id="{43CA41F8-BEBA-4501-AB2F-E775DEF35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8" name="Rectangle 410">
                <a:extLst>
                  <a:ext uri="{FF2B5EF4-FFF2-40B4-BE49-F238E27FC236}">
                    <a16:creationId xmlns:a16="http://schemas.microsoft.com/office/drawing/2014/main" id="{22252330-EEB7-406C-93C3-027530D66D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9" name="Oval 411">
                <a:extLst>
                  <a:ext uri="{FF2B5EF4-FFF2-40B4-BE49-F238E27FC236}">
                    <a16:creationId xmlns:a16="http://schemas.microsoft.com/office/drawing/2014/main" id="{58AFE08C-E573-41C2-B299-E7C7EF5ED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80" name="Group 761">
                <a:extLst>
                  <a:ext uri="{FF2B5EF4-FFF2-40B4-BE49-F238E27FC236}">
                    <a16:creationId xmlns:a16="http://schemas.microsoft.com/office/drawing/2014/main" id="{24F7196D-C783-4CE9-AAF4-8CB51F87F5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83" name="Freeform 762">
                  <a:extLst>
                    <a:ext uri="{FF2B5EF4-FFF2-40B4-BE49-F238E27FC236}">
                      <a16:creationId xmlns:a16="http://schemas.microsoft.com/office/drawing/2014/main" id="{BAD672B3-FF35-438F-9AEE-5C58ED573E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84" name="Freeform 763">
                  <a:extLst>
                    <a:ext uri="{FF2B5EF4-FFF2-40B4-BE49-F238E27FC236}">
                      <a16:creationId xmlns:a16="http://schemas.microsoft.com/office/drawing/2014/main" id="{A03D30AF-900D-4114-9CA9-D69A7B56A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81" name="Line 764">
                <a:extLst>
                  <a:ext uri="{FF2B5EF4-FFF2-40B4-BE49-F238E27FC236}">
                    <a16:creationId xmlns:a16="http://schemas.microsoft.com/office/drawing/2014/main" id="{99ECB4D9-52E7-4BEC-8F43-C48064D38E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82" name="Line 765">
                <a:extLst>
                  <a:ext uri="{FF2B5EF4-FFF2-40B4-BE49-F238E27FC236}">
                    <a16:creationId xmlns:a16="http://schemas.microsoft.com/office/drawing/2014/main" id="{25A31E97-8958-4FBB-AEED-22F61BEF5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6" name="Group 767">
              <a:extLst>
                <a:ext uri="{FF2B5EF4-FFF2-40B4-BE49-F238E27FC236}">
                  <a16:creationId xmlns:a16="http://schemas.microsoft.com/office/drawing/2014/main" id="{4077506F-F7EE-49C8-BB81-3A7F34FDC3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969" name="Oval 407">
                <a:extLst>
                  <a:ext uri="{FF2B5EF4-FFF2-40B4-BE49-F238E27FC236}">
                    <a16:creationId xmlns:a16="http://schemas.microsoft.com/office/drawing/2014/main" id="{226183C0-4E8D-4DF9-B52E-8A5457680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0" name="Rectangle 410">
                <a:extLst>
                  <a:ext uri="{FF2B5EF4-FFF2-40B4-BE49-F238E27FC236}">
                    <a16:creationId xmlns:a16="http://schemas.microsoft.com/office/drawing/2014/main" id="{CDC1937A-C02B-4691-A67C-CC8E13083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1" name="Oval 411">
                <a:extLst>
                  <a:ext uri="{FF2B5EF4-FFF2-40B4-BE49-F238E27FC236}">
                    <a16:creationId xmlns:a16="http://schemas.microsoft.com/office/drawing/2014/main" id="{903F2422-5DAD-412E-A77A-96C69419E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72" name="Group 771">
                <a:extLst>
                  <a:ext uri="{FF2B5EF4-FFF2-40B4-BE49-F238E27FC236}">
                    <a16:creationId xmlns:a16="http://schemas.microsoft.com/office/drawing/2014/main" id="{81253A28-5C21-42E9-80BE-9386EFD1DB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75" name="Freeform 772">
                  <a:extLst>
                    <a:ext uri="{FF2B5EF4-FFF2-40B4-BE49-F238E27FC236}">
                      <a16:creationId xmlns:a16="http://schemas.microsoft.com/office/drawing/2014/main" id="{33C26601-30A1-4FE1-ABB8-DA9727BD1E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76" name="Freeform 773">
                  <a:extLst>
                    <a:ext uri="{FF2B5EF4-FFF2-40B4-BE49-F238E27FC236}">
                      <a16:creationId xmlns:a16="http://schemas.microsoft.com/office/drawing/2014/main" id="{92B79047-4E99-4A01-9A85-4E23699140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73" name="Line 774">
                <a:extLst>
                  <a:ext uri="{FF2B5EF4-FFF2-40B4-BE49-F238E27FC236}">
                    <a16:creationId xmlns:a16="http://schemas.microsoft.com/office/drawing/2014/main" id="{186A5D04-2AE9-4E6C-8641-B75F0F0A5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74" name="Line 775">
                <a:extLst>
                  <a:ext uri="{FF2B5EF4-FFF2-40B4-BE49-F238E27FC236}">
                    <a16:creationId xmlns:a16="http://schemas.microsoft.com/office/drawing/2014/main" id="{2454990E-B77A-4B3C-910D-5505973F3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7" name="Group 776">
              <a:extLst>
                <a:ext uri="{FF2B5EF4-FFF2-40B4-BE49-F238E27FC236}">
                  <a16:creationId xmlns:a16="http://schemas.microsoft.com/office/drawing/2014/main" id="{C3F5ABBE-F4C9-4580-8018-AD95C4D565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967" name="Picture 777" descr="access_point_stylized_small">
                <a:extLst>
                  <a:ext uri="{FF2B5EF4-FFF2-40B4-BE49-F238E27FC236}">
                    <a16:creationId xmlns:a16="http://schemas.microsoft.com/office/drawing/2014/main" id="{F733198F-31BB-49FE-B299-5996B21347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68" name="Picture 778" descr="antenna_radiation_stylized">
                <a:extLst>
                  <a:ext uri="{FF2B5EF4-FFF2-40B4-BE49-F238E27FC236}">
                    <a16:creationId xmlns:a16="http://schemas.microsoft.com/office/drawing/2014/main" id="{F82CE3E5-0B6D-493C-AC09-380C1F6F62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8" name="Group 779">
              <a:extLst>
                <a:ext uri="{FF2B5EF4-FFF2-40B4-BE49-F238E27FC236}">
                  <a16:creationId xmlns:a16="http://schemas.microsoft.com/office/drawing/2014/main" id="{C43DE1B3-AA4B-4C39-A979-3AE5676D7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965" name="Picture 780" descr="access_point_stylized_small">
                <a:extLst>
                  <a:ext uri="{FF2B5EF4-FFF2-40B4-BE49-F238E27FC236}">
                    <a16:creationId xmlns:a16="http://schemas.microsoft.com/office/drawing/2014/main" id="{C2CFCA8C-4385-4CE2-8FAD-EE7661FF9C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66" name="Picture 781" descr="antenna_radiation_stylized">
                <a:extLst>
                  <a:ext uri="{FF2B5EF4-FFF2-40B4-BE49-F238E27FC236}">
                    <a16:creationId xmlns:a16="http://schemas.microsoft.com/office/drawing/2014/main" id="{B846DF05-DC6B-41FF-906D-754C31A0D9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9" name="Group 782">
              <a:extLst>
                <a:ext uri="{FF2B5EF4-FFF2-40B4-BE49-F238E27FC236}">
                  <a16:creationId xmlns:a16="http://schemas.microsoft.com/office/drawing/2014/main" id="{D53FBA0B-B6FC-4BF5-9D6A-92D589BD68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947" name="Group 783">
                <a:extLst>
                  <a:ext uri="{FF2B5EF4-FFF2-40B4-BE49-F238E27FC236}">
                    <a16:creationId xmlns:a16="http://schemas.microsoft.com/office/drawing/2014/main" id="{5D72A701-719C-4699-8D61-8C5177DC4A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950" name="Line 270">
                  <a:extLst>
                    <a:ext uri="{FF2B5EF4-FFF2-40B4-BE49-F238E27FC236}">
                      <a16:creationId xmlns:a16="http://schemas.microsoft.com/office/drawing/2014/main" id="{0A59C6D6-4275-4612-964D-E810E7AA85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1" name="Line 271">
                  <a:extLst>
                    <a:ext uri="{FF2B5EF4-FFF2-40B4-BE49-F238E27FC236}">
                      <a16:creationId xmlns:a16="http://schemas.microsoft.com/office/drawing/2014/main" id="{2703DACD-A64A-4154-A97D-DBC80BA07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2" name="Line 272">
                  <a:extLst>
                    <a:ext uri="{FF2B5EF4-FFF2-40B4-BE49-F238E27FC236}">
                      <a16:creationId xmlns:a16="http://schemas.microsoft.com/office/drawing/2014/main" id="{5360D0A1-B680-4255-AD33-0A5A43357D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3" name="Line 273">
                  <a:extLst>
                    <a:ext uri="{FF2B5EF4-FFF2-40B4-BE49-F238E27FC236}">
                      <a16:creationId xmlns:a16="http://schemas.microsoft.com/office/drawing/2014/main" id="{31CBDF2F-F088-4215-89D8-111187E97D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4" name="Line 274">
                  <a:extLst>
                    <a:ext uri="{FF2B5EF4-FFF2-40B4-BE49-F238E27FC236}">
                      <a16:creationId xmlns:a16="http://schemas.microsoft.com/office/drawing/2014/main" id="{2C34BE7C-7766-4C8E-802D-1752DFBFBF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5" name="Line 275">
                  <a:extLst>
                    <a:ext uri="{FF2B5EF4-FFF2-40B4-BE49-F238E27FC236}">
                      <a16:creationId xmlns:a16="http://schemas.microsoft.com/office/drawing/2014/main" id="{2C4D94B9-E79E-48AE-BFE9-4B4B252A0A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6" name="Line 276">
                  <a:extLst>
                    <a:ext uri="{FF2B5EF4-FFF2-40B4-BE49-F238E27FC236}">
                      <a16:creationId xmlns:a16="http://schemas.microsoft.com/office/drawing/2014/main" id="{1D73229E-4848-4D4A-8914-7E67F1F04F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7" name="Line 277">
                  <a:extLst>
                    <a:ext uri="{FF2B5EF4-FFF2-40B4-BE49-F238E27FC236}">
                      <a16:creationId xmlns:a16="http://schemas.microsoft.com/office/drawing/2014/main" id="{98C50F88-6A43-4547-8FA1-3D0C573A80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8" name="Line 278">
                  <a:extLst>
                    <a:ext uri="{FF2B5EF4-FFF2-40B4-BE49-F238E27FC236}">
                      <a16:creationId xmlns:a16="http://schemas.microsoft.com/office/drawing/2014/main" id="{B06CA105-ABA4-49C5-BF03-42CFE4373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59" name="Line 279">
                  <a:extLst>
                    <a:ext uri="{FF2B5EF4-FFF2-40B4-BE49-F238E27FC236}">
                      <a16:creationId xmlns:a16="http://schemas.microsoft.com/office/drawing/2014/main" id="{1D21ED4D-D45E-48CE-857F-EE5B2BC174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0" name="Line 280">
                  <a:extLst>
                    <a:ext uri="{FF2B5EF4-FFF2-40B4-BE49-F238E27FC236}">
                      <a16:creationId xmlns:a16="http://schemas.microsoft.com/office/drawing/2014/main" id="{865A199B-C904-4597-9A28-FBB37C7379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1" name="Line 281">
                  <a:extLst>
                    <a:ext uri="{FF2B5EF4-FFF2-40B4-BE49-F238E27FC236}">
                      <a16:creationId xmlns:a16="http://schemas.microsoft.com/office/drawing/2014/main" id="{78786C98-40D9-4E4C-82E0-FF0FF67D1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2" name="Line 282">
                  <a:extLst>
                    <a:ext uri="{FF2B5EF4-FFF2-40B4-BE49-F238E27FC236}">
                      <a16:creationId xmlns:a16="http://schemas.microsoft.com/office/drawing/2014/main" id="{1526B2D8-3A4A-4C17-A2C8-657CC45E0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3" name="Line 283">
                  <a:extLst>
                    <a:ext uri="{FF2B5EF4-FFF2-40B4-BE49-F238E27FC236}">
                      <a16:creationId xmlns:a16="http://schemas.microsoft.com/office/drawing/2014/main" id="{17ECEC4B-9A14-4029-AF63-3645DADE61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64" name="Line 284">
                  <a:extLst>
                    <a:ext uri="{FF2B5EF4-FFF2-40B4-BE49-F238E27FC236}">
                      <a16:creationId xmlns:a16="http://schemas.microsoft.com/office/drawing/2014/main" id="{A5AA6089-0FCE-4647-9609-F8B947D8E5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948" name="Picture 799" descr="cell_tower_radiation copy">
                <a:extLst>
                  <a:ext uri="{FF2B5EF4-FFF2-40B4-BE49-F238E27FC236}">
                    <a16:creationId xmlns:a16="http://schemas.microsoft.com/office/drawing/2014/main" id="{1257AD0C-2446-4D6F-A28D-B549E76D37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49" name="Oval 800">
                <a:extLst>
                  <a:ext uri="{FF2B5EF4-FFF2-40B4-BE49-F238E27FC236}">
                    <a16:creationId xmlns:a16="http://schemas.microsoft.com/office/drawing/2014/main" id="{848774E9-133F-4B9B-8FFA-291AE672D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0" name="Text Box 580">
              <a:extLst>
                <a:ext uri="{FF2B5EF4-FFF2-40B4-BE49-F238E27FC236}">
                  <a16:creationId xmlns:a16="http://schemas.microsoft.com/office/drawing/2014/main" id="{FFD5B539-C1EA-4085-A374-D9308470F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421" name="Text Box 580">
              <a:extLst>
                <a:ext uri="{FF2B5EF4-FFF2-40B4-BE49-F238E27FC236}">
                  <a16:creationId xmlns:a16="http://schemas.microsoft.com/office/drawing/2014/main" id="{3E02845D-45C0-41B7-9EC9-347E4B9A0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422" name="Text Box 580">
              <a:extLst>
                <a:ext uri="{FF2B5EF4-FFF2-40B4-BE49-F238E27FC236}">
                  <a16:creationId xmlns:a16="http://schemas.microsoft.com/office/drawing/2014/main" id="{0F630212-156F-48F0-AD11-EAAE731F5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423" name="Text Box 580">
              <a:extLst>
                <a:ext uri="{FF2B5EF4-FFF2-40B4-BE49-F238E27FC236}">
                  <a16:creationId xmlns:a16="http://schemas.microsoft.com/office/drawing/2014/main" id="{C7BB62AF-85CC-46B2-94E0-33E03118C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424" name="Text Box 580">
              <a:extLst>
                <a:ext uri="{FF2B5EF4-FFF2-40B4-BE49-F238E27FC236}">
                  <a16:creationId xmlns:a16="http://schemas.microsoft.com/office/drawing/2014/main" id="{F7668917-014E-4409-86B4-8D15F30308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425" name="Group 950">
              <a:extLst>
                <a:ext uri="{FF2B5EF4-FFF2-40B4-BE49-F238E27FC236}">
                  <a16:creationId xmlns:a16="http://schemas.microsoft.com/office/drawing/2014/main" id="{65D989CD-6022-4244-9E4D-034A8B0FA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915" name="Freeform 951">
                <a:extLst>
                  <a:ext uri="{FF2B5EF4-FFF2-40B4-BE49-F238E27FC236}">
                    <a16:creationId xmlns:a16="http://schemas.microsoft.com/office/drawing/2014/main" id="{B02BCEC8-6017-446A-9A68-B243A0F68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6" name="Rectangle 952">
                <a:extLst>
                  <a:ext uri="{FF2B5EF4-FFF2-40B4-BE49-F238E27FC236}">
                    <a16:creationId xmlns:a16="http://schemas.microsoft.com/office/drawing/2014/main" id="{DAFBBB4C-DF18-4B1F-82AA-6AD53D966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7" name="Freeform 953">
                <a:extLst>
                  <a:ext uri="{FF2B5EF4-FFF2-40B4-BE49-F238E27FC236}">
                    <a16:creationId xmlns:a16="http://schemas.microsoft.com/office/drawing/2014/main" id="{896411B8-41C5-45BD-9A1A-8EACFF241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8" name="Freeform 954">
                <a:extLst>
                  <a:ext uri="{FF2B5EF4-FFF2-40B4-BE49-F238E27FC236}">
                    <a16:creationId xmlns:a16="http://schemas.microsoft.com/office/drawing/2014/main" id="{2B2B163C-2DCA-43BB-96F0-FB536A5DE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9" name="Rectangle 955">
                <a:extLst>
                  <a:ext uri="{FF2B5EF4-FFF2-40B4-BE49-F238E27FC236}">
                    <a16:creationId xmlns:a16="http://schemas.microsoft.com/office/drawing/2014/main" id="{9C0B7CFE-3A64-4EA6-BDDB-0DC890F1A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0" name="Group 956">
                <a:extLst>
                  <a:ext uri="{FF2B5EF4-FFF2-40B4-BE49-F238E27FC236}">
                    <a16:creationId xmlns:a16="http://schemas.microsoft.com/office/drawing/2014/main" id="{5F8E3699-163D-41CC-8FE0-C18A0DB7DD3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45" name="AutoShape 957">
                  <a:extLst>
                    <a:ext uri="{FF2B5EF4-FFF2-40B4-BE49-F238E27FC236}">
                      <a16:creationId xmlns:a16="http://schemas.microsoft.com/office/drawing/2014/main" id="{E1614A43-DFCA-4D21-8D52-0E0100F3E3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6" name="AutoShape 958">
                  <a:extLst>
                    <a:ext uri="{FF2B5EF4-FFF2-40B4-BE49-F238E27FC236}">
                      <a16:creationId xmlns:a16="http://schemas.microsoft.com/office/drawing/2014/main" id="{FBD92E1A-1A14-4602-9DEB-F829874CF9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1" name="Rectangle 959">
                <a:extLst>
                  <a:ext uri="{FF2B5EF4-FFF2-40B4-BE49-F238E27FC236}">
                    <a16:creationId xmlns:a16="http://schemas.microsoft.com/office/drawing/2014/main" id="{F9F89D33-21AA-4C64-B05F-10048E227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2" name="Group 960">
                <a:extLst>
                  <a:ext uri="{FF2B5EF4-FFF2-40B4-BE49-F238E27FC236}">
                    <a16:creationId xmlns:a16="http://schemas.microsoft.com/office/drawing/2014/main" id="{0F245EC5-A5FA-466C-8942-0A09B74115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43" name="AutoShape 961">
                  <a:extLst>
                    <a:ext uri="{FF2B5EF4-FFF2-40B4-BE49-F238E27FC236}">
                      <a16:creationId xmlns:a16="http://schemas.microsoft.com/office/drawing/2014/main" id="{6CB47BDC-418E-4D8A-B84C-CC723D3742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4" name="AutoShape 962">
                  <a:extLst>
                    <a:ext uri="{FF2B5EF4-FFF2-40B4-BE49-F238E27FC236}">
                      <a16:creationId xmlns:a16="http://schemas.microsoft.com/office/drawing/2014/main" id="{9D8D79DA-F225-4E32-9C55-3B57DB1B6B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3" name="Rectangle 963">
                <a:extLst>
                  <a:ext uri="{FF2B5EF4-FFF2-40B4-BE49-F238E27FC236}">
                    <a16:creationId xmlns:a16="http://schemas.microsoft.com/office/drawing/2014/main" id="{26B69657-D550-4DB3-955D-4749789DF3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4" name="Rectangle 964">
                <a:extLst>
                  <a:ext uri="{FF2B5EF4-FFF2-40B4-BE49-F238E27FC236}">
                    <a16:creationId xmlns:a16="http://schemas.microsoft.com/office/drawing/2014/main" id="{A563D0C8-C73E-4797-B004-DFF3049B2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5" name="Group 965">
                <a:extLst>
                  <a:ext uri="{FF2B5EF4-FFF2-40B4-BE49-F238E27FC236}">
                    <a16:creationId xmlns:a16="http://schemas.microsoft.com/office/drawing/2014/main" id="{E04EB1AF-F016-4BB5-B0B5-A657372B1C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41" name="AutoShape 966">
                  <a:extLst>
                    <a:ext uri="{FF2B5EF4-FFF2-40B4-BE49-F238E27FC236}">
                      <a16:creationId xmlns:a16="http://schemas.microsoft.com/office/drawing/2014/main" id="{D2C5463D-1E88-4579-B10A-DB83DC4B8F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2" name="AutoShape 967">
                  <a:extLst>
                    <a:ext uri="{FF2B5EF4-FFF2-40B4-BE49-F238E27FC236}">
                      <a16:creationId xmlns:a16="http://schemas.microsoft.com/office/drawing/2014/main" id="{DB4F233D-02D3-4B42-A33B-8A457F0DD3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6" name="Freeform 968">
                <a:extLst>
                  <a:ext uri="{FF2B5EF4-FFF2-40B4-BE49-F238E27FC236}">
                    <a16:creationId xmlns:a16="http://schemas.microsoft.com/office/drawing/2014/main" id="{740FD861-8077-4EE2-8147-20ED14AD9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7" name="Group 969">
                <a:extLst>
                  <a:ext uri="{FF2B5EF4-FFF2-40B4-BE49-F238E27FC236}">
                    <a16:creationId xmlns:a16="http://schemas.microsoft.com/office/drawing/2014/main" id="{C9624C6F-F896-4570-9EC4-749B80A430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39" name="AutoShape 970">
                  <a:extLst>
                    <a:ext uri="{FF2B5EF4-FFF2-40B4-BE49-F238E27FC236}">
                      <a16:creationId xmlns:a16="http://schemas.microsoft.com/office/drawing/2014/main" id="{F8F01F3A-D312-456F-99BF-85A5D9819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0" name="AutoShape 971">
                  <a:extLst>
                    <a:ext uri="{FF2B5EF4-FFF2-40B4-BE49-F238E27FC236}">
                      <a16:creationId xmlns:a16="http://schemas.microsoft.com/office/drawing/2014/main" id="{B0485152-4597-48D9-8FFE-E110552391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8" name="Rectangle 972">
                <a:extLst>
                  <a:ext uri="{FF2B5EF4-FFF2-40B4-BE49-F238E27FC236}">
                    <a16:creationId xmlns:a16="http://schemas.microsoft.com/office/drawing/2014/main" id="{DF43038A-BBCA-4FDE-9B47-B8FA74355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9" name="Freeform 973">
                <a:extLst>
                  <a:ext uri="{FF2B5EF4-FFF2-40B4-BE49-F238E27FC236}">
                    <a16:creationId xmlns:a16="http://schemas.microsoft.com/office/drawing/2014/main" id="{B7D47D03-44DA-4BBA-87CE-A39EA3270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0" name="Freeform 974">
                <a:extLst>
                  <a:ext uri="{FF2B5EF4-FFF2-40B4-BE49-F238E27FC236}">
                    <a16:creationId xmlns:a16="http://schemas.microsoft.com/office/drawing/2014/main" id="{42BB838D-2C20-4AC7-A1C0-A86E4614F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1" name="Oval 975">
                <a:extLst>
                  <a:ext uri="{FF2B5EF4-FFF2-40B4-BE49-F238E27FC236}">
                    <a16:creationId xmlns:a16="http://schemas.microsoft.com/office/drawing/2014/main" id="{955B0EB4-2F8A-4D93-B12C-258034920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2" name="Freeform 976">
                <a:extLst>
                  <a:ext uri="{FF2B5EF4-FFF2-40B4-BE49-F238E27FC236}">
                    <a16:creationId xmlns:a16="http://schemas.microsoft.com/office/drawing/2014/main" id="{D556C37B-D451-4158-97AA-5AA4E061C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3" name="AutoShape 977">
                <a:extLst>
                  <a:ext uri="{FF2B5EF4-FFF2-40B4-BE49-F238E27FC236}">
                    <a16:creationId xmlns:a16="http://schemas.microsoft.com/office/drawing/2014/main" id="{6ABB31A6-4C94-41C2-A72D-ECDEBA5E8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4" name="AutoShape 978">
                <a:extLst>
                  <a:ext uri="{FF2B5EF4-FFF2-40B4-BE49-F238E27FC236}">
                    <a16:creationId xmlns:a16="http://schemas.microsoft.com/office/drawing/2014/main" id="{FE3A6E40-A2A8-4434-9263-4CFE41B90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5" name="Oval 979">
                <a:extLst>
                  <a:ext uri="{FF2B5EF4-FFF2-40B4-BE49-F238E27FC236}">
                    <a16:creationId xmlns:a16="http://schemas.microsoft.com/office/drawing/2014/main" id="{B53B5B42-D2BF-4381-9A0F-E246E269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6" name="Oval 980">
                <a:extLst>
                  <a:ext uri="{FF2B5EF4-FFF2-40B4-BE49-F238E27FC236}">
                    <a16:creationId xmlns:a16="http://schemas.microsoft.com/office/drawing/2014/main" id="{97754A64-214B-4FB8-A74A-0A3A9EA8E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7" name="Oval 981">
                <a:extLst>
                  <a:ext uri="{FF2B5EF4-FFF2-40B4-BE49-F238E27FC236}">
                    <a16:creationId xmlns:a16="http://schemas.microsoft.com/office/drawing/2014/main" id="{0673569D-708A-4D95-AB61-CF6FA31EE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8" name="Rectangle 982">
                <a:extLst>
                  <a:ext uri="{FF2B5EF4-FFF2-40B4-BE49-F238E27FC236}">
                    <a16:creationId xmlns:a16="http://schemas.microsoft.com/office/drawing/2014/main" id="{029FDA11-9E8C-40F6-B0CA-63EA56F91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6" name="Group 983">
              <a:extLst>
                <a:ext uri="{FF2B5EF4-FFF2-40B4-BE49-F238E27FC236}">
                  <a16:creationId xmlns:a16="http://schemas.microsoft.com/office/drawing/2014/main" id="{D6790557-322C-4CA2-80B5-34DAFA624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883" name="Freeform 984">
                <a:extLst>
                  <a:ext uri="{FF2B5EF4-FFF2-40B4-BE49-F238E27FC236}">
                    <a16:creationId xmlns:a16="http://schemas.microsoft.com/office/drawing/2014/main" id="{38230DD6-075C-4DF3-99D6-5E1A66403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4" name="Rectangle 985">
                <a:extLst>
                  <a:ext uri="{FF2B5EF4-FFF2-40B4-BE49-F238E27FC236}">
                    <a16:creationId xmlns:a16="http://schemas.microsoft.com/office/drawing/2014/main" id="{8678E352-DAC0-4619-8BF2-3DFEEFF2CA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5" name="Freeform 986">
                <a:extLst>
                  <a:ext uri="{FF2B5EF4-FFF2-40B4-BE49-F238E27FC236}">
                    <a16:creationId xmlns:a16="http://schemas.microsoft.com/office/drawing/2014/main" id="{9BCE4229-D59E-470E-8ADE-C03855EC24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6" name="Freeform 987">
                <a:extLst>
                  <a:ext uri="{FF2B5EF4-FFF2-40B4-BE49-F238E27FC236}">
                    <a16:creationId xmlns:a16="http://schemas.microsoft.com/office/drawing/2014/main" id="{E10C6DB4-3149-4079-BA97-4A079A2DC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7" name="Rectangle 988">
                <a:extLst>
                  <a:ext uri="{FF2B5EF4-FFF2-40B4-BE49-F238E27FC236}">
                    <a16:creationId xmlns:a16="http://schemas.microsoft.com/office/drawing/2014/main" id="{067429B8-34B2-4E5F-B6F1-492557124A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88" name="Group 989">
                <a:extLst>
                  <a:ext uri="{FF2B5EF4-FFF2-40B4-BE49-F238E27FC236}">
                    <a16:creationId xmlns:a16="http://schemas.microsoft.com/office/drawing/2014/main" id="{12CDDC7A-5952-4961-807B-B63122F8BC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913" name="AutoShape 990">
                  <a:extLst>
                    <a:ext uri="{FF2B5EF4-FFF2-40B4-BE49-F238E27FC236}">
                      <a16:creationId xmlns:a16="http://schemas.microsoft.com/office/drawing/2014/main" id="{4D757B4E-529B-4059-B615-50370FE438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4" name="AutoShape 991">
                  <a:extLst>
                    <a:ext uri="{FF2B5EF4-FFF2-40B4-BE49-F238E27FC236}">
                      <a16:creationId xmlns:a16="http://schemas.microsoft.com/office/drawing/2014/main" id="{F94AFD47-5FD3-4AF9-B464-F946AB880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89" name="Rectangle 992">
                <a:extLst>
                  <a:ext uri="{FF2B5EF4-FFF2-40B4-BE49-F238E27FC236}">
                    <a16:creationId xmlns:a16="http://schemas.microsoft.com/office/drawing/2014/main" id="{7A821DDA-C2CD-4DF4-BC0C-136C513DE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90" name="Group 993">
                <a:extLst>
                  <a:ext uri="{FF2B5EF4-FFF2-40B4-BE49-F238E27FC236}">
                    <a16:creationId xmlns:a16="http://schemas.microsoft.com/office/drawing/2014/main" id="{F7C59223-DCAE-42F6-AA83-10DEC9E965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11" name="AutoShape 994">
                  <a:extLst>
                    <a:ext uri="{FF2B5EF4-FFF2-40B4-BE49-F238E27FC236}">
                      <a16:creationId xmlns:a16="http://schemas.microsoft.com/office/drawing/2014/main" id="{B6B5354B-164D-48F6-B894-442BC3A910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2" name="AutoShape 995">
                  <a:extLst>
                    <a:ext uri="{FF2B5EF4-FFF2-40B4-BE49-F238E27FC236}">
                      <a16:creationId xmlns:a16="http://schemas.microsoft.com/office/drawing/2014/main" id="{85041485-FEF1-4294-AD31-DEF9B0B3AD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1" name="Rectangle 996">
                <a:extLst>
                  <a:ext uri="{FF2B5EF4-FFF2-40B4-BE49-F238E27FC236}">
                    <a16:creationId xmlns:a16="http://schemas.microsoft.com/office/drawing/2014/main" id="{8B67D43F-A55D-426F-880D-40F92093E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2" name="Rectangle 997">
                <a:extLst>
                  <a:ext uri="{FF2B5EF4-FFF2-40B4-BE49-F238E27FC236}">
                    <a16:creationId xmlns:a16="http://schemas.microsoft.com/office/drawing/2014/main" id="{ED9A5A41-8822-4CB5-B2D8-22BB12F34B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93" name="Group 998">
                <a:extLst>
                  <a:ext uri="{FF2B5EF4-FFF2-40B4-BE49-F238E27FC236}">
                    <a16:creationId xmlns:a16="http://schemas.microsoft.com/office/drawing/2014/main" id="{2704EFD3-A4A9-4B2F-AA38-976D4A51A3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09" name="AutoShape 999">
                  <a:extLst>
                    <a:ext uri="{FF2B5EF4-FFF2-40B4-BE49-F238E27FC236}">
                      <a16:creationId xmlns:a16="http://schemas.microsoft.com/office/drawing/2014/main" id="{A07C9571-3B40-4F75-A30A-8FC0CA199D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0" name="AutoShape 1000">
                  <a:extLst>
                    <a:ext uri="{FF2B5EF4-FFF2-40B4-BE49-F238E27FC236}">
                      <a16:creationId xmlns:a16="http://schemas.microsoft.com/office/drawing/2014/main" id="{66682385-1787-4960-9E80-AB140D04D6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4" name="Freeform 1001">
                <a:extLst>
                  <a:ext uri="{FF2B5EF4-FFF2-40B4-BE49-F238E27FC236}">
                    <a16:creationId xmlns:a16="http://schemas.microsoft.com/office/drawing/2014/main" id="{E81BD34C-FC47-4015-8A4F-0BA9F8EDA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95" name="Group 1002">
                <a:extLst>
                  <a:ext uri="{FF2B5EF4-FFF2-40B4-BE49-F238E27FC236}">
                    <a16:creationId xmlns:a16="http://schemas.microsoft.com/office/drawing/2014/main" id="{3EC429C2-A912-4B1D-843A-C04997CDEE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07" name="AutoShape 1003">
                  <a:extLst>
                    <a:ext uri="{FF2B5EF4-FFF2-40B4-BE49-F238E27FC236}">
                      <a16:creationId xmlns:a16="http://schemas.microsoft.com/office/drawing/2014/main" id="{586B7227-13F7-4234-A9DF-A6FAAC2CEF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8" name="AutoShape 1004">
                  <a:extLst>
                    <a:ext uri="{FF2B5EF4-FFF2-40B4-BE49-F238E27FC236}">
                      <a16:creationId xmlns:a16="http://schemas.microsoft.com/office/drawing/2014/main" id="{4D66C0A3-313D-4D82-BAD7-F21B9C83C4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6" name="Rectangle 1005">
                <a:extLst>
                  <a:ext uri="{FF2B5EF4-FFF2-40B4-BE49-F238E27FC236}">
                    <a16:creationId xmlns:a16="http://schemas.microsoft.com/office/drawing/2014/main" id="{4CAF0190-D750-4135-9FD6-34F775CF1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7" name="Freeform 1006">
                <a:extLst>
                  <a:ext uri="{FF2B5EF4-FFF2-40B4-BE49-F238E27FC236}">
                    <a16:creationId xmlns:a16="http://schemas.microsoft.com/office/drawing/2014/main" id="{30ABEB43-090A-4961-962D-F04D9F6EB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8" name="Freeform 1007">
                <a:extLst>
                  <a:ext uri="{FF2B5EF4-FFF2-40B4-BE49-F238E27FC236}">
                    <a16:creationId xmlns:a16="http://schemas.microsoft.com/office/drawing/2014/main" id="{36B94426-A84A-44A1-8184-E578279BC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9" name="Oval 1008">
                <a:extLst>
                  <a:ext uri="{FF2B5EF4-FFF2-40B4-BE49-F238E27FC236}">
                    <a16:creationId xmlns:a16="http://schemas.microsoft.com/office/drawing/2014/main" id="{F846A83F-9C58-483C-B17B-ADB0D22C7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0" name="Freeform 1009">
                <a:extLst>
                  <a:ext uri="{FF2B5EF4-FFF2-40B4-BE49-F238E27FC236}">
                    <a16:creationId xmlns:a16="http://schemas.microsoft.com/office/drawing/2014/main" id="{8E79E981-3C48-4E65-8E86-2F4F481A5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1" name="AutoShape 1010">
                <a:extLst>
                  <a:ext uri="{FF2B5EF4-FFF2-40B4-BE49-F238E27FC236}">
                    <a16:creationId xmlns:a16="http://schemas.microsoft.com/office/drawing/2014/main" id="{DDC57673-C399-4145-A9C5-284BBED84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2" name="AutoShape 1011">
                <a:extLst>
                  <a:ext uri="{FF2B5EF4-FFF2-40B4-BE49-F238E27FC236}">
                    <a16:creationId xmlns:a16="http://schemas.microsoft.com/office/drawing/2014/main" id="{FBC975A4-6041-4E1A-AAAB-F70949046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3" name="Oval 1012">
                <a:extLst>
                  <a:ext uri="{FF2B5EF4-FFF2-40B4-BE49-F238E27FC236}">
                    <a16:creationId xmlns:a16="http://schemas.microsoft.com/office/drawing/2014/main" id="{3A286029-5E95-41AC-A319-3C67263B5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4" name="Oval 1013">
                <a:extLst>
                  <a:ext uri="{FF2B5EF4-FFF2-40B4-BE49-F238E27FC236}">
                    <a16:creationId xmlns:a16="http://schemas.microsoft.com/office/drawing/2014/main" id="{A3BC1039-38EE-41E2-B1E9-B47B58714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5" name="Oval 1014">
                <a:extLst>
                  <a:ext uri="{FF2B5EF4-FFF2-40B4-BE49-F238E27FC236}">
                    <a16:creationId xmlns:a16="http://schemas.microsoft.com/office/drawing/2014/main" id="{2D3DFC7E-DDF1-42E1-8242-6FE921CAA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6" name="Rectangle 1015">
                <a:extLst>
                  <a:ext uri="{FF2B5EF4-FFF2-40B4-BE49-F238E27FC236}">
                    <a16:creationId xmlns:a16="http://schemas.microsoft.com/office/drawing/2014/main" id="{E40AA48A-990F-41C5-89AE-F1B5299E8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7" name="Group 1016">
              <a:extLst>
                <a:ext uri="{FF2B5EF4-FFF2-40B4-BE49-F238E27FC236}">
                  <a16:creationId xmlns:a16="http://schemas.microsoft.com/office/drawing/2014/main" id="{E1BBB72F-62B1-473A-B2E9-6D3C7CC0FC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860" name="Picture 1017" descr="antenna_stylized">
                <a:extLst>
                  <a:ext uri="{FF2B5EF4-FFF2-40B4-BE49-F238E27FC236}">
                    <a16:creationId xmlns:a16="http://schemas.microsoft.com/office/drawing/2014/main" id="{411846AA-A50B-4503-96AA-9FAF331D04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61" name="Picture 1018" descr="laptop_keyboard">
                <a:extLst>
                  <a:ext uri="{FF2B5EF4-FFF2-40B4-BE49-F238E27FC236}">
                    <a16:creationId xmlns:a16="http://schemas.microsoft.com/office/drawing/2014/main" id="{8C105375-4461-41AD-8BFC-54003E2B62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2" name="Freeform 1019">
                <a:extLst>
                  <a:ext uri="{FF2B5EF4-FFF2-40B4-BE49-F238E27FC236}">
                    <a16:creationId xmlns:a16="http://schemas.microsoft.com/office/drawing/2014/main" id="{0A25FA05-8C58-4530-BBF8-D7F44CF5C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63" name="Picture 1020" descr="screen">
                <a:extLst>
                  <a:ext uri="{FF2B5EF4-FFF2-40B4-BE49-F238E27FC236}">
                    <a16:creationId xmlns:a16="http://schemas.microsoft.com/office/drawing/2014/main" id="{E1884F91-CD3E-44BE-9C39-CFFA266E85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4" name="Freeform 1021">
                <a:extLst>
                  <a:ext uri="{FF2B5EF4-FFF2-40B4-BE49-F238E27FC236}">
                    <a16:creationId xmlns:a16="http://schemas.microsoft.com/office/drawing/2014/main" id="{DD8477EE-37EA-4D08-AADF-44587423E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5" name="Freeform 1022">
                <a:extLst>
                  <a:ext uri="{FF2B5EF4-FFF2-40B4-BE49-F238E27FC236}">
                    <a16:creationId xmlns:a16="http://schemas.microsoft.com/office/drawing/2014/main" id="{3259745A-B9E6-40EB-85D0-1F3E96EEA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6" name="Freeform 1023">
                <a:extLst>
                  <a:ext uri="{FF2B5EF4-FFF2-40B4-BE49-F238E27FC236}">
                    <a16:creationId xmlns:a16="http://schemas.microsoft.com/office/drawing/2014/main" id="{4536A9CF-FFD9-401A-A803-1EFD3C3A8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7" name="Freeform 1024">
                <a:extLst>
                  <a:ext uri="{FF2B5EF4-FFF2-40B4-BE49-F238E27FC236}">
                    <a16:creationId xmlns:a16="http://schemas.microsoft.com/office/drawing/2014/main" id="{752D39B0-8D94-46E5-A79B-4512BE7CB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8" name="Freeform 1025">
                <a:extLst>
                  <a:ext uri="{FF2B5EF4-FFF2-40B4-BE49-F238E27FC236}">
                    <a16:creationId xmlns:a16="http://schemas.microsoft.com/office/drawing/2014/main" id="{EDFAE346-DECC-4F6D-9E65-FBE6BBA9F4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9" name="Freeform 1026">
                <a:extLst>
                  <a:ext uri="{FF2B5EF4-FFF2-40B4-BE49-F238E27FC236}">
                    <a16:creationId xmlns:a16="http://schemas.microsoft.com/office/drawing/2014/main" id="{AB871B8A-51E4-4C0E-B8B6-8DA673C51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70" name="Group 1027">
                <a:extLst>
                  <a:ext uri="{FF2B5EF4-FFF2-40B4-BE49-F238E27FC236}">
                    <a16:creationId xmlns:a16="http://schemas.microsoft.com/office/drawing/2014/main" id="{D1F0B7B4-C78F-49C9-B9CB-232F549B65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877" name="Freeform 1028">
                  <a:extLst>
                    <a:ext uri="{FF2B5EF4-FFF2-40B4-BE49-F238E27FC236}">
                      <a16:creationId xmlns:a16="http://schemas.microsoft.com/office/drawing/2014/main" id="{66E10CBA-F17B-4C39-9AC5-4417BEB083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8" name="Freeform 1029">
                  <a:extLst>
                    <a:ext uri="{FF2B5EF4-FFF2-40B4-BE49-F238E27FC236}">
                      <a16:creationId xmlns:a16="http://schemas.microsoft.com/office/drawing/2014/main" id="{39AE23BA-6A75-49D0-B82B-D58DA9A8F8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9" name="Freeform 1030">
                  <a:extLst>
                    <a:ext uri="{FF2B5EF4-FFF2-40B4-BE49-F238E27FC236}">
                      <a16:creationId xmlns:a16="http://schemas.microsoft.com/office/drawing/2014/main" id="{33752108-D797-4278-A1B8-D9E849ED6D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0" name="Freeform 1031">
                  <a:extLst>
                    <a:ext uri="{FF2B5EF4-FFF2-40B4-BE49-F238E27FC236}">
                      <a16:creationId xmlns:a16="http://schemas.microsoft.com/office/drawing/2014/main" id="{B6EC1B52-267B-4C83-AD3C-16474D57BF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1" name="Freeform 1032">
                  <a:extLst>
                    <a:ext uri="{FF2B5EF4-FFF2-40B4-BE49-F238E27FC236}">
                      <a16:creationId xmlns:a16="http://schemas.microsoft.com/office/drawing/2014/main" id="{36ECD3DE-7921-4F26-B7FB-FBFE043D68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2" name="Freeform 1033">
                  <a:extLst>
                    <a:ext uri="{FF2B5EF4-FFF2-40B4-BE49-F238E27FC236}">
                      <a16:creationId xmlns:a16="http://schemas.microsoft.com/office/drawing/2014/main" id="{CA322118-4B67-4ED5-A45B-E3D5A9552C3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71" name="Freeform 1034">
                <a:extLst>
                  <a:ext uri="{FF2B5EF4-FFF2-40B4-BE49-F238E27FC236}">
                    <a16:creationId xmlns:a16="http://schemas.microsoft.com/office/drawing/2014/main" id="{DC49068F-263D-48AC-A381-A43B05945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2" name="Freeform 1035">
                <a:extLst>
                  <a:ext uri="{FF2B5EF4-FFF2-40B4-BE49-F238E27FC236}">
                    <a16:creationId xmlns:a16="http://schemas.microsoft.com/office/drawing/2014/main" id="{B594B95A-F806-439D-9F40-6229C3B7B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3" name="Freeform 1036">
                <a:extLst>
                  <a:ext uri="{FF2B5EF4-FFF2-40B4-BE49-F238E27FC236}">
                    <a16:creationId xmlns:a16="http://schemas.microsoft.com/office/drawing/2014/main" id="{3B6DE3EB-3B70-471A-9957-6408929ED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4" name="Freeform 1037">
                <a:extLst>
                  <a:ext uri="{FF2B5EF4-FFF2-40B4-BE49-F238E27FC236}">
                    <a16:creationId xmlns:a16="http://schemas.microsoft.com/office/drawing/2014/main" id="{37060008-0831-45A4-824A-86F64DFB0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5" name="Freeform 1038">
                <a:extLst>
                  <a:ext uri="{FF2B5EF4-FFF2-40B4-BE49-F238E27FC236}">
                    <a16:creationId xmlns:a16="http://schemas.microsoft.com/office/drawing/2014/main" id="{3A600285-8DFF-4E6F-8C8E-5825E7976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6" name="Freeform 1039">
                <a:extLst>
                  <a:ext uri="{FF2B5EF4-FFF2-40B4-BE49-F238E27FC236}">
                    <a16:creationId xmlns:a16="http://schemas.microsoft.com/office/drawing/2014/main" id="{E6926983-D9A5-4C88-9693-A278C5AF77B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8" name="Group 1064">
              <a:extLst>
                <a:ext uri="{FF2B5EF4-FFF2-40B4-BE49-F238E27FC236}">
                  <a16:creationId xmlns:a16="http://schemas.microsoft.com/office/drawing/2014/main" id="{4E4C3A3A-5C5E-41A7-8943-3FD2AD37EA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837" name="Picture 1065" descr="antenna_stylized">
                <a:extLst>
                  <a:ext uri="{FF2B5EF4-FFF2-40B4-BE49-F238E27FC236}">
                    <a16:creationId xmlns:a16="http://schemas.microsoft.com/office/drawing/2014/main" id="{F18CB0BF-6080-4348-B383-9296D28E5F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38" name="Picture 1066" descr="laptop_keyboard">
                <a:extLst>
                  <a:ext uri="{FF2B5EF4-FFF2-40B4-BE49-F238E27FC236}">
                    <a16:creationId xmlns:a16="http://schemas.microsoft.com/office/drawing/2014/main" id="{AB52823F-D007-40F8-8F6A-A49B78962A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9" name="Freeform 1067">
                <a:extLst>
                  <a:ext uri="{FF2B5EF4-FFF2-40B4-BE49-F238E27FC236}">
                    <a16:creationId xmlns:a16="http://schemas.microsoft.com/office/drawing/2014/main" id="{C595744D-ADD8-4674-93E9-64E7E6830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40" name="Picture 1068" descr="screen">
                <a:extLst>
                  <a:ext uri="{FF2B5EF4-FFF2-40B4-BE49-F238E27FC236}">
                    <a16:creationId xmlns:a16="http://schemas.microsoft.com/office/drawing/2014/main" id="{64E887DF-EF7D-49D1-BD6D-EA141E796F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41" name="Freeform 1069">
                <a:extLst>
                  <a:ext uri="{FF2B5EF4-FFF2-40B4-BE49-F238E27FC236}">
                    <a16:creationId xmlns:a16="http://schemas.microsoft.com/office/drawing/2014/main" id="{908EBB3B-7E9D-42F5-AE33-F8DDE58CF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2" name="Freeform 1070">
                <a:extLst>
                  <a:ext uri="{FF2B5EF4-FFF2-40B4-BE49-F238E27FC236}">
                    <a16:creationId xmlns:a16="http://schemas.microsoft.com/office/drawing/2014/main" id="{C82EB458-E973-4CE6-A66C-759C04B36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3" name="Freeform 1071">
                <a:extLst>
                  <a:ext uri="{FF2B5EF4-FFF2-40B4-BE49-F238E27FC236}">
                    <a16:creationId xmlns:a16="http://schemas.microsoft.com/office/drawing/2014/main" id="{3608D217-39C0-40D7-B871-37B1F09DA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4" name="Freeform 1072">
                <a:extLst>
                  <a:ext uri="{FF2B5EF4-FFF2-40B4-BE49-F238E27FC236}">
                    <a16:creationId xmlns:a16="http://schemas.microsoft.com/office/drawing/2014/main" id="{EF584798-C00E-4ECC-81CD-25313954D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5" name="Freeform 1073">
                <a:extLst>
                  <a:ext uri="{FF2B5EF4-FFF2-40B4-BE49-F238E27FC236}">
                    <a16:creationId xmlns:a16="http://schemas.microsoft.com/office/drawing/2014/main" id="{3610F6BB-F0A1-48E6-8797-F983ECE01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6" name="Freeform 1074">
                <a:extLst>
                  <a:ext uri="{FF2B5EF4-FFF2-40B4-BE49-F238E27FC236}">
                    <a16:creationId xmlns:a16="http://schemas.microsoft.com/office/drawing/2014/main" id="{3F4ECF63-8528-4164-BE15-6BCFF3CD5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47" name="Group 1075">
                <a:extLst>
                  <a:ext uri="{FF2B5EF4-FFF2-40B4-BE49-F238E27FC236}">
                    <a16:creationId xmlns:a16="http://schemas.microsoft.com/office/drawing/2014/main" id="{ED0846C5-79C5-42D7-B97D-98BFF2681F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854" name="Freeform 1076">
                  <a:extLst>
                    <a:ext uri="{FF2B5EF4-FFF2-40B4-BE49-F238E27FC236}">
                      <a16:creationId xmlns:a16="http://schemas.microsoft.com/office/drawing/2014/main" id="{A7AF540F-D8DE-4F6E-8372-E20E370E89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5" name="Freeform 1077">
                  <a:extLst>
                    <a:ext uri="{FF2B5EF4-FFF2-40B4-BE49-F238E27FC236}">
                      <a16:creationId xmlns:a16="http://schemas.microsoft.com/office/drawing/2014/main" id="{99F69727-30DF-437C-ACCF-F72927A54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6" name="Freeform 1078">
                  <a:extLst>
                    <a:ext uri="{FF2B5EF4-FFF2-40B4-BE49-F238E27FC236}">
                      <a16:creationId xmlns:a16="http://schemas.microsoft.com/office/drawing/2014/main" id="{6C4CCD7D-772D-40FD-B3F6-F26289005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7" name="Freeform 1079">
                  <a:extLst>
                    <a:ext uri="{FF2B5EF4-FFF2-40B4-BE49-F238E27FC236}">
                      <a16:creationId xmlns:a16="http://schemas.microsoft.com/office/drawing/2014/main" id="{7C3F4BB5-B21A-4034-B730-AFBEC55D9C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8" name="Freeform 1080">
                  <a:extLst>
                    <a:ext uri="{FF2B5EF4-FFF2-40B4-BE49-F238E27FC236}">
                      <a16:creationId xmlns:a16="http://schemas.microsoft.com/office/drawing/2014/main" id="{18C2CE26-DD92-49BD-A0AC-6D969B6597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9" name="Freeform 1081">
                  <a:extLst>
                    <a:ext uri="{FF2B5EF4-FFF2-40B4-BE49-F238E27FC236}">
                      <a16:creationId xmlns:a16="http://schemas.microsoft.com/office/drawing/2014/main" id="{13592459-D054-4D0D-8869-0CBA2E66D0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48" name="Freeform 1082">
                <a:extLst>
                  <a:ext uri="{FF2B5EF4-FFF2-40B4-BE49-F238E27FC236}">
                    <a16:creationId xmlns:a16="http://schemas.microsoft.com/office/drawing/2014/main" id="{752EBBD9-2001-4A51-9CA0-3BE82605B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9" name="Freeform 1083">
                <a:extLst>
                  <a:ext uri="{FF2B5EF4-FFF2-40B4-BE49-F238E27FC236}">
                    <a16:creationId xmlns:a16="http://schemas.microsoft.com/office/drawing/2014/main" id="{C2075E08-3F07-48BC-8DD5-F89DA73CD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0" name="Freeform 1084">
                <a:extLst>
                  <a:ext uri="{FF2B5EF4-FFF2-40B4-BE49-F238E27FC236}">
                    <a16:creationId xmlns:a16="http://schemas.microsoft.com/office/drawing/2014/main" id="{A7FD3E0A-6787-465D-BAE7-121D65245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1" name="Freeform 1085">
                <a:extLst>
                  <a:ext uri="{FF2B5EF4-FFF2-40B4-BE49-F238E27FC236}">
                    <a16:creationId xmlns:a16="http://schemas.microsoft.com/office/drawing/2014/main" id="{7C39D502-7F46-44BD-9674-DCEC1D733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2" name="Freeform 1086">
                <a:extLst>
                  <a:ext uri="{FF2B5EF4-FFF2-40B4-BE49-F238E27FC236}">
                    <a16:creationId xmlns:a16="http://schemas.microsoft.com/office/drawing/2014/main" id="{30C6D3BE-EBBD-4A57-84DB-1B9753ABF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3" name="Freeform 1087">
                <a:extLst>
                  <a:ext uri="{FF2B5EF4-FFF2-40B4-BE49-F238E27FC236}">
                    <a16:creationId xmlns:a16="http://schemas.microsoft.com/office/drawing/2014/main" id="{AB2E119B-C429-4B54-B70D-A90F7897770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9" name="Group 1114">
              <a:extLst>
                <a:ext uri="{FF2B5EF4-FFF2-40B4-BE49-F238E27FC236}">
                  <a16:creationId xmlns:a16="http://schemas.microsoft.com/office/drawing/2014/main" id="{49E96014-15A3-450B-A753-D3FEFB5ED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457" name="Picture 1115" descr="antenna_stylized">
                <a:extLst>
                  <a:ext uri="{FF2B5EF4-FFF2-40B4-BE49-F238E27FC236}">
                    <a16:creationId xmlns:a16="http://schemas.microsoft.com/office/drawing/2014/main" id="{DB45ECB1-1FC9-4EA7-9BFC-A97D490FAD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8" name="Picture 1116" descr="laptop_keyboard">
                <a:extLst>
                  <a:ext uri="{FF2B5EF4-FFF2-40B4-BE49-F238E27FC236}">
                    <a16:creationId xmlns:a16="http://schemas.microsoft.com/office/drawing/2014/main" id="{1E99089A-06E4-4B84-BE48-4FDACB99F1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9" name="Freeform 1117">
                <a:extLst>
                  <a:ext uri="{FF2B5EF4-FFF2-40B4-BE49-F238E27FC236}">
                    <a16:creationId xmlns:a16="http://schemas.microsoft.com/office/drawing/2014/main" id="{687E7762-A0A1-48D5-89FB-FF9BDCBB7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60" name="Picture 1118" descr="screen">
                <a:extLst>
                  <a:ext uri="{FF2B5EF4-FFF2-40B4-BE49-F238E27FC236}">
                    <a16:creationId xmlns:a16="http://schemas.microsoft.com/office/drawing/2014/main" id="{41E95BCC-CBA4-45A8-B014-2E35C98CAE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1" name="Freeform 1119">
                <a:extLst>
                  <a:ext uri="{FF2B5EF4-FFF2-40B4-BE49-F238E27FC236}">
                    <a16:creationId xmlns:a16="http://schemas.microsoft.com/office/drawing/2014/main" id="{BDC86CB7-0BA2-4EB2-BB65-D7E506E6F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2" name="Freeform 1120">
                <a:extLst>
                  <a:ext uri="{FF2B5EF4-FFF2-40B4-BE49-F238E27FC236}">
                    <a16:creationId xmlns:a16="http://schemas.microsoft.com/office/drawing/2014/main" id="{5168F38E-D2D9-46C3-BFE1-0668C204F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3" name="Freeform 1121">
                <a:extLst>
                  <a:ext uri="{FF2B5EF4-FFF2-40B4-BE49-F238E27FC236}">
                    <a16:creationId xmlns:a16="http://schemas.microsoft.com/office/drawing/2014/main" id="{5D71B6D6-2F66-4D24-A8DF-43B03C1530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4" name="Freeform 1122">
                <a:extLst>
                  <a:ext uri="{FF2B5EF4-FFF2-40B4-BE49-F238E27FC236}">
                    <a16:creationId xmlns:a16="http://schemas.microsoft.com/office/drawing/2014/main" id="{DDC5688A-556D-44C6-8AA2-C4C4E0FD5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5" name="Freeform 1123">
                <a:extLst>
                  <a:ext uri="{FF2B5EF4-FFF2-40B4-BE49-F238E27FC236}">
                    <a16:creationId xmlns:a16="http://schemas.microsoft.com/office/drawing/2014/main" id="{D9FDBCBB-04D5-4F60-8ADC-663E12122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6" name="Freeform 1124">
                <a:extLst>
                  <a:ext uri="{FF2B5EF4-FFF2-40B4-BE49-F238E27FC236}">
                    <a16:creationId xmlns:a16="http://schemas.microsoft.com/office/drawing/2014/main" id="{40EB15E0-11FD-4831-ACAE-B47A91A6D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67" name="Group 1125">
                <a:extLst>
                  <a:ext uri="{FF2B5EF4-FFF2-40B4-BE49-F238E27FC236}">
                    <a16:creationId xmlns:a16="http://schemas.microsoft.com/office/drawing/2014/main" id="{69A026A7-C837-4599-9033-28A9623EE2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74" name="Freeform 1126">
                  <a:extLst>
                    <a:ext uri="{FF2B5EF4-FFF2-40B4-BE49-F238E27FC236}">
                      <a16:creationId xmlns:a16="http://schemas.microsoft.com/office/drawing/2014/main" id="{55F95617-A8E8-4023-8390-78D7002A35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76" name="Freeform 1127">
                  <a:extLst>
                    <a:ext uri="{FF2B5EF4-FFF2-40B4-BE49-F238E27FC236}">
                      <a16:creationId xmlns:a16="http://schemas.microsoft.com/office/drawing/2014/main" id="{A9A57E53-F008-4802-8FC9-118E6E9F2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3" name="Freeform 1128">
                  <a:extLst>
                    <a:ext uri="{FF2B5EF4-FFF2-40B4-BE49-F238E27FC236}">
                      <a16:creationId xmlns:a16="http://schemas.microsoft.com/office/drawing/2014/main" id="{15BBFB70-A585-45C7-B2E3-8E9A300C47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4" name="Freeform 1129">
                  <a:extLst>
                    <a:ext uri="{FF2B5EF4-FFF2-40B4-BE49-F238E27FC236}">
                      <a16:creationId xmlns:a16="http://schemas.microsoft.com/office/drawing/2014/main" id="{43B529B1-AFD0-4A34-85D9-3EC8CAEFB7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5" name="Freeform 1130">
                  <a:extLst>
                    <a:ext uri="{FF2B5EF4-FFF2-40B4-BE49-F238E27FC236}">
                      <a16:creationId xmlns:a16="http://schemas.microsoft.com/office/drawing/2014/main" id="{04411145-5CC7-49ED-96D6-055E650C26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6" name="Freeform 1131">
                  <a:extLst>
                    <a:ext uri="{FF2B5EF4-FFF2-40B4-BE49-F238E27FC236}">
                      <a16:creationId xmlns:a16="http://schemas.microsoft.com/office/drawing/2014/main" id="{8D4BE012-085B-4DCF-8E0D-9D826F20C5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68" name="Freeform 1132">
                <a:extLst>
                  <a:ext uri="{FF2B5EF4-FFF2-40B4-BE49-F238E27FC236}">
                    <a16:creationId xmlns:a16="http://schemas.microsoft.com/office/drawing/2014/main" id="{E749FCC2-3E30-44D3-9A72-3A44C5908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9" name="Freeform 1133">
                <a:extLst>
                  <a:ext uri="{FF2B5EF4-FFF2-40B4-BE49-F238E27FC236}">
                    <a16:creationId xmlns:a16="http://schemas.microsoft.com/office/drawing/2014/main" id="{7B837438-D83C-40E8-A24F-99194DC9A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0" name="Freeform 1134">
                <a:extLst>
                  <a:ext uri="{FF2B5EF4-FFF2-40B4-BE49-F238E27FC236}">
                    <a16:creationId xmlns:a16="http://schemas.microsoft.com/office/drawing/2014/main" id="{2F762254-3764-48D2-AD39-662F010EF0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1" name="Freeform 1135">
                <a:extLst>
                  <a:ext uri="{FF2B5EF4-FFF2-40B4-BE49-F238E27FC236}">
                    <a16:creationId xmlns:a16="http://schemas.microsoft.com/office/drawing/2014/main" id="{94F3F4D3-0733-43A9-A71E-6B22D934E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2" name="Freeform 1136">
                <a:extLst>
                  <a:ext uri="{FF2B5EF4-FFF2-40B4-BE49-F238E27FC236}">
                    <a16:creationId xmlns:a16="http://schemas.microsoft.com/office/drawing/2014/main" id="{B242472D-B480-496E-B56A-0FC5CDFA9D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3" name="Freeform 1137">
                <a:extLst>
                  <a:ext uri="{FF2B5EF4-FFF2-40B4-BE49-F238E27FC236}">
                    <a16:creationId xmlns:a16="http://schemas.microsoft.com/office/drawing/2014/main" id="{4E22D53E-1EF7-469E-9B6F-0376992CD81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0" name="Group 1139">
              <a:extLst>
                <a:ext uri="{FF2B5EF4-FFF2-40B4-BE49-F238E27FC236}">
                  <a16:creationId xmlns:a16="http://schemas.microsoft.com/office/drawing/2014/main" id="{F28705AA-3E43-416D-A875-39DD200CF6C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455" name="Picture 1140" descr="desktop_computer_stylized_medium">
                <a:extLst>
                  <a:ext uri="{FF2B5EF4-FFF2-40B4-BE49-F238E27FC236}">
                    <a16:creationId xmlns:a16="http://schemas.microsoft.com/office/drawing/2014/main" id="{AE510476-1FB4-45E5-BB70-1ED20D4366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6" name="Freeform 1141">
                <a:extLst>
                  <a:ext uri="{FF2B5EF4-FFF2-40B4-BE49-F238E27FC236}">
                    <a16:creationId xmlns:a16="http://schemas.microsoft.com/office/drawing/2014/main" id="{95EE1726-02C4-4990-BCA2-013C39875F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1" name="Group 1142">
              <a:extLst>
                <a:ext uri="{FF2B5EF4-FFF2-40B4-BE49-F238E27FC236}">
                  <a16:creationId xmlns:a16="http://schemas.microsoft.com/office/drawing/2014/main" id="{BB9E42D1-FB86-49BA-958F-2C1F351ABF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32" name="Picture 1143" descr="antenna_stylized">
                <a:extLst>
                  <a:ext uri="{FF2B5EF4-FFF2-40B4-BE49-F238E27FC236}">
                    <a16:creationId xmlns:a16="http://schemas.microsoft.com/office/drawing/2014/main" id="{1A7AFF0B-69A2-4808-A385-BA71935EC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3" name="Picture 1144" descr="laptop_keyboard">
                <a:extLst>
                  <a:ext uri="{FF2B5EF4-FFF2-40B4-BE49-F238E27FC236}">
                    <a16:creationId xmlns:a16="http://schemas.microsoft.com/office/drawing/2014/main" id="{EE8B8F7E-F358-4665-AF9E-04CFB151D7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4" name="Freeform 1145">
                <a:extLst>
                  <a:ext uri="{FF2B5EF4-FFF2-40B4-BE49-F238E27FC236}">
                    <a16:creationId xmlns:a16="http://schemas.microsoft.com/office/drawing/2014/main" id="{4ADD70E4-BE6A-496B-B9C9-661A6BE91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35" name="Picture 1146" descr="screen">
                <a:extLst>
                  <a:ext uri="{FF2B5EF4-FFF2-40B4-BE49-F238E27FC236}">
                    <a16:creationId xmlns:a16="http://schemas.microsoft.com/office/drawing/2014/main" id="{1DA971AB-8BED-4ABA-98E1-DA5EF7C1A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6" name="Freeform 1147">
                <a:extLst>
                  <a:ext uri="{FF2B5EF4-FFF2-40B4-BE49-F238E27FC236}">
                    <a16:creationId xmlns:a16="http://schemas.microsoft.com/office/drawing/2014/main" id="{1DC1A635-8430-4B57-A021-B4EEEA549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Freeform 1148">
                <a:extLst>
                  <a:ext uri="{FF2B5EF4-FFF2-40B4-BE49-F238E27FC236}">
                    <a16:creationId xmlns:a16="http://schemas.microsoft.com/office/drawing/2014/main" id="{3693D6BD-D46B-4CF5-8950-7996BB52B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Freeform 1149">
                <a:extLst>
                  <a:ext uri="{FF2B5EF4-FFF2-40B4-BE49-F238E27FC236}">
                    <a16:creationId xmlns:a16="http://schemas.microsoft.com/office/drawing/2014/main" id="{320061D8-B7CE-4D5A-B08F-F67D93ED0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9" name="Freeform 1150">
                <a:extLst>
                  <a:ext uri="{FF2B5EF4-FFF2-40B4-BE49-F238E27FC236}">
                    <a16:creationId xmlns:a16="http://schemas.microsoft.com/office/drawing/2014/main" id="{BA464B00-614D-482D-BB35-59BFC5108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" name="Freeform 1151">
                <a:extLst>
                  <a:ext uri="{FF2B5EF4-FFF2-40B4-BE49-F238E27FC236}">
                    <a16:creationId xmlns:a16="http://schemas.microsoft.com/office/drawing/2014/main" id="{FBDA2D67-5C05-4B8E-B553-FDC49BB67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1" name="Freeform 1152">
                <a:extLst>
                  <a:ext uri="{FF2B5EF4-FFF2-40B4-BE49-F238E27FC236}">
                    <a16:creationId xmlns:a16="http://schemas.microsoft.com/office/drawing/2014/main" id="{F5251EC7-82A2-4D14-ABF4-80848422B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42" name="Group 1153">
                <a:extLst>
                  <a:ext uri="{FF2B5EF4-FFF2-40B4-BE49-F238E27FC236}">
                    <a16:creationId xmlns:a16="http://schemas.microsoft.com/office/drawing/2014/main" id="{18D6A5F9-3E78-4D81-8769-86CA6C31E1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49" name="Freeform 1154">
                  <a:extLst>
                    <a:ext uri="{FF2B5EF4-FFF2-40B4-BE49-F238E27FC236}">
                      <a16:creationId xmlns:a16="http://schemas.microsoft.com/office/drawing/2014/main" id="{AC62D974-523B-41DF-B9A3-E912B1B889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0" name="Freeform 1155">
                  <a:extLst>
                    <a:ext uri="{FF2B5EF4-FFF2-40B4-BE49-F238E27FC236}">
                      <a16:creationId xmlns:a16="http://schemas.microsoft.com/office/drawing/2014/main" id="{A7DC1DEC-BB88-4CC4-AAE8-3F1CDB35EB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1" name="Freeform 1156">
                  <a:extLst>
                    <a:ext uri="{FF2B5EF4-FFF2-40B4-BE49-F238E27FC236}">
                      <a16:creationId xmlns:a16="http://schemas.microsoft.com/office/drawing/2014/main" id="{FED621CE-5B15-4E15-8EED-2669FC2D9F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2" name="Freeform 1157">
                  <a:extLst>
                    <a:ext uri="{FF2B5EF4-FFF2-40B4-BE49-F238E27FC236}">
                      <a16:creationId xmlns:a16="http://schemas.microsoft.com/office/drawing/2014/main" id="{569C03C0-E0C9-4139-84C6-1F417B4F9B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3" name="Freeform 1158">
                  <a:extLst>
                    <a:ext uri="{FF2B5EF4-FFF2-40B4-BE49-F238E27FC236}">
                      <a16:creationId xmlns:a16="http://schemas.microsoft.com/office/drawing/2014/main" id="{B3DF9938-71BA-4275-82CF-1B9DECAF1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4" name="Freeform 1159">
                  <a:extLst>
                    <a:ext uri="{FF2B5EF4-FFF2-40B4-BE49-F238E27FC236}">
                      <a16:creationId xmlns:a16="http://schemas.microsoft.com/office/drawing/2014/main" id="{523C4DB0-B529-4E1E-854F-25448C946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43" name="Freeform 1160">
                <a:extLst>
                  <a:ext uri="{FF2B5EF4-FFF2-40B4-BE49-F238E27FC236}">
                    <a16:creationId xmlns:a16="http://schemas.microsoft.com/office/drawing/2014/main" id="{71876AE1-EDCD-48F1-BB68-ABFB10228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4" name="Freeform 1161">
                <a:extLst>
                  <a:ext uri="{FF2B5EF4-FFF2-40B4-BE49-F238E27FC236}">
                    <a16:creationId xmlns:a16="http://schemas.microsoft.com/office/drawing/2014/main" id="{ED68E322-E1E7-4802-B62D-65E5BB8E7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5" name="Freeform 1162">
                <a:extLst>
                  <a:ext uri="{FF2B5EF4-FFF2-40B4-BE49-F238E27FC236}">
                    <a16:creationId xmlns:a16="http://schemas.microsoft.com/office/drawing/2014/main" id="{228C746E-4BF3-49EB-AB98-7C9C95C30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6" name="Freeform 1163">
                <a:extLst>
                  <a:ext uri="{FF2B5EF4-FFF2-40B4-BE49-F238E27FC236}">
                    <a16:creationId xmlns:a16="http://schemas.microsoft.com/office/drawing/2014/main" id="{AB2AED64-D45D-4FA2-B1C6-E256167DAA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7" name="Freeform 1164">
                <a:extLst>
                  <a:ext uri="{FF2B5EF4-FFF2-40B4-BE49-F238E27FC236}">
                    <a16:creationId xmlns:a16="http://schemas.microsoft.com/office/drawing/2014/main" id="{46217735-C056-4BA2-B740-D87CBCA92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8" name="Freeform 1165">
                <a:extLst>
                  <a:ext uri="{FF2B5EF4-FFF2-40B4-BE49-F238E27FC236}">
                    <a16:creationId xmlns:a16="http://schemas.microsoft.com/office/drawing/2014/main" id="{A3E48B28-A12B-42FA-8AF6-356C7CB7EF8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18654619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500" fill="hold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500" fill="hold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41" dur="500" fill="hold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500" fill="hold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46" dur="500" fill="hold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500" fill="hold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" grpId="0" animBg="1"/>
      <p:bldP spid="36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021717" y="1392639"/>
            <a:ext cx="3780495" cy="3299222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SzPct val="75000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因特网作为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基础设施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(Infrastructure)</a:t>
            </a:r>
          </a:p>
          <a:p>
            <a:pPr eaLnBrk="1" hangingPunct="1">
              <a:spcBef>
                <a:spcPts val="600"/>
              </a:spcBef>
              <a:buSzPct val="75000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为各种应用提供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通信服务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Web, VoIP, email, 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在线游戏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电子商务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社会网络，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网络课堂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  <a:p>
            <a:pPr eaLnBrk="1" hangingPunct="1">
              <a:spcBef>
                <a:spcPts val="600"/>
              </a:spcBef>
              <a:buSzPct val="75000"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提供应用程序</a:t>
            </a: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编程接口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(API):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程序通过网络进行通信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可以发送和接收数据</a:t>
            </a:r>
            <a:endParaRPr lang="en-US" altLang="ja-JP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提供不同类型服务选项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9" name="灯片编号占位符 2">
            <a:extLst>
              <a:ext uri="{FF2B5EF4-FFF2-40B4-BE49-F238E27FC236}">
                <a16:creationId xmlns:a16="http://schemas.microsoft.com/office/drawing/2014/main" id="{A2621E67-A9BD-42FA-8D11-9D655CD0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0" name="AutoShape 5">
            <a:extLst>
              <a:ext uri="{FF2B5EF4-FFF2-40B4-BE49-F238E27FC236}">
                <a16:creationId xmlns:a16="http://schemas.microsoft.com/office/drawing/2014/main" id="{399E0A34-ACA5-4B83-A4A5-0DCA12476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1" name="Rectangle 3">
            <a:extLst>
              <a:ext uri="{FF2B5EF4-FFF2-40B4-BE49-F238E27FC236}">
                <a16:creationId xmlns:a16="http://schemas.microsoft.com/office/drawing/2014/main" id="{F7EED849-9E02-45A5-A65E-CACDE4800240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服务描述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2" name="Group 1">
            <a:extLst>
              <a:ext uri="{FF2B5EF4-FFF2-40B4-BE49-F238E27FC236}">
                <a16:creationId xmlns:a16="http://schemas.microsoft.com/office/drawing/2014/main" id="{49B54DE2-3554-4249-A95B-25083F488F2E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373" name="Freeform 415">
              <a:extLst>
                <a:ext uri="{FF2B5EF4-FFF2-40B4-BE49-F238E27FC236}">
                  <a16:creationId xmlns:a16="http://schemas.microsoft.com/office/drawing/2014/main" id="{A59F9B16-E58D-4C57-B691-8252D574C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Freeform 416">
              <a:extLst>
                <a:ext uri="{FF2B5EF4-FFF2-40B4-BE49-F238E27FC236}">
                  <a16:creationId xmlns:a16="http://schemas.microsoft.com/office/drawing/2014/main" id="{FB317FB1-468A-432C-9CDE-7294ED7AB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Freeform 417">
              <a:extLst>
                <a:ext uri="{FF2B5EF4-FFF2-40B4-BE49-F238E27FC236}">
                  <a16:creationId xmlns:a16="http://schemas.microsoft.com/office/drawing/2014/main" id="{E1A0A518-8686-49A3-9FB6-568732111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6" name="Group 418">
              <a:extLst>
                <a:ext uri="{FF2B5EF4-FFF2-40B4-BE49-F238E27FC236}">
                  <a16:creationId xmlns:a16="http://schemas.microsoft.com/office/drawing/2014/main" id="{C0FBA4F0-CC2A-4DDA-97B6-BA0CEC4615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726" name="Rectangle 419">
                <a:extLst>
                  <a:ext uri="{FF2B5EF4-FFF2-40B4-BE49-F238E27FC236}">
                    <a16:creationId xmlns:a16="http://schemas.microsoft.com/office/drawing/2014/main" id="{837A5CAC-AD73-4DC2-9D25-42FE7D693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7" name="AutoShape 420">
                <a:extLst>
                  <a:ext uri="{FF2B5EF4-FFF2-40B4-BE49-F238E27FC236}">
                    <a16:creationId xmlns:a16="http://schemas.microsoft.com/office/drawing/2014/main" id="{EFB7F1E5-2FE2-4CF1-9D54-D0C1F6178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7" name="Line 421">
              <a:extLst>
                <a:ext uri="{FF2B5EF4-FFF2-40B4-BE49-F238E27FC236}">
                  <a16:creationId xmlns:a16="http://schemas.microsoft.com/office/drawing/2014/main" id="{40FC7256-5FDA-4B86-829C-0B54A1AB8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Line 422">
              <a:extLst>
                <a:ext uri="{FF2B5EF4-FFF2-40B4-BE49-F238E27FC236}">
                  <a16:creationId xmlns:a16="http://schemas.microsoft.com/office/drawing/2014/main" id="{7E2A6A34-7050-4BA5-A5EF-11CCE5E8E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Line 423">
              <a:extLst>
                <a:ext uri="{FF2B5EF4-FFF2-40B4-BE49-F238E27FC236}">
                  <a16:creationId xmlns:a16="http://schemas.microsoft.com/office/drawing/2014/main" id="{CE204DDC-12C0-41DE-AE22-92AA4DC36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Line 424">
              <a:extLst>
                <a:ext uri="{FF2B5EF4-FFF2-40B4-BE49-F238E27FC236}">
                  <a16:creationId xmlns:a16="http://schemas.microsoft.com/office/drawing/2014/main" id="{18DC21D2-8D9F-4037-B0FE-9E7E6E24E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Line 425">
              <a:extLst>
                <a:ext uri="{FF2B5EF4-FFF2-40B4-BE49-F238E27FC236}">
                  <a16:creationId xmlns:a16="http://schemas.microsoft.com/office/drawing/2014/main" id="{B6FD7682-4F0B-4926-ADAC-8618FC500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Line 426">
              <a:extLst>
                <a:ext uri="{FF2B5EF4-FFF2-40B4-BE49-F238E27FC236}">
                  <a16:creationId xmlns:a16="http://schemas.microsoft.com/office/drawing/2014/main" id="{378FED2D-6D01-41A8-B049-42BBA3287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3" name="Freeform 427">
              <a:extLst>
                <a:ext uri="{FF2B5EF4-FFF2-40B4-BE49-F238E27FC236}">
                  <a16:creationId xmlns:a16="http://schemas.microsoft.com/office/drawing/2014/main" id="{EB7C9302-E669-4DAD-B644-90075F8E5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4" name="Line 428">
              <a:extLst>
                <a:ext uri="{FF2B5EF4-FFF2-40B4-BE49-F238E27FC236}">
                  <a16:creationId xmlns:a16="http://schemas.microsoft.com/office/drawing/2014/main" id="{002A91DC-7B7E-4BAE-942B-4020CC0B02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Line 429">
              <a:extLst>
                <a:ext uri="{FF2B5EF4-FFF2-40B4-BE49-F238E27FC236}">
                  <a16:creationId xmlns:a16="http://schemas.microsoft.com/office/drawing/2014/main" id="{9138D9BB-C8E6-4162-8174-07817920DD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6" name="Line 430">
              <a:extLst>
                <a:ext uri="{FF2B5EF4-FFF2-40B4-BE49-F238E27FC236}">
                  <a16:creationId xmlns:a16="http://schemas.microsoft.com/office/drawing/2014/main" id="{8897FE5A-87B7-4F05-8FBC-14A5018A23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Line 431">
              <a:extLst>
                <a:ext uri="{FF2B5EF4-FFF2-40B4-BE49-F238E27FC236}">
                  <a16:creationId xmlns:a16="http://schemas.microsoft.com/office/drawing/2014/main" id="{0A9C61D4-09E3-43D6-818E-E876B1EDD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Line 432">
              <a:extLst>
                <a:ext uri="{FF2B5EF4-FFF2-40B4-BE49-F238E27FC236}">
                  <a16:creationId xmlns:a16="http://schemas.microsoft.com/office/drawing/2014/main" id="{610021CD-1D41-4E68-8AE4-30BF37CE5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Line 433">
              <a:extLst>
                <a:ext uri="{FF2B5EF4-FFF2-40B4-BE49-F238E27FC236}">
                  <a16:creationId xmlns:a16="http://schemas.microsoft.com/office/drawing/2014/main" id="{C417E604-DFC1-4618-8CD8-9DAB09A27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0" name="Line 435">
              <a:extLst>
                <a:ext uri="{FF2B5EF4-FFF2-40B4-BE49-F238E27FC236}">
                  <a16:creationId xmlns:a16="http://schemas.microsoft.com/office/drawing/2014/main" id="{76071B47-EC1F-46D4-8359-19F02A4B8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1" name="Line 436">
              <a:extLst>
                <a:ext uri="{FF2B5EF4-FFF2-40B4-BE49-F238E27FC236}">
                  <a16:creationId xmlns:a16="http://schemas.microsoft.com/office/drawing/2014/main" id="{13A98AA5-3B36-4B4C-9B6F-F239E6D16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2" name="Line 439">
              <a:extLst>
                <a:ext uri="{FF2B5EF4-FFF2-40B4-BE49-F238E27FC236}">
                  <a16:creationId xmlns:a16="http://schemas.microsoft.com/office/drawing/2014/main" id="{3B97E3F2-DE62-4B2C-B90B-E9530B4392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3" name="Line 440">
              <a:extLst>
                <a:ext uri="{FF2B5EF4-FFF2-40B4-BE49-F238E27FC236}">
                  <a16:creationId xmlns:a16="http://schemas.microsoft.com/office/drawing/2014/main" id="{FF52AE1E-2AF3-4A0A-88D7-928426927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Line 441">
              <a:extLst>
                <a:ext uri="{FF2B5EF4-FFF2-40B4-BE49-F238E27FC236}">
                  <a16:creationId xmlns:a16="http://schemas.microsoft.com/office/drawing/2014/main" id="{1B7999E0-FC3D-4AE0-A790-608F83683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Line 443">
              <a:extLst>
                <a:ext uri="{FF2B5EF4-FFF2-40B4-BE49-F238E27FC236}">
                  <a16:creationId xmlns:a16="http://schemas.microsoft.com/office/drawing/2014/main" id="{C734CB3E-779A-4E43-B0EF-28DB0EB0D5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Line 444">
              <a:extLst>
                <a:ext uri="{FF2B5EF4-FFF2-40B4-BE49-F238E27FC236}">
                  <a16:creationId xmlns:a16="http://schemas.microsoft.com/office/drawing/2014/main" id="{D56588ED-34BF-4080-A4AB-3FDF2D55A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Line 445">
              <a:extLst>
                <a:ext uri="{FF2B5EF4-FFF2-40B4-BE49-F238E27FC236}">
                  <a16:creationId xmlns:a16="http://schemas.microsoft.com/office/drawing/2014/main" id="{1CBB5D6B-8B20-479C-A7DB-04131AE6E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8" name="Line 446">
              <a:extLst>
                <a:ext uri="{FF2B5EF4-FFF2-40B4-BE49-F238E27FC236}">
                  <a16:creationId xmlns:a16="http://schemas.microsoft.com/office/drawing/2014/main" id="{EBACA276-D9BD-4826-99FD-F9C5AEB0D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9" name="Line 447">
              <a:extLst>
                <a:ext uri="{FF2B5EF4-FFF2-40B4-BE49-F238E27FC236}">
                  <a16:creationId xmlns:a16="http://schemas.microsoft.com/office/drawing/2014/main" id="{B578B8F1-DDF4-45B6-8F3E-DC699CC01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0" name="Line 448">
              <a:extLst>
                <a:ext uri="{FF2B5EF4-FFF2-40B4-BE49-F238E27FC236}">
                  <a16:creationId xmlns:a16="http://schemas.microsoft.com/office/drawing/2014/main" id="{0E8F53E1-9A00-4EA4-AEA3-23A629FF3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1" name="Line 449">
              <a:extLst>
                <a:ext uri="{FF2B5EF4-FFF2-40B4-BE49-F238E27FC236}">
                  <a16:creationId xmlns:a16="http://schemas.microsoft.com/office/drawing/2014/main" id="{FD6C2698-3351-4B6F-96E7-620E4B747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2" name="Line 450">
              <a:extLst>
                <a:ext uri="{FF2B5EF4-FFF2-40B4-BE49-F238E27FC236}">
                  <a16:creationId xmlns:a16="http://schemas.microsoft.com/office/drawing/2014/main" id="{81E1492D-258F-4F0D-BF32-25CD37C34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3" name="Line 451">
              <a:extLst>
                <a:ext uri="{FF2B5EF4-FFF2-40B4-BE49-F238E27FC236}">
                  <a16:creationId xmlns:a16="http://schemas.microsoft.com/office/drawing/2014/main" id="{2170AE1A-95DC-45BA-944A-A177C8D423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4" name="Line 452">
              <a:extLst>
                <a:ext uri="{FF2B5EF4-FFF2-40B4-BE49-F238E27FC236}">
                  <a16:creationId xmlns:a16="http://schemas.microsoft.com/office/drawing/2014/main" id="{13F02A58-DD8E-4A9A-8B3E-BEAD71E09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5" name="Line 541">
              <a:extLst>
                <a:ext uri="{FF2B5EF4-FFF2-40B4-BE49-F238E27FC236}">
                  <a16:creationId xmlns:a16="http://schemas.microsoft.com/office/drawing/2014/main" id="{6C7D6FD2-FED8-44E6-A73D-44DB5AA38C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06" name="Group 590">
              <a:extLst>
                <a:ext uri="{FF2B5EF4-FFF2-40B4-BE49-F238E27FC236}">
                  <a16:creationId xmlns:a16="http://schemas.microsoft.com/office/drawing/2014/main" id="{B3715A10-3822-4F7C-A953-7DA53B7CEC3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724" name="Picture 591" descr="desktop_computer_stylized_medium">
                <a:extLst>
                  <a:ext uri="{FF2B5EF4-FFF2-40B4-BE49-F238E27FC236}">
                    <a16:creationId xmlns:a16="http://schemas.microsoft.com/office/drawing/2014/main" id="{C6DAC8E8-9F9E-452C-A024-449DD2146D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5" name="Freeform 592">
                <a:extLst>
                  <a:ext uri="{FF2B5EF4-FFF2-40B4-BE49-F238E27FC236}">
                    <a16:creationId xmlns:a16="http://schemas.microsoft.com/office/drawing/2014/main" id="{FE96D7B2-2504-46F3-A750-1D56CFEE7E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7" name="Group 593">
              <a:extLst>
                <a:ext uri="{FF2B5EF4-FFF2-40B4-BE49-F238E27FC236}">
                  <a16:creationId xmlns:a16="http://schemas.microsoft.com/office/drawing/2014/main" id="{60922750-3F3A-454F-BB81-B13C2CFAA94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722" name="Picture 594" descr="desktop_computer_stylized_medium">
                <a:extLst>
                  <a:ext uri="{FF2B5EF4-FFF2-40B4-BE49-F238E27FC236}">
                    <a16:creationId xmlns:a16="http://schemas.microsoft.com/office/drawing/2014/main" id="{1D641A13-17A5-4BE0-8CEC-1079817F08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3" name="Freeform 595">
                <a:extLst>
                  <a:ext uri="{FF2B5EF4-FFF2-40B4-BE49-F238E27FC236}">
                    <a16:creationId xmlns:a16="http://schemas.microsoft.com/office/drawing/2014/main" id="{4B33C12B-6D5C-4D19-BEAD-5B7A7516D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8" name="Group 596">
              <a:extLst>
                <a:ext uri="{FF2B5EF4-FFF2-40B4-BE49-F238E27FC236}">
                  <a16:creationId xmlns:a16="http://schemas.microsoft.com/office/drawing/2014/main" id="{12C484A2-9CF6-4F4A-8E0A-7EB211D7F17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720" name="Picture 597" descr="desktop_computer_stylized_medium">
                <a:extLst>
                  <a:ext uri="{FF2B5EF4-FFF2-40B4-BE49-F238E27FC236}">
                    <a16:creationId xmlns:a16="http://schemas.microsoft.com/office/drawing/2014/main" id="{6D63CB80-1248-432E-8206-7C7D9C31E2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1" name="Freeform 598">
                <a:extLst>
                  <a:ext uri="{FF2B5EF4-FFF2-40B4-BE49-F238E27FC236}">
                    <a16:creationId xmlns:a16="http://schemas.microsoft.com/office/drawing/2014/main" id="{82C3C130-87DB-4551-8FC2-693261277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09" name="Group 599">
              <a:extLst>
                <a:ext uri="{FF2B5EF4-FFF2-40B4-BE49-F238E27FC236}">
                  <a16:creationId xmlns:a16="http://schemas.microsoft.com/office/drawing/2014/main" id="{C6D7A45B-4934-43A2-AE40-E1AB137A5E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718" name="Picture 600" descr="desktop_computer_stylized_medium">
                <a:extLst>
                  <a:ext uri="{FF2B5EF4-FFF2-40B4-BE49-F238E27FC236}">
                    <a16:creationId xmlns:a16="http://schemas.microsoft.com/office/drawing/2014/main" id="{715CD0CA-CAF6-4E66-BB08-74BD663A1D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9" name="Freeform 601">
                <a:extLst>
                  <a:ext uri="{FF2B5EF4-FFF2-40B4-BE49-F238E27FC236}">
                    <a16:creationId xmlns:a16="http://schemas.microsoft.com/office/drawing/2014/main" id="{098EF284-EF98-473F-9A67-29BCBF6C1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410" name="Picture 603" descr="car_icon_small">
              <a:extLst>
                <a:ext uri="{FF2B5EF4-FFF2-40B4-BE49-F238E27FC236}">
                  <a16:creationId xmlns:a16="http://schemas.microsoft.com/office/drawing/2014/main" id="{645B9037-BE78-482A-AF60-5507696560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1" name="Group 652">
              <a:extLst>
                <a:ext uri="{FF2B5EF4-FFF2-40B4-BE49-F238E27FC236}">
                  <a16:creationId xmlns:a16="http://schemas.microsoft.com/office/drawing/2014/main" id="{3B8B9D4C-D310-4329-994B-35D73B2EA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716" name="Picture 653" descr="iphone_stylized_small">
                <a:extLst>
                  <a:ext uri="{FF2B5EF4-FFF2-40B4-BE49-F238E27FC236}">
                    <a16:creationId xmlns:a16="http://schemas.microsoft.com/office/drawing/2014/main" id="{9B3B84CA-0492-4156-AC91-D05F6D6A9A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17" name="Picture 654" descr="antenna_radiation_stylized">
                <a:extLst>
                  <a:ext uri="{FF2B5EF4-FFF2-40B4-BE49-F238E27FC236}">
                    <a16:creationId xmlns:a16="http://schemas.microsoft.com/office/drawing/2014/main" id="{CF854F7D-FEB0-499A-A813-50812D2B90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2" name="Group 665">
              <a:extLst>
                <a:ext uri="{FF2B5EF4-FFF2-40B4-BE49-F238E27FC236}">
                  <a16:creationId xmlns:a16="http://schemas.microsoft.com/office/drawing/2014/main" id="{EE459242-E4FA-46D3-A37C-FE92598C09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708" name="Oval 407">
                <a:extLst>
                  <a:ext uri="{FF2B5EF4-FFF2-40B4-BE49-F238E27FC236}">
                    <a16:creationId xmlns:a16="http://schemas.microsoft.com/office/drawing/2014/main" id="{A97D129C-F54E-4E2B-A158-2228BE320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Rectangle 410">
                <a:extLst>
                  <a:ext uri="{FF2B5EF4-FFF2-40B4-BE49-F238E27FC236}">
                    <a16:creationId xmlns:a16="http://schemas.microsoft.com/office/drawing/2014/main" id="{731DBA11-82F0-41B7-8D84-B438006EC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0" name="Oval 411">
                <a:extLst>
                  <a:ext uri="{FF2B5EF4-FFF2-40B4-BE49-F238E27FC236}">
                    <a16:creationId xmlns:a16="http://schemas.microsoft.com/office/drawing/2014/main" id="{2FB60B8C-6470-4670-8A0B-1DFD0643C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11" name="Group 659">
                <a:extLst>
                  <a:ext uri="{FF2B5EF4-FFF2-40B4-BE49-F238E27FC236}">
                    <a16:creationId xmlns:a16="http://schemas.microsoft.com/office/drawing/2014/main" id="{42FAF6E4-4D64-468B-8670-B5A265A935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14" name="Freeform 660">
                  <a:extLst>
                    <a:ext uri="{FF2B5EF4-FFF2-40B4-BE49-F238E27FC236}">
                      <a16:creationId xmlns:a16="http://schemas.microsoft.com/office/drawing/2014/main" id="{6ECEC961-56A1-4BD1-83A5-0AA857F8C4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5" name="Freeform 661">
                  <a:extLst>
                    <a:ext uri="{FF2B5EF4-FFF2-40B4-BE49-F238E27FC236}">
                      <a16:creationId xmlns:a16="http://schemas.microsoft.com/office/drawing/2014/main" id="{732564BB-39D4-47FA-AA26-7839CB8B74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12" name="Line 662">
                <a:extLst>
                  <a:ext uri="{FF2B5EF4-FFF2-40B4-BE49-F238E27FC236}">
                    <a16:creationId xmlns:a16="http://schemas.microsoft.com/office/drawing/2014/main" id="{4E1C5BAE-A5F4-4BE7-A00C-99F07591D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3" name="Line 663">
                <a:extLst>
                  <a:ext uri="{FF2B5EF4-FFF2-40B4-BE49-F238E27FC236}">
                    <a16:creationId xmlns:a16="http://schemas.microsoft.com/office/drawing/2014/main" id="{56951BD9-627B-4947-B4FD-5B8F89266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3" name="Group 666">
              <a:extLst>
                <a:ext uri="{FF2B5EF4-FFF2-40B4-BE49-F238E27FC236}">
                  <a16:creationId xmlns:a16="http://schemas.microsoft.com/office/drawing/2014/main" id="{FA7FEFAC-6D90-4C96-B0B0-7C56B86B40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700" name="Oval 407">
                <a:extLst>
                  <a:ext uri="{FF2B5EF4-FFF2-40B4-BE49-F238E27FC236}">
                    <a16:creationId xmlns:a16="http://schemas.microsoft.com/office/drawing/2014/main" id="{5B42E9BA-4879-41FD-8AE9-0E83D006D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1" name="Rectangle 410">
                <a:extLst>
                  <a:ext uri="{FF2B5EF4-FFF2-40B4-BE49-F238E27FC236}">
                    <a16:creationId xmlns:a16="http://schemas.microsoft.com/office/drawing/2014/main" id="{DC474819-E0EE-4537-9AD2-66A5FC372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2" name="Oval 411">
                <a:extLst>
                  <a:ext uri="{FF2B5EF4-FFF2-40B4-BE49-F238E27FC236}">
                    <a16:creationId xmlns:a16="http://schemas.microsoft.com/office/drawing/2014/main" id="{8F81D014-433E-4650-B85B-DB13F39C9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03" name="Group 670">
                <a:extLst>
                  <a:ext uri="{FF2B5EF4-FFF2-40B4-BE49-F238E27FC236}">
                    <a16:creationId xmlns:a16="http://schemas.microsoft.com/office/drawing/2014/main" id="{5CD131FC-C0B2-4D2A-B085-AC0547E08D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706" name="Freeform 671">
                  <a:extLst>
                    <a:ext uri="{FF2B5EF4-FFF2-40B4-BE49-F238E27FC236}">
                      <a16:creationId xmlns:a16="http://schemas.microsoft.com/office/drawing/2014/main" id="{DB3B0994-B53F-4E66-AE4F-1C1D39E3FF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07" name="Freeform 672">
                  <a:extLst>
                    <a:ext uri="{FF2B5EF4-FFF2-40B4-BE49-F238E27FC236}">
                      <a16:creationId xmlns:a16="http://schemas.microsoft.com/office/drawing/2014/main" id="{6E755777-128E-4E48-9D5A-5879947AEB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4" name="Line 673">
                <a:extLst>
                  <a:ext uri="{FF2B5EF4-FFF2-40B4-BE49-F238E27FC236}">
                    <a16:creationId xmlns:a16="http://schemas.microsoft.com/office/drawing/2014/main" id="{D3C8E166-0C2A-4021-9ED0-6C96E2C7D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5" name="Line 674">
                <a:extLst>
                  <a:ext uri="{FF2B5EF4-FFF2-40B4-BE49-F238E27FC236}">
                    <a16:creationId xmlns:a16="http://schemas.microsoft.com/office/drawing/2014/main" id="{3F755672-24F4-4027-9D16-FD00D428A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4" name="Group 675">
              <a:extLst>
                <a:ext uri="{FF2B5EF4-FFF2-40B4-BE49-F238E27FC236}">
                  <a16:creationId xmlns:a16="http://schemas.microsoft.com/office/drawing/2014/main" id="{19C9A206-9A3E-4724-AEC7-91D5C0B506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692" name="Oval 407">
                <a:extLst>
                  <a:ext uri="{FF2B5EF4-FFF2-40B4-BE49-F238E27FC236}">
                    <a16:creationId xmlns:a16="http://schemas.microsoft.com/office/drawing/2014/main" id="{5073EDF6-EFA2-4574-A06F-1ED3ED83F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3" name="Rectangle 410">
                <a:extLst>
                  <a:ext uri="{FF2B5EF4-FFF2-40B4-BE49-F238E27FC236}">
                    <a16:creationId xmlns:a16="http://schemas.microsoft.com/office/drawing/2014/main" id="{9CF23A5A-FF78-4416-A338-F9779B15F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4" name="Oval 411">
                <a:extLst>
                  <a:ext uri="{FF2B5EF4-FFF2-40B4-BE49-F238E27FC236}">
                    <a16:creationId xmlns:a16="http://schemas.microsoft.com/office/drawing/2014/main" id="{602BEE29-2886-4930-BDFD-EBE9570B4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95" name="Group 679">
                <a:extLst>
                  <a:ext uri="{FF2B5EF4-FFF2-40B4-BE49-F238E27FC236}">
                    <a16:creationId xmlns:a16="http://schemas.microsoft.com/office/drawing/2014/main" id="{4F509BC6-60E6-4674-925C-DB5814CFC0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98" name="Freeform 680">
                  <a:extLst>
                    <a:ext uri="{FF2B5EF4-FFF2-40B4-BE49-F238E27FC236}">
                      <a16:creationId xmlns:a16="http://schemas.microsoft.com/office/drawing/2014/main" id="{5E899CF9-0FD4-4521-B1C2-C051A6BAF9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9" name="Freeform 681">
                  <a:extLst>
                    <a:ext uri="{FF2B5EF4-FFF2-40B4-BE49-F238E27FC236}">
                      <a16:creationId xmlns:a16="http://schemas.microsoft.com/office/drawing/2014/main" id="{91982CF4-1F7B-498D-89DD-DCE54300A2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96" name="Line 682">
                <a:extLst>
                  <a:ext uri="{FF2B5EF4-FFF2-40B4-BE49-F238E27FC236}">
                    <a16:creationId xmlns:a16="http://schemas.microsoft.com/office/drawing/2014/main" id="{01038DEE-965D-4C71-9F0A-2C9500876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7" name="Line 683">
                <a:extLst>
                  <a:ext uri="{FF2B5EF4-FFF2-40B4-BE49-F238E27FC236}">
                    <a16:creationId xmlns:a16="http://schemas.microsoft.com/office/drawing/2014/main" id="{C79EA433-F7CB-4D7B-8C48-7C59BA1F7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5" name="Group 684">
              <a:extLst>
                <a:ext uri="{FF2B5EF4-FFF2-40B4-BE49-F238E27FC236}">
                  <a16:creationId xmlns:a16="http://schemas.microsoft.com/office/drawing/2014/main" id="{AB1679EE-5E01-455B-9FCE-15329E620F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684" name="Oval 407">
                <a:extLst>
                  <a:ext uri="{FF2B5EF4-FFF2-40B4-BE49-F238E27FC236}">
                    <a16:creationId xmlns:a16="http://schemas.microsoft.com/office/drawing/2014/main" id="{02C1E241-7031-4D92-BD0B-C4BAAA3706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Rectangle 410">
                <a:extLst>
                  <a:ext uri="{FF2B5EF4-FFF2-40B4-BE49-F238E27FC236}">
                    <a16:creationId xmlns:a16="http://schemas.microsoft.com/office/drawing/2014/main" id="{5FA488B4-138F-4460-90B0-1D70E35EA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6" name="Oval 411">
                <a:extLst>
                  <a:ext uri="{FF2B5EF4-FFF2-40B4-BE49-F238E27FC236}">
                    <a16:creationId xmlns:a16="http://schemas.microsoft.com/office/drawing/2014/main" id="{5C5351BA-ADCA-4AF4-B705-1F6AD477D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7" name="Group 688">
                <a:extLst>
                  <a:ext uri="{FF2B5EF4-FFF2-40B4-BE49-F238E27FC236}">
                    <a16:creationId xmlns:a16="http://schemas.microsoft.com/office/drawing/2014/main" id="{1B2C21D9-945A-48C1-9135-9D49E690A8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90" name="Freeform 689">
                  <a:extLst>
                    <a:ext uri="{FF2B5EF4-FFF2-40B4-BE49-F238E27FC236}">
                      <a16:creationId xmlns:a16="http://schemas.microsoft.com/office/drawing/2014/main" id="{8C775E67-A6E1-4416-B3A8-9C69AC99E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1" name="Freeform 690">
                  <a:extLst>
                    <a:ext uri="{FF2B5EF4-FFF2-40B4-BE49-F238E27FC236}">
                      <a16:creationId xmlns:a16="http://schemas.microsoft.com/office/drawing/2014/main" id="{7A97A38E-0D36-4B7D-A1CC-AF0DA448A6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88" name="Line 691">
                <a:extLst>
                  <a:ext uri="{FF2B5EF4-FFF2-40B4-BE49-F238E27FC236}">
                    <a16:creationId xmlns:a16="http://schemas.microsoft.com/office/drawing/2014/main" id="{64643986-D870-4F9B-83B3-5AC8908FBF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9" name="Line 692">
                <a:extLst>
                  <a:ext uri="{FF2B5EF4-FFF2-40B4-BE49-F238E27FC236}">
                    <a16:creationId xmlns:a16="http://schemas.microsoft.com/office/drawing/2014/main" id="{17938E5F-2279-4EDE-8937-34B6B3F85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16" name="Line 693">
              <a:extLst>
                <a:ext uri="{FF2B5EF4-FFF2-40B4-BE49-F238E27FC236}">
                  <a16:creationId xmlns:a16="http://schemas.microsoft.com/office/drawing/2014/main" id="{3CEAB43B-E48A-4E50-9E0B-E039E1401B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7" name="Group 694">
              <a:extLst>
                <a:ext uri="{FF2B5EF4-FFF2-40B4-BE49-F238E27FC236}">
                  <a16:creationId xmlns:a16="http://schemas.microsoft.com/office/drawing/2014/main" id="{C74C2D14-E689-44F1-B98A-6079DE786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676" name="Oval 407">
                <a:extLst>
                  <a:ext uri="{FF2B5EF4-FFF2-40B4-BE49-F238E27FC236}">
                    <a16:creationId xmlns:a16="http://schemas.microsoft.com/office/drawing/2014/main" id="{4786994E-E596-4FB7-8029-5B21BE471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7" name="Rectangle 410">
                <a:extLst>
                  <a:ext uri="{FF2B5EF4-FFF2-40B4-BE49-F238E27FC236}">
                    <a16:creationId xmlns:a16="http://schemas.microsoft.com/office/drawing/2014/main" id="{C99333AD-1318-4648-BC53-6E6CA0EBC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8" name="Oval 411">
                <a:extLst>
                  <a:ext uri="{FF2B5EF4-FFF2-40B4-BE49-F238E27FC236}">
                    <a16:creationId xmlns:a16="http://schemas.microsoft.com/office/drawing/2014/main" id="{1CC5A4BC-26FD-4558-853A-67C6FD376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9" name="Group 698">
                <a:extLst>
                  <a:ext uri="{FF2B5EF4-FFF2-40B4-BE49-F238E27FC236}">
                    <a16:creationId xmlns:a16="http://schemas.microsoft.com/office/drawing/2014/main" id="{3E4AB0EE-7D9D-48E5-BF27-0CAF0744A4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82" name="Freeform 699">
                  <a:extLst>
                    <a:ext uri="{FF2B5EF4-FFF2-40B4-BE49-F238E27FC236}">
                      <a16:creationId xmlns:a16="http://schemas.microsoft.com/office/drawing/2014/main" id="{E3940E2B-4231-48A2-8387-48D5A6A105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83" name="Freeform 700">
                  <a:extLst>
                    <a:ext uri="{FF2B5EF4-FFF2-40B4-BE49-F238E27FC236}">
                      <a16:creationId xmlns:a16="http://schemas.microsoft.com/office/drawing/2014/main" id="{7166D906-E806-4654-B6A1-6BFFC7611E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80" name="Line 701">
                <a:extLst>
                  <a:ext uri="{FF2B5EF4-FFF2-40B4-BE49-F238E27FC236}">
                    <a16:creationId xmlns:a16="http://schemas.microsoft.com/office/drawing/2014/main" id="{26784321-180F-439E-B093-5416C1488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1" name="Line 702">
                <a:extLst>
                  <a:ext uri="{FF2B5EF4-FFF2-40B4-BE49-F238E27FC236}">
                    <a16:creationId xmlns:a16="http://schemas.microsoft.com/office/drawing/2014/main" id="{539E17A8-E930-4BE2-8C3C-BF8224D66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8" name="Group 712">
              <a:extLst>
                <a:ext uri="{FF2B5EF4-FFF2-40B4-BE49-F238E27FC236}">
                  <a16:creationId xmlns:a16="http://schemas.microsoft.com/office/drawing/2014/main" id="{FF4D7ED5-8971-498C-9E31-B65C614957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668" name="Oval 407">
                <a:extLst>
                  <a:ext uri="{FF2B5EF4-FFF2-40B4-BE49-F238E27FC236}">
                    <a16:creationId xmlns:a16="http://schemas.microsoft.com/office/drawing/2014/main" id="{709B942C-FA0D-4B67-ACDA-EDDFCC70E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9" name="Rectangle 410">
                <a:extLst>
                  <a:ext uri="{FF2B5EF4-FFF2-40B4-BE49-F238E27FC236}">
                    <a16:creationId xmlns:a16="http://schemas.microsoft.com/office/drawing/2014/main" id="{9AB00030-B896-49D1-85DB-2B3A57C73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0" name="Oval 411">
                <a:extLst>
                  <a:ext uri="{FF2B5EF4-FFF2-40B4-BE49-F238E27FC236}">
                    <a16:creationId xmlns:a16="http://schemas.microsoft.com/office/drawing/2014/main" id="{54F97254-C9BF-4E29-9578-36B9A13AB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71" name="Group 716">
                <a:extLst>
                  <a:ext uri="{FF2B5EF4-FFF2-40B4-BE49-F238E27FC236}">
                    <a16:creationId xmlns:a16="http://schemas.microsoft.com/office/drawing/2014/main" id="{E6F69BF9-F33D-4F2E-AD5D-84A88CB637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74" name="Freeform 717">
                  <a:extLst>
                    <a:ext uri="{FF2B5EF4-FFF2-40B4-BE49-F238E27FC236}">
                      <a16:creationId xmlns:a16="http://schemas.microsoft.com/office/drawing/2014/main" id="{7AE6C9B7-3625-4BB1-9A7A-BDC770F418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75" name="Freeform 718">
                  <a:extLst>
                    <a:ext uri="{FF2B5EF4-FFF2-40B4-BE49-F238E27FC236}">
                      <a16:creationId xmlns:a16="http://schemas.microsoft.com/office/drawing/2014/main" id="{5ED45067-A890-499B-B033-BB363A847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72" name="Line 719">
                <a:extLst>
                  <a:ext uri="{FF2B5EF4-FFF2-40B4-BE49-F238E27FC236}">
                    <a16:creationId xmlns:a16="http://schemas.microsoft.com/office/drawing/2014/main" id="{9AEB92FA-346B-471D-A90D-907B3EDA69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3" name="Line 720">
                <a:extLst>
                  <a:ext uri="{FF2B5EF4-FFF2-40B4-BE49-F238E27FC236}">
                    <a16:creationId xmlns:a16="http://schemas.microsoft.com/office/drawing/2014/main" id="{3EEFB33B-9D80-4D29-9DCD-438B9BF73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9" name="Group 721">
              <a:extLst>
                <a:ext uri="{FF2B5EF4-FFF2-40B4-BE49-F238E27FC236}">
                  <a16:creationId xmlns:a16="http://schemas.microsoft.com/office/drawing/2014/main" id="{20720974-58A6-48C4-BAC0-5742A7B61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660" name="Oval 407">
                <a:extLst>
                  <a:ext uri="{FF2B5EF4-FFF2-40B4-BE49-F238E27FC236}">
                    <a16:creationId xmlns:a16="http://schemas.microsoft.com/office/drawing/2014/main" id="{0ECF781B-7587-4B93-9FFD-ED88211E0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1" name="Rectangle 410">
                <a:extLst>
                  <a:ext uri="{FF2B5EF4-FFF2-40B4-BE49-F238E27FC236}">
                    <a16:creationId xmlns:a16="http://schemas.microsoft.com/office/drawing/2014/main" id="{D96E50E5-6AF9-4CC3-B747-51F97CF710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2" name="Oval 411">
                <a:extLst>
                  <a:ext uri="{FF2B5EF4-FFF2-40B4-BE49-F238E27FC236}">
                    <a16:creationId xmlns:a16="http://schemas.microsoft.com/office/drawing/2014/main" id="{BB3EAFBF-3F37-4EE0-AA3C-6C6344E3C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63" name="Group 725">
                <a:extLst>
                  <a:ext uri="{FF2B5EF4-FFF2-40B4-BE49-F238E27FC236}">
                    <a16:creationId xmlns:a16="http://schemas.microsoft.com/office/drawing/2014/main" id="{2A4F7730-8889-4312-960B-DFCD799F81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66" name="Freeform 726">
                  <a:extLst>
                    <a:ext uri="{FF2B5EF4-FFF2-40B4-BE49-F238E27FC236}">
                      <a16:creationId xmlns:a16="http://schemas.microsoft.com/office/drawing/2014/main" id="{C32FC912-12C7-421C-9345-BACEE210E1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67" name="Freeform 727">
                  <a:extLst>
                    <a:ext uri="{FF2B5EF4-FFF2-40B4-BE49-F238E27FC236}">
                      <a16:creationId xmlns:a16="http://schemas.microsoft.com/office/drawing/2014/main" id="{B2F6B7EF-181B-4895-9F80-C6C751D814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64" name="Line 728">
                <a:extLst>
                  <a:ext uri="{FF2B5EF4-FFF2-40B4-BE49-F238E27FC236}">
                    <a16:creationId xmlns:a16="http://schemas.microsoft.com/office/drawing/2014/main" id="{0EFC5263-979F-4D9A-B48A-4D1F0F3B1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5" name="Line 729">
                <a:extLst>
                  <a:ext uri="{FF2B5EF4-FFF2-40B4-BE49-F238E27FC236}">
                    <a16:creationId xmlns:a16="http://schemas.microsoft.com/office/drawing/2014/main" id="{06CD2C0B-7852-4611-8600-FD8DD2149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0" name="Group 730">
              <a:extLst>
                <a:ext uri="{FF2B5EF4-FFF2-40B4-BE49-F238E27FC236}">
                  <a16:creationId xmlns:a16="http://schemas.microsoft.com/office/drawing/2014/main" id="{F1BE1DAE-5387-4B9C-9DC6-29DE33E295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652" name="Oval 407">
                <a:extLst>
                  <a:ext uri="{FF2B5EF4-FFF2-40B4-BE49-F238E27FC236}">
                    <a16:creationId xmlns:a16="http://schemas.microsoft.com/office/drawing/2014/main" id="{C4E46A8B-6C48-487E-B953-03EC70290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3" name="Rectangle 410">
                <a:extLst>
                  <a:ext uri="{FF2B5EF4-FFF2-40B4-BE49-F238E27FC236}">
                    <a16:creationId xmlns:a16="http://schemas.microsoft.com/office/drawing/2014/main" id="{F63A53D0-8435-4599-B669-DC993929C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4" name="Oval 411">
                <a:extLst>
                  <a:ext uri="{FF2B5EF4-FFF2-40B4-BE49-F238E27FC236}">
                    <a16:creationId xmlns:a16="http://schemas.microsoft.com/office/drawing/2014/main" id="{13F742A7-DA4D-4E4C-B454-CC78EB161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55" name="Group 734">
                <a:extLst>
                  <a:ext uri="{FF2B5EF4-FFF2-40B4-BE49-F238E27FC236}">
                    <a16:creationId xmlns:a16="http://schemas.microsoft.com/office/drawing/2014/main" id="{2F2FDBD0-A747-4472-B247-AD41333C5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58" name="Freeform 735">
                  <a:extLst>
                    <a:ext uri="{FF2B5EF4-FFF2-40B4-BE49-F238E27FC236}">
                      <a16:creationId xmlns:a16="http://schemas.microsoft.com/office/drawing/2014/main" id="{733414BF-6430-4B0D-BA3F-E397A073FD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9" name="Freeform 736">
                  <a:extLst>
                    <a:ext uri="{FF2B5EF4-FFF2-40B4-BE49-F238E27FC236}">
                      <a16:creationId xmlns:a16="http://schemas.microsoft.com/office/drawing/2014/main" id="{66214E46-7D9E-4FB1-8C87-7E7BE42502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56" name="Line 737">
                <a:extLst>
                  <a:ext uri="{FF2B5EF4-FFF2-40B4-BE49-F238E27FC236}">
                    <a16:creationId xmlns:a16="http://schemas.microsoft.com/office/drawing/2014/main" id="{8653849A-1B8D-4A3F-A084-7C54A0851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7" name="Line 738">
                <a:extLst>
                  <a:ext uri="{FF2B5EF4-FFF2-40B4-BE49-F238E27FC236}">
                    <a16:creationId xmlns:a16="http://schemas.microsoft.com/office/drawing/2014/main" id="{6BBB3576-C53B-4F74-98A2-CD5143EE03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1" name="Group 739">
              <a:extLst>
                <a:ext uri="{FF2B5EF4-FFF2-40B4-BE49-F238E27FC236}">
                  <a16:creationId xmlns:a16="http://schemas.microsoft.com/office/drawing/2014/main" id="{0917BFD3-450E-41A6-B0A0-7EB07CDE48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644" name="Oval 407">
                <a:extLst>
                  <a:ext uri="{FF2B5EF4-FFF2-40B4-BE49-F238E27FC236}">
                    <a16:creationId xmlns:a16="http://schemas.microsoft.com/office/drawing/2014/main" id="{2D18BA34-DA0C-4700-B954-F44784525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5" name="Rectangle 410">
                <a:extLst>
                  <a:ext uri="{FF2B5EF4-FFF2-40B4-BE49-F238E27FC236}">
                    <a16:creationId xmlns:a16="http://schemas.microsoft.com/office/drawing/2014/main" id="{26B1EFCB-82BC-498F-B73E-046267AF7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6" name="Oval 411">
                <a:extLst>
                  <a:ext uri="{FF2B5EF4-FFF2-40B4-BE49-F238E27FC236}">
                    <a16:creationId xmlns:a16="http://schemas.microsoft.com/office/drawing/2014/main" id="{DDC6C892-8A10-4D61-8D8D-378FF5BD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47" name="Group 743">
                <a:extLst>
                  <a:ext uri="{FF2B5EF4-FFF2-40B4-BE49-F238E27FC236}">
                    <a16:creationId xmlns:a16="http://schemas.microsoft.com/office/drawing/2014/main" id="{22FACB95-4E4E-4430-B4D8-622513DC7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50" name="Freeform 744">
                  <a:extLst>
                    <a:ext uri="{FF2B5EF4-FFF2-40B4-BE49-F238E27FC236}">
                      <a16:creationId xmlns:a16="http://schemas.microsoft.com/office/drawing/2014/main" id="{6F157D74-9B0B-40FF-A432-DC7E1CD91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51" name="Freeform 745">
                  <a:extLst>
                    <a:ext uri="{FF2B5EF4-FFF2-40B4-BE49-F238E27FC236}">
                      <a16:creationId xmlns:a16="http://schemas.microsoft.com/office/drawing/2014/main" id="{EE312C75-B834-49F2-8B54-A94AEF4D8D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48" name="Line 746">
                <a:extLst>
                  <a:ext uri="{FF2B5EF4-FFF2-40B4-BE49-F238E27FC236}">
                    <a16:creationId xmlns:a16="http://schemas.microsoft.com/office/drawing/2014/main" id="{710A1EBA-7CBC-4203-903A-A630DFF9E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9" name="Line 747">
                <a:extLst>
                  <a:ext uri="{FF2B5EF4-FFF2-40B4-BE49-F238E27FC236}">
                    <a16:creationId xmlns:a16="http://schemas.microsoft.com/office/drawing/2014/main" id="{66BB6D20-BC89-4030-B87B-86B279293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2" name="Group 748">
              <a:extLst>
                <a:ext uri="{FF2B5EF4-FFF2-40B4-BE49-F238E27FC236}">
                  <a16:creationId xmlns:a16="http://schemas.microsoft.com/office/drawing/2014/main" id="{134FBB99-3A48-4B1B-B768-822054E9F8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636" name="Oval 407">
                <a:extLst>
                  <a:ext uri="{FF2B5EF4-FFF2-40B4-BE49-F238E27FC236}">
                    <a16:creationId xmlns:a16="http://schemas.microsoft.com/office/drawing/2014/main" id="{988A282B-F1F2-4F3E-A884-683F9E82A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7" name="Rectangle 410">
                <a:extLst>
                  <a:ext uri="{FF2B5EF4-FFF2-40B4-BE49-F238E27FC236}">
                    <a16:creationId xmlns:a16="http://schemas.microsoft.com/office/drawing/2014/main" id="{CD925681-CE61-42FA-9CFE-92CF20F46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8" name="Oval 411">
                <a:extLst>
                  <a:ext uri="{FF2B5EF4-FFF2-40B4-BE49-F238E27FC236}">
                    <a16:creationId xmlns:a16="http://schemas.microsoft.com/office/drawing/2014/main" id="{B49EA2DB-27A2-4208-ADD8-6A7B1F3C5A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39" name="Group 752">
                <a:extLst>
                  <a:ext uri="{FF2B5EF4-FFF2-40B4-BE49-F238E27FC236}">
                    <a16:creationId xmlns:a16="http://schemas.microsoft.com/office/drawing/2014/main" id="{C63D926B-F2DB-41EF-B9C1-6F0CA7AB3B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42" name="Freeform 753">
                  <a:extLst>
                    <a:ext uri="{FF2B5EF4-FFF2-40B4-BE49-F238E27FC236}">
                      <a16:creationId xmlns:a16="http://schemas.microsoft.com/office/drawing/2014/main" id="{E9F5DF36-FF4F-4118-9CE1-6E6D68146D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43" name="Freeform 754">
                  <a:extLst>
                    <a:ext uri="{FF2B5EF4-FFF2-40B4-BE49-F238E27FC236}">
                      <a16:creationId xmlns:a16="http://schemas.microsoft.com/office/drawing/2014/main" id="{CC0A4542-70AE-41A4-A61F-68AB26504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40" name="Line 755">
                <a:extLst>
                  <a:ext uri="{FF2B5EF4-FFF2-40B4-BE49-F238E27FC236}">
                    <a16:creationId xmlns:a16="http://schemas.microsoft.com/office/drawing/2014/main" id="{EC5DA188-32D8-4A22-BEC4-8629489792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1" name="Line 756">
                <a:extLst>
                  <a:ext uri="{FF2B5EF4-FFF2-40B4-BE49-F238E27FC236}">
                    <a16:creationId xmlns:a16="http://schemas.microsoft.com/office/drawing/2014/main" id="{B511D72E-5CB0-47AE-96BA-2F5187B2D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3" name="Group 757">
              <a:extLst>
                <a:ext uri="{FF2B5EF4-FFF2-40B4-BE49-F238E27FC236}">
                  <a16:creationId xmlns:a16="http://schemas.microsoft.com/office/drawing/2014/main" id="{7104B8FC-C616-486B-A3BA-F48EECB15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628" name="Oval 407">
                <a:extLst>
                  <a:ext uri="{FF2B5EF4-FFF2-40B4-BE49-F238E27FC236}">
                    <a16:creationId xmlns:a16="http://schemas.microsoft.com/office/drawing/2014/main" id="{83FD7A2D-60A1-4E89-A75C-5A52966A6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9" name="Rectangle 410">
                <a:extLst>
                  <a:ext uri="{FF2B5EF4-FFF2-40B4-BE49-F238E27FC236}">
                    <a16:creationId xmlns:a16="http://schemas.microsoft.com/office/drawing/2014/main" id="{F0727FFD-2AEC-47C4-9BD4-CB66C5023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0" name="Oval 411">
                <a:extLst>
                  <a:ext uri="{FF2B5EF4-FFF2-40B4-BE49-F238E27FC236}">
                    <a16:creationId xmlns:a16="http://schemas.microsoft.com/office/drawing/2014/main" id="{40ADD940-A9E3-49D8-871B-B634D50DE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31" name="Group 761">
                <a:extLst>
                  <a:ext uri="{FF2B5EF4-FFF2-40B4-BE49-F238E27FC236}">
                    <a16:creationId xmlns:a16="http://schemas.microsoft.com/office/drawing/2014/main" id="{7FEB36D4-1563-4A41-8F4A-559CF389BA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34" name="Freeform 762">
                  <a:extLst>
                    <a:ext uri="{FF2B5EF4-FFF2-40B4-BE49-F238E27FC236}">
                      <a16:creationId xmlns:a16="http://schemas.microsoft.com/office/drawing/2014/main" id="{BF02DD08-86DC-4877-BEED-1D44E1F6E7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35" name="Freeform 763">
                  <a:extLst>
                    <a:ext uri="{FF2B5EF4-FFF2-40B4-BE49-F238E27FC236}">
                      <a16:creationId xmlns:a16="http://schemas.microsoft.com/office/drawing/2014/main" id="{7FDC6FAA-EA60-4522-999D-8E13C674A3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32" name="Line 764">
                <a:extLst>
                  <a:ext uri="{FF2B5EF4-FFF2-40B4-BE49-F238E27FC236}">
                    <a16:creationId xmlns:a16="http://schemas.microsoft.com/office/drawing/2014/main" id="{63E65D59-DCCE-4DF3-8E5E-74B4FC19D9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3" name="Line 765">
                <a:extLst>
                  <a:ext uri="{FF2B5EF4-FFF2-40B4-BE49-F238E27FC236}">
                    <a16:creationId xmlns:a16="http://schemas.microsoft.com/office/drawing/2014/main" id="{4E21B769-DEC6-4142-AB68-6939D9A8E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4" name="Group 767">
              <a:extLst>
                <a:ext uri="{FF2B5EF4-FFF2-40B4-BE49-F238E27FC236}">
                  <a16:creationId xmlns:a16="http://schemas.microsoft.com/office/drawing/2014/main" id="{BF4FCB3B-2C6F-4567-98F1-E9BFBBF2CB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620" name="Oval 407">
                <a:extLst>
                  <a:ext uri="{FF2B5EF4-FFF2-40B4-BE49-F238E27FC236}">
                    <a16:creationId xmlns:a16="http://schemas.microsoft.com/office/drawing/2014/main" id="{6BB66DCB-AF46-4BDF-91E8-E4E63C3C34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1" name="Rectangle 410">
                <a:extLst>
                  <a:ext uri="{FF2B5EF4-FFF2-40B4-BE49-F238E27FC236}">
                    <a16:creationId xmlns:a16="http://schemas.microsoft.com/office/drawing/2014/main" id="{3389DB1C-3E68-40D7-875C-DFD902330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2" name="Oval 411">
                <a:extLst>
                  <a:ext uri="{FF2B5EF4-FFF2-40B4-BE49-F238E27FC236}">
                    <a16:creationId xmlns:a16="http://schemas.microsoft.com/office/drawing/2014/main" id="{B4F403A5-9DC0-48F4-A5CB-77C0C75BA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23" name="Group 771">
                <a:extLst>
                  <a:ext uri="{FF2B5EF4-FFF2-40B4-BE49-F238E27FC236}">
                    <a16:creationId xmlns:a16="http://schemas.microsoft.com/office/drawing/2014/main" id="{6A85829B-1AC6-4D63-8F7A-A0CAF95E4A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626" name="Freeform 772">
                  <a:extLst>
                    <a:ext uri="{FF2B5EF4-FFF2-40B4-BE49-F238E27FC236}">
                      <a16:creationId xmlns:a16="http://schemas.microsoft.com/office/drawing/2014/main" id="{A85B5C44-2C79-48C5-963B-B8F2058164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27" name="Freeform 773">
                  <a:extLst>
                    <a:ext uri="{FF2B5EF4-FFF2-40B4-BE49-F238E27FC236}">
                      <a16:creationId xmlns:a16="http://schemas.microsoft.com/office/drawing/2014/main" id="{189FBE59-07B2-460E-9744-3D808FF10F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24" name="Line 774">
                <a:extLst>
                  <a:ext uri="{FF2B5EF4-FFF2-40B4-BE49-F238E27FC236}">
                    <a16:creationId xmlns:a16="http://schemas.microsoft.com/office/drawing/2014/main" id="{0BCF8F3D-349E-4107-9B7A-6039CAF4B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5" name="Line 775">
                <a:extLst>
                  <a:ext uri="{FF2B5EF4-FFF2-40B4-BE49-F238E27FC236}">
                    <a16:creationId xmlns:a16="http://schemas.microsoft.com/office/drawing/2014/main" id="{36E480BA-569B-4E50-BAD4-D8943BB5A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5" name="Group 776">
              <a:extLst>
                <a:ext uri="{FF2B5EF4-FFF2-40B4-BE49-F238E27FC236}">
                  <a16:creationId xmlns:a16="http://schemas.microsoft.com/office/drawing/2014/main" id="{69D776F2-A51A-496C-A7B5-08EA1B31C6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618" name="Picture 777" descr="access_point_stylized_small">
                <a:extLst>
                  <a:ext uri="{FF2B5EF4-FFF2-40B4-BE49-F238E27FC236}">
                    <a16:creationId xmlns:a16="http://schemas.microsoft.com/office/drawing/2014/main" id="{028D8FB6-0717-4263-90D0-D1EF191A6B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9" name="Picture 778" descr="antenna_radiation_stylized">
                <a:extLst>
                  <a:ext uri="{FF2B5EF4-FFF2-40B4-BE49-F238E27FC236}">
                    <a16:creationId xmlns:a16="http://schemas.microsoft.com/office/drawing/2014/main" id="{FCD4B18B-E5E3-465A-A4F9-5D694C4B7D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6" name="Group 779">
              <a:extLst>
                <a:ext uri="{FF2B5EF4-FFF2-40B4-BE49-F238E27FC236}">
                  <a16:creationId xmlns:a16="http://schemas.microsoft.com/office/drawing/2014/main" id="{BE635903-6246-41AE-969D-D973FD4EAC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616" name="Picture 780" descr="access_point_stylized_small">
                <a:extLst>
                  <a:ext uri="{FF2B5EF4-FFF2-40B4-BE49-F238E27FC236}">
                    <a16:creationId xmlns:a16="http://schemas.microsoft.com/office/drawing/2014/main" id="{F6EA0508-2B68-4F82-9BDF-5638869BBB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17" name="Picture 781" descr="antenna_radiation_stylized">
                <a:extLst>
                  <a:ext uri="{FF2B5EF4-FFF2-40B4-BE49-F238E27FC236}">
                    <a16:creationId xmlns:a16="http://schemas.microsoft.com/office/drawing/2014/main" id="{AE88C548-F383-4B8A-B1A7-B43BA8B28E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27" name="Group 782">
              <a:extLst>
                <a:ext uri="{FF2B5EF4-FFF2-40B4-BE49-F238E27FC236}">
                  <a16:creationId xmlns:a16="http://schemas.microsoft.com/office/drawing/2014/main" id="{B681688C-C5F6-4AF3-B01D-BC4AC2906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598" name="Group 783">
                <a:extLst>
                  <a:ext uri="{FF2B5EF4-FFF2-40B4-BE49-F238E27FC236}">
                    <a16:creationId xmlns:a16="http://schemas.microsoft.com/office/drawing/2014/main" id="{CB12C14D-EE34-4E0B-8A43-EFE7DEBE1D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601" name="Line 270">
                  <a:extLst>
                    <a:ext uri="{FF2B5EF4-FFF2-40B4-BE49-F238E27FC236}">
                      <a16:creationId xmlns:a16="http://schemas.microsoft.com/office/drawing/2014/main" id="{418CB987-FDAC-4EFF-849B-525C8224D6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2" name="Line 271">
                  <a:extLst>
                    <a:ext uri="{FF2B5EF4-FFF2-40B4-BE49-F238E27FC236}">
                      <a16:creationId xmlns:a16="http://schemas.microsoft.com/office/drawing/2014/main" id="{27A337B5-E14F-48AD-8C0A-0B5F5856BD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3" name="Line 272">
                  <a:extLst>
                    <a:ext uri="{FF2B5EF4-FFF2-40B4-BE49-F238E27FC236}">
                      <a16:creationId xmlns:a16="http://schemas.microsoft.com/office/drawing/2014/main" id="{4B18C2F9-3D20-4FF7-BE1D-D97236EBD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4" name="Line 273">
                  <a:extLst>
                    <a:ext uri="{FF2B5EF4-FFF2-40B4-BE49-F238E27FC236}">
                      <a16:creationId xmlns:a16="http://schemas.microsoft.com/office/drawing/2014/main" id="{D509C7B7-047A-4275-8AF9-2BFC47D4E5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5" name="Line 274">
                  <a:extLst>
                    <a:ext uri="{FF2B5EF4-FFF2-40B4-BE49-F238E27FC236}">
                      <a16:creationId xmlns:a16="http://schemas.microsoft.com/office/drawing/2014/main" id="{94F068EB-FAB0-4720-A7F7-EA7459B3F0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6" name="Line 275">
                  <a:extLst>
                    <a:ext uri="{FF2B5EF4-FFF2-40B4-BE49-F238E27FC236}">
                      <a16:creationId xmlns:a16="http://schemas.microsoft.com/office/drawing/2014/main" id="{8717CB3B-088C-4FAE-9318-C142CC5519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7" name="Line 276">
                  <a:extLst>
                    <a:ext uri="{FF2B5EF4-FFF2-40B4-BE49-F238E27FC236}">
                      <a16:creationId xmlns:a16="http://schemas.microsoft.com/office/drawing/2014/main" id="{E102AEA8-8A33-44EE-ADFC-425916A436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8" name="Line 277">
                  <a:extLst>
                    <a:ext uri="{FF2B5EF4-FFF2-40B4-BE49-F238E27FC236}">
                      <a16:creationId xmlns:a16="http://schemas.microsoft.com/office/drawing/2014/main" id="{CEB650C5-6A66-4006-AD01-C102077E73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09" name="Line 278">
                  <a:extLst>
                    <a:ext uri="{FF2B5EF4-FFF2-40B4-BE49-F238E27FC236}">
                      <a16:creationId xmlns:a16="http://schemas.microsoft.com/office/drawing/2014/main" id="{106DCFFF-54F8-4FB0-AE2F-99D0A8F912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0" name="Line 279">
                  <a:extLst>
                    <a:ext uri="{FF2B5EF4-FFF2-40B4-BE49-F238E27FC236}">
                      <a16:creationId xmlns:a16="http://schemas.microsoft.com/office/drawing/2014/main" id="{4084B720-F0F7-44AF-A63F-3FCCE45B74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1" name="Line 280">
                  <a:extLst>
                    <a:ext uri="{FF2B5EF4-FFF2-40B4-BE49-F238E27FC236}">
                      <a16:creationId xmlns:a16="http://schemas.microsoft.com/office/drawing/2014/main" id="{3914A868-B849-43E7-A65A-6B256FB405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2" name="Line 281">
                  <a:extLst>
                    <a:ext uri="{FF2B5EF4-FFF2-40B4-BE49-F238E27FC236}">
                      <a16:creationId xmlns:a16="http://schemas.microsoft.com/office/drawing/2014/main" id="{D161DF41-D6B2-4494-8A68-7332D35248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3" name="Line 282">
                  <a:extLst>
                    <a:ext uri="{FF2B5EF4-FFF2-40B4-BE49-F238E27FC236}">
                      <a16:creationId xmlns:a16="http://schemas.microsoft.com/office/drawing/2014/main" id="{F539C2B0-B2FA-47E1-A7D8-E4F4B1D7FE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4" name="Line 283">
                  <a:extLst>
                    <a:ext uri="{FF2B5EF4-FFF2-40B4-BE49-F238E27FC236}">
                      <a16:creationId xmlns:a16="http://schemas.microsoft.com/office/drawing/2014/main" id="{9F200367-4F3F-495F-8C9F-B64953BC52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15" name="Line 284">
                  <a:extLst>
                    <a:ext uri="{FF2B5EF4-FFF2-40B4-BE49-F238E27FC236}">
                      <a16:creationId xmlns:a16="http://schemas.microsoft.com/office/drawing/2014/main" id="{BC63ACA8-DE43-43C8-9C53-CAFB740B95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599" name="Picture 799" descr="cell_tower_radiation copy">
                <a:extLst>
                  <a:ext uri="{FF2B5EF4-FFF2-40B4-BE49-F238E27FC236}">
                    <a16:creationId xmlns:a16="http://schemas.microsoft.com/office/drawing/2014/main" id="{E50E7015-AA60-4C5F-B983-37DCD300B2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00" name="Oval 800">
                <a:extLst>
                  <a:ext uri="{FF2B5EF4-FFF2-40B4-BE49-F238E27FC236}">
                    <a16:creationId xmlns:a16="http://schemas.microsoft.com/office/drawing/2014/main" id="{C8B06326-6E29-4ACA-BC45-B562A58EF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28" name="Text Box 580">
              <a:extLst>
                <a:ext uri="{FF2B5EF4-FFF2-40B4-BE49-F238E27FC236}">
                  <a16:creationId xmlns:a16="http://schemas.microsoft.com/office/drawing/2014/main" id="{E045E48A-D9C5-4E1F-8AE1-4355BC3AC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429" name="Text Box 580">
              <a:extLst>
                <a:ext uri="{FF2B5EF4-FFF2-40B4-BE49-F238E27FC236}">
                  <a16:creationId xmlns:a16="http://schemas.microsoft.com/office/drawing/2014/main" id="{6CB7A459-E513-47D3-9082-ECD61FF7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430" name="Text Box 580">
              <a:extLst>
                <a:ext uri="{FF2B5EF4-FFF2-40B4-BE49-F238E27FC236}">
                  <a16:creationId xmlns:a16="http://schemas.microsoft.com/office/drawing/2014/main" id="{CC6DD7BE-EC4E-45C5-93CE-8D89B53F8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431" name="Text Box 580">
              <a:extLst>
                <a:ext uri="{FF2B5EF4-FFF2-40B4-BE49-F238E27FC236}">
                  <a16:creationId xmlns:a16="http://schemas.microsoft.com/office/drawing/2014/main" id="{4512FF6E-9436-4D29-B07C-2D50A04B8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432" name="Text Box 580">
              <a:extLst>
                <a:ext uri="{FF2B5EF4-FFF2-40B4-BE49-F238E27FC236}">
                  <a16:creationId xmlns:a16="http://schemas.microsoft.com/office/drawing/2014/main" id="{24F2705F-6A05-41CD-9C53-632D01CC1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433" name="Group 950">
              <a:extLst>
                <a:ext uri="{FF2B5EF4-FFF2-40B4-BE49-F238E27FC236}">
                  <a16:creationId xmlns:a16="http://schemas.microsoft.com/office/drawing/2014/main" id="{0AECB2C3-40AE-40BF-9066-9BE063AAAA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566" name="Freeform 951">
                <a:extLst>
                  <a:ext uri="{FF2B5EF4-FFF2-40B4-BE49-F238E27FC236}">
                    <a16:creationId xmlns:a16="http://schemas.microsoft.com/office/drawing/2014/main" id="{8D2E2E4C-5867-490F-9A97-31AD3FBF4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7" name="Rectangle 952">
                <a:extLst>
                  <a:ext uri="{FF2B5EF4-FFF2-40B4-BE49-F238E27FC236}">
                    <a16:creationId xmlns:a16="http://schemas.microsoft.com/office/drawing/2014/main" id="{5EA1C0DA-3D5C-42E8-A926-7E005FA67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8" name="Freeform 953">
                <a:extLst>
                  <a:ext uri="{FF2B5EF4-FFF2-40B4-BE49-F238E27FC236}">
                    <a16:creationId xmlns:a16="http://schemas.microsoft.com/office/drawing/2014/main" id="{BA14FFF0-02AD-4899-83E7-4D218CF42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9" name="Freeform 954">
                <a:extLst>
                  <a:ext uri="{FF2B5EF4-FFF2-40B4-BE49-F238E27FC236}">
                    <a16:creationId xmlns:a16="http://schemas.microsoft.com/office/drawing/2014/main" id="{17B0E82B-5A17-4ABD-BA71-2F0C2C533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0" name="Rectangle 955">
                <a:extLst>
                  <a:ext uri="{FF2B5EF4-FFF2-40B4-BE49-F238E27FC236}">
                    <a16:creationId xmlns:a16="http://schemas.microsoft.com/office/drawing/2014/main" id="{8D27FC9F-AA66-4188-9DD5-1AE0A924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71" name="Group 956">
                <a:extLst>
                  <a:ext uri="{FF2B5EF4-FFF2-40B4-BE49-F238E27FC236}">
                    <a16:creationId xmlns:a16="http://schemas.microsoft.com/office/drawing/2014/main" id="{2B327C1D-F250-4FAA-A7B5-78338A35CB9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96" name="AutoShape 957">
                  <a:extLst>
                    <a:ext uri="{FF2B5EF4-FFF2-40B4-BE49-F238E27FC236}">
                      <a16:creationId xmlns:a16="http://schemas.microsoft.com/office/drawing/2014/main" id="{1475BD14-F4A3-468E-BEB1-BA2A529E2B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7" name="AutoShape 958">
                  <a:extLst>
                    <a:ext uri="{FF2B5EF4-FFF2-40B4-BE49-F238E27FC236}">
                      <a16:creationId xmlns:a16="http://schemas.microsoft.com/office/drawing/2014/main" id="{A48D3D4A-D042-44EC-94A2-E91410EA63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2" name="Rectangle 959">
                <a:extLst>
                  <a:ext uri="{FF2B5EF4-FFF2-40B4-BE49-F238E27FC236}">
                    <a16:creationId xmlns:a16="http://schemas.microsoft.com/office/drawing/2014/main" id="{883AAE9B-15CD-473A-9331-86DF5ED68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73" name="Group 960">
                <a:extLst>
                  <a:ext uri="{FF2B5EF4-FFF2-40B4-BE49-F238E27FC236}">
                    <a16:creationId xmlns:a16="http://schemas.microsoft.com/office/drawing/2014/main" id="{E49D583F-AC8B-437C-8E95-EB22A97B6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94" name="AutoShape 961">
                  <a:extLst>
                    <a:ext uri="{FF2B5EF4-FFF2-40B4-BE49-F238E27FC236}">
                      <a16:creationId xmlns:a16="http://schemas.microsoft.com/office/drawing/2014/main" id="{23C41757-A1F1-4C66-8EB8-97B51645C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5" name="AutoShape 962">
                  <a:extLst>
                    <a:ext uri="{FF2B5EF4-FFF2-40B4-BE49-F238E27FC236}">
                      <a16:creationId xmlns:a16="http://schemas.microsoft.com/office/drawing/2014/main" id="{0A32208E-1EFD-48A1-80FC-740D636676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4" name="Rectangle 963">
                <a:extLst>
                  <a:ext uri="{FF2B5EF4-FFF2-40B4-BE49-F238E27FC236}">
                    <a16:creationId xmlns:a16="http://schemas.microsoft.com/office/drawing/2014/main" id="{7407BED9-6636-4316-B972-65B009D70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5" name="Rectangle 964">
                <a:extLst>
                  <a:ext uri="{FF2B5EF4-FFF2-40B4-BE49-F238E27FC236}">
                    <a16:creationId xmlns:a16="http://schemas.microsoft.com/office/drawing/2014/main" id="{BBB4FE93-AE28-461C-ACCA-BA11357286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76" name="Group 965">
                <a:extLst>
                  <a:ext uri="{FF2B5EF4-FFF2-40B4-BE49-F238E27FC236}">
                    <a16:creationId xmlns:a16="http://schemas.microsoft.com/office/drawing/2014/main" id="{6B1A5F78-0CBB-4111-90DF-22C9F02FC7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92" name="AutoShape 966">
                  <a:extLst>
                    <a:ext uri="{FF2B5EF4-FFF2-40B4-BE49-F238E27FC236}">
                      <a16:creationId xmlns:a16="http://schemas.microsoft.com/office/drawing/2014/main" id="{C9BF0EC3-C35C-47A7-9471-77FFA15A10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3" name="AutoShape 967">
                  <a:extLst>
                    <a:ext uri="{FF2B5EF4-FFF2-40B4-BE49-F238E27FC236}">
                      <a16:creationId xmlns:a16="http://schemas.microsoft.com/office/drawing/2014/main" id="{4D9B9EE5-1C4C-4A9E-B913-3290B33DA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7" name="Freeform 968">
                <a:extLst>
                  <a:ext uri="{FF2B5EF4-FFF2-40B4-BE49-F238E27FC236}">
                    <a16:creationId xmlns:a16="http://schemas.microsoft.com/office/drawing/2014/main" id="{BC087E58-2B96-4BBF-BC0C-15CB6E462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78" name="Group 969">
                <a:extLst>
                  <a:ext uri="{FF2B5EF4-FFF2-40B4-BE49-F238E27FC236}">
                    <a16:creationId xmlns:a16="http://schemas.microsoft.com/office/drawing/2014/main" id="{A5276984-D2C2-4526-8CF5-0A8A5E3F6E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90" name="AutoShape 970">
                  <a:extLst>
                    <a:ext uri="{FF2B5EF4-FFF2-40B4-BE49-F238E27FC236}">
                      <a16:creationId xmlns:a16="http://schemas.microsoft.com/office/drawing/2014/main" id="{CEE8D701-D196-400D-B0FC-4F12B75E4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91" name="AutoShape 971">
                  <a:extLst>
                    <a:ext uri="{FF2B5EF4-FFF2-40B4-BE49-F238E27FC236}">
                      <a16:creationId xmlns:a16="http://schemas.microsoft.com/office/drawing/2014/main" id="{76FF9F2C-B50D-4E7D-A643-B8B13E2379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79" name="Rectangle 972">
                <a:extLst>
                  <a:ext uri="{FF2B5EF4-FFF2-40B4-BE49-F238E27FC236}">
                    <a16:creationId xmlns:a16="http://schemas.microsoft.com/office/drawing/2014/main" id="{CB12ED77-B403-4AB7-A183-917C5476A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0" name="Freeform 973">
                <a:extLst>
                  <a:ext uri="{FF2B5EF4-FFF2-40B4-BE49-F238E27FC236}">
                    <a16:creationId xmlns:a16="http://schemas.microsoft.com/office/drawing/2014/main" id="{A00D7C36-64B3-4D0F-8292-17355E04D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1" name="Freeform 974">
                <a:extLst>
                  <a:ext uri="{FF2B5EF4-FFF2-40B4-BE49-F238E27FC236}">
                    <a16:creationId xmlns:a16="http://schemas.microsoft.com/office/drawing/2014/main" id="{AC76B113-2E9F-42A6-835C-915EB3A02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2" name="Oval 975">
                <a:extLst>
                  <a:ext uri="{FF2B5EF4-FFF2-40B4-BE49-F238E27FC236}">
                    <a16:creationId xmlns:a16="http://schemas.microsoft.com/office/drawing/2014/main" id="{49E9BE06-D665-4A51-8431-DB5903CAD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3" name="Freeform 976">
                <a:extLst>
                  <a:ext uri="{FF2B5EF4-FFF2-40B4-BE49-F238E27FC236}">
                    <a16:creationId xmlns:a16="http://schemas.microsoft.com/office/drawing/2014/main" id="{8427BCF7-02D6-44B1-8542-861220D1E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4" name="AutoShape 977">
                <a:extLst>
                  <a:ext uri="{FF2B5EF4-FFF2-40B4-BE49-F238E27FC236}">
                    <a16:creationId xmlns:a16="http://schemas.microsoft.com/office/drawing/2014/main" id="{2F9843E5-1BD3-4032-9F7E-CB8080D9B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5" name="AutoShape 978">
                <a:extLst>
                  <a:ext uri="{FF2B5EF4-FFF2-40B4-BE49-F238E27FC236}">
                    <a16:creationId xmlns:a16="http://schemas.microsoft.com/office/drawing/2014/main" id="{A333A54A-4C27-4C8B-BD0A-A3AFD8408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6" name="Oval 979">
                <a:extLst>
                  <a:ext uri="{FF2B5EF4-FFF2-40B4-BE49-F238E27FC236}">
                    <a16:creationId xmlns:a16="http://schemas.microsoft.com/office/drawing/2014/main" id="{6D5C6E79-0E22-4DFE-A60A-BEFCFE0F4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7" name="Oval 980">
                <a:extLst>
                  <a:ext uri="{FF2B5EF4-FFF2-40B4-BE49-F238E27FC236}">
                    <a16:creationId xmlns:a16="http://schemas.microsoft.com/office/drawing/2014/main" id="{29BF4751-6946-4281-8764-38AC6C2E8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8" name="Oval 981">
                <a:extLst>
                  <a:ext uri="{FF2B5EF4-FFF2-40B4-BE49-F238E27FC236}">
                    <a16:creationId xmlns:a16="http://schemas.microsoft.com/office/drawing/2014/main" id="{55E820FF-ACB4-4C8C-8168-E78465546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9" name="Rectangle 982">
                <a:extLst>
                  <a:ext uri="{FF2B5EF4-FFF2-40B4-BE49-F238E27FC236}">
                    <a16:creationId xmlns:a16="http://schemas.microsoft.com/office/drawing/2014/main" id="{772CE500-E0F0-4A46-AC28-1F11EA7E4C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4" name="Group 983">
              <a:extLst>
                <a:ext uri="{FF2B5EF4-FFF2-40B4-BE49-F238E27FC236}">
                  <a16:creationId xmlns:a16="http://schemas.microsoft.com/office/drawing/2014/main" id="{6C8BEB6F-CBC6-4FC6-B49B-6ACB377B26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534" name="Freeform 984">
                <a:extLst>
                  <a:ext uri="{FF2B5EF4-FFF2-40B4-BE49-F238E27FC236}">
                    <a16:creationId xmlns:a16="http://schemas.microsoft.com/office/drawing/2014/main" id="{62406893-3600-4A02-B74A-3D00BAA45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5" name="Rectangle 985">
                <a:extLst>
                  <a:ext uri="{FF2B5EF4-FFF2-40B4-BE49-F238E27FC236}">
                    <a16:creationId xmlns:a16="http://schemas.microsoft.com/office/drawing/2014/main" id="{EDD99F3F-6A79-4B1C-91E9-AAAD9E057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6" name="Freeform 986">
                <a:extLst>
                  <a:ext uri="{FF2B5EF4-FFF2-40B4-BE49-F238E27FC236}">
                    <a16:creationId xmlns:a16="http://schemas.microsoft.com/office/drawing/2014/main" id="{F544BCF4-9795-4657-8067-B84715852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7" name="Freeform 987">
                <a:extLst>
                  <a:ext uri="{FF2B5EF4-FFF2-40B4-BE49-F238E27FC236}">
                    <a16:creationId xmlns:a16="http://schemas.microsoft.com/office/drawing/2014/main" id="{5607E2E9-4701-4636-84F1-CA28A983F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8" name="Rectangle 988">
                <a:extLst>
                  <a:ext uri="{FF2B5EF4-FFF2-40B4-BE49-F238E27FC236}">
                    <a16:creationId xmlns:a16="http://schemas.microsoft.com/office/drawing/2014/main" id="{53541F89-E8AB-46B4-86DD-5636663A3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39" name="Group 989">
                <a:extLst>
                  <a:ext uri="{FF2B5EF4-FFF2-40B4-BE49-F238E27FC236}">
                    <a16:creationId xmlns:a16="http://schemas.microsoft.com/office/drawing/2014/main" id="{11FEF16C-3548-48CA-9E74-A6101DFA09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64" name="AutoShape 990">
                  <a:extLst>
                    <a:ext uri="{FF2B5EF4-FFF2-40B4-BE49-F238E27FC236}">
                      <a16:creationId xmlns:a16="http://schemas.microsoft.com/office/drawing/2014/main" id="{326A02BB-E9EC-4766-9F21-7C01A931A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5" name="AutoShape 991">
                  <a:extLst>
                    <a:ext uri="{FF2B5EF4-FFF2-40B4-BE49-F238E27FC236}">
                      <a16:creationId xmlns:a16="http://schemas.microsoft.com/office/drawing/2014/main" id="{DCCCA484-AF64-407C-BDB1-CB3BEF6C04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0" name="Rectangle 992">
                <a:extLst>
                  <a:ext uri="{FF2B5EF4-FFF2-40B4-BE49-F238E27FC236}">
                    <a16:creationId xmlns:a16="http://schemas.microsoft.com/office/drawing/2014/main" id="{AFED6595-FD76-49CF-B8D7-49D1ED980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1" name="Group 993">
                <a:extLst>
                  <a:ext uri="{FF2B5EF4-FFF2-40B4-BE49-F238E27FC236}">
                    <a16:creationId xmlns:a16="http://schemas.microsoft.com/office/drawing/2014/main" id="{975B0014-853D-4FD0-BBA3-EBC69A06FD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62" name="AutoShape 994">
                  <a:extLst>
                    <a:ext uri="{FF2B5EF4-FFF2-40B4-BE49-F238E27FC236}">
                      <a16:creationId xmlns:a16="http://schemas.microsoft.com/office/drawing/2014/main" id="{02754F68-3D26-4C45-B4F1-76202C3D62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3" name="AutoShape 995">
                  <a:extLst>
                    <a:ext uri="{FF2B5EF4-FFF2-40B4-BE49-F238E27FC236}">
                      <a16:creationId xmlns:a16="http://schemas.microsoft.com/office/drawing/2014/main" id="{5667EECA-CEC2-4BC3-9FAC-8AF275AB74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2" name="Rectangle 996">
                <a:extLst>
                  <a:ext uri="{FF2B5EF4-FFF2-40B4-BE49-F238E27FC236}">
                    <a16:creationId xmlns:a16="http://schemas.microsoft.com/office/drawing/2014/main" id="{3AEF8574-EE1B-4F2A-BADD-4432F6B578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3" name="Rectangle 997">
                <a:extLst>
                  <a:ext uri="{FF2B5EF4-FFF2-40B4-BE49-F238E27FC236}">
                    <a16:creationId xmlns:a16="http://schemas.microsoft.com/office/drawing/2014/main" id="{DA2168E0-3A97-42A8-B876-B81F0909B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4" name="Group 998">
                <a:extLst>
                  <a:ext uri="{FF2B5EF4-FFF2-40B4-BE49-F238E27FC236}">
                    <a16:creationId xmlns:a16="http://schemas.microsoft.com/office/drawing/2014/main" id="{7136C63D-6FC6-419E-852F-4F92EE9C10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60" name="AutoShape 999">
                  <a:extLst>
                    <a:ext uri="{FF2B5EF4-FFF2-40B4-BE49-F238E27FC236}">
                      <a16:creationId xmlns:a16="http://schemas.microsoft.com/office/drawing/2014/main" id="{C6E52212-02EF-4483-B89A-55596E95AE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1" name="AutoShape 1000">
                  <a:extLst>
                    <a:ext uri="{FF2B5EF4-FFF2-40B4-BE49-F238E27FC236}">
                      <a16:creationId xmlns:a16="http://schemas.microsoft.com/office/drawing/2014/main" id="{9D6D63C1-8967-4707-AE4F-2FAB5240EB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5" name="Freeform 1001">
                <a:extLst>
                  <a:ext uri="{FF2B5EF4-FFF2-40B4-BE49-F238E27FC236}">
                    <a16:creationId xmlns:a16="http://schemas.microsoft.com/office/drawing/2014/main" id="{967F0DB7-A9D7-49C4-94F2-EA973C7DB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46" name="Group 1002">
                <a:extLst>
                  <a:ext uri="{FF2B5EF4-FFF2-40B4-BE49-F238E27FC236}">
                    <a16:creationId xmlns:a16="http://schemas.microsoft.com/office/drawing/2014/main" id="{8FC66859-E222-430B-AD8F-35FE5BCA0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58" name="AutoShape 1003">
                  <a:extLst>
                    <a:ext uri="{FF2B5EF4-FFF2-40B4-BE49-F238E27FC236}">
                      <a16:creationId xmlns:a16="http://schemas.microsoft.com/office/drawing/2014/main" id="{4F1CC829-E40B-4CDF-A29F-E841E342DC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9" name="AutoShape 1004">
                  <a:extLst>
                    <a:ext uri="{FF2B5EF4-FFF2-40B4-BE49-F238E27FC236}">
                      <a16:creationId xmlns:a16="http://schemas.microsoft.com/office/drawing/2014/main" id="{01D0F5F6-FA97-4635-A1F7-BD297A279F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47" name="Rectangle 1005">
                <a:extLst>
                  <a:ext uri="{FF2B5EF4-FFF2-40B4-BE49-F238E27FC236}">
                    <a16:creationId xmlns:a16="http://schemas.microsoft.com/office/drawing/2014/main" id="{35ABF0D2-613B-415C-BEC0-855080812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8" name="Freeform 1006">
                <a:extLst>
                  <a:ext uri="{FF2B5EF4-FFF2-40B4-BE49-F238E27FC236}">
                    <a16:creationId xmlns:a16="http://schemas.microsoft.com/office/drawing/2014/main" id="{851D3C88-7CB2-4B9A-9A01-DDF422F6A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9" name="Freeform 1007">
                <a:extLst>
                  <a:ext uri="{FF2B5EF4-FFF2-40B4-BE49-F238E27FC236}">
                    <a16:creationId xmlns:a16="http://schemas.microsoft.com/office/drawing/2014/main" id="{E0AD27AC-0202-4F6F-A9F9-FDA38DB18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0" name="Oval 1008">
                <a:extLst>
                  <a:ext uri="{FF2B5EF4-FFF2-40B4-BE49-F238E27FC236}">
                    <a16:creationId xmlns:a16="http://schemas.microsoft.com/office/drawing/2014/main" id="{69B21488-D668-4D13-9F5F-EB1EBE8A6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1" name="Freeform 1009">
                <a:extLst>
                  <a:ext uri="{FF2B5EF4-FFF2-40B4-BE49-F238E27FC236}">
                    <a16:creationId xmlns:a16="http://schemas.microsoft.com/office/drawing/2014/main" id="{951C1927-78C7-49A2-8E17-DF7F9B7E7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2" name="AutoShape 1010">
                <a:extLst>
                  <a:ext uri="{FF2B5EF4-FFF2-40B4-BE49-F238E27FC236}">
                    <a16:creationId xmlns:a16="http://schemas.microsoft.com/office/drawing/2014/main" id="{AD237787-D356-498F-85C3-5D91D1840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3" name="AutoShape 1011">
                <a:extLst>
                  <a:ext uri="{FF2B5EF4-FFF2-40B4-BE49-F238E27FC236}">
                    <a16:creationId xmlns:a16="http://schemas.microsoft.com/office/drawing/2014/main" id="{05A3B555-6095-485E-B1F7-49F341873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4" name="Oval 1012">
                <a:extLst>
                  <a:ext uri="{FF2B5EF4-FFF2-40B4-BE49-F238E27FC236}">
                    <a16:creationId xmlns:a16="http://schemas.microsoft.com/office/drawing/2014/main" id="{FABE40CC-B8F4-4CA0-A0E8-F5A62620B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5" name="Oval 1013">
                <a:extLst>
                  <a:ext uri="{FF2B5EF4-FFF2-40B4-BE49-F238E27FC236}">
                    <a16:creationId xmlns:a16="http://schemas.microsoft.com/office/drawing/2014/main" id="{B9F35DFA-1433-4FAF-8F23-B4E1F64F5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6" name="Oval 1014">
                <a:extLst>
                  <a:ext uri="{FF2B5EF4-FFF2-40B4-BE49-F238E27FC236}">
                    <a16:creationId xmlns:a16="http://schemas.microsoft.com/office/drawing/2014/main" id="{2F0D2545-DE06-4063-AC4B-9827FDF3C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7" name="Rectangle 1015">
                <a:extLst>
                  <a:ext uri="{FF2B5EF4-FFF2-40B4-BE49-F238E27FC236}">
                    <a16:creationId xmlns:a16="http://schemas.microsoft.com/office/drawing/2014/main" id="{B6360E64-88D8-44EB-BE2C-9197FA865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5" name="Group 1016">
              <a:extLst>
                <a:ext uri="{FF2B5EF4-FFF2-40B4-BE49-F238E27FC236}">
                  <a16:creationId xmlns:a16="http://schemas.microsoft.com/office/drawing/2014/main" id="{A0DFEE66-5EEF-403A-9CBB-BD667E7E3F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511" name="Picture 1017" descr="antenna_stylized">
                <a:extLst>
                  <a:ext uri="{FF2B5EF4-FFF2-40B4-BE49-F238E27FC236}">
                    <a16:creationId xmlns:a16="http://schemas.microsoft.com/office/drawing/2014/main" id="{555B0D92-2189-49E1-B36A-B2AAD458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12" name="Picture 1018" descr="laptop_keyboard">
                <a:extLst>
                  <a:ext uri="{FF2B5EF4-FFF2-40B4-BE49-F238E27FC236}">
                    <a16:creationId xmlns:a16="http://schemas.microsoft.com/office/drawing/2014/main" id="{F9F64C82-7990-4D48-AC24-EAB8CC317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3" name="Freeform 1019">
                <a:extLst>
                  <a:ext uri="{FF2B5EF4-FFF2-40B4-BE49-F238E27FC236}">
                    <a16:creationId xmlns:a16="http://schemas.microsoft.com/office/drawing/2014/main" id="{35802EC7-A4F9-4286-BB84-22D987592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514" name="Picture 1020" descr="screen">
                <a:extLst>
                  <a:ext uri="{FF2B5EF4-FFF2-40B4-BE49-F238E27FC236}">
                    <a16:creationId xmlns:a16="http://schemas.microsoft.com/office/drawing/2014/main" id="{6103ECBC-ADED-4CE6-9F56-DFD79DD78C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5" name="Freeform 1021">
                <a:extLst>
                  <a:ext uri="{FF2B5EF4-FFF2-40B4-BE49-F238E27FC236}">
                    <a16:creationId xmlns:a16="http://schemas.microsoft.com/office/drawing/2014/main" id="{7226544C-D4CE-4A4B-8028-3B97F210B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6" name="Freeform 1022">
                <a:extLst>
                  <a:ext uri="{FF2B5EF4-FFF2-40B4-BE49-F238E27FC236}">
                    <a16:creationId xmlns:a16="http://schemas.microsoft.com/office/drawing/2014/main" id="{F109A761-6C59-40D3-84F3-D982D7C9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7" name="Freeform 1023">
                <a:extLst>
                  <a:ext uri="{FF2B5EF4-FFF2-40B4-BE49-F238E27FC236}">
                    <a16:creationId xmlns:a16="http://schemas.microsoft.com/office/drawing/2014/main" id="{27000993-F97E-4D3A-8F7E-64582584FD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8" name="Freeform 1024">
                <a:extLst>
                  <a:ext uri="{FF2B5EF4-FFF2-40B4-BE49-F238E27FC236}">
                    <a16:creationId xmlns:a16="http://schemas.microsoft.com/office/drawing/2014/main" id="{F77B6E34-6FD5-4FC8-9ABA-653A6AB29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9" name="Freeform 1025">
                <a:extLst>
                  <a:ext uri="{FF2B5EF4-FFF2-40B4-BE49-F238E27FC236}">
                    <a16:creationId xmlns:a16="http://schemas.microsoft.com/office/drawing/2014/main" id="{379827E5-0169-42D3-B450-488EB9C88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0" name="Freeform 1026">
                <a:extLst>
                  <a:ext uri="{FF2B5EF4-FFF2-40B4-BE49-F238E27FC236}">
                    <a16:creationId xmlns:a16="http://schemas.microsoft.com/office/drawing/2014/main" id="{3D96087B-036F-4D01-842B-B3444A4E7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21" name="Group 1027">
                <a:extLst>
                  <a:ext uri="{FF2B5EF4-FFF2-40B4-BE49-F238E27FC236}">
                    <a16:creationId xmlns:a16="http://schemas.microsoft.com/office/drawing/2014/main" id="{20962D4A-4104-4391-BB75-CABA624098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28" name="Freeform 1028">
                  <a:extLst>
                    <a:ext uri="{FF2B5EF4-FFF2-40B4-BE49-F238E27FC236}">
                      <a16:creationId xmlns:a16="http://schemas.microsoft.com/office/drawing/2014/main" id="{746C4FB9-1F18-45FA-9BDC-A27A7D79A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9" name="Freeform 1029">
                  <a:extLst>
                    <a:ext uri="{FF2B5EF4-FFF2-40B4-BE49-F238E27FC236}">
                      <a16:creationId xmlns:a16="http://schemas.microsoft.com/office/drawing/2014/main" id="{992299DA-8864-4C65-AA10-5E0F81152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0" name="Freeform 1030">
                  <a:extLst>
                    <a:ext uri="{FF2B5EF4-FFF2-40B4-BE49-F238E27FC236}">
                      <a16:creationId xmlns:a16="http://schemas.microsoft.com/office/drawing/2014/main" id="{3D8AA55C-004C-470A-9C3B-5416511AD6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1" name="Freeform 1031">
                  <a:extLst>
                    <a:ext uri="{FF2B5EF4-FFF2-40B4-BE49-F238E27FC236}">
                      <a16:creationId xmlns:a16="http://schemas.microsoft.com/office/drawing/2014/main" id="{35897373-70AE-44E3-AD57-6B07660AB2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2" name="Freeform 1032">
                  <a:extLst>
                    <a:ext uri="{FF2B5EF4-FFF2-40B4-BE49-F238E27FC236}">
                      <a16:creationId xmlns:a16="http://schemas.microsoft.com/office/drawing/2014/main" id="{51985149-CC6B-443B-8B32-7BD28707C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3" name="Freeform 1033">
                  <a:extLst>
                    <a:ext uri="{FF2B5EF4-FFF2-40B4-BE49-F238E27FC236}">
                      <a16:creationId xmlns:a16="http://schemas.microsoft.com/office/drawing/2014/main" id="{AD838941-52E5-407B-9C3D-B5DE4322BB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22" name="Freeform 1034">
                <a:extLst>
                  <a:ext uri="{FF2B5EF4-FFF2-40B4-BE49-F238E27FC236}">
                    <a16:creationId xmlns:a16="http://schemas.microsoft.com/office/drawing/2014/main" id="{63B360B2-0CD6-48AD-9519-84C44F7DA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3" name="Freeform 1035">
                <a:extLst>
                  <a:ext uri="{FF2B5EF4-FFF2-40B4-BE49-F238E27FC236}">
                    <a16:creationId xmlns:a16="http://schemas.microsoft.com/office/drawing/2014/main" id="{F38FBBFE-CA01-4104-AAB6-E2B26CD58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4" name="Freeform 1036">
                <a:extLst>
                  <a:ext uri="{FF2B5EF4-FFF2-40B4-BE49-F238E27FC236}">
                    <a16:creationId xmlns:a16="http://schemas.microsoft.com/office/drawing/2014/main" id="{B49DFE4D-E248-430C-9DC8-AF71C2C54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5" name="Freeform 1037">
                <a:extLst>
                  <a:ext uri="{FF2B5EF4-FFF2-40B4-BE49-F238E27FC236}">
                    <a16:creationId xmlns:a16="http://schemas.microsoft.com/office/drawing/2014/main" id="{0A9BD373-8C7D-4F84-BCBC-573C4B764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6" name="Freeform 1038">
                <a:extLst>
                  <a:ext uri="{FF2B5EF4-FFF2-40B4-BE49-F238E27FC236}">
                    <a16:creationId xmlns:a16="http://schemas.microsoft.com/office/drawing/2014/main" id="{A2089652-A32A-4866-999C-40D0305C5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7" name="Freeform 1039">
                <a:extLst>
                  <a:ext uri="{FF2B5EF4-FFF2-40B4-BE49-F238E27FC236}">
                    <a16:creationId xmlns:a16="http://schemas.microsoft.com/office/drawing/2014/main" id="{EE930102-57F1-4CDB-ADEE-983A0133AE7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6" name="Group 1064">
              <a:extLst>
                <a:ext uri="{FF2B5EF4-FFF2-40B4-BE49-F238E27FC236}">
                  <a16:creationId xmlns:a16="http://schemas.microsoft.com/office/drawing/2014/main" id="{503C14DF-BAFE-4719-933C-C8B4366C77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488" name="Picture 1065" descr="antenna_stylized">
                <a:extLst>
                  <a:ext uri="{FF2B5EF4-FFF2-40B4-BE49-F238E27FC236}">
                    <a16:creationId xmlns:a16="http://schemas.microsoft.com/office/drawing/2014/main" id="{B44EFCBF-B556-4799-BA73-C1DA13852E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89" name="Picture 1066" descr="laptop_keyboard">
                <a:extLst>
                  <a:ext uri="{FF2B5EF4-FFF2-40B4-BE49-F238E27FC236}">
                    <a16:creationId xmlns:a16="http://schemas.microsoft.com/office/drawing/2014/main" id="{0EC573BA-1D26-4689-BAD4-49AAA089F7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0" name="Freeform 1067">
                <a:extLst>
                  <a:ext uri="{FF2B5EF4-FFF2-40B4-BE49-F238E27FC236}">
                    <a16:creationId xmlns:a16="http://schemas.microsoft.com/office/drawing/2014/main" id="{CF7B329E-8451-4CAA-8096-DA4F34872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91" name="Picture 1068" descr="screen">
                <a:extLst>
                  <a:ext uri="{FF2B5EF4-FFF2-40B4-BE49-F238E27FC236}">
                    <a16:creationId xmlns:a16="http://schemas.microsoft.com/office/drawing/2014/main" id="{B4B2490E-67E1-4D65-9A5F-A80A49EA29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92" name="Freeform 1069">
                <a:extLst>
                  <a:ext uri="{FF2B5EF4-FFF2-40B4-BE49-F238E27FC236}">
                    <a16:creationId xmlns:a16="http://schemas.microsoft.com/office/drawing/2014/main" id="{B22C2FC9-3F26-4A2C-97D4-F9CB8C4CD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3" name="Freeform 1070">
                <a:extLst>
                  <a:ext uri="{FF2B5EF4-FFF2-40B4-BE49-F238E27FC236}">
                    <a16:creationId xmlns:a16="http://schemas.microsoft.com/office/drawing/2014/main" id="{1ACF9F65-0898-466C-834A-EB46BA70B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4" name="Freeform 1071">
                <a:extLst>
                  <a:ext uri="{FF2B5EF4-FFF2-40B4-BE49-F238E27FC236}">
                    <a16:creationId xmlns:a16="http://schemas.microsoft.com/office/drawing/2014/main" id="{DF192642-D04E-4393-9F4E-11A64816A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5" name="Freeform 1072">
                <a:extLst>
                  <a:ext uri="{FF2B5EF4-FFF2-40B4-BE49-F238E27FC236}">
                    <a16:creationId xmlns:a16="http://schemas.microsoft.com/office/drawing/2014/main" id="{8463DF10-AC2C-414F-8BB7-A139F2224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6" name="Freeform 1073">
                <a:extLst>
                  <a:ext uri="{FF2B5EF4-FFF2-40B4-BE49-F238E27FC236}">
                    <a16:creationId xmlns:a16="http://schemas.microsoft.com/office/drawing/2014/main" id="{F6B02902-237D-46FA-B71C-4D4B7AC99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7" name="Freeform 1074">
                <a:extLst>
                  <a:ext uri="{FF2B5EF4-FFF2-40B4-BE49-F238E27FC236}">
                    <a16:creationId xmlns:a16="http://schemas.microsoft.com/office/drawing/2014/main" id="{5A391999-DCB8-4B8E-AF31-2D8AB95C5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98" name="Group 1075">
                <a:extLst>
                  <a:ext uri="{FF2B5EF4-FFF2-40B4-BE49-F238E27FC236}">
                    <a16:creationId xmlns:a16="http://schemas.microsoft.com/office/drawing/2014/main" id="{14BE8248-709D-4CE5-BC07-B27F73FCE2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505" name="Freeform 1076">
                  <a:extLst>
                    <a:ext uri="{FF2B5EF4-FFF2-40B4-BE49-F238E27FC236}">
                      <a16:creationId xmlns:a16="http://schemas.microsoft.com/office/drawing/2014/main" id="{C8017743-29F3-46F3-8FB1-EBF62D2BC0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6" name="Freeform 1077">
                  <a:extLst>
                    <a:ext uri="{FF2B5EF4-FFF2-40B4-BE49-F238E27FC236}">
                      <a16:creationId xmlns:a16="http://schemas.microsoft.com/office/drawing/2014/main" id="{D33B5004-B8AC-49E2-9FEC-6FE3C72580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7" name="Freeform 1078">
                  <a:extLst>
                    <a:ext uri="{FF2B5EF4-FFF2-40B4-BE49-F238E27FC236}">
                      <a16:creationId xmlns:a16="http://schemas.microsoft.com/office/drawing/2014/main" id="{BAF7E6E5-6BAA-4839-819C-4CBE3C5F92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8" name="Freeform 1079">
                  <a:extLst>
                    <a:ext uri="{FF2B5EF4-FFF2-40B4-BE49-F238E27FC236}">
                      <a16:creationId xmlns:a16="http://schemas.microsoft.com/office/drawing/2014/main" id="{EC9F0C75-91BC-4EB4-AC4F-B223E3C19A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09" name="Freeform 1080">
                  <a:extLst>
                    <a:ext uri="{FF2B5EF4-FFF2-40B4-BE49-F238E27FC236}">
                      <a16:creationId xmlns:a16="http://schemas.microsoft.com/office/drawing/2014/main" id="{0F302BAC-AD42-414F-82D1-55571B2A81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10" name="Freeform 1081">
                  <a:extLst>
                    <a:ext uri="{FF2B5EF4-FFF2-40B4-BE49-F238E27FC236}">
                      <a16:creationId xmlns:a16="http://schemas.microsoft.com/office/drawing/2014/main" id="{D0F915B7-E9E1-464D-9DC8-123D47480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99" name="Freeform 1082">
                <a:extLst>
                  <a:ext uri="{FF2B5EF4-FFF2-40B4-BE49-F238E27FC236}">
                    <a16:creationId xmlns:a16="http://schemas.microsoft.com/office/drawing/2014/main" id="{203D05C9-493E-4B5F-8116-E3B33F567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0" name="Freeform 1083">
                <a:extLst>
                  <a:ext uri="{FF2B5EF4-FFF2-40B4-BE49-F238E27FC236}">
                    <a16:creationId xmlns:a16="http://schemas.microsoft.com/office/drawing/2014/main" id="{03340377-B783-4EB4-83B6-BAB7AEA8D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1" name="Freeform 1084">
                <a:extLst>
                  <a:ext uri="{FF2B5EF4-FFF2-40B4-BE49-F238E27FC236}">
                    <a16:creationId xmlns:a16="http://schemas.microsoft.com/office/drawing/2014/main" id="{3893CC8F-57A4-447E-8AA7-40422620C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2" name="Freeform 1085">
                <a:extLst>
                  <a:ext uri="{FF2B5EF4-FFF2-40B4-BE49-F238E27FC236}">
                    <a16:creationId xmlns:a16="http://schemas.microsoft.com/office/drawing/2014/main" id="{E7454012-A574-4918-9F37-D6C0CA115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3" name="Freeform 1086">
                <a:extLst>
                  <a:ext uri="{FF2B5EF4-FFF2-40B4-BE49-F238E27FC236}">
                    <a16:creationId xmlns:a16="http://schemas.microsoft.com/office/drawing/2014/main" id="{488184D3-7A5C-4827-8201-04FBAA3F6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4" name="Freeform 1087">
                <a:extLst>
                  <a:ext uri="{FF2B5EF4-FFF2-40B4-BE49-F238E27FC236}">
                    <a16:creationId xmlns:a16="http://schemas.microsoft.com/office/drawing/2014/main" id="{70826D1B-F530-40B7-AAF3-5535EEEDBD2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7" name="Group 1114">
              <a:extLst>
                <a:ext uri="{FF2B5EF4-FFF2-40B4-BE49-F238E27FC236}">
                  <a16:creationId xmlns:a16="http://schemas.microsoft.com/office/drawing/2014/main" id="{36B888B2-B933-4D8E-B3DA-D918FDF94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465" name="Picture 1115" descr="antenna_stylized">
                <a:extLst>
                  <a:ext uri="{FF2B5EF4-FFF2-40B4-BE49-F238E27FC236}">
                    <a16:creationId xmlns:a16="http://schemas.microsoft.com/office/drawing/2014/main" id="{2134D013-13A0-4696-89EC-5EE63967BB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66" name="Picture 1116" descr="laptop_keyboard">
                <a:extLst>
                  <a:ext uri="{FF2B5EF4-FFF2-40B4-BE49-F238E27FC236}">
                    <a16:creationId xmlns:a16="http://schemas.microsoft.com/office/drawing/2014/main" id="{9558E31C-C3DA-4ABE-A916-0FFBD59A02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7" name="Freeform 1117">
                <a:extLst>
                  <a:ext uri="{FF2B5EF4-FFF2-40B4-BE49-F238E27FC236}">
                    <a16:creationId xmlns:a16="http://schemas.microsoft.com/office/drawing/2014/main" id="{A6E4CC89-DC03-4B08-A767-583325847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68" name="Picture 1118" descr="screen">
                <a:extLst>
                  <a:ext uri="{FF2B5EF4-FFF2-40B4-BE49-F238E27FC236}">
                    <a16:creationId xmlns:a16="http://schemas.microsoft.com/office/drawing/2014/main" id="{02A81279-C52D-4EB8-92EC-71852FCD7C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9" name="Freeform 1119">
                <a:extLst>
                  <a:ext uri="{FF2B5EF4-FFF2-40B4-BE49-F238E27FC236}">
                    <a16:creationId xmlns:a16="http://schemas.microsoft.com/office/drawing/2014/main" id="{FA959648-C010-4E4C-AA32-D0E60BF1B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0" name="Freeform 1120">
                <a:extLst>
                  <a:ext uri="{FF2B5EF4-FFF2-40B4-BE49-F238E27FC236}">
                    <a16:creationId xmlns:a16="http://schemas.microsoft.com/office/drawing/2014/main" id="{5BDEA95E-90A2-460A-93A2-D701F8E45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1" name="Freeform 1121">
                <a:extLst>
                  <a:ext uri="{FF2B5EF4-FFF2-40B4-BE49-F238E27FC236}">
                    <a16:creationId xmlns:a16="http://schemas.microsoft.com/office/drawing/2014/main" id="{E427F7F6-5E41-4DEB-8B8E-99105520A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2" name="Freeform 1122">
                <a:extLst>
                  <a:ext uri="{FF2B5EF4-FFF2-40B4-BE49-F238E27FC236}">
                    <a16:creationId xmlns:a16="http://schemas.microsoft.com/office/drawing/2014/main" id="{210B83EB-701C-4439-B31C-0CEDF3F52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3" name="Freeform 1123">
                <a:extLst>
                  <a:ext uri="{FF2B5EF4-FFF2-40B4-BE49-F238E27FC236}">
                    <a16:creationId xmlns:a16="http://schemas.microsoft.com/office/drawing/2014/main" id="{619A6FA1-2929-478A-8403-9A855669D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4" name="Freeform 1124">
                <a:extLst>
                  <a:ext uri="{FF2B5EF4-FFF2-40B4-BE49-F238E27FC236}">
                    <a16:creationId xmlns:a16="http://schemas.microsoft.com/office/drawing/2014/main" id="{5F94F1CE-27F8-4541-885F-469D3E9B4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75" name="Group 1125">
                <a:extLst>
                  <a:ext uri="{FF2B5EF4-FFF2-40B4-BE49-F238E27FC236}">
                    <a16:creationId xmlns:a16="http://schemas.microsoft.com/office/drawing/2014/main" id="{34F0F086-1084-4591-BF40-48C2F4EF05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82" name="Freeform 1126">
                  <a:extLst>
                    <a:ext uri="{FF2B5EF4-FFF2-40B4-BE49-F238E27FC236}">
                      <a16:creationId xmlns:a16="http://schemas.microsoft.com/office/drawing/2014/main" id="{4A0A1A7F-E89B-4400-A700-520A88D940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3" name="Freeform 1127">
                  <a:extLst>
                    <a:ext uri="{FF2B5EF4-FFF2-40B4-BE49-F238E27FC236}">
                      <a16:creationId xmlns:a16="http://schemas.microsoft.com/office/drawing/2014/main" id="{F33A56DB-DBBA-498F-AEAC-AD751EBC22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4" name="Freeform 1128">
                  <a:extLst>
                    <a:ext uri="{FF2B5EF4-FFF2-40B4-BE49-F238E27FC236}">
                      <a16:creationId xmlns:a16="http://schemas.microsoft.com/office/drawing/2014/main" id="{38641AAA-7CEA-4D62-872C-E4A27E8ABB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5" name="Freeform 1129">
                  <a:extLst>
                    <a:ext uri="{FF2B5EF4-FFF2-40B4-BE49-F238E27FC236}">
                      <a16:creationId xmlns:a16="http://schemas.microsoft.com/office/drawing/2014/main" id="{392E6AD6-C763-4601-8BC6-3F89779EA9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6" name="Freeform 1130">
                  <a:extLst>
                    <a:ext uri="{FF2B5EF4-FFF2-40B4-BE49-F238E27FC236}">
                      <a16:creationId xmlns:a16="http://schemas.microsoft.com/office/drawing/2014/main" id="{344AD8F3-BD22-45F4-A7BF-70B0E87BEA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87" name="Freeform 1131">
                  <a:extLst>
                    <a:ext uri="{FF2B5EF4-FFF2-40B4-BE49-F238E27FC236}">
                      <a16:creationId xmlns:a16="http://schemas.microsoft.com/office/drawing/2014/main" id="{A6E72B7A-FA71-452A-988E-53BD35F9EC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76" name="Freeform 1132">
                <a:extLst>
                  <a:ext uri="{FF2B5EF4-FFF2-40B4-BE49-F238E27FC236}">
                    <a16:creationId xmlns:a16="http://schemas.microsoft.com/office/drawing/2014/main" id="{DBFDFD2B-4343-41DC-A550-A15577209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7" name="Freeform 1133">
                <a:extLst>
                  <a:ext uri="{FF2B5EF4-FFF2-40B4-BE49-F238E27FC236}">
                    <a16:creationId xmlns:a16="http://schemas.microsoft.com/office/drawing/2014/main" id="{A18240F6-DC3D-4259-8DBF-23832E076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8" name="Freeform 1134">
                <a:extLst>
                  <a:ext uri="{FF2B5EF4-FFF2-40B4-BE49-F238E27FC236}">
                    <a16:creationId xmlns:a16="http://schemas.microsoft.com/office/drawing/2014/main" id="{09A2BC60-1202-461F-8968-EA0D66636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9" name="Freeform 1135">
                <a:extLst>
                  <a:ext uri="{FF2B5EF4-FFF2-40B4-BE49-F238E27FC236}">
                    <a16:creationId xmlns:a16="http://schemas.microsoft.com/office/drawing/2014/main" id="{41A4210C-3F48-443D-839B-0B4AA8040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0" name="Freeform 1136">
                <a:extLst>
                  <a:ext uri="{FF2B5EF4-FFF2-40B4-BE49-F238E27FC236}">
                    <a16:creationId xmlns:a16="http://schemas.microsoft.com/office/drawing/2014/main" id="{2A31B94A-3DA1-4EED-A572-71B74C2DE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1" name="Freeform 1137">
                <a:extLst>
                  <a:ext uri="{FF2B5EF4-FFF2-40B4-BE49-F238E27FC236}">
                    <a16:creationId xmlns:a16="http://schemas.microsoft.com/office/drawing/2014/main" id="{4F9B12DF-0306-45D1-BBC5-F9FDFD30AF5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8" name="Group 1139">
              <a:extLst>
                <a:ext uri="{FF2B5EF4-FFF2-40B4-BE49-F238E27FC236}">
                  <a16:creationId xmlns:a16="http://schemas.microsoft.com/office/drawing/2014/main" id="{2C1E40DF-DE0F-416C-8894-7AFEEC8F3B4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463" name="Picture 1140" descr="desktop_computer_stylized_medium">
                <a:extLst>
                  <a:ext uri="{FF2B5EF4-FFF2-40B4-BE49-F238E27FC236}">
                    <a16:creationId xmlns:a16="http://schemas.microsoft.com/office/drawing/2014/main" id="{8D71E59C-004A-4CF6-9FA0-657AA5C518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64" name="Freeform 1141">
                <a:extLst>
                  <a:ext uri="{FF2B5EF4-FFF2-40B4-BE49-F238E27FC236}">
                    <a16:creationId xmlns:a16="http://schemas.microsoft.com/office/drawing/2014/main" id="{71418945-A261-40F9-B772-E302A64A5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9" name="Group 1142">
              <a:extLst>
                <a:ext uri="{FF2B5EF4-FFF2-40B4-BE49-F238E27FC236}">
                  <a16:creationId xmlns:a16="http://schemas.microsoft.com/office/drawing/2014/main" id="{7AFAB46B-A558-4184-8AE3-220E39E747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440" name="Picture 1143" descr="antenna_stylized">
                <a:extLst>
                  <a:ext uri="{FF2B5EF4-FFF2-40B4-BE49-F238E27FC236}">
                    <a16:creationId xmlns:a16="http://schemas.microsoft.com/office/drawing/2014/main" id="{95B07F81-4C6A-4935-904A-F238C4FED5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41" name="Picture 1144" descr="laptop_keyboard">
                <a:extLst>
                  <a:ext uri="{FF2B5EF4-FFF2-40B4-BE49-F238E27FC236}">
                    <a16:creationId xmlns:a16="http://schemas.microsoft.com/office/drawing/2014/main" id="{43249597-5A8C-47AF-BDFC-F4F9BF2302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2" name="Freeform 1145">
                <a:extLst>
                  <a:ext uri="{FF2B5EF4-FFF2-40B4-BE49-F238E27FC236}">
                    <a16:creationId xmlns:a16="http://schemas.microsoft.com/office/drawing/2014/main" id="{E1A55F43-79B5-4D0E-B948-177679F42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43" name="Picture 1146" descr="screen">
                <a:extLst>
                  <a:ext uri="{FF2B5EF4-FFF2-40B4-BE49-F238E27FC236}">
                    <a16:creationId xmlns:a16="http://schemas.microsoft.com/office/drawing/2014/main" id="{B758C66D-09BB-4F1D-8814-D604782615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Freeform 1147">
                <a:extLst>
                  <a:ext uri="{FF2B5EF4-FFF2-40B4-BE49-F238E27FC236}">
                    <a16:creationId xmlns:a16="http://schemas.microsoft.com/office/drawing/2014/main" id="{806714F2-E80A-4A88-8D3F-23FB15EF45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5" name="Freeform 1148">
                <a:extLst>
                  <a:ext uri="{FF2B5EF4-FFF2-40B4-BE49-F238E27FC236}">
                    <a16:creationId xmlns:a16="http://schemas.microsoft.com/office/drawing/2014/main" id="{DD52C7E7-DEA2-4AB6-96CC-86D3FE26C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6" name="Freeform 1149">
                <a:extLst>
                  <a:ext uri="{FF2B5EF4-FFF2-40B4-BE49-F238E27FC236}">
                    <a16:creationId xmlns:a16="http://schemas.microsoft.com/office/drawing/2014/main" id="{1D71145D-4B57-4832-A3DD-44EE76902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7" name="Freeform 1150">
                <a:extLst>
                  <a:ext uri="{FF2B5EF4-FFF2-40B4-BE49-F238E27FC236}">
                    <a16:creationId xmlns:a16="http://schemas.microsoft.com/office/drawing/2014/main" id="{36A26C50-46CC-406B-BA17-E11A56D9A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8" name="Freeform 1151">
                <a:extLst>
                  <a:ext uri="{FF2B5EF4-FFF2-40B4-BE49-F238E27FC236}">
                    <a16:creationId xmlns:a16="http://schemas.microsoft.com/office/drawing/2014/main" id="{94D09D18-F5BB-4355-B914-ED9DDF1CEE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9" name="Freeform 1152">
                <a:extLst>
                  <a:ext uri="{FF2B5EF4-FFF2-40B4-BE49-F238E27FC236}">
                    <a16:creationId xmlns:a16="http://schemas.microsoft.com/office/drawing/2014/main" id="{4C2F928E-4BF7-4142-8FCC-180810774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50" name="Group 1153">
                <a:extLst>
                  <a:ext uri="{FF2B5EF4-FFF2-40B4-BE49-F238E27FC236}">
                    <a16:creationId xmlns:a16="http://schemas.microsoft.com/office/drawing/2014/main" id="{73E2D327-637C-4DB5-A4FF-BAA01F21A5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57" name="Freeform 1154">
                  <a:extLst>
                    <a:ext uri="{FF2B5EF4-FFF2-40B4-BE49-F238E27FC236}">
                      <a16:creationId xmlns:a16="http://schemas.microsoft.com/office/drawing/2014/main" id="{E2EE7308-1DF5-4D15-B164-27BBD0ADA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8" name="Freeform 1155">
                  <a:extLst>
                    <a:ext uri="{FF2B5EF4-FFF2-40B4-BE49-F238E27FC236}">
                      <a16:creationId xmlns:a16="http://schemas.microsoft.com/office/drawing/2014/main" id="{9FA63278-2459-4D49-B6ED-BD9EA2806A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9" name="Freeform 1156">
                  <a:extLst>
                    <a:ext uri="{FF2B5EF4-FFF2-40B4-BE49-F238E27FC236}">
                      <a16:creationId xmlns:a16="http://schemas.microsoft.com/office/drawing/2014/main" id="{33602402-E8CC-4638-9BF5-75CFB08755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Freeform 1157">
                  <a:extLst>
                    <a:ext uri="{FF2B5EF4-FFF2-40B4-BE49-F238E27FC236}">
                      <a16:creationId xmlns:a16="http://schemas.microsoft.com/office/drawing/2014/main" id="{B5F1A0AE-6E02-4814-AA0F-2E9B86A530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Freeform 1158">
                  <a:extLst>
                    <a:ext uri="{FF2B5EF4-FFF2-40B4-BE49-F238E27FC236}">
                      <a16:creationId xmlns:a16="http://schemas.microsoft.com/office/drawing/2014/main" id="{FCD6DFE5-6889-4F6D-80B0-994D8ADD20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2" name="Freeform 1159">
                  <a:extLst>
                    <a:ext uri="{FF2B5EF4-FFF2-40B4-BE49-F238E27FC236}">
                      <a16:creationId xmlns:a16="http://schemas.microsoft.com/office/drawing/2014/main" id="{B4D415DC-0A8C-4FBE-B512-443030306A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51" name="Freeform 1160">
                <a:extLst>
                  <a:ext uri="{FF2B5EF4-FFF2-40B4-BE49-F238E27FC236}">
                    <a16:creationId xmlns:a16="http://schemas.microsoft.com/office/drawing/2014/main" id="{9A9D0794-AC62-4AEF-B06B-6CA2CD7F5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2" name="Freeform 1161">
                <a:extLst>
                  <a:ext uri="{FF2B5EF4-FFF2-40B4-BE49-F238E27FC236}">
                    <a16:creationId xmlns:a16="http://schemas.microsoft.com/office/drawing/2014/main" id="{705536F6-DFE6-48D8-9297-C77FF7CF8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3" name="Freeform 1162">
                <a:extLst>
                  <a:ext uri="{FF2B5EF4-FFF2-40B4-BE49-F238E27FC236}">
                    <a16:creationId xmlns:a16="http://schemas.microsoft.com/office/drawing/2014/main" id="{D027A1A2-5286-4E7F-A350-E088A72E2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4" name="Freeform 1163">
                <a:extLst>
                  <a:ext uri="{FF2B5EF4-FFF2-40B4-BE49-F238E27FC236}">
                    <a16:creationId xmlns:a16="http://schemas.microsoft.com/office/drawing/2014/main" id="{F93323A0-E70D-49A2-8403-7F70984E1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5" name="Freeform 1164">
                <a:extLst>
                  <a:ext uri="{FF2B5EF4-FFF2-40B4-BE49-F238E27FC236}">
                    <a16:creationId xmlns:a16="http://schemas.microsoft.com/office/drawing/2014/main" id="{D164C092-1404-4756-B367-30268601E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Freeform 1165">
                <a:extLst>
                  <a:ext uri="{FF2B5EF4-FFF2-40B4-BE49-F238E27FC236}">
                    <a16:creationId xmlns:a16="http://schemas.microsoft.com/office/drawing/2014/main" id="{4B3F0D00-9EDD-4C44-91A1-27E770533A2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6" name="Rectangle 2">
            <a:extLst>
              <a:ext uri="{FF2B5EF4-FFF2-40B4-BE49-F238E27FC236}">
                <a16:creationId xmlns:a16="http://schemas.microsoft.com/office/drawing/2014/main" id="{A82C49D2-6478-47C8-99D5-0EF1F893E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151088488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5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A5A5A5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animBg="1"/>
      <p:bldP spid="37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  <p:sp>
        <p:nvSpPr>
          <p:cNvPr id="291888" name="Rectangle 48"/>
          <p:cNvSpPr>
            <a:spLocks noChangeArrowheads="1"/>
          </p:cNvSpPr>
          <p:nvPr/>
        </p:nvSpPr>
        <p:spPr bwMode="auto">
          <a:xfrm>
            <a:off x="945168" y="1327051"/>
            <a:ext cx="4968479" cy="2164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Protocols </a:t>
            </a:r>
          </a:p>
          <a:p>
            <a:pPr lvl="1">
              <a:lnSpc>
                <a:spcPct val="125000"/>
              </a:lnSpc>
              <a:spcBef>
                <a:spcPts val="600"/>
              </a:spcBef>
              <a:defRPr/>
            </a:pP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define </a:t>
            </a:r>
            <a:r>
              <a:rPr lang="en-US" altLang="zh-CN" sz="13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format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3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order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of messages sent and received among network entities, and </a:t>
            </a:r>
            <a:r>
              <a:rPr lang="en-US" altLang="zh-CN" sz="13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actions</a:t>
            </a:r>
            <a:r>
              <a:rPr lang="en-US" altLang="zh-CN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taken on message transmission, receipt. </a:t>
            </a:r>
          </a:p>
          <a:p>
            <a:pPr lvl="1" algn="just">
              <a:lnSpc>
                <a:spcPct val="125000"/>
              </a:lnSpc>
              <a:spcBef>
                <a:spcPts val="600"/>
              </a:spcBef>
              <a:defRPr/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协议定义了在两个或多个通信实体之间交换的报文格式和次序，以及报文发送</a:t>
            </a:r>
            <a:r>
              <a:rPr lang="zh-CN" altLang="en-US" sz="130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30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u="sng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接收一个报文或处理相关事件所采取的动作。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1889" name="Rectangle 49"/>
          <p:cNvSpPr>
            <a:spLocks noChangeArrowheads="1"/>
          </p:cNvSpPr>
          <p:nvPr/>
        </p:nvSpPr>
        <p:spPr bwMode="auto">
          <a:xfrm>
            <a:off x="935454" y="3491875"/>
            <a:ext cx="4968479" cy="1188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en-US" altLang="zh-CN" sz="1500" u="sng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network protocols:</a:t>
            </a:r>
            <a:endParaRPr lang="en-US" altLang="zh-CN" sz="15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defRPr/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机器之间的通信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defRPr/>
            </a:pP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所有通信都应遵照某种协议</a:t>
            </a:r>
            <a:endParaRPr lang="en-US" altLang="zh-CN" sz="13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28184" y="3003798"/>
            <a:ext cx="1970648" cy="1014944"/>
            <a:chOff x="4938713" y="1715702"/>
            <a:chExt cx="3960812" cy="2039938"/>
          </a:xfrm>
        </p:grpSpPr>
        <p:pic>
          <p:nvPicPr>
            <p:cNvPr id="11" name="Picture 5" descr="Devices-computer-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8713" y="2652327"/>
              <a:ext cx="863600" cy="86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6" descr="Devices-computer-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5925" y="2652327"/>
              <a:ext cx="863600" cy="86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5946775" y="3084127"/>
              <a:ext cx="1873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4" name="Picture 8" descr="rela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1715702"/>
              <a:ext cx="2039938" cy="203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灯片编号占位符 2">
            <a:extLst>
              <a:ext uri="{FF2B5EF4-FFF2-40B4-BE49-F238E27FC236}">
                <a16:creationId xmlns:a16="http://schemas.microsoft.com/office/drawing/2014/main" id="{03091DA8-64FB-4DE8-8ED1-C5FBA26B6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FEABC573-F658-4BF8-9E4F-2FE0C394E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E1735A93-3540-4DEA-8F47-C778B535BDA7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0F4868C-8930-4AB1-BE4A-20570DB0EB2B}"/>
              </a:ext>
            </a:extLst>
          </p:cNvPr>
          <p:cNvSpPr/>
          <p:nvPr/>
        </p:nvSpPr>
        <p:spPr>
          <a:xfrm>
            <a:off x="7378814" y="947585"/>
            <a:ext cx="1640036" cy="3460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重点概念</a:t>
            </a:r>
          </a:p>
        </p:txBody>
      </p:sp>
    </p:spTree>
    <p:extLst>
      <p:ext uri="{BB962C8B-B14F-4D97-AF65-F5344CB8AC3E}">
        <p14:creationId xmlns:p14="http://schemas.microsoft.com/office/powerpoint/2010/main" val="765248644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1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888" grpId="0"/>
      <p:bldP spid="291889" grpId="0"/>
      <p:bldP spid="16" grpId="0" animBg="1"/>
      <p:bldP spid="1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  <p:sp>
        <p:nvSpPr>
          <p:cNvPr id="289837" name="Line 45"/>
          <p:cNvSpPr>
            <a:spLocks noChangeShapeType="1"/>
          </p:cNvSpPr>
          <p:nvPr/>
        </p:nvSpPr>
        <p:spPr bwMode="auto">
          <a:xfrm>
            <a:off x="2388149" y="2427869"/>
            <a:ext cx="1321594" cy="20716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9838" name="Group 46"/>
          <p:cNvGrpSpPr>
            <a:grpSpLocks/>
          </p:cNvGrpSpPr>
          <p:nvPr/>
        </p:nvGrpSpPr>
        <p:grpSpPr bwMode="auto">
          <a:xfrm>
            <a:off x="7193218" y="2255812"/>
            <a:ext cx="266700" cy="700088"/>
            <a:chOff x="4180" y="783"/>
            <a:chExt cx="150" cy="307"/>
          </a:xfrm>
        </p:grpSpPr>
        <p:sp>
          <p:nvSpPr>
            <p:cNvPr id="15403" name="AutoShape 47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4" name="Rectangle 48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5" name="Rectangle 49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6" name="AutoShape 50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7" name="Line 51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8" name="Line 52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9" name="Rectangle 53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10" name="Rectangle 54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8984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477572"/>
              </p:ext>
            </p:extLst>
          </p:nvPr>
        </p:nvGraphicFramePr>
        <p:xfrm>
          <a:off x="5220353" y="2041500"/>
          <a:ext cx="466725" cy="375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6" name="Clip" r:id="rId4" imgW="1307263" imgH="1084139" progId="">
                  <p:embed/>
                </p:oleObj>
              </mc:Choice>
              <mc:Fallback>
                <p:oleObj name="Clip" r:id="rId4" imgW="1307263" imgH="1084139" progId="">
                  <p:embed/>
                  <p:pic>
                    <p:nvPicPr>
                      <p:cNvPr id="28984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353" y="2041500"/>
                        <a:ext cx="466725" cy="375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9848" name="Picture 56" descr="Alic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81" y="2027831"/>
            <a:ext cx="421481" cy="52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9849" name="Picture 57" descr="Bob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471" y="2312714"/>
            <a:ext cx="507206" cy="517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9850" name="Text Box 58"/>
          <p:cNvSpPr txBox="1">
            <a:spLocks noChangeArrowheads="1"/>
          </p:cNvSpPr>
          <p:nvPr/>
        </p:nvSpPr>
        <p:spPr bwMode="auto">
          <a:xfrm rot="469605">
            <a:off x="2684431" y="2236841"/>
            <a:ext cx="53091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3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你好</a:t>
            </a:r>
            <a:endParaRPr lang="en-US" altLang="zh-CN" sz="135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51" name="Line 59"/>
          <p:cNvSpPr>
            <a:spLocks noChangeShapeType="1"/>
          </p:cNvSpPr>
          <p:nvPr/>
        </p:nvSpPr>
        <p:spPr bwMode="auto">
          <a:xfrm flipV="1">
            <a:off x="2173837" y="2863638"/>
            <a:ext cx="1564481" cy="271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52" name="Text Box 60"/>
          <p:cNvSpPr txBox="1">
            <a:spLocks noChangeArrowheads="1"/>
          </p:cNvSpPr>
          <p:nvPr/>
        </p:nvSpPr>
        <p:spPr bwMode="auto">
          <a:xfrm rot="21119815">
            <a:off x="2688916" y="2705285"/>
            <a:ext cx="530915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3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你好</a:t>
            </a:r>
            <a:endParaRPr lang="en-US" altLang="zh-CN" sz="15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53" name="Line 61"/>
          <p:cNvSpPr>
            <a:spLocks noChangeShapeType="1"/>
          </p:cNvSpPr>
          <p:nvPr/>
        </p:nvSpPr>
        <p:spPr bwMode="auto">
          <a:xfrm>
            <a:off x="2161707" y="3254721"/>
            <a:ext cx="1621631" cy="3286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9854" name="Group 62"/>
          <p:cNvGrpSpPr>
            <a:grpSpLocks/>
          </p:cNvGrpSpPr>
          <p:nvPr/>
        </p:nvGrpSpPr>
        <p:grpSpPr bwMode="auto">
          <a:xfrm rot="667316">
            <a:off x="2516196" y="3125653"/>
            <a:ext cx="909639" cy="544116"/>
            <a:chOff x="786" y="2681"/>
            <a:chExt cx="764" cy="45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401" name="Rectangle 63"/>
            <p:cNvSpPr>
              <a:spLocks noChangeArrowheads="1"/>
            </p:cNvSpPr>
            <p:nvPr/>
          </p:nvSpPr>
          <p:spPr bwMode="auto">
            <a:xfrm>
              <a:off x="786" y="2790"/>
              <a:ext cx="588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2" name="Text Box 64"/>
            <p:cNvSpPr txBox="1">
              <a:spLocks noChangeArrowheads="1"/>
            </p:cNvSpPr>
            <p:nvPr/>
          </p:nvSpPr>
          <p:spPr bwMode="auto">
            <a:xfrm>
              <a:off x="889" y="2681"/>
              <a:ext cx="66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35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几点了</a:t>
              </a:r>
              <a:r>
                <a:rPr lang="en-US" altLang="zh-CN" sz="1350" dirty="0">
                  <a:solidFill>
                    <a:srgbClr val="FF33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</a:p>
          </p:txBody>
        </p:sp>
      </p:grpSp>
      <p:sp>
        <p:nvSpPr>
          <p:cNvPr id="289857" name="Line 65"/>
          <p:cNvSpPr>
            <a:spLocks noChangeShapeType="1"/>
          </p:cNvSpPr>
          <p:nvPr/>
        </p:nvSpPr>
        <p:spPr bwMode="auto">
          <a:xfrm flipV="1">
            <a:off x="2283151" y="3683346"/>
            <a:ext cx="1464469" cy="25003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9858" name="Group 66"/>
          <p:cNvGrpSpPr>
            <a:grpSpLocks/>
          </p:cNvGrpSpPr>
          <p:nvPr/>
        </p:nvGrpSpPr>
        <p:grpSpPr bwMode="auto">
          <a:xfrm rot="20940461">
            <a:off x="2704140" y="3548215"/>
            <a:ext cx="595313" cy="367904"/>
            <a:chOff x="1048" y="2697"/>
            <a:chExt cx="500" cy="309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399" name="Rectangle 67"/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00" name="Text Box 68"/>
            <p:cNvSpPr txBox="1">
              <a:spLocks noChangeArrowheads="1"/>
            </p:cNvSpPr>
            <p:nvPr/>
          </p:nvSpPr>
          <p:spPr bwMode="auto">
            <a:xfrm>
              <a:off x="1048" y="2697"/>
              <a:ext cx="445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2:00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289861" name="Text Box 69"/>
          <p:cNvSpPr txBox="1">
            <a:spLocks noChangeArrowheads="1"/>
          </p:cNvSpPr>
          <p:nvPr/>
        </p:nvSpPr>
        <p:spPr bwMode="auto">
          <a:xfrm rot="536192">
            <a:off x="5793941" y="2116918"/>
            <a:ext cx="1210268" cy="3000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3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3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连接请求</a:t>
            </a:r>
            <a:endParaRPr lang="en-US" altLang="zh-CN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62" name="Line 70"/>
          <p:cNvSpPr>
            <a:spLocks noChangeShapeType="1"/>
          </p:cNvSpPr>
          <p:nvPr/>
        </p:nvSpPr>
        <p:spPr bwMode="auto">
          <a:xfrm flipV="1">
            <a:off x="5520390" y="3553594"/>
            <a:ext cx="1757363" cy="32146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63" name="Line 71"/>
          <p:cNvSpPr>
            <a:spLocks noChangeShapeType="1"/>
          </p:cNvSpPr>
          <p:nvPr/>
        </p:nvSpPr>
        <p:spPr bwMode="auto">
          <a:xfrm>
            <a:off x="5727559" y="2303438"/>
            <a:ext cx="1321594" cy="207169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9864" name="Line 72"/>
          <p:cNvSpPr>
            <a:spLocks noChangeShapeType="1"/>
          </p:cNvSpPr>
          <p:nvPr/>
        </p:nvSpPr>
        <p:spPr bwMode="auto">
          <a:xfrm flipV="1">
            <a:off x="5484672" y="2674912"/>
            <a:ext cx="1564481" cy="271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9865" name="Group 73"/>
          <p:cNvGrpSpPr>
            <a:grpSpLocks/>
          </p:cNvGrpSpPr>
          <p:nvPr/>
        </p:nvGrpSpPr>
        <p:grpSpPr bwMode="auto">
          <a:xfrm rot="20932436">
            <a:off x="5534759" y="2553139"/>
            <a:ext cx="1223962" cy="300038"/>
            <a:chOff x="3230" y="2137"/>
            <a:chExt cx="1028" cy="25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397" name="Rectangle 74"/>
            <p:cNvSpPr>
              <a:spLocks noChangeArrowheads="1"/>
            </p:cNvSpPr>
            <p:nvPr/>
          </p:nvSpPr>
          <p:spPr bwMode="auto">
            <a:xfrm>
              <a:off x="3306" y="2190"/>
              <a:ext cx="906" cy="18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8" name="Text Box 75"/>
            <p:cNvSpPr txBox="1">
              <a:spLocks noChangeArrowheads="1"/>
            </p:cNvSpPr>
            <p:nvPr/>
          </p:nvSpPr>
          <p:spPr bwMode="auto">
            <a:xfrm>
              <a:off x="3230" y="2137"/>
              <a:ext cx="1028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TCP</a:t>
              </a:r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连接响应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289868" name="Line 76"/>
          <p:cNvSpPr>
            <a:spLocks noChangeShapeType="1"/>
          </p:cNvSpPr>
          <p:nvPr/>
        </p:nvSpPr>
        <p:spPr bwMode="auto">
          <a:xfrm>
            <a:off x="5520390" y="3132113"/>
            <a:ext cx="1800225" cy="3143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9869" name="Group 77"/>
          <p:cNvGrpSpPr>
            <a:grpSpLocks/>
          </p:cNvGrpSpPr>
          <p:nvPr/>
        </p:nvGrpSpPr>
        <p:grpSpPr bwMode="auto">
          <a:xfrm rot="525880">
            <a:off x="5238055" y="3087075"/>
            <a:ext cx="2819702" cy="513159"/>
            <a:chOff x="3222" y="2311"/>
            <a:chExt cx="2612" cy="431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395" name="Rectangle 78"/>
            <p:cNvSpPr>
              <a:spLocks noChangeArrowheads="1"/>
            </p:cNvSpPr>
            <p:nvPr/>
          </p:nvSpPr>
          <p:spPr bwMode="auto">
            <a:xfrm>
              <a:off x="3252" y="2628"/>
              <a:ext cx="2100" cy="11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6" name="Text Box 79"/>
            <p:cNvSpPr txBox="1">
              <a:spLocks noChangeArrowheads="1"/>
            </p:cNvSpPr>
            <p:nvPr/>
          </p:nvSpPr>
          <p:spPr bwMode="auto">
            <a:xfrm>
              <a:off x="3222" y="2311"/>
              <a:ext cx="2612" cy="21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Get http://www.awl.com/kurose-ross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9872" name="Group 80"/>
          <p:cNvGrpSpPr>
            <a:grpSpLocks/>
          </p:cNvGrpSpPr>
          <p:nvPr/>
        </p:nvGrpSpPr>
        <p:grpSpPr bwMode="auto">
          <a:xfrm rot="21130338">
            <a:off x="5922089" y="3444434"/>
            <a:ext cx="819150" cy="416721"/>
            <a:chOff x="860" y="2656"/>
            <a:chExt cx="688" cy="3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393" name="Rectangle 81"/>
            <p:cNvSpPr>
              <a:spLocks noChangeArrowheads="1"/>
            </p:cNvSpPr>
            <p:nvPr/>
          </p:nvSpPr>
          <p:spPr bwMode="auto">
            <a:xfrm>
              <a:off x="1104" y="2820"/>
              <a:ext cx="444" cy="18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94" name="Text Box 82"/>
            <p:cNvSpPr txBox="1">
              <a:spLocks noChangeArrowheads="1"/>
            </p:cNvSpPr>
            <p:nvPr/>
          </p:nvSpPr>
          <p:spPr bwMode="auto">
            <a:xfrm>
              <a:off x="860" y="2656"/>
              <a:ext cx="661" cy="25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&lt;</a:t>
              </a:r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文件</a:t>
              </a:r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rPr>
                <a:t>&gt;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289875" name="Line 83"/>
          <p:cNvSpPr>
            <a:spLocks noChangeShapeType="1"/>
          </p:cNvSpPr>
          <p:nvPr/>
        </p:nvSpPr>
        <p:spPr bwMode="auto">
          <a:xfrm>
            <a:off x="4488411" y="1820651"/>
            <a:ext cx="0" cy="2893219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92" name="Text Box 86"/>
          <p:cNvSpPr txBox="1">
            <a:spLocks noChangeArrowheads="1"/>
          </p:cNvSpPr>
          <p:nvPr/>
        </p:nvSpPr>
        <p:spPr bwMode="auto">
          <a:xfrm>
            <a:off x="3833239" y="4156657"/>
            <a:ext cx="679847" cy="36909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time</a:t>
            </a:r>
          </a:p>
        </p:txBody>
      </p:sp>
      <p:sp>
        <p:nvSpPr>
          <p:cNvPr id="47" name="灯片编号占位符 2">
            <a:extLst>
              <a:ext uri="{FF2B5EF4-FFF2-40B4-BE49-F238E27FC236}">
                <a16:creationId xmlns:a16="http://schemas.microsoft.com/office/drawing/2014/main" id="{CFD7BD51-B714-4B01-B0B3-6A559F85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6C519E2F-8304-4E79-893C-069F02A72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19A93CA4-5592-415A-9F8C-3C0D2C1C0434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54BCCE-66A0-4510-9545-1F9A8F95CDA3}"/>
              </a:ext>
            </a:extLst>
          </p:cNvPr>
          <p:cNvSpPr/>
          <p:nvPr/>
        </p:nvSpPr>
        <p:spPr>
          <a:xfrm>
            <a:off x="5048229" y="1544621"/>
            <a:ext cx="2692123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计算机之间的通信协议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A83F79-8C7F-478D-8C19-AB8430405F7D}"/>
              </a:ext>
            </a:extLst>
          </p:cNvPr>
          <p:cNvSpPr/>
          <p:nvPr/>
        </p:nvSpPr>
        <p:spPr>
          <a:xfrm>
            <a:off x="1922394" y="1544199"/>
            <a:ext cx="2100255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人与人之间的对话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34656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28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89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8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9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5" dur="500"/>
                                        <p:tgtEl>
                                          <p:spTgt spid="28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8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8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9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8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8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8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8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8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8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8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8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8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7" grpId="0" animBg="1"/>
      <p:bldP spid="289850" grpId="0"/>
      <p:bldP spid="289851" grpId="0" animBg="1"/>
      <p:bldP spid="289852" grpId="0"/>
      <p:bldP spid="289853" grpId="0" animBg="1"/>
      <p:bldP spid="289857" grpId="0" animBg="1"/>
      <p:bldP spid="289861" grpId="0"/>
      <p:bldP spid="289862" grpId="0" animBg="1"/>
      <p:bldP spid="289863" grpId="0" animBg="1"/>
      <p:bldP spid="289864" grpId="0" animBg="1"/>
      <p:bldP spid="289868" grpId="0" animBg="1"/>
      <p:bldP spid="289875" grpId="0" animBg="1"/>
      <p:bldP spid="15392" grpId="0"/>
      <p:bldP spid="48" grpId="0" animBg="1"/>
      <p:bldP spid="48" grpId="1" animBg="1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008000"/>
                </a:solidFill>
                <a:effectLst/>
              </a:rPr>
              <a:t>1.1 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什么是因特网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? </a:t>
            </a:r>
          </a:p>
        </p:txBody>
      </p:sp>
      <p:sp>
        <p:nvSpPr>
          <p:cNvPr id="335879" name="Rectangle 7"/>
          <p:cNvSpPr>
            <a:spLocks noChangeArrowheads="1"/>
          </p:cNvSpPr>
          <p:nvPr/>
        </p:nvSpPr>
        <p:spPr bwMode="auto">
          <a:xfrm>
            <a:off x="1028803" y="1348689"/>
            <a:ext cx="6110288" cy="3405188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defRPr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简单而言，通信协议包括三个要素：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  <a:r>
              <a:rPr lang="en-US" altLang="zh-CN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语义</a:t>
            </a:r>
            <a:r>
              <a:rPr lang="en-US" altLang="zh-CN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同步</a:t>
            </a:r>
            <a:r>
              <a:rPr lang="en-US" altLang="zh-CN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  <a:defRPr/>
            </a:pP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教师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的视角来描述课堂的通信协议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语法：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自然语言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汉语普通话或英语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、口述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语义：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老师讲解知识；维持课堂秩序；提问等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sz="135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同步：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上下课铃声；老师看到同学们费解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通过表情等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，语速变慢；</a:t>
            </a:r>
          </a:p>
          <a:p>
            <a:pPr lvl="1">
              <a:lnSpc>
                <a:spcPct val="125000"/>
              </a:lnSpc>
              <a:defRPr/>
            </a:pP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用软件工程师的视角来理解协议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5000"/>
              </a:lnSpc>
              <a:defRPr/>
            </a:pP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228184" y="1851670"/>
            <a:ext cx="1970648" cy="1014944"/>
            <a:chOff x="4938713" y="1715702"/>
            <a:chExt cx="3960812" cy="2039938"/>
          </a:xfrm>
        </p:grpSpPr>
        <p:pic>
          <p:nvPicPr>
            <p:cNvPr id="9" name="Picture 5" descr="Devices-computer-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38713" y="2652327"/>
              <a:ext cx="863600" cy="86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6" descr="Devices-computer-icon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35925" y="2652327"/>
              <a:ext cx="863600" cy="86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5946775" y="3084127"/>
              <a:ext cx="1873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2" name="Picture 8" descr="relay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19800" y="1715702"/>
              <a:ext cx="2039938" cy="2039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灯片编号占位符 2">
            <a:extLst>
              <a:ext uri="{FF2B5EF4-FFF2-40B4-BE49-F238E27FC236}">
                <a16:creationId xmlns:a16="http://schemas.microsoft.com/office/drawing/2014/main" id="{7D7F1188-D7C6-41CA-B451-C157C240B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0F850996-74DF-40EF-BA0A-38613087E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47C076E-46F4-4CF1-9105-52A650C9AC1B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4C3E51-0525-4D70-9B68-D6ED467F691F}"/>
              </a:ext>
            </a:extLst>
          </p:cNvPr>
          <p:cNvSpPr/>
          <p:nvPr/>
        </p:nvSpPr>
        <p:spPr>
          <a:xfrm>
            <a:off x="2267744" y="1713170"/>
            <a:ext cx="1915909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定义数据格式、编码等</a:t>
            </a:r>
            <a:endParaRPr lang="zh-CN" altLang="en-US" sz="135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029EC0-6597-489E-AB62-886AADB226E8}"/>
              </a:ext>
            </a:extLst>
          </p:cNvPr>
          <p:cNvSpPr/>
          <p:nvPr/>
        </p:nvSpPr>
        <p:spPr>
          <a:xfrm>
            <a:off x="2267744" y="2005799"/>
            <a:ext cx="1223412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定义控制信息</a:t>
            </a:r>
            <a:endParaRPr lang="zh-CN" altLang="en-US" sz="135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4FEB10-9FF7-4A13-99F9-63BF88F7132B}"/>
              </a:ext>
            </a:extLst>
          </p:cNvPr>
          <p:cNvSpPr/>
          <p:nvPr/>
        </p:nvSpPr>
        <p:spPr>
          <a:xfrm>
            <a:off x="2267744" y="2302045"/>
            <a:ext cx="1915909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定义速度和排序等信息</a:t>
            </a:r>
            <a:endParaRPr lang="zh-CN" altLang="en-US" sz="1350" dirty="0"/>
          </a:p>
        </p:txBody>
      </p:sp>
    </p:spTree>
    <p:extLst>
      <p:ext uri="{BB962C8B-B14F-4D97-AF65-F5344CB8AC3E}">
        <p14:creationId xmlns:p14="http://schemas.microsoft.com/office/powerpoint/2010/main" val="96159987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5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58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5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58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358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35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58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58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58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9" grpId="0" uiExpand="1" build="p" bldLvl="2"/>
      <p:bldP spid="14" grpId="0" animBg="1"/>
      <p:bldP spid="14" grpId="1" animBg="1"/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2448272" cy="432000"/>
          </a:xfrm>
          <a:effectLst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啥是因特网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2448272" cy="43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1.2 </a:t>
            </a:r>
            <a:r>
              <a:rPr lang="zh-CN" altLang="en-US" sz="2400" dirty="0"/>
              <a:t>网络的边缘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91880" y="3028732"/>
            <a:ext cx="2448272" cy="432000"/>
          </a:xfrm>
          <a:effectLst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1.3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网络的核心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440A35-57D9-4443-BC06-8C740618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75EE55CC-2507-4EAC-9EA5-9B0DBA772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839182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70C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3942" y="977056"/>
            <a:ext cx="3526010" cy="346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更深入地来探究网络的部件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994887" y="1359811"/>
            <a:ext cx="3456385" cy="235981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网络边缘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</a:p>
          <a:p>
            <a:pPr eaLnBrk="1" hangingPunct="1">
              <a:defRPr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物理媒介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通信链路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r>
              <a:rPr lang="zh-CN" altLang="en-US" sz="15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网络核心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形成：网络的网络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722" name="Rectangle 242"/>
          <p:cNvSpPr>
            <a:spLocks noChangeArrowheads="1"/>
          </p:cNvSpPr>
          <p:nvPr/>
        </p:nvSpPr>
        <p:spPr bwMode="auto">
          <a:xfrm>
            <a:off x="1115616" y="3873924"/>
            <a:ext cx="2321346" cy="1146098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 eaLnBrk="1" hangingPunct="1">
              <a:lnSpc>
                <a:spcPct val="125000"/>
              </a:lnSpc>
              <a:buFontTx/>
              <a:buChar char="•"/>
              <a:defRPr/>
            </a:pP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2" name="灯片编号占位符 2">
            <a:extLst>
              <a:ext uri="{FF2B5EF4-FFF2-40B4-BE49-F238E27FC236}">
                <a16:creationId xmlns:a16="http://schemas.microsoft.com/office/drawing/2014/main" id="{DD1A20BC-904E-42C4-A80F-F2125A74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3" name="AutoShape 5">
            <a:extLst>
              <a:ext uri="{FF2B5EF4-FFF2-40B4-BE49-F238E27FC236}">
                <a16:creationId xmlns:a16="http://schemas.microsoft.com/office/drawing/2014/main" id="{5D4C5AF3-581A-4714-B36A-3C14F8B47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4" name="Group 1">
            <a:extLst>
              <a:ext uri="{FF2B5EF4-FFF2-40B4-BE49-F238E27FC236}">
                <a16:creationId xmlns:a16="http://schemas.microsoft.com/office/drawing/2014/main" id="{DE62A59E-9931-4B40-A8A6-3CE84A71D4CC}"/>
              </a:ext>
            </a:extLst>
          </p:cNvPr>
          <p:cNvGrpSpPr>
            <a:grpSpLocks/>
          </p:cNvGrpSpPr>
          <p:nvPr/>
        </p:nvGrpSpPr>
        <p:grpSpPr bwMode="auto">
          <a:xfrm>
            <a:off x="5122752" y="987574"/>
            <a:ext cx="3126346" cy="3863194"/>
            <a:chOff x="5202238" y="1384300"/>
            <a:chExt cx="3581240" cy="4777914"/>
          </a:xfrm>
        </p:grpSpPr>
        <p:sp>
          <p:nvSpPr>
            <p:cNvPr id="605" name="Freeform 415">
              <a:extLst>
                <a:ext uri="{FF2B5EF4-FFF2-40B4-BE49-F238E27FC236}">
                  <a16:creationId xmlns:a16="http://schemas.microsoft.com/office/drawing/2014/main" id="{60254E89-C184-401E-B9ED-58FCB8B0F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6" name="Freeform 416">
              <a:extLst>
                <a:ext uri="{FF2B5EF4-FFF2-40B4-BE49-F238E27FC236}">
                  <a16:creationId xmlns:a16="http://schemas.microsoft.com/office/drawing/2014/main" id="{3BAF0DD9-E3C4-4BFF-BEA9-655413AE1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7" name="Freeform 417">
              <a:extLst>
                <a:ext uri="{FF2B5EF4-FFF2-40B4-BE49-F238E27FC236}">
                  <a16:creationId xmlns:a16="http://schemas.microsoft.com/office/drawing/2014/main" id="{4C51FD72-47AD-43C2-9848-0525051F8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08" name="Group 418">
              <a:extLst>
                <a:ext uri="{FF2B5EF4-FFF2-40B4-BE49-F238E27FC236}">
                  <a16:creationId xmlns:a16="http://schemas.microsoft.com/office/drawing/2014/main" id="{82671B12-E35B-435F-8D33-2797C1D2C1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958" name="Rectangle 419">
                <a:extLst>
                  <a:ext uri="{FF2B5EF4-FFF2-40B4-BE49-F238E27FC236}">
                    <a16:creationId xmlns:a16="http://schemas.microsoft.com/office/drawing/2014/main" id="{1C032D84-5E04-49A4-BCE6-3C37652BE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59" name="AutoShape 420">
                <a:extLst>
                  <a:ext uri="{FF2B5EF4-FFF2-40B4-BE49-F238E27FC236}">
                    <a16:creationId xmlns:a16="http://schemas.microsoft.com/office/drawing/2014/main" id="{30020DF7-A793-4B97-91F4-8982EC0C0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09" name="Line 421">
              <a:extLst>
                <a:ext uri="{FF2B5EF4-FFF2-40B4-BE49-F238E27FC236}">
                  <a16:creationId xmlns:a16="http://schemas.microsoft.com/office/drawing/2014/main" id="{DA85E045-D1EA-4A1A-BB95-4274C59C6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0" name="Line 422">
              <a:extLst>
                <a:ext uri="{FF2B5EF4-FFF2-40B4-BE49-F238E27FC236}">
                  <a16:creationId xmlns:a16="http://schemas.microsoft.com/office/drawing/2014/main" id="{61C9607E-60D9-4F20-B0E6-29322F36B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1" name="Line 423">
              <a:extLst>
                <a:ext uri="{FF2B5EF4-FFF2-40B4-BE49-F238E27FC236}">
                  <a16:creationId xmlns:a16="http://schemas.microsoft.com/office/drawing/2014/main" id="{12D58A5E-4134-4B3B-8698-12D7323300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2" name="Line 424">
              <a:extLst>
                <a:ext uri="{FF2B5EF4-FFF2-40B4-BE49-F238E27FC236}">
                  <a16:creationId xmlns:a16="http://schemas.microsoft.com/office/drawing/2014/main" id="{8FBAC410-1086-4E17-A32C-05E202241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3" name="Line 425">
              <a:extLst>
                <a:ext uri="{FF2B5EF4-FFF2-40B4-BE49-F238E27FC236}">
                  <a16:creationId xmlns:a16="http://schemas.microsoft.com/office/drawing/2014/main" id="{0A4F8963-64B8-45D8-9F4E-F85FCBE5D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239318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4" name="Line 426">
              <a:extLst>
                <a:ext uri="{FF2B5EF4-FFF2-40B4-BE49-F238E27FC236}">
                  <a16:creationId xmlns:a16="http://schemas.microsoft.com/office/drawing/2014/main" id="{2A5C5C47-8D4D-497D-AA14-6E59F909E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" name="Freeform 427">
              <a:extLst>
                <a:ext uri="{FF2B5EF4-FFF2-40B4-BE49-F238E27FC236}">
                  <a16:creationId xmlns:a16="http://schemas.microsoft.com/office/drawing/2014/main" id="{7D4CE757-BC55-4002-85AA-BEA8FB127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6" name="Line 428">
              <a:extLst>
                <a:ext uri="{FF2B5EF4-FFF2-40B4-BE49-F238E27FC236}">
                  <a16:creationId xmlns:a16="http://schemas.microsoft.com/office/drawing/2014/main" id="{86AA8638-D262-40A8-8A2B-8B2BDD85CE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7" name="Line 429">
              <a:extLst>
                <a:ext uri="{FF2B5EF4-FFF2-40B4-BE49-F238E27FC236}">
                  <a16:creationId xmlns:a16="http://schemas.microsoft.com/office/drawing/2014/main" id="{7B73881D-0E31-46FD-83E0-175B83CFB5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8" name="Line 430">
              <a:extLst>
                <a:ext uri="{FF2B5EF4-FFF2-40B4-BE49-F238E27FC236}">
                  <a16:creationId xmlns:a16="http://schemas.microsoft.com/office/drawing/2014/main" id="{9D5BFDA5-E9CC-4735-832F-8BCACF1134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9" name="Line 431">
              <a:extLst>
                <a:ext uri="{FF2B5EF4-FFF2-40B4-BE49-F238E27FC236}">
                  <a16:creationId xmlns:a16="http://schemas.microsoft.com/office/drawing/2014/main" id="{9DCCA341-D0EC-474C-9F82-3CB1EA1B1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0" name="Line 432">
              <a:extLst>
                <a:ext uri="{FF2B5EF4-FFF2-40B4-BE49-F238E27FC236}">
                  <a16:creationId xmlns:a16="http://schemas.microsoft.com/office/drawing/2014/main" id="{8431D065-E72C-43C3-A2DB-1EB79ABFC0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1" name="Line 433">
              <a:extLst>
                <a:ext uri="{FF2B5EF4-FFF2-40B4-BE49-F238E27FC236}">
                  <a16:creationId xmlns:a16="http://schemas.microsoft.com/office/drawing/2014/main" id="{6629D0B8-0625-488D-A0D5-71DA5900C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2" name="Line 435">
              <a:extLst>
                <a:ext uri="{FF2B5EF4-FFF2-40B4-BE49-F238E27FC236}">
                  <a16:creationId xmlns:a16="http://schemas.microsoft.com/office/drawing/2014/main" id="{AE74C759-A841-46A5-A74B-E16B51843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3" name="Line 436">
              <a:extLst>
                <a:ext uri="{FF2B5EF4-FFF2-40B4-BE49-F238E27FC236}">
                  <a16:creationId xmlns:a16="http://schemas.microsoft.com/office/drawing/2014/main" id="{A716C5CD-C34B-4650-910D-6604E6098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4" name="Line 439">
              <a:extLst>
                <a:ext uri="{FF2B5EF4-FFF2-40B4-BE49-F238E27FC236}">
                  <a16:creationId xmlns:a16="http://schemas.microsoft.com/office/drawing/2014/main" id="{71775DDA-08C1-405C-A404-97DCEBB87B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5" name="Line 440">
              <a:extLst>
                <a:ext uri="{FF2B5EF4-FFF2-40B4-BE49-F238E27FC236}">
                  <a16:creationId xmlns:a16="http://schemas.microsoft.com/office/drawing/2014/main" id="{D8F4C691-BAFB-4EAE-BFFA-28635B9A0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6" name="Line 441">
              <a:extLst>
                <a:ext uri="{FF2B5EF4-FFF2-40B4-BE49-F238E27FC236}">
                  <a16:creationId xmlns:a16="http://schemas.microsoft.com/office/drawing/2014/main" id="{BE16E9F2-CC93-4CBF-9687-FD5A9624A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7" name="Line 443">
              <a:extLst>
                <a:ext uri="{FF2B5EF4-FFF2-40B4-BE49-F238E27FC236}">
                  <a16:creationId xmlns:a16="http://schemas.microsoft.com/office/drawing/2014/main" id="{3CDAABBB-BDF4-40BD-A93B-55F135478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8" name="Line 444">
              <a:extLst>
                <a:ext uri="{FF2B5EF4-FFF2-40B4-BE49-F238E27FC236}">
                  <a16:creationId xmlns:a16="http://schemas.microsoft.com/office/drawing/2014/main" id="{DA6A2665-77FA-4F60-B27A-BC738834C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9" name="Line 445">
              <a:extLst>
                <a:ext uri="{FF2B5EF4-FFF2-40B4-BE49-F238E27FC236}">
                  <a16:creationId xmlns:a16="http://schemas.microsoft.com/office/drawing/2014/main" id="{73DE0ECD-37E6-41DE-AC31-800F116F7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0" name="Line 446">
              <a:extLst>
                <a:ext uri="{FF2B5EF4-FFF2-40B4-BE49-F238E27FC236}">
                  <a16:creationId xmlns:a16="http://schemas.microsoft.com/office/drawing/2014/main" id="{4CF19EB9-0710-4F49-9DDE-67CC00619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1" name="Line 447">
              <a:extLst>
                <a:ext uri="{FF2B5EF4-FFF2-40B4-BE49-F238E27FC236}">
                  <a16:creationId xmlns:a16="http://schemas.microsoft.com/office/drawing/2014/main" id="{9335F59A-B9AD-4540-983E-37AA6617C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2" name="Line 448">
              <a:extLst>
                <a:ext uri="{FF2B5EF4-FFF2-40B4-BE49-F238E27FC236}">
                  <a16:creationId xmlns:a16="http://schemas.microsoft.com/office/drawing/2014/main" id="{9A8DA740-15E6-4466-AA55-AB2A5ED0D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3" name="Line 449">
              <a:extLst>
                <a:ext uri="{FF2B5EF4-FFF2-40B4-BE49-F238E27FC236}">
                  <a16:creationId xmlns:a16="http://schemas.microsoft.com/office/drawing/2014/main" id="{F9B8E95E-D50C-41D8-B713-9A04081780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4" name="Line 450">
              <a:extLst>
                <a:ext uri="{FF2B5EF4-FFF2-40B4-BE49-F238E27FC236}">
                  <a16:creationId xmlns:a16="http://schemas.microsoft.com/office/drawing/2014/main" id="{07C0141B-BCFE-43A1-895B-B4D57FBD67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5" name="Line 451">
              <a:extLst>
                <a:ext uri="{FF2B5EF4-FFF2-40B4-BE49-F238E27FC236}">
                  <a16:creationId xmlns:a16="http://schemas.microsoft.com/office/drawing/2014/main" id="{6F79EF37-2D15-4BD2-9150-DC091EA28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6" name="Line 452">
              <a:extLst>
                <a:ext uri="{FF2B5EF4-FFF2-40B4-BE49-F238E27FC236}">
                  <a16:creationId xmlns:a16="http://schemas.microsoft.com/office/drawing/2014/main" id="{653E4090-49FD-43E2-9189-247C4D212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7" name="Line 541">
              <a:extLst>
                <a:ext uri="{FF2B5EF4-FFF2-40B4-BE49-F238E27FC236}">
                  <a16:creationId xmlns:a16="http://schemas.microsoft.com/office/drawing/2014/main" id="{8EFE1F90-3CE2-4CD6-9EC7-9953E10087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38" name="Group 590">
              <a:extLst>
                <a:ext uri="{FF2B5EF4-FFF2-40B4-BE49-F238E27FC236}">
                  <a16:creationId xmlns:a16="http://schemas.microsoft.com/office/drawing/2014/main" id="{4A1824B3-AFA2-4EA0-9679-7719E938C07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956" name="Picture 591" descr="desktop_computer_stylized_medium">
                <a:extLst>
                  <a:ext uri="{FF2B5EF4-FFF2-40B4-BE49-F238E27FC236}">
                    <a16:creationId xmlns:a16="http://schemas.microsoft.com/office/drawing/2014/main" id="{E6615BB4-52BF-45A8-A67F-9D87F9DB71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7" name="Freeform 592">
                <a:extLst>
                  <a:ext uri="{FF2B5EF4-FFF2-40B4-BE49-F238E27FC236}">
                    <a16:creationId xmlns:a16="http://schemas.microsoft.com/office/drawing/2014/main" id="{3EC3A6C7-C98D-471F-ACE5-27D9AC88B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9" name="Group 593">
              <a:extLst>
                <a:ext uri="{FF2B5EF4-FFF2-40B4-BE49-F238E27FC236}">
                  <a16:creationId xmlns:a16="http://schemas.microsoft.com/office/drawing/2014/main" id="{9CFB3BD7-9241-4DAD-954A-07558C1E49D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954" name="Picture 594" descr="desktop_computer_stylized_medium">
                <a:extLst>
                  <a:ext uri="{FF2B5EF4-FFF2-40B4-BE49-F238E27FC236}">
                    <a16:creationId xmlns:a16="http://schemas.microsoft.com/office/drawing/2014/main" id="{5C784EEA-7F5E-4919-9144-2C901263E6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5" name="Freeform 595">
                <a:extLst>
                  <a:ext uri="{FF2B5EF4-FFF2-40B4-BE49-F238E27FC236}">
                    <a16:creationId xmlns:a16="http://schemas.microsoft.com/office/drawing/2014/main" id="{349F2D18-9783-4F0A-B5BD-F8690A1B4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0" name="Group 596">
              <a:extLst>
                <a:ext uri="{FF2B5EF4-FFF2-40B4-BE49-F238E27FC236}">
                  <a16:creationId xmlns:a16="http://schemas.microsoft.com/office/drawing/2014/main" id="{199CBFB5-A92E-4B5A-8630-1FE50368293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952" name="Picture 597" descr="desktop_computer_stylized_medium">
                <a:extLst>
                  <a:ext uri="{FF2B5EF4-FFF2-40B4-BE49-F238E27FC236}">
                    <a16:creationId xmlns:a16="http://schemas.microsoft.com/office/drawing/2014/main" id="{6E8A59E6-9871-4559-94BE-002773D036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3" name="Freeform 598">
                <a:extLst>
                  <a:ext uri="{FF2B5EF4-FFF2-40B4-BE49-F238E27FC236}">
                    <a16:creationId xmlns:a16="http://schemas.microsoft.com/office/drawing/2014/main" id="{40DF15C1-A69C-4501-847A-27E23CCB8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1" name="Group 599">
              <a:extLst>
                <a:ext uri="{FF2B5EF4-FFF2-40B4-BE49-F238E27FC236}">
                  <a16:creationId xmlns:a16="http://schemas.microsoft.com/office/drawing/2014/main" id="{0A636D2D-B20A-4976-BF01-1E78FA57F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950" name="Picture 600" descr="desktop_computer_stylized_medium">
                <a:extLst>
                  <a:ext uri="{FF2B5EF4-FFF2-40B4-BE49-F238E27FC236}">
                    <a16:creationId xmlns:a16="http://schemas.microsoft.com/office/drawing/2014/main" id="{BB44C731-3654-4C1D-AD53-E38AA122C5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1" name="Freeform 601">
                <a:extLst>
                  <a:ext uri="{FF2B5EF4-FFF2-40B4-BE49-F238E27FC236}">
                    <a16:creationId xmlns:a16="http://schemas.microsoft.com/office/drawing/2014/main" id="{A5818EA2-0768-4F5D-AC6E-9C89287C6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642" name="Picture 603" descr="car_icon_small">
              <a:extLst>
                <a:ext uri="{FF2B5EF4-FFF2-40B4-BE49-F238E27FC236}">
                  <a16:creationId xmlns:a16="http://schemas.microsoft.com/office/drawing/2014/main" id="{D17801F2-1F5C-49B5-8442-C41D6E56E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643" name="Group 652">
              <a:extLst>
                <a:ext uri="{FF2B5EF4-FFF2-40B4-BE49-F238E27FC236}">
                  <a16:creationId xmlns:a16="http://schemas.microsoft.com/office/drawing/2014/main" id="{C4894AE9-09EC-4837-A194-FDA533E2CC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948" name="Picture 653" descr="iphone_stylized_small">
                <a:extLst>
                  <a:ext uri="{FF2B5EF4-FFF2-40B4-BE49-F238E27FC236}">
                    <a16:creationId xmlns:a16="http://schemas.microsoft.com/office/drawing/2014/main" id="{9710605A-938F-471E-8FEE-09EA4B0CB2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49" name="Picture 654" descr="antenna_radiation_stylized">
                <a:extLst>
                  <a:ext uri="{FF2B5EF4-FFF2-40B4-BE49-F238E27FC236}">
                    <a16:creationId xmlns:a16="http://schemas.microsoft.com/office/drawing/2014/main" id="{681DE544-467C-4250-AEB4-BA58381C95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44" name="Group 665">
              <a:extLst>
                <a:ext uri="{FF2B5EF4-FFF2-40B4-BE49-F238E27FC236}">
                  <a16:creationId xmlns:a16="http://schemas.microsoft.com/office/drawing/2014/main" id="{94684F11-60CC-4E54-ACC9-FC2D5E75E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940" name="Oval 407">
                <a:extLst>
                  <a:ext uri="{FF2B5EF4-FFF2-40B4-BE49-F238E27FC236}">
                    <a16:creationId xmlns:a16="http://schemas.microsoft.com/office/drawing/2014/main" id="{5D3A694D-F18D-4C87-86E6-A50943D91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1" name="Rectangle 410">
                <a:extLst>
                  <a:ext uri="{FF2B5EF4-FFF2-40B4-BE49-F238E27FC236}">
                    <a16:creationId xmlns:a16="http://schemas.microsoft.com/office/drawing/2014/main" id="{F7036B9C-5555-46D3-A941-985C5521F1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2" name="Oval 411">
                <a:extLst>
                  <a:ext uri="{FF2B5EF4-FFF2-40B4-BE49-F238E27FC236}">
                    <a16:creationId xmlns:a16="http://schemas.microsoft.com/office/drawing/2014/main" id="{BA1FCD76-4699-4467-BC8A-6FDE7A522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43" name="Group 659">
                <a:extLst>
                  <a:ext uri="{FF2B5EF4-FFF2-40B4-BE49-F238E27FC236}">
                    <a16:creationId xmlns:a16="http://schemas.microsoft.com/office/drawing/2014/main" id="{DEC512C2-5B62-40FA-B869-887162D332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46" name="Freeform 660">
                  <a:extLst>
                    <a:ext uri="{FF2B5EF4-FFF2-40B4-BE49-F238E27FC236}">
                      <a16:creationId xmlns:a16="http://schemas.microsoft.com/office/drawing/2014/main" id="{0AC4C462-DF7F-4621-B842-ABA45752D4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47" name="Freeform 661">
                  <a:extLst>
                    <a:ext uri="{FF2B5EF4-FFF2-40B4-BE49-F238E27FC236}">
                      <a16:creationId xmlns:a16="http://schemas.microsoft.com/office/drawing/2014/main" id="{75A960DC-907B-431B-804C-B6A753A57A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44" name="Line 662">
                <a:extLst>
                  <a:ext uri="{FF2B5EF4-FFF2-40B4-BE49-F238E27FC236}">
                    <a16:creationId xmlns:a16="http://schemas.microsoft.com/office/drawing/2014/main" id="{3D047AB2-B868-4546-B68E-99EA82FDC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5" name="Line 663">
                <a:extLst>
                  <a:ext uri="{FF2B5EF4-FFF2-40B4-BE49-F238E27FC236}">
                    <a16:creationId xmlns:a16="http://schemas.microsoft.com/office/drawing/2014/main" id="{8D4439ED-524B-4765-BA7B-810E0D5D0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5" name="Group 666">
              <a:extLst>
                <a:ext uri="{FF2B5EF4-FFF2-40B4-BE49-F238E27FC236}">
                  <a16:creationId xmlns:a16="http://schemas.microsoft.com/office/drawing/2014/main" id="{69A68607-2CC0-4AC7-A86D-F098C33D18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932" name="Oval 407">
                <a:extLst>
                  <a:ext uri="{FF2B5EF4-FFF2-40B4-BE49-F238E27FC236}">
                    <a16:creationId xmlns:a16="http://schemas.microsoft.com/office/drawing/2014/main" id="{3852FF5E-687E-476A-83EB-4B35D8D0C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3" name="Rectangle 410">
                <a:extLst>
                  <a:ext uri="{FF2B5EF4-FFF2-40B4-BE49-F238E27FC236}">
                    <a16:creationId xmlns:a16="http://schemas.microsoft.com/office/drawing/2014/main" id="{FE3FF806-FE55-45DE-9174-362CE262D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4" name="Oval 411">
                <a:extLst>
                  <a:ext uri="{FF2B5EF4-FFF2-40B4-BE49-F238E27FC236}">
                    <a16:creationId xmlns:a16="http://schemas.microsoft.com/office/drawing/2014/main" id="{84260E24-00C6-4FA1-9289-25161980C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35" name="Group 670">
                <a:extLst>
                  <a:ext uri="{FF2B5EF4-FFF2-40B4-BE49-F238E27FC236}">
                    <a16:creationId xmlns:a16="http://schemas.microsoft.com/office/drawing/2014/main" id="{9FEE428A-D53B-433E-BCDB-6650376411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38" name="Freeform 671">
                  <a:extLst>
                    <a:ext uri="{FF2B5EF4-FFF2-40B4-BE49-F238E27FC236}">
                      <a16:creationId xmlns:a16="http://schemas.microsoft.com/office/drawing/2014/main" id="{C9858B83-88D8-41CE-A44D-C508EB1AF2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9" name="Freeform 672">
                  <a:extLst>
                    <a:ext uri="{FF2B5EF4-FFF2-40B4-BE49-F238E27FC236}">
                      <a16:creationId xmlns:a16="http://schemas.microsoft.com/office/drawing/2014/main" id="{270F273B-15AD-4820-802F-02A9E6AC99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36" name="Line 673">
                <a:extLst>
                  <a:ext uri="{FF2B5EF4-FFF2-40B4-BE49-F238E27FC236}">
                    <a16:creationId xmlns:a16="http://schemas.microsoft.com/office/drawing/2014/main" id="{2526AAE2-04FA-4C62-B323-CA5A3E6D3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37" name="Line 674">
                <a:extLst>
                  <a:ext uri="{FF2B5EF4-FFF2-40B4-BE49-F238E27FC236}">
                    <a16:creationId xmlns:a16="http://schemas.microsoft.com/office/drawing/2014/main" id="{B5A87762-5431-4F8E-9A98-BBFB853F09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6" name="Group 675">
              <a:extLst>
                <a:ext uri="{FF2B5EF4-FFF2-40B4-BE49-F238E27FC236}">
                  <a16:creationId xmlns:a16="http://schemas.microsoft.com/office/drawing/2014/main" id="{DEE581EB-0634-40FB-9FEA-7516859E2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924" name="Oval 407">
                <a:extLst>
                  <a:ext uri="{FF2B5EF4-FFF2-40B4-BE49-F238E27FC236}">
                    <a16:creationId xmlns:a16="http://schemas.microsoft.com/office/drawing/2014/main" id="{696A9DA7-9284-481E-BC84-5F0E7D924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5" name="Rectangle 410">
                <a:extLst>
                  <a:ext uri="{FF2B5EF4-FFF2-40B4-BE49-F238E27FC236}">
                    <a16:creationId xmlns:a16="http://schemas.microsoft.com/office/drawing/2014/main" id="{355C79C4-3216-41B0-B053-06398AA91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6" name="Oval 411">
                <a:extLst>
                  <a:ext uri="{FF2B5EF4-FFF2-40B4-BE49-F238E27FC236}">
                    <a16:creationId xmlns:a16="http://schemas.microsoft.com/office/drawing/2014/main" id="{E9FC2689-5175-481A-9B89-C5C5B7212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27" name="Group 679">
                <a:extLst>
                  <a:ext uri="{FF2B5EF4-FFF2-40B4-BE49-F238E27FC236}">
                    <a16:creationId xmlns:a16="http://schemas.microsoft.com/office/drawing/2014/main" id="{8CD0D991-935B-4C8A-BB0A-162C007F3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30" name="Freeform 680">
                  <a:extLst>
                    <a:ext uri="{FF2B5EF4-FFF2-40B4-BE49-F238E27FC236}">
                      <a16:creationId xmlns:a16="http://schemas.microsoft.com/office/drawing/2014/main" id="{77663740-CDED-4311-A4F0-DF3087714B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31" name="Freeform 681">
                  <a:extLst>
                    <a:ext uri="{FF2B5EF4-FFF2-40B4-BE49-F238E27FC236}">
                      <a16:creationId xmlns:a16="http://schemas.microsoft.com/office/drawing/2014/main" id="{673903E2-C177-4FC6-8D55-F64DDB5534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8" name="Line 682">
                <a:extLst>
                  <a:ext uri="{FF2B5EF4-FFF2-40B4-BE49-F238E27FC236}">
                    <a16:creationId xmlns:a16="http://schemas.microsoft.com/office/drawing/2014/main" id="{6D412A71-7C69-446E-8E85-8C87B195C2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9" name="Line 683">
                <a:extLst>
                  <a:ext uri="{FF2B5EF4-FFF2-40B4-BE49-F238E27FC236}">
                    <a16:creationId xmlns:a16="http://schemas.microsoft.com/office/drawing/2014/main" id="{0306EA7C-DB3C-40FA-AC81-CB81CBA5C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47" name="Group 684">
              <a:extLst>
                <a:ext uri="{FF2B5EF4-FFF2-40B4-BE49-F238E27FC236}">
                  <a16:creationId xmlns:a16="http://schemas.microsoft.com/office/drawing/2014/main" id="{4CDF5B58-B9A1-4CBD-917B-7D85BF54C2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916" name="Oval 407">
                <a:extLst>
                  <a:ext uri="{FF2B5EF4-FFF2-40B4-BE49-F238E27FC236}">
                    <a16:creationId xmlns:a16="http://schemas.microsoft.com/office/drawing/2014/main" id="{AAC4E233-1E2C-4E09-8CCC-49038841E6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7" name="Rectangle 410">
                <a:extLst>
                  <a:ext uri="{FF2B5EF4-FFF2-40B4-BE49-F238E27FC236}">
                    <a16:creationId xmlns:a16="http://schemas.microsoft.com/office/drawing/2014/main" id="{2181A482-2701-4036-9BE4-309F49839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8" name="Oval 411">
                <a:extLst>
                  <a:ext uri="{FF2B5EF4-FFF2-40B4-BE49-F238E27FC236}">
                    <a16:creationId xmlns:a16="http://schemas.microsoft.com/office/drawing/2014/main" id="{F73FEF4A-471B-434B-AEA6-758FD15480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19" name="Group 688">
                <a:extLst>
                  <a:ext uri="{FF2B5EF4-FFF2-40B4-BE49-F238E27FC236}">
                    <a16:creationId xmlns:a16="http://schemas.microsoft.com/office/drawing/2014/main" id="{8B382DB9-3B0A-443B-AAE2-2A358684F8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22" name="Freeform 689">
                  <a:extLst>
                    <a:ext uri="{FF2B5EF4-FFF2-40B4-BE49-F238E27FC236}">
                      <a16:creationId xmlns:a16="http://schemas.microsoft.com/office/drawing/2014/main" id="{93920CFF-2D98-4910-93D9-590EB5286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23" name="Freeform 690">
                  <a:extLst>
                    <a:ext uri="{FF2B5EF4-FFF2-40B4-BE49-F238E27FC236}">
                      <a16:creationId xmlns:a16="http://schemas.microsoft.com/office/drawing/2014/main" id="{ED4A267C-DE57-4C51-BBED-62B44A7EB7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20" name="Line 691">
                <a:extLst>
                  <a:ext uri="{FF2B5EF4-FFF2-40B4-BE49-F238E27FC236}">
                    <a16:creationId xmlns:a16="http://schemas.microsoft.com/office/drawing/2014/main" id="{39220670-CC26-4592-A05F-23070238D4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21" name="Line 692">
                <a:extLst>
                  <a:ext uri="{FF2B5EF4-FFF2-40B4-BE49-F238E27FC236}">
                    <a16:creationId xmlns:a16="http://schemas.microsoft.com/office/drawing/2014/main" id="{12601E5C-9A11-4215-9FFE-3A0C7D262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48" name="Line 693">
              <a:extLst>
                <a:ext uri="{FF2B5EF4-FFF2-40B4-BE49-F238E27FC236}">
                  <a16:creationId xmlns:a16="http://schemas.microsoft.com/office/drawing/2014/main" id="{3852309A-25C7-4535-9462-96E1FAD70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49" name="Group 694">
              <a:extLst>
                <a:ext uri="{FF2B5EF4-FFF2-40B4-BE49-F238E27FC236}">
                  <a16:creationId xmlns:a16="http://schemas.microsoft.com/office/drawing/2014/main" id="{89589105-5E75-4AA8-804D-0A764C8A6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908" name="Oval 407">
                <a:extLst>
                  <a:ext uri="{FF2B5EF4-FFF2-40B4-BE49-F238E27FC236}">
                    <a16:creationId xmlns:a16="http://schemas.microsoft.com/office/drawing/2014/main" id="{72774491-815C-462E-902B-4121A311F2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9" name="Rectangle 410">
                <a:extLst>
                  <a:ext uri="{FF2B5EF4-FFF2-40B4-BE49-F238E27FC236}">
                    <a16:creationId xmlns:a16="http://schemas.microsoft.com/office/drawing/2014/main" id="{CBEDDB9F-3097-4969-9930-9362187C9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0" name="Oval 411">
                <a:extLst>
                  <a:ext uri="{FF2B5EF4-FFF2-40B4-BE49-F238E27FC236}">
                    <a16:creationId xmlns:a16="http://schemas.microsoft.com/office/drawing/2014/main" id="{E266630E-0B45-4744-9B8E-0CD718B7D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11" name="Group 698">
                <a:extLst>
                  <a:ext uri="{FF2B5EF4-FFF2-40B4-BE49-F238E27FC236}">
                    <a16:creationId xmlns:a16="http://schemas.microsoft.com/office/drawing/2014/main" id="{AAF0F6E4-410E-4E7A-B2F5-E484978BE5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14" name="Freeform 699">
                  <a:extLst>
                    <a:ext uri="{FF2B5EF4-FFF2-40B4-BE49-F238E27FC236}">
                      <a16:creationId xmlns:a16="http://schemas.microsoft.com/office/drawing/2014/main" id="{55FB0179-651A-466E-BB3E-A048DFA899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15" name="Freeform 700">
                  <a:extLst>
                    <a:ext uri="{FF2B5EF4-FFF2-40B4-BE49-F238E27FC236}">
                      <a16:creationId xmlns:a16="http://schemas.microsoft.com/office/drawing/2014/main" id="{E742462E-780A-4896-9CCA-8E4FDDACFE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12" name="Line 701">
                <a:extLst>
                  <a:ext uri="{FF2B5EF4-FFF2-40B4-BE49-F238E27FC236}">
                    <a16:creationId xmlns:a16="http://schemas.microsoft.com/office/drawing/2014/main" id="{98934A3A-BCC0-4651-80FA-E5AF6ED79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13" name="Line 702">
                <a:extLst>
                  <a:ext uri="{FF2B5EF4-FFF2-40B4-BE49-F238E27FC236}">
                    <a16:creationId xmlns:a16="http://schemas.microsoft.com/office/drawing/2014/main" id="{CADC9D68-0521-4752-935D-7C47B214B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0" name="Group 712">
              <a:extLst>
                <a:ext uri="{FF2B5EF4-FFF2-40B4-BE49-F238E27FC236}">
                  <a16:creationId xmlns:a16="http://schemas.microsoft.com/office/drawing/2014/main" id="{1B687D1A-E1DC-4DF5-9EAC-30D7B4E56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900" name="Oval 407">
                <a:extLst>
                  <a:ext uri="{FF2B5EF4-FFF2-40B4-BE49-F238E27FC236}">
                    <a16:creationId xmlns:a16="http://schemas.microsoft.com/office/drawing/2014/main" id="{613C1931-62D9-4B2C-84D4-119756E13F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1" name="Rectangle 410">
                <a:extLst>
                  <a:ext uri="{FF2B5EF4-FFF2-40B4-BE49-F238E27FC236}">
                    <a16:creationId xmlns:a16="http://schemas.microsoft.com/office/drawing/2014/main" id="{BACF0424-7602-431C-9DCB-1C170086D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2" name="Oval 411">
                <a:extLst>
                  <a:ext uri="{FF2B5EF4-FFF2-40B4-BE49-F238E27FC236}">
                    <a16:creationId xmlns:a16="http://schemas.microsoft.com/office/drawing/2014/main" id="{842E5DB9-5B9C-4DEF-9C2E-57219CF71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903" name="Group 716">
                <a:extLst>
                  <a:ext uri="{FF2B5EF4-FFF2-40B4-BE49-F238E27FC236}">
                    <a16:creationId xmlns:a16="http://schemas.microsoft.com/office/drawing/2014/main" id="{D422D612-B905-4DA1-8039-65243C2213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906" name="Freeform 717">
                  <a:extLst>
                    <a:ext uri="{FF2B5EF4-FFF2-40B4-BE49-F238E27FC236}">
                      <a16:creationId xmlns:a16="http://schemas.microsoft.com/office/drawing/2014/main" id="{C512F555-1891-4551-B827-128A833CD4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907" name="Freeform 718">
                  <a:extLst>
                    <a:ext uri="{FF2B5EF4-FFF2-40B4-BE49-F238E27FC236}">
                      <a16:creationId xmlns:a16="http://schemas.microsoft.com/office/drawing/2014/main" id="{75A5999B-0496-42F2-9E7F-941466CDF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904" name="Line 719">
                <a:extLst>
                  <a:ext uri="{FF2B5EF4-FFF2-40B4-BE49-F238E27FC236}">
                    <a16:creationId xmlns:a16="http://schemas.microsoft.com/office/drawing/2014/main" id="{8083C6E5-F94D-4123-992C-1D8E2E27A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05" name="Line 720">
                <a:extLst>
                  <a:ext uri="{FF2B5EF4-FFF2-40B4-BE49-F238E27FC236}">
                    <a16:creationId xmlns:a16="http://schemas.microsoft.com/office/drawing/2014/main" id="{6C400B42-6CFA-43F9-9D0A-127CCD5AA6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1" name="Group 721">
              <a:extLst>
                <a:ext uri="{FF2B5EF4-FFF2-40B4-BE49-F238E27FC236}">
                  <a16:creationId xmlns:a16="http://schemas.microsoft.com/office/drawing/2014/main" id="{D66C68D1-E5DF-4442-8006-4D4CDAF7A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892" name="Oval 407">
                <a:extLst>
                  <a:ext uri="{FF2B5EF4-FFF2-40B4-BE49-F238E27FC236}">
                    <a16:creationId xmlns:a16="http://schemas.microsoft.com/office/drawing/2014/main" id="{C89FB18F-B213-4771-B9AB-65AE691EC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3" name="Rectangle 410">
                <a:extLst>
                  <a:ext uri="{FF2B5EF4-FFF2-40B4-BE49-F238E27FC236}">
                    <a16:creationId xmlns:a16="http://schemas.microsoft.com/office/drawing/2014/main" id="{6F7C8D34-6C0E-4AD5-B5D9-384CD700B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4" name="Oval 411">
                <a:extLst>
                  <a:ext uri="{FF2B5EF4-FFF2-40B4-BE49-F238E27FC236}">
                    <a16:creationId xmlns:a16="http://schemas.microsoft.com/office/drawing/2014/main" id="{BCC03373-06C6-4E83-8002-827DC5143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95" name="Group 725">
                <a:extLst>
                  <a:ext uri="{FF2B5EF4-FFF2-40B4-BE49-F238E27FC236}">
                    <a16:creationId xmlns:a16="http://schemas.microsoft.com/office/drawing/2014/main" id="{53EA59BF-8462-45CF-9D0B-CA446D84D0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98" name="Freeform 726">
                  <a:extLst>
                    <a:ext uri="{FF2B5EF4-FFF2-40B4-BE49-F238E27FC236}">
                      <a16:creationId xmlns:a16="http://schemas.microsoft.com/office/drawing/2014/main" id="{705B72CC-0368-4E9A-86DD-4A5A22F83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99" name="Freeform 727">
                  <a:extLst>
                    <a:ext uri="{FF2B5EF4-FFF2-40B4-BE49-F238E27FC236}">
                      <a16:creationId xmlns:a16="http://schemas.microsoft.com/office/drawing/2014/main" id="{77BE0B72-85E5-4D5F-825E-C6D38E3932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96" name="Line 728">
                <a:extLst>
                  <a:ext uri="{FF2B5EF4-FFF2-40B4-BE49-F238E27FC236}">
                    <a16:creationId xmlns:a16="http://schemas.microsoft.com/office/drawing/2014/main" id="{298609FC-3AA1-47F8-AE3D-F197C6CBD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97" name="Line 729">
                <a:extLst>
                  <a:ext uri="{FF2B5EF4-FFF2-40B4-BE49-F238E27FC236}">
                    <a16:creationId xmlns:a16="http://schemas.microsoft.com/office/drawing/2014/main" id="{53C1F73B-718B-48CC-8C3F-E1FB8B4052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2" name="Group 730">
              <a:extLst>
                <a:ext uri="{FF2B5EF4-FFF2-40B4-BE49-F238E27FC236}">
                  <a16:creationId xmlns:a16="http://schemas.microsoft.com/office/drawing/2014/main" id="{49BB0D12-52F6-497D-AD43-72C6A5B19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884" name="Oval 407">
                <a:extLst>
                  <a:ext uri="{FF2B5EF4-FFF2-40B4-BE49-F238E27FC236}">
                    <a16:creationId xmlns:a16="http://schemas.microsoft.com/office/drawing/2014/main" id="{C7B1CC76-35CB-435F-89EF-552F1FE70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5" name="Rectangle 410">
                <a:extLst>
                  <a:ext uri="{FF2B5EF4-FFF2-40B4-BE49-F238E27FC236}">
                    <a16:creationId xmlns:a16="http://schemas.microsoft.com/office/drawing/2014/main" id="{4EADD050-04B8-4BEA-A03D-0350F6CB8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6" name="Oval 411">
                <a:extLst>
                  <a:ext uri="{FF2B5EF4-FFF2-40B4-BE49-F238E27FC236}">
                    <a16:creationId xmlns:a16="http://schemas.microsoft.com/office/drawing/2014/main" id="{5CBCDC06-1568-40F9-898B-17A165651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87" name="Group 734">
                <a:extLst>
                  <a:ext uri="{FF2B5EF4-FFF2-40B4-BE49-F238E27FC236}">
                    <a16:creationId xmlns:a16="http://schemas.microsoft.com/office/drawing/2014/main" id="{F4D863E9-68BE-4BF2-AEAC-D7D8FDD040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90" name="Freeform 735">
                  <a:extLst>
                    <a:ext uri="{FF2B5EF4-FFF2-40B4-BE49-F238E27FC236}">
                      <a16:creationId xmlns:a16="http://schemas.microsoft.com/office/drawing/2014/main" id="{77E80190-FE2C-4396-97AF-2C637733F3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91" name="Freeform 736">
                  <a:extLst>
                    <a:ext uri="{FF2B5EF4-FFF2-40B4-BE49-F238E27FC236}">
                      <a16:creationId xmlns:a16="http://schemas.microsoft.com/office/drawing/2014/main" id="{60CCBE73-75C4-4608-992E-A00E23A59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88" name="Line 737">
                <a:extLst>
                  <a:ext uri="{FF2B5EF4-FFF2-40B4-BE49-F238E27FC236}">
                    <a16:creationId xmlns:a16="http://schemas.microsoft.com/office/drawing/2014/main" id="{FEBBA688-0D61-4562-9616-4FA58973D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9" name="Line 738">
                <a:extLst>
                  <a:ext uri="{FF2B5EF4-FFF2-40B4-BE49-F238E27FC236}">
                    <a16:creationId xmlns:a16="http://schemas.microsoft.com/office/drawing/2014/main" id="{4CAF7054-48B4-4B75-AF75-E5695831F2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3" name="Group 739">
              <a:extLst>
                <a:ext uri="{FF2B5EF4-FFF2-40B4-BE49-F238E27FC236}">
                  <a16:creationId xmlns:a16="http://schemas.microsoft.com/office/drawing/2014/main" id="{ECE65D8E-E1A0-45FA-9AB0-45A085500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876" name="Oval 407">
                <a:extLst>
                  <a:ext uri="{FF2B5EF4-FFF2-40B4-BE49-F238E27FC236}">
                    <a16:creationId xmlns:a16="http://schemas.microsoft.com/office/drawing/2014/main" id="{85C1047F-3D2C-4DF8-A461-4617149FD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7" name="Rectangle 410">
                <a:extLst>
                  <a:ext uri="{FF2B5EF4-FFF2-40B4-BE49-F238E27FC236}">
                    <a16:creationId xmlns:a16="http://schemas.microsoft.com/office/drawing/2014/main" id="{216297D1-EA59-4EED-B95C-327B80A46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8" name="Oval 411">
                <a:extLst>
                  <a:ext uri="{FF2B5EF4-FFF2-40B4-BE49-F238E27FC236}">
                    <a16:creationId xmlns:a16="http://schemas.microsoft.com/office/drawing/2014/main" id="{B1F3B0C7-32EC-4EFF-A5AC-1DA9D923A0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79" name="Group 743">
                <a:extLst>
                  <a:ext uri="{FF2B5EF4-FFF2-40B4-BE49-F238E27FC236}">
                    <a16:creationId xmlns:a16="http://schemas.microsoft.com/office/drawing/2014/main" id="{8EFAEEB6-8CA8-4B88-8FA4-D5228AC0CE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82" name="Freeform 744">
                  <a:extLst>
                    <a:ext uri="{FF2B5EF4-FFF2-40B4-BE49-F238E27FC236}">
                      <a16:creationId xmlns:a16="http://schemas.microsoft.com/office/drawing/2014/main" id="{2A985AC0-01EB-4D5D-84D2-E4CF42EED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83" name="Freeform 745">
                  <a:extLst>
                    <a:ext uri="{FF2B5EF4-FFF2-40B4-BE49-F238E27FC236}">
                      <a16:creationId xmlns:a16="http://schemas.microsoft.com/office/drawing/2014/main" id="{1D69CAA0-1C9E-4D9F-ABE0-55016E40F7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80" name="Line 746">
                <a:extLst>
                  <a:ext uri="{FF2B5EF4-FFF2-40B4-BE49-F238E27FC236}">
                    <a16:creationId xmlns:a16="http://schemas.microsoft.com/office/drawing/2014/main" id="{2A80286E-1600-4BCA-8E80-5547B4B2D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81" name="Line 747">
                <a:extLst>
                  <a:ext uri="{FF2B5EF4-FFF2-40B4-BE49-F238E27FC236}">
                    <a16:creationId xmlns:a16="http://schemas.microsoft.com/office/drawing/2014/main" id="{DF3B989D-A4EF-4254-96AC-D1EE1062A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4" name="Group 748">
              <a:extLst>
                <a:ext uri="{FF2B5EF4-FFF2-40B4-BE49-F238E27FC236}">
                  <a16:creationId xmlns:a16="http://schemas.microsoft.com/office/drawing/2014/main" id="{361DBDA2-EA51-4D14-8D7C-809343FC2B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868" name="Oval 407">
                <a:extLst>
                  <a:ext uri="{FF2B5EF4-FFF2-40B4-BE49-F238E27FC236}">
                    <a16:creationId xmlns:a16="http://schemas.microsoft.com/office/drawing/2014/main" id="{74166C94-6BE1-4CB0-93BD-3AE8A0215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9" name="Rectangle 410">
                <a:extLst>
                  <a:ext uri="{FF2B5EF4-FFF2-40B4-BE49-F238E27FC236}">
                    <a16:creationId xmlns:a16="http://schemas.microsoft.com/office/drawing/2014/main" id="{8B4E382C-55E4-413D-897C-606804EA85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0" name="Oval 411">
                <a:extLst>
                  <a:ext uri="{FF2B5EF4-FFF2-40B4-BE49-F238E27FC236}">
                    <a16:creationId xmlns:a16="http://schemas.microsoft.com/office/drawing/2014/main" id="{8CE7E429-C782-4A72-A7CD-BF3848C76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71" name="Group 752">
                <a:extLst>
                  <a:ext uri="{FF2B5EF4-FFF2-40B4-BE49-F238E27FC236}">
                    <a16:creationId xmlns:a16="http://schemas.microsoft.com/office/drawing/2014/main" id="{DCBBE859-0FE0-49A2-8AC7-6406D6149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74" name="Freeform 753">
                  <a:extLst>
                    <a:ext uri="{FF2B5EF4-FFF2-40B4-BE49-F238E27FC236}">
                      <a16:creationId xmlns:a16="http://schemas.microsoft.com/office/drawing/2014/main" id="{B78F7BBE-B366-4629-9015-18B8A38EAC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75" name="Freeform 754">
                  <a:extLst>
                    <a:ext uri="{FF2B5EF4-FFF2-40B4-BE49-F238E27FC236}">
                      <a16:creationId xmlns:a16="http://schemas.microsoft.com/office/drawing/2014/main" id="{9EAB07F3-4429-4AE8-92CA-D2F01230FA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72" name="Line 755">
                <a:extLst>
                  <a:ext uri="{FF2B5EF4-FFF2-40B4-BE49-F238E27FC236}">
                    <a16:creationId xmlns:a16="http://schemas.microsoft.com/office/drawing/2014/main" id="{C40800FC-ED6D-4BCA-A227-9CCD5114CA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73" name="Line 756">
                <a:extLst>
                  <a:ext uri="{FF2B5EF4-FFF2-40B4-BE49-F238E27FC236}">
                    <a16:creationId xmlns:a16="http://schemas.microsoft.com/office/drawing/2014/main" id="{E3CB933C-A8E9-4423-A335-642B03DE9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5" name="Group 757">
              <a:extLst>
                <a:ext uri="{FF2B5EF4-FFF2-40B4-BE49-F238E27FC236}">
                  <a16:creationId xmlns:a16="http://schemas.microsoft.com/office/drawing/2014/main" id="{DF92CF26-DB4C-4074-9AC2-A810218C2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860" name="Oval 407">
                <a:extLst>
                  <a:ext uri="{FF2B5EF4-FFF2-40B4-BE49-F238E27FC236}">
                    <a16:creationId xmlns:a16="http://schemas.microsoft.com/office/drawing/2014/main" id="{79726A94-D8D5-4B65-A08B-3E4505D249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1" name="Rectangle 410">
                <a:extLst>
                  <a:ext uri="{FF2B5EF4-FFF2-40B4-BE49-F238E27FC236}">
                    <a16:creationId xmlns:a16="http://schemas.microsoft.com/office/drawing/2014/main" id="{824863D6-C79C-4945-83D8-98D5E4BE72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2" name="Oval 411">
                <a:extLst>
                  <a:ext uri="{FF2B5EF4-FFF2-40B4-BE49-F238E27FC236}">
                    <a16:creationId xmlns:a16="http://schemas.microsoft.com/office/drawing/2014/main" id="{084BE667-4203-4A99-9413-66D1D66C9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63" name="Group 761">
                <a:extLst>
                  <a:ext uri="{FF2B5EF4-FFF2-40B4-BE49-F238E27FC236}">
                    <a16:creationId xmlns:a16="http://schemas.microsoft.com/office/drawing/2014/main" id="{5756623B-3818-4838-94BD-9EBEE720C6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66" name="Freeform 762">
                  <a:extLst>
                    <a:ext uri="{FF2B5EF4-FFF2-40B4-BE49-F238E27FC236}">
                      <a16:creationId xmlns:a16="http://schemas.microsoft.com/office/drawing/2014/main" id="{8EB6F219-424A-4A68-9546-C73D0AD459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67" name="Freeform 763">
                  <a:extLst>
                    <a:ext uri="{FF2B5EF4-FFF2-40B4-BE49-F238E27FC236}">
                      <a16:creationId xmlns:a16="http://schemas.microsoft.com/office/drawing/2014/main" id="{1B2334B6-427E-4152-AA98-A25430F76C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64" name="Line 764">
                <a:extLst>
                  <a:ext uri="{FF2B5EF4-FFF2-40B4-BE49-F238E27FC236}">
                    <a16:creationId xmlns:a16="http://schemas.microsoft.com/office/drawing/2014/main" id="{34049409-F307-4452-9691-F03733E376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5" name="Line 765">
                <a:extLst>
                  <a:ext uri="{FF2B5EF4-FFF2-40B4-BE49-F238E27FC236}">
                    <a16:creationId xmlns:a16="http://schemas.microsoft.com/office/drawing/2014/main" id="{F9E1EE2B-99B4-41D4-9FAA-1F899FF3C0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6" name="Group 767">
              <a:extLst>
                <a:ext uri="{FF2B5EF4-FFF2-40B4-BE49-F238E27FC236}">
                  <a16:creationId xmlns:a16="http://schemas.microsoft.com/office/drawing/2014/main" id="{DCA8DD02-E37F-45DC-A75E-6E28DD7D3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852" name="Oval 407">
                <a:extLst>
                  <a:ext uri="{FF2B5EF4-FFF2-40B4-BE49-F238E27FC236}">
                    <a16:creationId xmlns:a16="http://schemas.microsoft.com/office/drawing/2014/main" id="{26F8A78B-100D-443A-A297-3D4D53DA9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3" name="Rectangle 410">
                <a:extLst>
                  <a:ext uri="{FF2B5EF4-FFF2-40B4-BE49-F238E27FC236}">
                    <a16:creationId xmlns:a16="http://schemas.microsoft.com/office/drawing/2014/main" id="{AEBADCF0-3015-4BE4-AA60-AE763E932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4" name="Oval 411">
                <a:extLst>
                  <a:ext uri="{FF2B5EF4-FFF2-40B4-BE49-F238E27FC236}">
                    <a16:creationId xmlns:a16="http://schemas.microsoft.com/office/drawing/2014/main" id="{713F7744-724C-406A-8FE6-740CD8530B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55" name="Group 771">
                <a:extLst>
                  <a:ext uri="{FF2B5EF4-FFF2-40B4-BE49-F238E27FC236}">
                    <a16:creationId xmlns:a16="http://schemas.microsoft.com/office/drawing/2014/main" id="{80571925-27AD-4CD2-917D-59AA381B4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858" name="Freeform 772">
                  <a:extLst>
                    <a:ext uri="{FF2B5EF4-FFF2-40B4-BE49-F238E27FC236}">
                      <a16:creationId xmlns:a16="http://schemas.microsoft.com/office/drawing/2014/main" id="{3471FE88-D24A-4614-B836-96E1415CB0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59" name="Freeform 773">
                  <a:extLst>
                    <a:ext uri="{FF2B5EF4-FFF2-40B4-BE49-F238E27FC236}">
                      <a16:creationId xmlns:a16="http://schemas.microsoft.com/office/drawing/2014/main" id="{52FD0CD6-DD11-4017-A963-688760985D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56" name="Line 774">
                <a:extLst>
                  <a:ext uri="{FF2B5EF4-FFF2-40B4-BE49-F238E27FC236}">
                    <a16:creationId xmlns:a16="http://schemas.microsoft.com/office/drawing/2014/main" id="{A121B8A8-A3D7-4AAA-844F-262B8D82B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7" name="Line 775">
                <a:extLst>
                  <a:ext uri="{FF2B5EF4-FFF2-40B4-BE49-F238E27FC236}">
                    <a16:creationId xmlns:a16="http://schemas.microsoft.com/office/drawing/2014/main" id="{68CCCE23-EFA9-4BA1-9025-2B051CE47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57" name="Group 776">
              <a:extLst>
                <a:ext uri="{FF2B5EF4-FFF2-40B4-BE49-F238E27FC236}">
                  <a16:creationId xmlns:a16="http://schemas.microsoft.com/office/drawing/2014/main" id="{5EDDC6BD-7C79-4C2C-8D99-5DFCB844B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850" name="Picture 777" descr="access_point_stylized_small">
                <a:extLst>
                  <a:ext uri="{FF2B5EF4-FFF2-40B4-BE49-F238E27FC236}">
                    <a16:creationId xmlns:a16="http://schemas.microsoft.com/office/drawing/2014/main" id="{429168D6-02DD-45D1-8FCB-7B2C2AD6F7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51" name="Picture 778" descr="antenna_radiation_stylized">
                <a:extLst>
                  <a:ext uri="{FF2B5EF4-FFF2-40B4-BE49-F238E27FC236}">
                    <a16:creationId xmlns:a16="http://schemas.microsoft.com/office/drawing/2014/main" id="{2C5569A5-D2FF-48D2-823D-732F2C49C0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58" name="Group 779">
              <a:extLst>
                <a:ext uri="{FF2B5EF4-FFF2-40B4-BE49-F238E27FC236}">
                  <a16:creationId xmlns:a16="http://schemas.microsoft.com/office/drawing/2014/main" id="{3A440D5C-FF08-40D6-A4D8-0CE2D69BC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848" name="Picture 780" descr="access_point_stylized_small">
                <a:extLst>
                  <a:ext uri="{FF2B5EF4-FFF2-40B4-BE49-F238E27FC236}">
                    <a16:creationId xmlns:a16="http://schemas.microsoft.com/office/drawing/2014/main" id="{7C559693-BA7C-4314-B23D-F5E93E2F44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49" name="Picture 781" descr="antenna_radiation_stylized">
                <a:extLst>
                  <a:ext uri="{FF2B5EF4-FFF2-40B4-BE49-F238E27FC236}">
                    <a16:creationId xmlns:a16="http://schemas.microsoft.com/office/drawing/2014/main" id="{B9254230-6005-485E-8AAC-BE59F63622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59" name="Group 782">
              <a:extLst>
                <a:ext uri="{FF2B5EF4-FFF2-40B4-BE49-F238E27FC236}">
                  <a16:creationId xmlns:a16="http://schemas.microsoft.com/office/drawing/2014/main" id="{031C1E53-9CAC-48D1-B1E7-78B43AC384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830" name="Group 783">
                <a:extLst>
                  <a:ext uri="{FF2B5EF4-FFF2-40B4-BE49-F238E27FC236}">
                    <a16:creationId xmlns:a16="http://schemas.microsoft.com/office/drawing/2014/main" id="{6D625730-DAEA-4940-A78E-5CEE490873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833" name="Line 270">
                  <a:extLst>
                    <a:ext uri="{FF2B5EF4-FFF2-40B4-BE49-F238E27FC236}">
                      <a16:creationId xmlns:a16="http://schemas.microsoft.com/office/drawing/2014/main" id="{BE44A959-2057-425A-B40F-39964FDDBB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4" name="Line 271">
                  <a:extLst>
                    <a:ext uri="{FF2B5EF4-FFF2-40B4-BE49-F238E27FC236}">
                      <a16:creationId xmlns:a16="http://schemas.microsoft.com/office/drawing/2014/main" id="{1E6CE68F-D9CC-4240-8CB2-EE3560B85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5" name="Line 272">
                  <a:extLst>
                    <a:ext uri="{FF2B5EF4-FFF2-40B4-BE49-F238E27FC236}">
                      <a16:creationId xmlns:a16="http://schemas.microsoft.com/office/drawing/2014/main" id="{DE186C86-A51D-4A9F-AB45-71D9AA3E28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6" name="Line 273">
                  <a:extLst>
                    <a:ext uri="{FF2B5EF4-FFF2-40B4-BE49-F238E27FC236}">
                      <a16:creationId xmlns:a16="http://schemas.microsoft.com/office/drawing/2014/main" id="{D9E54656-B8AA-4032-83BE-051E924248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7" name="Line 274">
                  <a:extLst>
                    <a:ext uri="{FF2B5EF4-FFF2-40B4-BE49-F238E27FC236}">
                      <a16:creationId xmlns:a16="http://schemas.microsoft.com/office/drawing/2014/main" id="{EBCF55F0-0738-44C1-970B-E69879B46E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8" name="Line 275">
                  <a:extLst>
                    <a:ext uri="{FF2B5EF4-FFF2-40B4-BE49-F238E27FC236}">
                      <a16:creationId xmlns:a16="http://schemas.microsoft.com/office/drawing/2014/main" id="{E8F735EF-5D13-4C7A-B646-3D76205EAE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39" name="Line 276">
                  <a:extLst>
                    <a:ext uri="{FF2B5EF4-FFF2-40B4-BE49-F238E27FC236}">
                      <a16:creationId xmlns:a16="http://schemas.microsoft.com/office/drawing/2014/main" id="{D5507848-3DD5-461F-ACD8-BF29ED0D08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0" name="Line 277">
                  <a:extLst>
                    <a:ext uri="{FF2B5EF4-FFF2-40B4-BE49-F238E27FC236}">
                      <a16:creationId xmlns:a16="http://schemas.microsoft.com/office/drawing/2014/main" id="{68D364E5-AE62-4708-B7BA-84C8010C17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1" name="Line 278">
                  <a:extLst>
                    <a:ext uri="{FF2B5EF4-FFF2-40B4-BE49-F238E27FC236}">
                      <a16:creationId xmlns:a16="http://schemas.microsoft.com/office/drawing/2014/main" id="{1FE8432A-4CE7-4462-BEF0-13413C9491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2" name="Line 279">
                  <a:extLst>
                    <a:ext uri="{FF2B5EF4-FFF2-40B4-BE49-F238E27FC236}">
                      <a16:creationId xmlns:a16="http://schemas.microsoft.com/office/drawing/2014/main" id="{A36834F8-0F56-42DB-AD18-3660A66F3F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3" name="Line 280">
                  <a:extLst>
                    <a:ext uri="{FF2B5EF4-FFF2-40B4-BE49-F238E27FC236}">
                      <a16:creationId xmlns:a16="http://schemas.microsoft.com/office/drawing/2014/main" id="{DB38EFF6-282D-4171-9140-489497D7E4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4" name="Line 281">
                  <a:extLst>
                    <a:ext uri="{FF2B5EF4-FFF2-40B4-BE49-F238E27FC236}">
                      <a16:creationId xmlns:a16="http://schemas.microsoft.com/office/drawing/2014/main" id="{347972B3-1F9C-4771-A114-9FDC3043A5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5" name="Line 282">
                  <a:extLst>
                    <a:ext uri="{FF2B5EF4-FFF2-40B4-BE49-F238E27FC236}">
                      <a16:creationId xmlns:a16="http://schemas.microsoft.com/office/drawing/2014/main" id="{4F0444A0-8BF7-4252-A463-927A448821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6" name="Line 283">
                  <a:extLst>
                    <a:ext uri="{FF2B5EF4-FFF2-40B4-BE49-F238E27FC236}">
                      <a16:creationId xmlns:a16="http://schemas.microsoft.com/office/drawing/2014/main" id="{FFE298FF-0B0A-4480-BC5E-3FE5020028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47" name="Line 284">
                  <a:extLst>
                    <a:ext uri="{FF2B5EF4-FFF2-40B4-BE49-F238E27FC236}">
                      <a16:creationId xmlns:a16="http://schemas.microsoft.com/office/drawing/2014/main" id="{BF653472-E4E1-4468-82D6-654B2101AE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831" name="Picture 799" descr="cell_tower_radiation copy">
                <a:extLst>
                  <a:ext uri="{FF2B5EF4-FFF2-40B4-BE49-F238E27FC236}">
                    <a16:creationId xmlns:a16="http://schemas.microsoft.com/office/drawing/2014/main" id="{BD8EAEB0-D34A-4C80-A356-A192E745D8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32" name="Oval 800">
                <a:extLst>
                  <a:ext uri="{FF2B5EF4-FFF2-40B4-BE49-F238E27FC236}">
                    <a16:creationId xmlns:a16="http://schemas.microsoft.com/office/drawing/2014/main" id="{A336F76B-91AC-4EB1-B96F-74B509E3B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60" name="Text Box 580">
              <a:extLst>
                <a:ext uri="{FF2B5EF4-FFF2-40B4-BE49-F238E27FC236}">
                  <a16:creationId xmlns:a16="http://schemas.microsoft.com/office/drawing/2014/main" id="{8922D124-0AF7-4869-9D95-0D568DF61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9" y="1384300"/>
              <a:ext cx="17866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mobile network</a:t>
              </a:r>
            </a:p>
          </p:txBody>
        </p:sp>
        <p:sp>
          <p:nvSpPr>
            <p:cNvPr id="661" name="Text Box 580">
              <a:extLst>
                <a:ext uri="{FF2B5EF4-FFF2-40B4-BE49-F238E27FC236}">
                  <a16:creationId xmlns:a16="http://schemas.microsoft.com/office/drawing/2014/main" id="{991B4F5B-9EEE-435E-990E-3DC100603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2222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global ISP</a:t>
              </a:r>
            </a:p>
          </p:txBody>
        </p:sp>
        <p:sp>
          <p:nvSpPr>
            <p:cNvPr id="662" name="Text Box 580">
              <a:extLst>
                <a:ext uri="{FF2B5EF4-FFF2-40B4-BE49-F238E27FC236}">
                  <a16:creationId xmlns:a16="http://schemas.microsoft.com/office/drawing/2014/main" id="{44526DCC-A65F-4B46-8E10-DF8FCCDAEE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41243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regional ISP</a:t>
              </a:r>
            </a:p>
          </p:txBody>
        </p:sp>
        <p:sp>
          <p:nvSpPr>
            <p:cNvPr id="663" name="Text Box 580">
              <a:extLst>
                <a:ext uri="{FF2B5EF4-FFF2-40B4-BE49-F238E27FC236}">
                  <a16:creationId xmlns:a16="http://schemas.microsoft.com/office/drawing/2014/main" id="{17DB4379-0EA3-4411-9BE5-93A4FD291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1" y="2963863"/>
              <a:ext cx="1047124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network</a:t>
              </a:r>
            </a:p>
          </p:txBody>
        </p:sp>
        <p:sp>
          <p:nvSpPr>
            <p:cNvPr id="664" name="Text Box 580">
              <a:extLst>
                <a:ext uri="{FF2B5EF4-FFF2-40B4-BE49-F238E27FC236}">
                  <a16:creationId xmlns:a16="http://schemas.microsoft.com/office/drawing/2014/main" id="{BB26281C-FA90-4D7C-A205-225773CBD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466043" cy="517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network</a:t>
              </a:r>
            </a:p>
          </p:txBody>
        </p:sp>
        <p:grpSp>
          <p:nvGrpSpPr>
            <p:cNvPr id="665" name="Group 950">
              <a:extLst>
                <a:ext uri="{FF2B5EF4-FFF2-40B4-BE49-F238E27FC236}">
                  <a16:creationId xmlns:a16="http://schemas.microsoft.com/office/drawing/2014/main" id="{1A32CF6A-6F7C-42E8-887C-DF57CFA4F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798" name="Freeform 951">
                <a:extLst>
                  <a:ext uri="{FF2B5EF4-FFF2-40B4-BE49-F238E27FC236}">
                    <a16:creationId xmlns:a16="http://schemas.microsoft.com/office/drawing/2014/main" id="{DC8E99D0-FE1D-49AE-A985-E01032324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9" name="Rectangle 952">
                <a:extLst>
                  <a:ext uri="{FF2B5EF4-FFF2-40B4-BE49-F238E27FC236}">
                    <a16:creationId xmlns:a16="http://schemas.microsoft.com/office/drawing/2014/main" id="{8C2F495D-EC45-426B-B1FB-F259EE0F6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0" name="Freeform 953">
                <a:extLst>
                  <a:ext uri="{FF2B5EF4-FFF2-40B4-BE49-F238E27FC236}">
                    <a16:creationId xmlns:a16="http://schemas.microsoft.com/office/drawing/2014/main" id="{A37DD9BB-86C2-4217-AB70-EEEA7B6D4B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1" name="Freeform 954">
                <a:extLst>
                  <a:ext uri="{FF2B5EF4-FFF2-40B4-BE49-F238E27FC236}">
                    <a16:creationId xmlns:a16="http://schemas.microsoft.com/office/drawing/2014/main" id="{6CDEBBC7-4C5A-4AB9-9E45-F473C8E21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2" name="Rectangle 955">
                <a:extLst>
                  <a:ext uri="{FF2B5EF4-FFF2-40B4-BE49-F238E27FC236}">
                    <a16:creationId xmlns:a16="http://schemas.microsoft.com/office/drawing/2014/main" id="{EB431C2D-F61F-4D79-86F6-2D0021647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03" name="Group 956">
                <a:extLst>
                  <a:ext uri="{FF2B5EF4-FFF2-40B4-BE49-F238E27FC236}">
                    <a16:creationId xmlns:a16="http://schemas.microsoft.com/office/drawing/2014/main" id="{24D617FB-894C-4F2E-8FB2-96B3E948E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828" name="AutoShape 957">
                  <a:extLst>
                    <a:ext uri="{FF2B5EF4-FFF2-40B4-BE49-F238E27FC236}">
                      <a16:creationId xmlns:a16="http://schemas.microsoft.com/office/drawing/2014/main" id="{7CD5DBEC-338D-4DBB-9418-5BACEC6CE9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29" name="AutoShape 958">
                  <a:extLst>
                    <a:ext uri="{FF2B5EF4-FFF2-40B4-BE49-F238E27FC236}">
                      <a16:creationId xmlns:a16="http://schemas.microsoft.com/office/drawing/2014/main" id="{A6494AA8-F3AD-499C-B44B-C398B705B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04" name="Rectangle 959">
                <a:extLst>
                  <a:ext uri="{FF2B5EF4-FFF2-40B4-BE49-F238E27FC236}">
                    <a16:creationId xmlns:a16="http://schemas.microsoft.com/office/drawing/2014/main" id="{ED106415-562B-4249-8371-44D1E4745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05" name="Group 960">
                <a:extLst>
                  <a:ext uri="{FF2B5EF4-FFF2-40B4-BE49-F238E27FC236}">
                    <a16:creationId xmlns:a16="http://schemas.microsoft.com/office/drawing/2014/main" id="{BC96B086-D576-4256-8C57-043898AB3B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826" name="AutoShape 961">
                  <a:extLst>
                    <a:ext uri="{FF2B5EF4-FFF2-40B4-BE49-F238E27FC236}">
                      <a16:creationId xmlns:a16="http://schemas.microsoft.com/office/drawing/2014/main" id="{2F8EFA1E-1EC1-4D30-BFCA-50C708344C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27" name="AutoShape 962">
                  <a:extLst>
                    <a:ext uri="{FF2B5EF4-FFF2-40B4-BE49-F238E27FC236}">
                      <a16:creationId xmlns:a16="http://schemas.microsoft.com/office/drawing/2014/main" id="{649ED149-46CC-4726-BD69-F3DC32E7A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06" name="Rectangle 963">
                <a:extLst>
                  <a:ext uri="{FF2B5EF4-FFF2-40B4-BE49-F238E27FC236}">
                    <a16:creationId xmlns:a16="http://schemas.microsoft.com/office/drawing/2014/main" id="{B62868B8-CC47-4801-844D-B6F9B06A3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7" name="Rectangle 964">
                <a:extLst>
                  <a:ext uri="{FF2B5EF4-FFF2-40B4-BE49-F238E27FC236}">
                    <a16:creationId xmlns:a16="http://schemas.microsoft.com/office/drawing/2014/main" id="{4F0FB78D-8C78-4BE3-A75E-8620E477C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08" name="Group 965">
                <a:extLst>
                  <a:ext uri="{FF2B5EF4-FFF2-40B4-BE49-F238E27FC236}">
                    <a16:creationId xmlns:a16="http://schemas.microsoft.com/office/drawing/2014/main" id="{5D933B83-DB8E-47A5-9205-9DC2DC49B9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824" name="AutoShape 966">
                  <a:extLst>
                    <a:ext uri="{FF2B5EF4-FFF2-40B4-BE49-F238E27FC236}">
                      <a16:creationId xmlns:a16="http://schemas.microsoft.com/office/drawing/2014/main" id="{E4A566C5-43DF-4796-9201-D2AB67014C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25" name="AutoShape 967">
                  <a:extLst>
                    <a:ext uri="{FF2B5EF4-FFF2-40B4-BE49-F238E27FC236}">
                      <a16:creationId xmlns:a16="http://schemas.microsoft.com/office/drawing/2014/main" id="{5C26F195-235C-49AB-8C0C-41557B307B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09" name="Freeform 968">
                <a:extLst>
                  <a:ext uri="{FF2B5EF4-FFF2-40B4-BE49-F238E27FC236}">
                    <a16:creationId xmlns:a16="http://schemas.microsoft.com/office/drawing/2014/main" id="{7EB619F3-A729-43F1-BDE5-9D6BAE588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810" name="Group 969">
                <a:extLst>
                  <a:ext uri="{FF2B5EF4-FFF2-40B4-BE49-F238E27FC236}">
                    <a16:creationId xmlns:a16="http://schemas.microsoft.com/office/drawing/2014/main" id="{1BB53E24-FE64-4243-BFB3-38D6AFB039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822" name="AutoShape 970">
                  <a:extLst>
                    <a:ext uri="{FF2B5EF4-FFF2-40B4-BE49-F238E27FC236}">
                      <a16:creationId xmlns:a16="http://schemas.microsoft.com/office/drawing/2014/main" id="{8893D527-AF4B-42E2-8EF7-792C5BED9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823" name="AutoShape 971">
                  <a:extLst>
                    <a:ext uri="{FF2B5EF4-FFF2-40B4-BE49-F238E27FC236}">
                      <a16:creationId xmlns:a16="http://schemas.microsoft.com/office/drawing/2014/main" id="{8BD876A5-DFF7-4907-ACFD-39F27FC95E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811" name="Rectangle 972">
                <a:extLst>
                  <a:ext uri="{FF2B5EF4-FFF2-40B4-BE49-F238E27FC236}">
                    <a16:creationId xmlns:a16="http://schemas.microsoft.com/office/drawing/2014/main" id="{FE97BDD5-AB8A-42DC-AFC6-1FE6045B5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2" name="Freeform 973">
                <a:extLst>
                  <a:ext uri="{FF2B5EF4-FFF2-40B4-BE49-F238E27FC236}">
                    <a16:creationId xmlns:a16="http://schemas.microsoft.com/office/drawing/2014/main" id="{923870F2-9DDA-432B-A32F-67BF50FC4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3" name="Freeform 974">
                <a:extLst>
                  <a:ext uri="{FF2B5EF4-FFF2-40B4-BE49-F238E27FC236}">
                    <a16:creationId xmlns:a16="http://schemas.microsoft.com/office/drawing/2014/main" id="{EC637021-A5D2-4A2F-A280-E7234BDA9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4" name="Oval 975">
                <a:extLst>
                  <a:ext uri="{FF2B5EF4-FFF2-40B4-BE49-F238E27FC236}">
                    <a16:creationId xmlns:a16="http://schemas.microsoft.com/office/drawing/2014/main" id="{7974A670-D9C6-48D9-BA8D-C02B10377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5" name="Freeform 976">
                <a:extLst>
                  <a:ext uri="{FF2B5EF4-FFF2-40B4-BE49-F238E27FC236}">
                    <a16:creationId xmlns:a16="http://schemas.microsoft.com/office/drawing/2014/main" id="{5DFFBCE0-A445-4BBE-B2F3-6622541AC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6" name="AutoShape 977">
                <a:extLst>
                  <a:ext uri="{FF2B5EF4-FFF2-40B4-BE49-F238E27FC236}">
                    <a16:creationId xmlns:a16="http://schemas.microsoft.com/office/drawing/2014/main" id="{8D2B2450-5857-4E6E-AD79-781EF0DA5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7" name="AutoShape 978">
                <a:extLst>
                  <a:ext uri="{FF2B5EF4-FFF2-40B4-BE49-F238E27FC236}">
                    <a16:creationId xmlns:a16="http://schemas.microsoft.com/office/drawing/2014/main" id="{22F1F74C-E34F-47F8-855C-05CA23794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8" name="Oval 979">
                <a:extLst>
                  <a:ext uri="{FF2B5EF4-FFF2-40B4-BE49-F238E27FC236}">
                    <a16:creationId xmlns:a16="http://schemas.microsoft.com/office/drawing/2014/main" id="{2E24B72A-C272-44DC-8C0B-4667D1417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19" name="Oval 980">
                <a:extLst>
                  <a:ext uri="{FF2B5EF4-FFF2-40B4-BE49-F238E27FC236}">
                    <a16:creationId xmlns:a16="http://schemas.microsoft.com/office/drawing/2014/main" id="{E243AE18-DECF-4E1A-81A5-21D551953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0" name="Oval 981">
                <a:extLst>
                  <a:ext uri="{FF2B5EF4-FFF2-40B4-BE49-F238E27FC236}">
                    <a16:creationId xmlns:a16="http://schemas.microsoft.com/office/drawing/2014/main" id="{75F503C0-E6E8-49F6-AE93-2F6750DEA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1" name="Rectangle 982">
                <a:extLst>
                  <a:ext uri="{FF2B5EF4-FFF2-40B4-BE49-F238E27FC236}">
                    <a16:creationId xmlns:a16="http://schemas.microsoft.com/office/drawing/2014/main" id="{8C2BE592-2213-4230-A71C-FB33573CD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6" name="Group 983">
              <a:extLst>
                <a:ext uri="{FF2B5EF4-FFF2-40B4-BE49-F238E27FC236}">
                  <a16:creationId xmlns:a16="http://schemas.microsoft.com/office/drawing/2014/main" id="{C86DD817-BFF4-4946-827D-25E496905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766" name="Freeform 984">
                <a:extLst>
                  <a:ext uri="{FF2B5EF4-FFF2-40B4-BE49-F238E27FC236}">
                    <a16:creationId xmlns:a16="http://schemas.microsoft.com/office/drawing/2014/main" id="{3E9F5F68-0931-4002-AD04-7C01F23AA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7" name="Rectangle 985">
                <a:extLst>
                  <a:ext uri="{FF2B5EF4-FFF2-40B4-BE49-F238E27FC236}">
                    <a16:creationId xmlns:a16="http://schemas.microsoft.com/office/drawing/2014/main" id="{C96076E1-001B-48E3-8823-D4EB36278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8" name="Freeform 986">
                <a:extLst>
                  <a:ext uri="{FF2B5EF4-FFF2-40B4-BE49-F238E27FC236}">
                    <a16:creationId xmlns:a16="http://schemas.microsoft.com/office/drawing/2014/main" id="{86BA94B8-A6A9-4EE7-B93C-6637BA71D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9" name="Freeform 987">
                <a:extLst>
                  <a:ext uri="{FF2B5EF4-FFF2-40B4-BE49-F238E27FC236}">
                    <a16:creationId xmlns:a16="http://schemas.microsoft.com/office/drawing/2014/main" id="{08DD89ED-3F8A-4070-B8A6-DDE89E9A1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0" name="Rectangle 988">
                <a:extLst>
                  <a:ext uri="{FF2B5EF4-FFF2-40B4-BE49-F238E27FC236}">
                    <a16:creationId xmlns:a16="http://schemas.microsoft.com/office/drawing/2014/main" id="{84C76FDA-E097-4BFE-8A27-0C5D79E89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71" name="Group 989">
                <a:extLst>
                  <a:ext uri="{FF2B5EF4-FFF2-40B4-BE49-F238E27FC236}">
                    <a16:creationId xmlns:a16="http://schemas.microsoft.com/office/drawing/2014/main" id="{495A84A9-4C8D-4865-A301-27D07FC3AF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796" name="AutoShape 990">
                  <a:extLst>
                    <a:ext uri="{FF2B5EF4-FFF2-40B4-BE49-F238E27FC236}">
                      <a16:creationId xmlns:a16="http://schemas.microsoft.com/office/drawing/2014/main" id="{267E556F-744A-49FA-897B-B26DD5918A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7" name="AutoShape 991">
                  <a:extLst>
                    <a:ext uri="{FF2B5EF4-FFF2-40B4-BE49-F238E27FC236}">
                      <a16:creationId xmlns:a16="http://schemas.microsoft.com/office/drawing/2014/main" id="{B31E3A12-86F3-422E-814C-392C486AA9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72" name="Rectangle 992">
                <a:extLst>
                  <a:ext uri="{FF2B5EF4-FFF2-40B4-BE49-F238E27FC236}">
                    <a16:creationId xmlns:a16="http://schemas.microsoft.com/office/drawing/2014/main" id="{3B0A06CB-5347-4151-9CA6-A550784D9B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73" name="Group 993">
                <a:extLst>
                  <a:ext uri="{FF2B5EF4-FFF2-40B4-BE49-F238E27FC236}">
                    <a16:creationId xmlns:a16="http://schemas.microsoft.com/office/drawing/2014/main" id="{1E6EB9B1-D433-4BD4-8BE1-050BB4B80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794" name="AutoShape 994">
                  <a:extLst>
                    <a:ext uri="{FF2B5EF4-FFF2-40B4-BE49-F238E27FC236}">
                      <a16:creationId xmlns:a16="http://schemas.microsoft.com/office/drawing/2014/main" id="{85E9AE05-FB82-4C11-AD57-9A44623C3F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5" name="AutoShape 995">
                  <a:extLst>
                    <a:ext uri="{FF2B5EF4-FFF2-40B4-BE49-F238E27FC236}">
                      <a16:creationId xmlns:a16="http://schemas.microsoft.com/office/drawing/2014/main" id="{EE9EA19A-46F4-44D3-8422-5598CDC41F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74" name="Rectangle 996">
                <a:extLst>
                  <a:ext uri="{FF2B5EF4-FFF2-40B4-BE49-F238E27FC236}">
                    <a16:creationId xmlns:a16="http://schemas.microsoft.com/office/drawing/2014/main" id="{A8542D35-3AB2-43A8-9580-3827EAE6B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5" name="Rectangle 997">
                <a:extLst>
                  <a:ext uri="{FF2B5EF4-FFF2-40B4-BE49-F238E27FC236}">
                    <a16:creationId xmlns:a16="http://schemas.microsoft.com/office/drawing/2014/main" id="{ACAE9A5B-DCA6-4707-A1F0-420B580842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76" name="Group 998">
                <a:extLst>
                  <a:ext uri="{FF2B5EF4-FFF2-40B4-BE49-F238E27FC236}">
                    <a16:creationId xmlns:a16="http://schemas.microsoft.com/office/drawing/2014/main" id="{C8DC0A6C-C9EE-4CCD-AD04-95496D23C9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792" name="AutoShape 999">
                  <a:extLst>
                    <a:ext uri="{FF2B5EF4-FFF2-40B4-BE49-F238E27FC236}">
                      <a16:creationId xmlns:a16="http://schemas.microsoft.com/office/drawing/2014/main" id="{FDA135C2-0C35-4C7C-86C8-B3EC98C962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3" name="AutoShape 1000">
                  <a:extLst>
                    <a:ext uri="{FF2B5EF4-FFF2-40B4-BE49-F238E27FC236}">
                      <a16:creationId xmlns:a16="http://schemas.microsoft.com/office/drawing/2014/main" id="{70C1CEE2-0AD8-4FF2-8A5D-31F5D4C5AF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77" name="Freeform 1001">
                <a:extLst>
                  <a:ext uri="{FF2B5EF4-FFF2-40B4-BE49-F238E27FC236}">
                    <a16:creationId xmlns:a16="http://schemas.microsoft.com/office/drawing/2014/main" id="{C85BB51A-7413-47B6-9C99-EFCABC35F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78" name="Group 1002">
                <a:extLst>
                  <a:ext uri="{FF2B5EF4-FFF2-40B4-BE49-F238E27FC236}">
                    <a16:creationId xmlns:a16="http://schemas.microsoft.com/office/drawing/2014/main" id="{353E2D14-EE7C-4936-BE6A-8048044C26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790" name="AutoShape 1003">
                  <a:extLst>
                    <a:ext uri="{FF2B5EF4-FFF2-40B4-BE49-F238E27FC236}">
                      <a16:creationId xmlns:a16="http://schemas.microsoft.com/office/drawing/2014/main" id="{A7F4BE44-A08A-4E28-BAE0-AD751A6BC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91" name="AutoShape 1004">
                  <a:extLst>
                    <a:ext uri="{FF2B5EF4-FFF2-40B4-BE49-F238E27FC236}">
                      <a16:creationId xmlns:a16="http://schemas.microsoft.com/office/drawing/2014/main" id="{092ED47A-BAFB-4F05-8E07-08479B2D8D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79" name="Rectangle 1005">
                <a:extLst>
                  <a:ext uri="{FF2B5EF4-FFF2-40B4-BE49-F238E27FC236}">
                    <a16:creationId xmlns:a16="http://schemas.microsoft.com/office/drawing/2014/main" id="{1EBA6772-7EB9-4B53-A80F-32919750B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0" name="Freeform 1006">
                <a:extLst>
                  <a:ext uri="{FF2B5EF4-FFF2-40B4-BE49-F238E27FC236}">
                    <a16:creationId xmlns:a16="http://schemas.microsoft.com/office/drawing/2014/main" id="{5D46401F-E3DD-418A-A81D-55EED2C4C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1" name="Freeform 1007">
                <a:extLst>
                  <a:ext uri="{FF2B5EF4-FFF2-40B4-BE49-F238E27FC236}">
                    <a16:creationId xmlns:a16="http://schemas.microsoft.com/office/drawing/2014/main" id="{351768D5-83E1-43AB-8B0B-E5811B97B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2" name="Oval 1008">
                <a:extLst>
                  <a:ext uri="{FF2B5EF4-FFF2-40B4-BE49-F238E27FC236}">
                    <a16:creationId xmlns:a16="http://schemas.microsoft.com/office/drawing/2014/main" id="{F7B15F97-C885-4809-9A25-2A74DEAED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3" name="Freeform 1009">
                <a:extLst>
                  <a:ext uri="{FF2B5EF4-FFF2-40B4-BE49-F238E27FC236}">
                    <a16:creationId xmlns:a16="http://schemas.microsoft.com/office/drawing/2014/main" id="{BB016F2A-0EE6-4229-A3EC-ADCCAA274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4" name="AutoShape 1010">
                <a:extLst>
                  <a:ext uri="{FF2B5EF4-FFF2-40B4-BE49-F238E27FC236}">
                    <a16:creationId xmlns:a16="http://schemas.microsoft.com/office/drawing/2014/main" id="{9E7FA1A4-378C-40A2-92AD-6978DBB7A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5" name="AutoShape 1011">
                <a:extLst>
                  <a:ext uri="{FF2B5EF4-FFF2-40B4-BE49-F238E27FC236}">
                    <a16:creationId xmlns:a16="http://schemas.microsoft.com/office/drawing/2014/main" id="{EAC61391-5285-4AED-8F89-D97711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6" name="Oval 1012">
                <a:extLst>
                  <a:ext uri="{FF2B5EF4-FFF2-40B4-BE49-F238E27FC236}">
                    <a16:creationId xmlns:a16="http://schemas.microsoft.com/office/drawing/2014/main" id="{DFC8ADC8-F2A6-4623-8755-B3F6BE7C4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7" name="Oval 1013">
                <a:extLst>
                  <a:ext uri="{FF2B5EF4-FFF2-40B4-BE49-F238E27FC236}">
                    <a16:creationId xmlns:a16="http://schemas.microsoft.com/office/drawing/2014/main" id="{F3D8E7E9-59CA-4CE8-A3FF-27B63F1CE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8" name="Oval 1014">
                <a:extLst>
                  <a:ext uri="{FF2B5EF4-FFF2-40B4-BE49-F238E27FC236}">
                    <a16:creationId xmlns:a16="http://schemas.microsoft.com/office/drawing/2014/main" id="{162CFA7B-AA45-4588-A140-BE9F3FFF08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9" name="Rectangle 1015">
                <a:extLst>
                  <a:ext uri="{FF2B5EF4-FFF2-40B4-BE49-F238E27FC236}">
                    <a16:creationId xmlns:a16="http://schemas.microsoft.com/office/drawing/2014/main" id="{880347B8-774E-4387-BA33-A0C3DE8E3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7" name="Group 1016">
              <a:extLst>
                <a:ext uri="{FF2B5EF4-FFF2-40B4-BE49-F238E27FC236}">
                  <a16:creationId xmlns:a16="http://schemas.microsoft.com/office/drawing/2014/main" id="{EDCFF6CE-A3CE-4000-A23B-FA46C48A85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743" name="Picture 1017" descr="antenna_stylized">
                <a:extLst>
                  <a:ext uri="{FF2B5EF4-FFF2-40B4-BE49-F238E27FC236}">
                    <a16:creationId xmlns:a16="http://schemas.microsoft.com/office/drawing/2014/main" id="{6D9F5A71-778A-4821-AE28-433E84E80C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4" name="Picture 1018" descr="laptop_keyboard">
                <a:extLst>
                  <a:ext uri="{FF2B5EF4-FFF2-40B4-BE49-F238E27FC236}">
                    <a16:creationId xmlns:a16="http://schemas.microsoft.com/office/drawing/2014/main" id="{DEB63B41-7E20-4AED-9C31-44192AAFE8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5" name="Freeform 1019">
                <a:extLst>
                  <a:ext uri="{FF2B5EF4-FFF2-40B4-BE49-F238E27FC236}">
                    <a16:creationId xmlns:a16="http://schemas.microsoft.com/office/drawing/2014/main" id="{1359C0F8-907B-4229-BC02-DAB3C10F7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46" name="Picture 1020" descr="screen">
                <a:extLst>
                  <a:ext uri="{FF2B5EF4-FFF2-40B4-BE49-F238E27FC236}">
                    <a16:creationId xmlns:a16="http://schemas.microsoft.com/office/drawing/2014/main" id="{F1C74380-FE57-4022-B9BE-427A3EC120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7" name="Freeform 1021">
                <a:extLst>
                  <a:ext uri="{FF2B5EF4-FFF2-40B4-BE49-F238E27FC236}">
                    <a16:creationId xmlns:a16="http://schemas.microsoft.com/office/drawing/2014/main" id="{EFC6F865-DBD0-4764-80CB-D4FF7FE20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8" name="Freeform 1022">
                <a:extLst>
                  <a:ext uri="{FF2B5EF4-FFF2-40B4-BE49-F238E27FC236}">
                    <a16:creationId xmlns:a16="http://schemas.microsoft.com/office/drawing/2014/main" id="{439B7452-7A9D-4E79-9BB5-EE6BDB28B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9" name="Freeform 1023">
                <a:extLst>
                  <a:ext uri="{FF2B5EF4-FFF2-40B4-BE49-F238E27FC236}">
                    <a16:creationId xmlns:a16="http://schemas.microsoft.com/office/drawing/2014/main" id="{A1F261C3-2BDA-4FD8-B5C5-5C8DD3355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0" name="Freeform 1024">
                <a:extLst>
                  <a:ext uri="{FF2B5EF4-FFF2-40B4-BE49-F238E27FC236}">
                    <a16:creationId xmlns:a16="http://schemas.microsoft.com/office/drawing/2014/main" id="{83BBFA71-0D1F-4A14-BB2B-81FC26F00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1" name="Freeform 1025">
                <a:extLst>
                  <a:ext uri="{FF2B5EF4-FFF2-40B4-BE49-F238E27FC236}">
                    <a16:creationId xmlns:a16="http://schemas.microsoft.com/office/drawing/2014/main" id="{21B8FE66-1F81-4061-BD3F-077301BB7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2" name="Freeform 1026">
                <a:extLst>
                  <a:ext uri="{FF2B5EF4-FFF2-40B4-BE49-F238E27FC236}">
                    <a16:creationId xmlns:a16="http://schemas.microsoft.com/office/drawing/2014/main" id="{746D9CDE-A476-4F37-9A51-2D6898BDB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53" name="Group 1027">
                <a:extLst>
                  <a:ext uri="{FF2B5EF4-FFF2-40B4-BE49-F238E27FC236}">
                    <a16:creationId xmlns:a16="http://schemas.microsoft.com/office/drawing/2014/main" id="{B190E0F9-8C73-4704-9467-C8EB8BC7EA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760" name="Freeform 1028">
                  <a:extLst>
                    <a:ext uri="{FF2B5EF4-FFF2-40B4-BE49-F238E27FC236}">
                      <a16:creationId xmlns:a16="http://schemas.microsoft.com/office/drawing/2014/main" id="{8332BC19-E242-4186-8EDC-EA77EDEA3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1" name="Freeform 1029">
                  <a:extLst>
                    <a:ext uri="{FF2B5EF4-FFF2-40B4-BE49-F238E27FC236}">
                      <a16:creationId xmlns:a16="http://schemas.microsoft.com/office/drawing/2014/main" id="{81E697C8-CEC1-4A34-B779-69F5059C72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2" name="Freeform 1030">
                  <a:extLst>
                    <a:ext uri="{FF2B5EF4-FFF2-40B4-BE49-F238E27FC236}">
                      <a16:creationId xmlns:a16="http://schemas.microsoft.com/office/drawing/2014/main" id="{925523CF-A42F-4A97-9788-5F9774F9B6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3" name="Freeform 1031">
                  <a:extLst>
                    <a:ext uri="{FF2B5EF4-FFF2-40B4-BE49-F238E27FC236}">
                      <a16:creationId xmlns:a16="http://schemas.microsoft.com/office/drawing/2014/main" id="{CDB79613-900D-44D8-80FC-9B79D01908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4" name="Freeform 1032">
                  <a:extLst>
                    <a:ext uri="{FF2B5EF4-FFF2-40B4-BE49-F238E27FC236}">
                      <a16:creationId xmlns:a16="http://schemas.microsoft.com/office/drawing/2014/main" id="{921A541D-15C3-4531-9A22-5B4DAE5F47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65" name="Freeform 1033">
                  <a:extLst>
                    <a:ext uri="{FF2B5EF4-FFF2-40B4-BE49-F238E27FC236}">
                      <a16:creationId xmlns:a16="http://schemas.microsoft.com/office/drawing/2014/main" id="{9C8DD0A3-98FC-464A-B5C5-021197B9F9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54" name="Freeform 1034">
                <a:extLst>
                  <a:ext uri="{FF2B5EF4-FFF2-40B4-BE49-F238E27FC236}">
                    <a16:creationId xmlns:a16="http://schemas.microsoft.com/office/drawing/2014/main" id="{C5F4F823-4DC4-4B31-920D-2F68E1080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5" name="Freeform 1035">
                <a:extLst>
                  <a:ext uri="{FF2B5EF4-FFF2-40B4-BE49-F238E27FC236}">
                    <a16:creationId xmlns:a16="http://schemas.microsoft.com/office/drawing/2014/main" id="{7C0035ED-7FE1-464A-A0C2-68BB3CDB7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6" name="Freeform 1036">
                <a:extLst>
                  <a:ext uri="{FF2B5EF4-FFF2-40B4-BE49-F238E27FC236}">
                    <a16:creationId xmlns:a16="http://schemas.microsoft.com/office/drawing/2014/main" id="{84BB36F5-1967-4EEC-A6CA-DE8849219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7" name="Freeform 1037">
                <a:extLst>
                  <a:ext uri="{FF2B5EF4-FFF2-40B4-BE49-F238E27FC236}">
                    <a16:creationId xmlns:a16="http://schemas.microsoft.com/office/drawing/2014/main" id="{C553A045-BE78-4CF3-B154-F6E516141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8" name="Freeform 1038">
                <a:extLst>
                  <a:ext uri="{FF2B5EF4-FFF2-40B4-BE49-F238E27FC236}">
                    <a16:creationId xmlns:a16="http://schemas.microsoft.com/office/drawing/2014/main" id="{58377560-A799-4074-9CA9-A7D1B7D0B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9" name="Freeform 1039">
                <a:extLst>
                  <a:ext uri="{FF2B5EF4-FFF2-40B4-BE49-F238E27FC236}">
                    <a16:creationId xmlns:a16="http://schemas.microsoft.com/office/drawing/2014/main" id="{68E3525C-EAF0-4815-8DBB-30CD6A44727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8" name="Group 1064">
              <a:extLst>
                <a:ext uri="{FF2B5EF4-FFF2-40B4-BE49-F238E27FC236}">
                  <a16:creationId xmlns:a16="http://schemas.microsoft.com/office/drawing/2014/main" id="{27E3E72D-68C6-4793-A408-A06F2DC1DE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720" name="Picture 1065" descr="antenna_stylized">
                <a:extLst>
                  <a:ext uri="{FF2B5EF4-FFF2-40B4-BE49-F238E27FC236}">
                    <a16:creationId xmlns:a16="http://schemas.microsoft.com/office/drawing/2014/main" id="{A829287E-FAAE-4525-9066-231F53EA3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21" name="Picture 1066" descr="laptop_keyboard">
                <a:extLst>
                  <a:ext uri="{FF2B5EF4-FFF2-40B4-BE49-F238E27FC236}">
                    <a16:creationId xmlns:a16="http://schemas.microsoft.com/office/drawing/2014/main" id="{CF2C5E69-F96A-4786-BE5C-977725A6BF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2" name="Freeform 1067">
                <a:extLst>
                  <a:ext uri="{FF2B5EF4-FFF2-40B4-BE49-F238E27FC236}">
                    <a16:creationId xmlns:a16="http://schemas.microsoft.com/office/drawing/2014/main" id="{925C9E81-920C-4E6F-80B2-4005A8C49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23" name="Picture 1068" descr="screen">
                <a:extLst>
                  <a:ext uri="{FF2B5EF4-FFF2-40B4-BE49-F238E27FC236}">
                    <a16:creationId xmlns:a16="http://schemas.microsoft.com/office/drawing/2014/main" id="{8C71F38F-FCE9-4C54-88C6-68A9FD3F3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24" name="Freeform 1069">
                <a:extLst>
                  <a:ext uri="{FF2B5EF4-FFF2-40B4-BE49-F238E27FC236}">
                    <a16:creationId xmlns:a16="http://schemas.microsoft.com/office/drawing/2014/main" id="{BF463AD0-E7C0-43FA-816E-7EA7D68E1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5" name="Freeform 1070">
                <a:extLst>
                  <a:ext uri="{FF2B5EF4-FFF2-40B4-BE49-F238E27FC236}">
                    <a16:creationId xmlns:a16="http://schemas.microsoft.com/office/drawing/2014/main" id="{FC35561C-1C89-4559-B367-F71EC4337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6" name="Freeform 1071">
                <a:extLst>
                  <a:ext uri="{FF2B5EF4-FFF2-40B4-BE49-F238E27FC236}">
                    <a16:creationId xmlns:a16="http://schemas.microsoft.com/office/drawing/2014/main" id="{24C3731E-DCE5-4E36-9995-3D55E5B11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7" name="Freeform 1072">
                <a:extLst>
                  <a:ext uri="{FF2B5EF4-FFF2-40B4-BE49-F238E27FC236}">
                    <a16:creationId xmlns:a16="http://schemas.microsoft.com/office/drawing/2014/main" id="{FE516FEF-B7D9-4146-892D-615FE488E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8" name="Freeform 1073">
                <a:extLst>
                  <a:ext uri="{FF2B5EF4-FFF2-40B4-BE49-F238E27FC236}">
                    <a16:creationId xmlns:a16="http://schemas.microsoft.com/office/drawing/2014/main" id="{1A42A3AF-613C-43D9-92C6-E8DFA866F6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9" name="Freeform 1074">
                <a:extLst>
                  <a:ext uri="{FF2B5EF4-FFF2-40B4-BE49-F238E27FC236}">
                    <a16:creationId xmlns:a16="http://schemas.microsoft.com/office/drawing/2014/main" id="{6FF07E0B-BDD5-4B19-8098-83AC01003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30" name="Group 1075">
                <a:extLst>
                  <a:ext uri="{FF2B5EF4-FFF2-40B4-BE49-F238E27FC236}">
                    <a16:creationId xmlns:a16="http://schemas.microsoft.com/office/drawing/2014/main" id="{CBD1CB62-5D7B-4530-951E-C8862DCAE5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737" name="Freeform 1076">
                  <a:extLst>
                    <a:ext uri="{FF2B5EF4-FFF2-40B4-BE49-F238E27FC236}">
                      <a16:creationId xmlns:a16="http://schemas.microsoft.com/office/drawing/2014/main" id="{FA18552C-80C1-4B6D-890E-D9FEA593F0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8" name="Freeform 1077">
                  <a:extLst>
                    <a:ext uri="{FF2B5EF4-FFF2-40B4-BE49-F238E27FC236}">
                      <a16:creationId xmlns:a16="http://schemas.microsoft.com/office/drawing/2014/main" id="{9CF9CB68-9802-456F-8C58-BA5B022B41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39" name="Freeform 1078">
                  <a:extLst>
                    <a:ext uri="{FF2B5EF4-FFF2-40B4-BE49-F238E27FC236}">
                      <a16:creationId xmlns:a16="http://schemas.microsoft.com/office/drawing/2014/main" id="{134C3864-9F53-40FA-94F4-FFFF296B21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0" name="Freeform 1079">
                  <a:extLst>
                    <a:ext uri="{FF2B5EF4-FFF2-40B4-BE49-F238E27FC236}">
                      <a16:creationId xmlns:a16="http://schemas.microsoft.com/office/drawing/2014/main" id="{AC9AF7F5-40EE-4DC0-B1E6-B389DE656A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1" name="Freeform 1080">
                  <a:extLst>
                    <a:ext uri="{FF2B5EF4-FFF2-40B4-BE49-F238E27FC236}">
                      <a16:creationId xmlns:a16="http://schemas.microsoft.com/office/drawing/2014/main" id="{ACA75DD3-5538-4C9D-A9B7-3DE47DD067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42" name="Freeform 1081">
                  <a:extLst>
                    <a:ext uri="{FF2B5EF4-FFF2-40B4-BE49-F238E27FC236}">
                      <a16:creationId xmlns:a16="http://schemas.microsoft.com/office/drawing/2014/main" id="{60D8F974-1783-48B3-867A-830F35945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31" name="Freeform 1082">
                <a:extLst>
                  <a:ext uri="{FF2B5EF4-FFF2-40B4-BE49-F238E27FC236}">
                    <a16:creationId xmlns:a16="http://schemas.microsoft.com/office/drawing/2014/main" id="{C6A3A5EE-9823-4C6C-9798-CB78E516E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2" name="Freeform 1083">
                <a:extLst>
                  <a:ext uri="{FF2B5EF4-FFF2-40B4-BE49-F238E27FC236}">
                    <a16:creationId xmlns:a16="http://schemas.microsoft.com/office/drawing/2014/main" id="{8FCD7BE2-504E-4750-BC04-2A91950F05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3" name="Freeform 1084">
                <a:extLst>
                  <a:ext uri="{FF2B5EF4-FFF2-40B4-BE49-F238E27FC236}">
                    <a16:creationId xmlns:a16="http://schemas.microsoft.com/office/drawing/2014/main" id="{DECEF4C3-ECEA-4B2E-A464-4F01E4D7EA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4" name="Freeform 1085">
                <a:extLst>
                  <a:ext uri="{FF2B5EF4-FFF2-40B4-BE49-F238E27FC236}">
                    <a16:creationId xmlns:a16="http://schemas.microsoft.com/office/drawing/2014/main" id="{64CB0ED7-C380-4D8C-9CB1-5000F3E9F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5" name="Freeform 1086">
                <a:extLst>
                  <a:ext uri="{FF2B5EF4-FFF2-40B4-BE49-F238E27FC236}">
                    <a16:creationId xmlns:a16="http://schemas.microsoft.com/office/drawing/2014/main" id="{27223E33-9BF1-4750-B396-051B97AC4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6" name="Freeform 1087">
                <a:extLst>
                  <a:ext uri="{FF2B5EF4-FFF2-40B4-BE49-F238E27FC236}">
                    <a16:creationId xmlns:a16="http://schemas.microsoft.com/office/drawing/2014/main" id="{0C1109D2-83A2-467A-90F4-8E5885E1AAF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9" name="Group 1114">
              <a:extLst>
                <a:ext uri="{FF2B5EF4-FFF2-40B4-BE49-F238E27FC236}">
                  <a16:creationId xmlns:a16="http://schemas.microsoft.com/office/drawing/2014/main" id="{D76090A6-5DCC-4399-983F-767C73208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697" name="Picture 1115" descr="antenna_stylized">
                <a:extLst>
                  <a:ext uri="{FF2B5EF4-FFF2-40B4-BE49-F238E27FC236}">
                    <a16:creationId xmlns:a16="http://schemas.microsoft.com/office/drawing/2014/main" id="{79A32425-E16E-4DBD-BB08-C242BD0FD4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98" name="Picture 1116" descr="laptop_keyboard">
                <a:extLst>
                  <a:ext uri="{FF2B5EF4-FFF2-40B4-BE49-F238E27FC236}">
                    <a16:creationId xmlns:a16="http://schemas.microsoft.com/office/drawing/2014/main" id="{6AB67160-C995-4114-8B26-081D18C7D2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9" name="Freeform 1117">
                <a:extLst>
                  <a:ext uri="{FF2B5EF4-FFF2-40B4-BE49-F238E27FC236}">
                    <a16:creationId xmlns:a16="http://schemas.microsoft.com/office/drawing/2014/main" id="{DDE16D61-9A03-4EF1-8D15-EBE6FFD84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00" name="Picture 1118" descr="screen">
                <a:extLst>
                  <a:ext uri="{FF2B5EF4-FFF2-40B4-BE49-F238E27FC236}">
                    <a16:creationId xmlns:a16="http://schemas.microsoft.com/office/drawing/2014/main" id="{DB16DC46-602B-4CB5-9AF3-57E6663F45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1" name="Freeform 1119">
                <a:extLst>
                  <a:ext uri="{FF2B5EF4-FFF2-40B4-BE49-F238E27FC236}">
                    <a16:creationId xmlns:a16="http://schemas.microsoft.com/office/drawing/2014/main" id="{7F979839-D788-4505-B75D-E3D984517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2" name="Freeform 1120">
                <a:extLst>
                  <a:ext uri="{FF2B5EF4-FFF2-40B4-BE49-F238E27FC236}">
                    <a16:creationId xmlns:a16="http://schemas.microsoft.com/office/drawing/2014/main" id="{A14F66E7-2C0A-4CAB-B074-D90470A55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3" name="Freeform 1121">
                <a:extLst>
                  <a:ext uri="{FF2B5EF4-FFF2-40B4-BE49-F238E27FC236}">
                    <a16:creationId xmlns:a16="http://schemas.microsoft.com/office/drawing/2014/main" id="{AC6C95D9-0B8B-4D15-84F8-8AC65B65F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4" name="Freeform 1122">
                <a:extLst>
                  <a:ext uri="{FF2B5EF4-FFF2-40B4-BE49-F238E27FC236}">
                    <a16:creationId xmlns:a16="http://schemas.microsoft.com/office/drawing/2014/main" id="{3232F0ED-591D-4111-8533-51F6060D8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5" name="Freeform 1123">
                <a:extLst>
                  <a:ext uri="{FF2B5EF4-FFF2-40B4-BE49-F238E27FC236}">
                    <a16:creationId xmlns:a16="http://schemas.microsoft.com/office/drawing/2014/main" id="{7E65C02D-A6DB-495F-9645-42D21745E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6" name="Freeform 1124">
                <a:extLst>
                  <a:ext uri="{FF2B5EF4-FFF2-40B4-BE49-F238E27FC236}">
                    <a16:creationId xmlns:a16="http://schemas.microsoft.com/office/drawing/2014/main" id="{4655A02D-D936-4638-A525-159F4D1952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07" name="Group 1125">
                <a:extLst>
                  <a:ext uri="{FF2B5EF4-FFF2-40B4-BE49-F238E27FC236}">
                    <a16:creationId xmlns:a16="http://schemas.microsoft.com/office/drawing/2014/main" id="{B3B69A9B-18C0-474B-8F39-B67FEC4D2E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714" name="Freeform 1126">
                  <a:extLst>
                    <a:ext uri="{FF2B5EF4-FFF2-40B4-BE49-F238E27FC236}">
                      <a16:creationId xmlns:a16="http://schemas.microsoft.com/office/drawing/2014/main" id="{6C647C6A-6ED0-4678-B21F-B3BF2EED39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5" name="Freeform 1127">
                  <a:extLst>
                    <a:ext uri="{FF2B5EF4-FFF2-40B4-BE49-F238E27FC236}">
                      <a16:creationId xmlns:a16="http://schemas.microsoft.com/office/drawing/2014/main" id="{4E2D827A-0051-4B4F-BC89-6ED30DE824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6" name="Freeform 1128">
                  <a:extLst>
                    <a:ext uri="{FF2B5EF4-FFF2-40B4-BE49-F238E27FC236}">
                      <a16:creationId xmlns:a16="http://schemas.microsoft.com/office/drawing/2014/main" id="{3A3F0A65-9646-4B32-BB48-522C3128BB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7" name="Freeform 1129">
                  <a:extLst>
                    <a:ext uri="{FF2B5EF4-FFF2-40B4-BE49-F238E27FC236}">
                      <a16:creationId xmlns:a16="http://schemas.microsoft.com/office/drawing/2014/main" id="{78B0E6AF-D871-49C9-9D3B-3B4C21F752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8" name="Freeform 1130">
                  <a:extLst>
                    <a:ext uri="{FF2B5EF4-FFF2-40B4-BE49-F238E27FC236}">
                      <a16:creationId xmlns:a16="http://schemas.microsoft.com/office/drawing/2014/main" id="{0A6FDE05-C032-4CA3-B96A-622BFFDF0C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19" name="Freeform 1131">
                  <a:extLst>
                    <a:ext uri="{FF2B5EF4-FFF2-40B4-BE49-F238E27FC236}">
                      <a16:creationId xmlns:a16="http://schemas.microsoft.com/office/drawing/2014/main" id="{DD95D4F4-FC28-48D5-B0F2-6EB6CD71EA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708" name="Freeform 1132">
                <a:extLst>
                  <a:ext uri="{FF2B5EF4-FFF2-40B4-BE49-F238E27FC236}">
                    <a16:creationId xmlns:a16="http://schemas.microsoft.com/office/drawing/2014/main" id="{F508E57A-39CC-46EE-B197-85DB74072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9" name="Freeform 1133">
                <a:extLst>
                  <a:ext uri="{FF2B5EF4-FFF2-40B4-BE49-F238E27FC236}">
                    <a16:creationId xmlns:a16="http://schemas.microsoft.com/office/drawing/2014/main" id="{FABE80E8-88A8-4D7C-BCEB-B9ECED565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0" name="Freeform 1134">
                <a:extLst>
                  <a:ext uri="{FF2B5EF4-FFF2-40B4-BE49-F238E27FC236}">
                    <a16:creationId xmlns:a16="http://schemas.microsoft.com/office/drawing/2014/main" id="{F240789C-D2C7-45E9-8455-7DA4CDC4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1" name="Freeform 1135">
                <a:extLst>
                  <a:ext uri="{FF2B5EF4-FFF2-40B4-BE49-F238E27FC236}">
                    <a16:creationId xmlns:a16="http://schemas.microsoft.com/office/drawing/2014/main" id="{7BD14240-976A-44E4-A558-EE1FFE85D1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2" name="Freeform 1136">
                <a:extLst>
                  <a:ext uri="{FF2B5EF4-FFF2-40B4-BE49-F238E27FC236}">
                    <a16:creationId xmlns:a16="http://schemas.microsoft.com/office/drawing/2014/main" id="{D807E22E-2E2C-4C9C-95AD-307A47AD8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3" name="Freeform 1137">
                <a:extLst>
                  <a:ext uri="{FF2B5EF4-FFF2-40B4-BE49-F238E27FC236}">
                    <a16:creationId xmlns:a16="http://schemas.microsoft.com/office/drawing/2014/main" id="{531291CB-1E27-4DD9-ADB1-C384B4CFE6D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0" name="Group 1139">
              <a:extLst>
                <a:ext uri="{FF2B5EF4-FFF2-40B4-BE49-F238E27FC236}">
                  <a16:creationId xmlns:a16="http://schemas.microsoft.com/office/drawing/2014/main" id="{4041EB89-273A-4047-B620-4DF4E207252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695" name="Picture 1140" descr="desktop_computer_stylized_medium">
                <a:extLst>
                  <a:ext uri="{FF2B5EF4-FFF2-40B4-BE49-F238E27FC236}">
                    <a16:creationId xmlns:a16="http://schemas.microsoft.com/office/drawing/2014/main" id="{E48C336E-0043-4EBB-A954-79B16137AB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6" name="Freeform 1141">
                <a:extLst>
                  <a:ext uri="{FF2B5EF4-FFF2-40B4-BE49-F238E27FC236}">
                    <a16:creationId xmlns:a16="http://schemas.microsoft.com/office/drawing/2014/main" id="{4141AF51-36DA-4E3E-BC21-23113322A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71" name="Group 1142">
              <a:extLst>
                <a:ext uri="{FF2B5EF4-FFF2-40B4-BE49-F238E27FC236}">
                  <a16:creationId xmlns:a16="http://schemas.microsoft.com/office/drawing/2014/main" id="{B1114422-D4D1-4CD5-A40B-22BE03DED5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672" name="Picture 1143" descr="antenna_stylized">
                <a:extLst>
                  <a:ext uri="{FF2B5EF4-FFF2-40B4-BE49-F238E27FC236}">
                    <a16:creationId xmlns:a16="http://schemas.microsoft.com/office/drawing/2014/main" id="{4F48C66F-84C2-4571-9EBA-6686882B83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73" name="Picture 1144" descr="laptop_keyboard">
                <a:extLst>
                  <a:ext uri="{FF2B5EF4-FFF2-40B4-BE49-F238E27FC236}">
                    <a16:creationId xmlns:a16="http://schemas.microsoft.com/office/drawing/2014/main" id="{D469D0DE-0FDB-4EC0-93D8-99ED4A7DC1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4" name="Freeform 1145">
                <a:extLst>
                  <a:ext uri="{FF2B5EF4-FFF2-40B4-BE49-F238E27FC236}">
                    <a16:creationId xmlns:a16="http://schemas.microsoft.com/office/drawing/2014/main" id="{06B9FCA7-7890-4A1A-B50A-517F3694F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675" name="Picture 1146" descr="screen">
                <a:extLst>
                  <a:ext uri="{FF2B5EF4-FFF2-40B4-BE49-F238E27FC236}">
                    <a16:creationId xmlns:a16="http://schemas.microsoft.com/office/drawing/2014/main" id="{B297C988-10AC-4751-A22C-DC8BAEFA15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76" name="Freeform 1147">
                <a:extLst>
                  <a:ext uri="{FF2B5EF4-FFF2-40B4-BE49-F238E27FC236}">
                    <a16:creationId xmlns:a16="http://schemas.microsoft.com/office/drawing/2014/main" id="{C439BEAD-2201-443D-A9D8-85EA78978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7" name="Freeform 1148">
                <a:extLst>
                  <a:ext uri="{FF2B5EF4-FFF2-40B4-BE49-F238E27FC236}">
                    <a16:creationId xmlns:a16="http://schemas.microsoft.com/office/drawing/2014/main" id="{D43750F1-2AAB-4655-9291-5DB70311A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8" name="Freeform 1149">
                <a:extLst>
                  <a:ext uri="{FF2B5EF4-FFF2-40B4-BE49-F238E27FC236}">
                    <a16:creationId xmlns:a16="http://schemas.microsoft.com/office/drawing/2014/main" id="{4EE0411F-244E-45D2-8AB2-2A5E48A9A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9" name="Freeform 1150">
                <a:extLst>
                  <a:ext uri="{FF2B5EF4-FFF2-40B4-BE49-F238E27FC236}">
                    <a16:creationId xmlns:a16="http://schemas.microsoft.com/office/drawing/2014/main" id="{C92E57CA-E7AF-4BFF-92E8-17B30E880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0" name="Freeform 1151">
                <a:extLst>
                  <a:ext uri="{FF2B5EF4-FFF2-40B4-BE49-F238E27FC236}">
                    <a16:creationId xmlns:a16="http://schemas.microsoft.com/office/drawing/2014/main" id="{B18A3B19-FB53-4201-BF31-FFF31FC74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1" name="Freeform 1152">
                <a:extLst>
                  <a:ext uri="{FF2B5EF4-FFF2-40B4-BE49-F238E27FC236}">
                    <a16:creationId xmlns:a16="http://schemas.microsoft.com/office/drawing/2014/main" id="{71379720-225E-4999-B8FA-B916864C9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82" name="Group 1153">
                <a:extLst>
                  <a:ext uri="{FF2B5EF4-FFF2-40B4-BE49-F238E27FC236}">
                    <a16:creationId xmlns:a16="http://schemas.microsoft.com/office/drawing/2014/main" id="{D2664334-6E3C-482D-8BD2-206FBEB57D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689" name="Freeform 1154">
                  <a:extLst>
                    <a:ext uri="{FF2B5EF4-FFF2-40B4-BE49-F238E27FC236}">
                      <a16:creationId xmlns:a16="http://schemas.microsoft.com/office/drawing/2014/main" id="{9AC473B7-A423-496F-B2FA-400F774FBE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0" name="Freeform 1155">
                  <a:extLst>
                    <a:ext uri="{FF2B5EF4-FFF2-40B4-BE49-F238E27FC236}">
                      <a16:creationId xmlns:a16="http://schemas.microsoft.com/office/drawing/2014/main" id="{BE563381-6C0B-4272-B0ED-7FD5815451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1" name="Freeform 1156">
                  <a:extLst>
                    <a:ext uri="{FF2B5EF4-FFF2-40B4-BE49-F238E27FC236}">
                      <a16:creationId xmlns:a16="http://schemas.microsoft.com/office/drawing/2014/main" id="{59E7A6E8-3265-479B-9F14-78D7330369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2" name="Freeform 1157">
                  <a:extLst>
                    <a:ext uri="{FF2B5EF4-FFF2-40B4-BE49-F238E27FC236}">
                      <a16:creationId xmlns:a16="http://schemas.microsoft.com/office/drawing/2014/main" id="{7F299D01-9994-4433-9B31-87319E1D26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3" name="Freeform 1158">
                  <a:extLst>
                    <a:ext uri="{FF2B5EF4-FFF2-40B4-BE49-F238E27FC236}">
                      <a16:creationId xmlns:a16="http://schemas.microsoft.com/office/drawing/2014/main" id="{E351681F-061F-47B3-92CA-E9F32C9819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694" name="Freeform 1159">
                  <a:extLst>
                    <a:ext uri="{FF2B5EF4-FFF2-40B4-BE49-F238E27FC236}">
                      <a16:creationId xmlns:a16="http://schemas.microsoft.com/office/drawing/2014/main" id="{F9475CBE-9B2D-433D-9D75-A3ECB29B8F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683" name="Freeform 1160">
                <a:extLst>
                  <a:ext uri="{FF2B5EF4-FFF2-40B4-BE49-F238E27FC236}">
                    <a16:creationId xmlns:a16="http://schemas.microsoft.com/office/drawing/2014/main" id="{C75BDD74-637B-4581-B568-6059BA437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4" name="Freeform 1161">
                <a:extLst>
                  <a:ext uri="{FF2B5EF4-FFF2-40B4-BE49-F238E27FC236}">
                    <a16:creationId xmlns:a16="http://schemas.microsoft.com/office/drawing/2014/main" id="{024C07E7-9875-452A-A2D0-AE5B0FABD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5" name="Freeform 1162">
                <a:extLst>
                  <a:ext uri="{FF2B5EF4-FFF2-40B4-BE49-F238E27FC236}">
                    <a16:creationId xmlns:a16="http://schemas.microsoft.com/office/drawing/2014/main" id="{C26EC897-70FB-4854-8774-57D7A5E8B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6" name="Freeform 1163">
                <a:extLst>
                  <a:ext uri="{FF2B5EF4-FFF2-40B4-BE49-F238E27FC236}">
                    <a16:creationId xmlns:a16="http://schemas.microsoft.com/office/drawing/2014/main" id="{70298785-6971-40A2-9A07-3B5F062B0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7" name="Freeform 1164">
                <a:extLst>
                  <a:ext uri="{FF2B5EF4-FFF2-40B4-BE49-F238E27FC236}">
                    <a16:creationId xmlns:a16="http://schemas.microsoft.com/office/drawing/2014/main" id="{BEC7835C-21CB-40E6-BE0C-51C2A921FF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8" name="Freeform 1165">
                <a:extLst>
                  <a:ext uri="{FF2B5EF4-FFF2-40B4-BE49-F238E27FC236}">
                    <a16:creationId xmlns:a16="http://schemas.microsoft.com/office/drawing/2014/main" id="{625544B2-95A6-4BAB-B8AA-1EB448873EE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66" name="Rectangle 2">
            <a:extLst>
              <a:ext uri="{FF2B5EF4-FFF2-40B4-BE49-F238E27FC236}">
                <a16:creationId xmlns:a16="http://schemas.microsoft.com/office/drawing/2014/main" id="{42218634-9F7D-497E-95C2-25CA72E250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effectLst/>
              </a:rPr>
              <a:t>1.2 </a:t>
            </a:r>
            <a:r>
              <a:rPr lang="zh-CN" altLang="en-US" dirty="0">
                <a:effectLst/>
              </a:rPr>
              <a:t>网络边缘</a:t>
            </a:r>
            <a:endParaRPr lang="en-US" altLang="zh-CN" dirty="0">
              <a:effectLst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21BE4E2-8773-48CE-813F-B11DED88B2AD}"/>
              </a:ext>
            </a:extLst>
          </p:cNvPr>
          <p:cNvSpPr/>
          <p:nvPr/>
        </p:nvSpPr>
        <p:spPr>
          <a:xfrm>
            <a:off x="1170548" y="3897143"/>
            <a:ext cx="2266414" cy="10994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Tx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1.2.0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Tx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Tx/>
              <a:buChar char="•"/>
              <a:defRPr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物理媒体</a:t>
            </a:r>
          </a:p>
        </p:txBody>
      </p:sp>
    </p:spTree>
    <p:extLst>
      <p:ext uri="{BB962C8B-B14F-4D97-AF65-F5344CB8AC3E}">
        <p14:creationId xmlns:p14="http://schemas.microsoft.com/office/powerpoint/2010/main" val="745873779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6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6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76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6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76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22" grpId="0" animBg="1"/>
      <p:bldP spid="603" grpId="0" animBg="1"/>
      <p:bldP spid="603" grpId="1" animBg="1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effectLst/>
              </a:rPr>
              <a:t>1.2 </a:t>
            </a:r>
            <a:r>
              <a:rPr lang="zh-CN" altLang="en-US" dirty="0">
                <a:effectLst/>
              </a:rPr>
              <a:t>网络边缘</a:t>
            </a:r>
            <a:endParaRPr lang="en-US" altLang="zh-CN" dirty="0">
              <a:effectLst/>
            </a:endParaRPr>
          </a:p>
        </p:txBody>
      </p:sp>
      <p:sp>
        <p:nvSpPr>
          <p:cNvPr id="292869" name="Rectangle 5"/>
          <p:cNvSpPr>
            <a:spLocks noChangeArrowheads="1"/>
          </p:cNvSpPr>
          <p:nvPr/>
        </p:nvSpPr>
        <p:spPr bwMode="auto">
          <a:xfrm>
            <a:off x="1075730" y="1331119"/>
            <a:ext cx="3371850" cy="381238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ts val="600"/>
              </a:spcBef>
              <a:defRPr/>
            </a:pPr>
            <a:r>
              <a:rPr lang="zh-CN" altLang="en-US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(hosts):</a:t>
            </a:r>
            <a:endParaRPr lang="en-US" altLang="zh-CN" sz="135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处于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网络的边缘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运行着</a:t>
            </a: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lang="en-US" altLang="zh-CN" sz="135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 Web, Email, Wechat…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client/server</a:t>
            </a:r>
            <a:r>
              <a:rPr lang="zh-CN" altLang="en-US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endParaRPr lang="en-US" altLang="zh-CN" sz="135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向服务器提出请求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端提供服务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 Web browser/server;  </a:t>
            </a: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 Email client/server…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15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35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基本上不使用专用的服务器，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点对点，对等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defRPr/>
            </a:pP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e.g. Gnutella, </a:t>
            </a:r>
            <a:r>
              <a:rPr lang="en-US" altLang="zh-CN" sz="135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KaZaA</a:t>
            </a:r>
            <a:r>
              <a:rPr lang="en-US" altLang="zh-CN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Skype</a:t>
            </a:r>
          </a:p>
        </p:txBody>
      </p:sp>
      <p:sp>
        <p:nvSpPr>
          <p:cNvPr id="20488" name="Freeform 6"/>
          <p:cNvSpPr>
            <a:spLocks/>
          </p:cNvSpPr>
          <p:nvPr/>
        </p:nvSpPr>
        <p:spPr bwMode="auto">
          <a:xfrm>
            <a:off x="6504385" y="1922860"/>
            <a:ext cx="1348978" cy="1256109"/>
          </a:xfrm>
          <a:custGeom>
            <a:avLst/>
            <a:gdLst>
              <a:gd name="T0" fmla="*/ 332720 w 1292"/>
              <a:gd name="T1" fmla="*/ 9342 h 1255"/>
              <a:gd name="T2" fmla="*/ 48725 w 1292"/>
              <a:gd name="T3" fmla="*/ 209518 h 1255"/>
              <a:gd name="T4" fmla="*/ 40372 w 1292"/>
              <a:gd name="T5" fmla="*/ 697950 h 1255"/>
              <a:gd name="T6" fmla="*/ 73783 w 1292"/>
              <a:gd name="T7" fmla="*/ 1106310 h 1255"/>
              <a:gd name="T8" fmla="*/ 341073 w 1292"/>
              <a:gd name="T9" fmla="*/ 1162360 h 1255"/>
              <a:gd name="T10" fmla="*/ 900711 w 1292"/>
              <a:gd name="T11" fmla="*/ 1506664 h 1255"/>
              <a:gd name="T12" fmla="*/ 1385173 w 1292"/>
              <a:gd name="T13" fmla="*/ 1650791 h 1255"/>
              <a:gd name="T14" fmla="*/ 1669169 w 1292"/>
              <a:gd name="T15" fmla="*/ 1362536 h 1255"/>
              <a:gd name="T16" fmla="*/ 1769402 w 1292"/>
              <a:gd name="T17" fmla="*/ 593858 h 1255"/>
              <a:gd name="T18" fmla="*/ 1677521 w 1292"/>
              <a:gd name="T19" fmla="*/ 281582 h 1255"/>
              <a:gd name="T20" fmla="*/ 1042708 w 1292"/>
              <a:gd name="T21" fmla="*/ 153469 h 1255"/>
              <a:gd name="T22" fmla="*/ 332720 w 1292"/>
              <a:gd name="T23" fmla="*/ 9342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489" name="Freeform 7"/>
          <p:cNvSpPr>
            <a:spLocks/>
          </p:cNvSpPr>
          <p:nvPr/>
        </p:nvSpPr>
        <p:spPr bwMode="auto">
          <a:xfrm>
            <a:off x="5094685" y="1815704"/>
            <a:ext cx="1400175" cy="1191815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7 h 1191"/>
              <a:gd name="T8" fmla="*/ 156039 w 1340"/>
              <a:gd name="T9" fmla="*/ 1160794 h 1191"/>
              <a:gd name="T10" fmla="*/ 749546 w 1340"/>
              <a:gd name="T11" fmla="*/ 1168800 h 1191"/>
              <a:gd name="T12" fmla="*/ 891654 w 1340"/>
              <a:gd name="T13" fmla="*/ 1505030 h 1191"/>
              <a:gd name="T14" fmla="*/ 1719220 w 1340"/>
              <a:gd name="T15" fmla="*/ 1465002 h 1191"/>
              <a:gd name="T16" fmla="*/ 1777735 w 1340"/>
              <a:gd name="T17" fmla="*/ 760520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490" name="Freeform 8"/>
          <p:cNvSpPr>
            <a:spLocks/>
          </p:cNvSpPr>
          <p:nvPr/>
        </p:nvSpPr>
        <p:spPr bwMode="auto">
          <a:xfrm>
            <a:off x="5370910" y="2903935"/>
            <a:ext cx="2231231" cy="1664494"/>
          </a:xfrm>
          <a:custGeom>
            <a:avLst/>
            <a:gdLst>
              <a:gd name="T0" fmla="*/ 37623 w 2135"/>
              <a:gd name="T1" fmla="*/ 870638 h 1662"/>
              <a:gd name="T2" fmla="*/ 146310 w 2135"/>
              <a:gd name="T3" fmla="*/ 101485 h 1662"/>
              <a:gd name="T4" fmla="*/ 915484 w 2135"/>
              <a:gd name="T5" fmla="*/ 261725 h 1662"/>
              <a:gd name="T6" fmla="*/ 1684658 w 2135"/>
              <a:gd name="T7" fmla="*/ 133533 h 1662"/>
              <a:gd name="T8" fmla="*/ 2788255 w 2135"/>
              <a:gd name="T9" fmla="*/ 542146 h 1662"/>
              <a:gd name="T10" fmla="*/ 2804976 w 2135"/>
              <a:gd name="T11" fmla="*/ 1527622 h 1662"/>
              <a:gd name="T12" fmla="*/ 2203014 w 2135"/>
              <a:gd name="T13" fmla="*/ 2136534 h 1662"/>
              <a:gd name="T14" fmla="*/ 1132859 w 2135"/>
              <a:gd name="T15" fmla="*/ 2024366 h 1662"/>
              <a:gd name="T16" fmla="*/ 698109 w 2135"/>
              <a:gd name="T17" fmla="*/ 1695874 h 1662"/>
              <a:gd name="T18" fmla="*/ 254998 w 2135"/>
              <a:gd name="T19" fmla="*/ 1423466 h 1662"/>
              <a:gd name="T20" fmla="*/ 37623 w 2135"/>
              <a:gd name="T21" fmla="*/ 870638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491" name="Freeform 9"/>
          <p:cNvSpPr>
            <a:spLocks/>
          </p:cNvSpPr>
          <p:nvPr/>
        </p:nvSpPr>
        <p:spPr bwMode="auto">
          <a:xfrm>
            <a:off x="4664869" y="1612107"/>
            <a:ext cx="825104" cy="656035"/>
          </a:xfrm>
          <a:custGeom>
            <a:avLst/>
            <a:gdLst>
              <a:gd name="T0" fmla="*/ 122238 w 693"/>
              <a:gd name="T1" fmla="*/ 100013 h 551"/>
              <a:gd name="T2" fmla="*/ 55563 w 693"/>
              <a:gd name="T3" fmla="*/ 404813 h 551"/>
              <a:gd name="T4" fmla="*/ 55563 w 693"/>
              <a:gd name="T5" fmla="*/ 709613 h 551"/>
              <a:gd name="T6" fmla="*/ 388938 w 693"/>
              <a:gd name="T7" fmla="*/ 814388 h 551"/>
              <a:gd name="T8" fmla="*/ 684213 w 693"/>
              <a:gd name="T9" fmla="*/ 862013 h 551"/>
              <a:gd name="T10" fmla="*/ 1027113 w 693"/>
              <a:gd name="T11" fmla="*/ 738188 h 551"/>
              <a:gd name="T12" fmla="*/ 1093788 w 693"/>
              <a:gd name="T13" fmla="*/ 481013 h 551"/>
              <a:gd name="T14" fmla="*/ 1065213 w 693"/>
              <a:gd name="T15" fmla="*/ 166688 h 551"/>
              <a:gd name="T16" fmla="*/ 979488 w 693"/>
              <a:gd name="T17" fmla="*/ 61913 h 551"/>
              <a:gd name="T18" fmla="*/ 493713 w 693"/>
              <a:gd name="T19" fmla="*/ 4763 h 551"/>
              <a:gd name="T20" fmla="*/ 122238 w 693"/>
              <a:gd name="T21" fmla="*/ 100013 h 5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93" h="551">
                <a:moveTo>
                  <a:pt x="77" y="63"/>
                </a:moveTo>
                <a:cubicBezTo>
                  <a:pt x="31" y="105"/>
                  <a:pt x="42" y="191"/>
                  <a:pt x="35" y="255"/>
                </a:cubicBezTo>
                <a:cubicBezTo>
                  <a:pt x="28" y="319"/>
                  <a:pt x="0" y="404"/>
                  <a:pt x="35" y="447"/>
                </a:cubicBezTo>
                <a:cubicBezTo>
                  <a:pt x="70" y="490"/>
                  <a:pt x="179" y="497"/>
                  <a:pt x="245" y="513"/>
                </a:cubicBezTo>
                <a:cubicBezTo>
                  <a:pt x="311" y="529"/>
                  <a:pt x="364" y="551"/>
                  <a:pt x="431" y="543"/>
                </a:cubicBezTo>
                <a:cubicBezTo>
                  <a:pt x="498" y="535"/>
                  <a:pt x="604" y="505"/>
                  <a:pt x="647" y="465"/>
                </a:cubicBezTo>
                <a:cubicBezTo>
                  <a:pt x="690" y="425"/>
                  <a:pt x="685" y="363"/>
                  <a:pt x="689" y="303"/>
                </a:cubicBezTo>
                <a:cubicBezTo>
                  <a:pt x="693" y="243"/>
                  <a:pt x="683" y="149"/>
                  <a:pt x="671" y="105"/>
                </a:cubicBezTo>
                <a:cubicBezTo>
                  <a:pt x="659" y="61"/>
                  <a:pt x="677" y="56"/>
                  <a:pt x="617" y="39"/>
                </a:cubicBezTo>
                <a:cubicBezTo>
                  <a:pt x="557" y="22"/>
                  <a:pt x="401" y="0"/>
                  <a:pt x="311" y="3"/>
                </a:cubicBezTo>
                <a:cubicBezTo>
                  <a:pt x="221" y="6"/>
                  <a:pt x="123" y="21"/>
                  <a:pt x="77" y="6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292874" name="Object 10"/>
          <p:cNvGraphicFramePr>
            <a:graphicFrameLocks noChangeAspect="1"/>
          </p:cNvGraphicFramePr>
          <p:nvPr/>
        </p:nvGraphicFramePr>
        <p:xfrm>
          <a:off x="4725592" y="1679973"/>
          <a:ext cx="697706" cy="535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4" name="Clip" r:id="rId4" imgW="1307263" imgH="1084139" progId="">
                  <p:embed/>
                </p:oleObj>
              </mc:Choice>
              <mc:Fallback>
                <p:oleObj name="Clip" r:id="rId4" imgW="1307263" imgH="1084139" progId="">
                  <p:embed/>
                  <p:pic>
                    <p:nvPicPr>
                      <p:cNvPr id="2928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592" y="1679973"/>
                        <a:ext cx="697706" cy="5357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1"/>
          <p:cNvGraphicFramePr>
            <a:graphicFrameLocks noChangeAspect="1"/>
          </p:cNvGraphicFramePr>
          <p:nvPr/>
        </p:nvGraphicFramePr>
        <p:xfrm>
          <a:off x="5523310" y="2006203"/>
          <a:ext cx="2095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5" name="Clip" r:id="rId6" imgW="681706" imgH="480401" progId="">
                  <p:embed/>
                </p:oleObj>
              </mc:Choice>
              <mc:Fallback>
                <p:oleObj name="Clip" r:id="rId6" imgW="681706" imgH="480401" progId="">
                  <p:embed/>
                  <p:pic>
                    <p:nvPicPr>
                      <p:cNvPr id="2049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3310" y="2006203"/>
                        <a:ext cx="209550" cy="138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4" name="Line 12"/>
          <p:cNvSpPr>
            <a:spLocks noChangeShapeType="1"/>
          </p:cNvSpPr>
          <p:nvPr/>
        </p:nvSpPr>
        <p:spPr bwMode="auto">
          <a:xfrm flipV="1">
            <a:off x="5487591" y="2097882"/>
            <a:ext cx="85725" cy="23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20495" name="Group 13"/>
          <p:cNvGrpSpPr>
            <a:grpSpLocks/>
          </p:cNvGrpSpPr>
          <p:nvPr/>
        </p:nvGrpSpPr>
        <p:grpSpPr bwMode="auto">
          <a:xfrm>
            <a:off x="5182791" y="2363392"/>
            <a:ext cx="550069" cy="239315"/>
            <a:chOff x="3552" y="246"/>
            <a:chExt cx="527" cy="248"/>
          </a:xfrm>
        </p:grpSpPr>
        <p:graphicFrame>
          <p:nvGraphicFramePr>
            <p:cNvPr id="20711" name="Object 14"/>
            <p:cNvGraphicFramePr>
              <a:graphicFrameLocks noChangeAspect="1"/>
            </p:cNvGraphicFramePr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6" name="Clip" r:id="rId8" imgW="1307263" imgH="1084139" progId="">
                    <p:embed/>
                  </p:oleObj>
                </mc:Choice>
                <mc:Fallback>
                  <p:oleObj name="Clip" r:id="rId8" imgW="1307263" imgH="1084139" progId="">
                    <p:embed/>
                    <p:pic>
                      <p:nvPicPr>
                        <p:cNvPr id="2071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12" name="Object 15"/>
            <p:cNvGraphicFramePr>
              <a:graphicFrameLocks noChangeAspect="1"/>
            </p:cNvGraphicFramePr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" name="Clip" r:id="rId9" imgW="681706" imgH="480401" progId="">
                    <p:embed/>
                  </p:oleObj>
                </mc:Choice>
                <mc:Fallback>
                  <p:oleObj name="Clip" r:id="rId9" imgW="681706" imgH="480401" progId="">
                    <p:embed/>
                    <p:pic>
                      <p:nvPicPr>
                        <p:cNvPr id="20712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13" name="Line 16"/>
            <p:cNvSpPr>
              <a:spLocks noChangeShapeType="1"/>
            </p:cNvSpPr>
            <p:nvPr/>
          </p:nvSpPr>
          <p:spPr bwMode="auto">
            <a:xfrm flipV="1">
              <a:off x="3844" y="434"/>
              <a:ext cx="8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20496" name="Group 17"/>
          <p:cNvGrpSpPr>
            <a:grpSpLocks/>
          </p:cNvGrpSpPr>
          <p:nvPr/>
        </p:nvGrpSpPr>
        <p:grpSpPr bwMode="auto">
          <a:xfrm>
            <a:off x="5464969" y="2203847"/>
            <a:ext cx="52388" cy="160734"/>
            <a:chOff x="3842" y="406"/>
            <a:chExt cx="51" cy="167"/>
          </a:xfrm>
        </p:grpSpPr>
        <p:sp>
          <p:nvSpPr>
            <p:cNvPr id="20708" name="Oval 18"/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9" name="Oval 19"/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10" name="Oval 20"/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0497" name="Group 21"/>
          <p:cNvGrpSpPr>
            <a:grpSpLocks/>
          </p:cNvGrpSpPr>
          <p:nvPr/>
        </p:nvGrpSpPr>
        <p:grpSpPr bwMode="auto">
          <a:xfrm>
            <a:off x="5817394" y="2581275"/>
            <a:ext cx="157163" cy="296466"/>
            <a:chOff x="4180" y="783"/>
            <a:chExt cx="150" cy="307"/>
          </a:xfrm>
        </p:grpSpPr>
        <p:sp>
          <p:nvSpPr>
            <p:cNvPr id="20700" name="AutoShape 22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1" name="Rectangle 23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2" name="Rectangle 24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3" name="AutoShape 25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4" name="Line 26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05" name="Line 27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706" name="Rectangle 28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707" name="Rectangle 29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0498" name="Group 30"/>
          <p:cNvGrpSpPr>
            <a:grpSpLocks/>
          </p:cNvGrpSpPr>
          <p:nvPr/>
        </p:nvGrpSpPr>
        <p:grpSpPr bwMode="auto">
          <a:xfrm rot="16200000">
            <a:off x="6051947" y="2639616"/>
            <a:ext cx="60722" cy="175022"/>
            <a:chOff x="3842" y="406"/>
            <a:chExt cx="51" cy="167"/>
          </a:xfrm>
        </p:grpSpPr>
        <p:sp>
          <p:nvSpPr>
            <p:cNvPr id="20697" name="Oval 31"/>
            <p:cNvSpPr>
              <a:spLocks noChangeArrowheads="1"/>
            </p:cNvSpPr>
            <p:nvPr/>
          </p:nvSpPr>
          <p:spPr bwMode="auto"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8" name="Oval 32"/>
            <p:cNvSpPr>
              <a:spLocks noChangeArrowheads="1"/>
            </p:cNvSpPr>
            <p:nvPr/>
          </p:nvSpPr>
          <p:spPr bwMode="auto"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9" name="Oval 33"/>
            <p:cNvSpPr>
              <a:spLocks noChangeArrowheads="1"/>
            </p:cNvSpPr>
            <p:nvPr/>
          </p:nvSpPr>
          <p:spPr bwMode="auto"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sp>
        <p:nvSpPr>
          <p:cNvPr id="20499" name="Line 34"/>
          <p:cNvSpPr>
            <a:spLocks noChangeShapeType="1"/>
          </p:cNvSpPr>
          <p:nvPr/>
        </p:nvSpPr>
        <p:spPr bwMode="auto">
          <a:xfrm>
            <a:off x="5919788" y="2512219"/>
            <a:ext cx="371475" cy="119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00" name="Line 35"/>
          <p:cNvSpPr>
            <a:spLocks noChangeShapeType="1"/>
          </p:cNvSpPr>
          <p:nvPr/>
        </p:nvSpPr>
        <p:spPr bwMode="auto">
          <a:xfrm>
            <a:off x="5922169" y="2509837"/>
            <a:ext cx="1191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01" name="Line 36"/>
          <p:cNvSpPr>
            <a:spLocks noChangeShapeType="1"/>
          </p:cNvSpPr>
          <p:nvPr/>
        </p:nvSpPr>
        <p:spPr bwMode="auto">
          <a:xfrm>
            <a:off x="6293644" y="2508647"/>
            <a:ext cx="1191" cy="61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02" name="Line 37"/>
          <p:cNvSpPr>
            <a:spLocks noChangeShapeType="1"/>
          </p:cNvSpPr>
          <p:nvPr/>
        </p:nvSpPr>
        <p:spPr bwMode="auto">
          <a:xfrm>
            <a:off x="5694760" y="2107407"/>
            <a:ext cx="216694" cy="1988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03" name="Line 38"/>
          <p:cNvSpPr>
            <a:spLocks noChangeShapeType="1"/>
          </p:cNvSpPr>
          <p:nvPr/>
        </p:nvSpPr>
        <p:spPr bwMode="auto">
          <a:xfrm flipV="1">
            <a:off x="5704285" y="2321719"/>
            <a:ext cx="207169" cy="247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04" name="Line 39"/>
          <p:cNvSpPr>
            <a:spLocks noChangeShapeType="1"/>
          </p:cNvSpPr>
          <p:nvPr/>
        </p:nvSpPr>
        <p:spPr bwMode="auto">
          <a:xfrm flipV="1">
            <a:off x="6099573" y="2386013"/>
            <a:ext cx="1190" cy="1226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20505" name="Group 40"/>
          <p:cNvGrpSpPr>
            <a:grpSpLocks/>
          </p:cNvGrpSpPr>
          <p:nvPr/>
        </p:nvGrpSpPr>
        <p:grpSpPr bwMode="auto">
          <a:xfrm>
            <a:off x="6188869" y="2564606"/>
            <a:ext cx="157163" cy="296466"/>
            <a:chOff x="4180" y="783"/>
            <a:chExt cx="150" cy="307"/>
          </a:xfrm>
        </p:grpSpPr>
        <p:sp>
          <p:nvSpPr>
            <p:cNvPr id="20689" name="AutoShape 41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0" name="Rectangle 42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1" name="Rectangle 43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2" name="AutoShape 44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3" name="Line 45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94" name="Line 46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95" name="Rectangle 47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96" name="Rectangle 48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0506" name="Group 49"/>
          <p:cNvGrpSpPr>
            <a:grpSpLocks/>
          </p:cNvGrpSpPr>
          <p:nvPr/>
        </p:nvGrpSpPr>
        <p:grpSpPr bwMode="auto">
          <a:xfrm>
            <a:off x="5470923" y="3028950"/>
            <a:ext cx="359569" cy="694135"/>
            <a:chOff x="3314" y="1248"/>
            <a:chExt cx="344" cy="694"/>
          </a:xfrm>
        </p:grpSpPr>
        <p:graphicFrame>
          <p:nvGraphicFramePr>
            <p:cNvPr id="20680" name="Object 50"/>
            <p:cNvGraphicFramePr>
              <a:graphicFrameLocks noChangeAspect="1"/>
            </p:cNvGraphicFramePr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8" name="Clip" r:id="rId10" imgW="1307263" imgH="1084139" progId="">
                    <p:embed/>
                  </p:oleObj>
                </mc:Choice>
                <mc:Fallback>
                  <p:oleObj name="Clip" r:id="rId10" imgW="1307263" imgH="1084139" progId="">
                    <p:embed/>
                    <p:pic>
                      <p:nvPicPr>
                        <p:cNvPr id="2068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81" name="Line 51"/>
            <p:cNvSpPr>
              <a:spLocks noChangeShapeType="1"/>
            </p:cNvSpPr>
            <p:nvPr/>
          </p:nvSpPr>
          <p:spPr bwMode="auto">
            <a:xfrm flipV="1">
              <a:off x="3606" y="1433"/>
              <a:ext cx="5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20682" name="Object 52"/>
            <p:cNvGraphicFramePr>
              <a:graphicFrameLocks noChangeAspect="1"/>
            </p:cNvGraphicFramePr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9" name="Clip" r:id="rId11" imgW="1307263" imgH="1084139" progId="">
                    <p:embed/>
                  </p:oleObj>
                </mc:Choice>
                <mc:Fallback>
                  <p:oleObj name="Clip" r:id="rId11" imgW="1307263" imgH="1084139" progId="">
                    <p:embed/>
                    <p:pic>
                      <p:nvPicPr>
                        <p:cNvPr id="20682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83" name="Line 53"/>
            <p:cNvSpPr>
              <a:spLocks noChangeShapeType="1"/>
            </p:cNvSpPr>
            <p:nvPr/>
          </p:nvSpPr>
          <p:spPr bwMode="auto">
            <a:xfrm flipV="1">
              <a:off x="3606" y="1882"/>
              <a:ext cx="5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0684" name="Group 54"/>
            <p:cNvGrpSpPr>
              <a:grpSpLocks/>
            </p:cNvGrpSpPr>
            <p:nvPr/>
          </p:nvGrpSpPr>
          <p:grpSpPr bwMode="auto"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20686" name="Oval 55"/>
              <p:cNvSpPr>
                <a:spLocks noChangeArrowheads="1"/>
              </p:cNvSpPr>
              <p:nvPr/>
            </p:nvSpPr>
            <p:spPr bwMode="auto"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87" name="Oval 56"/>
              <p:cNvSpPr>
                <a:spLocks noChangeArrowheads="1"/>
              </p:cNvSpPr>
              <p:nvPr/>
            </p:nvSpPr>
            <p:spPr bwMode="auto"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88" name="Oval 57"/>
              <p:cNvSpPr>
                <a:spLocks noChangeArrowheads="1"/>
              </p:cNvSpPr>
              <p:nvPr/>
            </p:nvSpPr>
            <p:spPr bwMode="auto"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</p:grpSp>
        <p:sp>
          <p:nvSpPr>
            <p:cNvPr id="20685" name="Line 58"/>
            <p:cNvSpPr>
              <a:spLocks noChangeShapeType="1"/>
            </p:cNvSpPr>
            <p:nvPr/>
          </p:nvSpPr>
          <p:spPr bwMode="auto">
            <a:xfrm>
              <a:off x="3654" y="1431"/>
              <a:ext cx="0" cy="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20507" name="Freeform 59"/>
          <p:cNvSpPr>
            <a:spLocks/>
          </p:cNvSpPr>
          <p:nvPr/>
        </p:nvSpPr>
        <p:spPr bwMode="auto">
          <a:xfrm>
            <a:off x="5194698" y="3742135"/>
            <a:ext cx="825103" cy="656034"/>
          </a:xfrm>
          <a:custGeom>
            <a:avLst/>
            <a:gdLst>
              <a:gd name="T0" fmla="*/ 122237 w 693"/>
              <a:gd name="T1" fmla="*/ 100012 h 551"/>
              <a:gd name="T2" fmla="*/ 55562 w 693"/>
              <a:gd name="T3" fmla="*/ 404812 h 551"/>
              <a:gd name="T4" fmla="*/ 55562 w 693"/>
              <a:gd name="T5" fmla="*/ 709612 h 551"/>
              <a:gd name="T6" fmla="*/ 388937 w 693"/>
              <a:gd name="T7" fmla="*/ 814387 h 551"/>
              <a:gd name="T8" fmla="*/ 684212 w 693"/>
              <a:gd name="T9" fmla="*/ 862012 h 551"/>
              <a:gd name="T10" fmla="*/ 1027112 w 693"/>
              <a:gd name="T11" fmla="*/ 738187 h 551"/>
              <a:gd name="T12" fmla="*/ 1093787 w 693"/>
              <a:gd name="T13" fmla="*/ 481012 h 551"/>
              <a:gd name="T14" fmla="*/ 1065212 w 693"/>
              <a:gd name="T15" fmla="*/ 166687 h 551"/>
              <a:gd name="T16" fmla="*/ 979487 w 693"/>
              <a:gd name="T17" fmla="*/ 61912 h 551"/>
              <a:gd name="T18" fmla="*/ 493712 w 693"/>
              <a:gd name="T19" fmla="*/ 4762 h 551"/>
              <a:gd name="T20" fmla="*/ 122237 w 693"/>
              <a:gd name="T21" fmla="*/ 100012 h 5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693" h="551">
                <a:moveTo>
                  <a:pt x="77" y="63"/>
                </a:moveTo>
                <a:cubicBezTo>
                  <a:pt x="31" y="105"/>
                  <a:pt x="42" y="191"/>
                  <a:pt x="35" y="255"/>
                </a:cubicBezTo>
                <a:cubicBezTo>
                  <a:pt x="28" y="319"/>
                  <a:pt x="0" y="404"/>
                  <a:pt x="35" y="447"/>
                </a:cubicBezTo>
                <a:cubicBezTo>
                  <a:pt x="70" y="490"/>
                  <a:pt x="179" y="497"/>
                  <a:pt x="245" y="513"/>
                </a:cubicBezTo>
                <a:cubicBezTo>
                  <a:pt x="311" y="529"/>
                  <a:pt x="364" y="551"/>
                  <a:pt x="431" y="543"/>
                </a:cubicBezTo>
                <a:cubicBezTo>
                  <a:pt x="498" y="535"/>
                  <a:pt x="604" y="505"/>
                  <a:pt x="647" y="465"/>
                </a:cubicBezTo>
                <a:cubicBezTo>
                  <a:pt x="690" y="425"/>
                  <a:pt x="685" y="363"/>
                  <a:pt x="689" y="303"/>
                </a:cubicBezTo>
                <a:cubicBezTo>
                  <a:pt x="693" y="243"/>
                  <a:pt x="683" y="149"/>
                  <a:pt x="671" y="105"/>
                </a:cubicBezTo>
                <a:cubicBezTo>
                  <a:pt x="659" y="61"/>
                  <a:pt x="677" y="56"/>
                  <a:pt x="617" y="39"/>
                </a:cubicBezTo>
                <a:cubicBezTo>
                  <a:pt x="557" y="22"/>
                  <a:pt x="401" y="0"/>
                  <a:pt x="311" y="3"/>
                </a:cubicBezTo>
                <a:cubicBezTo>
                  <a:pt x="221" y="6"/>
                  <a:pt x="123" y="21"/>
                  <a:pt x="77" y="63"/>
                </a:cubicBezTo>
                <a:close/>
              </a:path>
            </a:pathLst>
          </a:custGeom>
          <a:solidFill>
            <a:srgbClr val="00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20508" name="Object 60"/>
          <p:cNvGraphicFramePr>
            <a:graphicFrameLocks noChangeAspect="1"/>
          </p:cNvGraphicFramePr>
          <p:nvPr/>
        </p:nvGraphicFramePr>
        <p:xfrm>
          <a:off x="6122194" y="3786188"/>
          <a:ext cx="313135" cy="248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0" name="Clip" r:id="rId12" imgW="1307263" imgH="1084139" progId="">
                  <p:embed/>
                </p:oleObj>
              </mc:Choice>
              <mc:Fallback>
                <p:oleObj name="Clip" r:id="rId12" imgW="1307263" imgH="1084139" progId="">
                  <p:embed/>
                  <p:pic>
                    <p:nvPicPr>
                      <p:cNvPr id="2050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194" y="3786188"/>
                        <a:ext cx="313135" cy="2488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925" name="Object 61"/>
          <p:cNvGraphicFramePr>
            <a:graphicFrameLocks noChangeAspect="1"/>
          </p:cNvGraphicFramePr>
          <p:nvPr/>
        </p:nvGraphicFramePr>
        <p:xfrm>
          <a:off x="5245894" y="3810000"/>
          <a:ext cx="707231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1" name="Clip" r:id="rId13" imgW="1307263" imgH="1084139" progId="">
                  <p:embed/>
                </p:oleObj>
              </mc:Choice>
              <mc:Fallback>
                <p:oleObj name="Clip" r:id="rId13" imgW="1307263" imgH="1084139" progId="">
                  <p:embed/>
                  <p:pic>
                    <p:nvPicPr>
                      <p:cNvPr id="292925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894" y="3810000"/>
                        <a:ext cx="707231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0" name="Oval 62"/>
          <p:cNvSpPr>
            <a:spLocks noChangeArrowheads="1"/>
          </p:cNvSpPr>
          <p:nvPr/>
        </p:nvSpPr>
        <p:spPr bwMode="auto">
          <a:xfrm rot="16200000">
            <a:off x="5973962" y="3855840"/>
            <a:ext cx="47625" cy="4881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20511" name="Oval 63"/>
          <p:cNvSpPr>
            <a:spLocks noChangeArrowheads="1"/>
          </p:cNvSpPr>
          <p:nvPr/>
        </p:nvSpPr>
        <p:spPr bwMode="auto">
          <a:xfrm rot="16200000">
            <a:off x="6037660" y="3854053"/>
            <a:ext cx="47625" cy="5000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20512" name="Oval 64"/>
          <p:cNvSpPr>
            <a:spLocks noChangeArrowheads="1"/>
          </p:cNvSpPr>
          <p:nvPr/>
        </p:nvSpPr>
        <p:spPr bwMode="auto">
          <a:xfrm rot="16200000">
            <a:off x="6096001" y="3857626"/>
            <a:ext cx="46434" cy="4881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20513" name="Line 65"/>
          <p:cNvSpPr>
            <a:spLocks noChangeShapeType="1"/>
          </p:cNvSpPr>
          <p:nvPr/>
        </p:nvSpPr>
        <p:spPr bwMode="auto">
          <a:xfrm rot="16200000">
            <a:off x="6290667" y="3767733"/>
            <a:ext cx="45244" cy="119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14" name="Line 66"/>
          <p:cNvSpPr>
            <a:spLocks noChangeShapeType="1"/>
          </p:cNvSpPr>
          <p:nvPr/>
        </p:nvSpPr>
        <p:spPr bwMode="auto">
          <a:xfrm rot="5400000" flipH="1">
            <a:off x="5820966" y="3761185"/>
            <a:ext cx="47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15" name="Line 67"/>
          <p:cNvSpPr>
            <a:spLocks noChangeShapeType="1"/>
          </p:cNvSpPr>
          <p:nvPr/>
        </p:nvSpPr>
        <p:spPr bwMode="auto">
          <a:xfrm rot="16200000" flipV="1">
            <a:off x="6081118" y="3506986"/>
            <a:ext cx="0" cy="4702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16" name="Line 68"/>
          <p:cNvSpPr>
            <a:spLocks noChangeShapeType="1"/>
          </p:cNvSpPr>
          <p:nvPr/>
        </p:nvSpPr>
        <p:spPr bwMode="auto">
          <a:xfrm flipV="1">
            <a:off x="5830491" y="3461148"/>
            <a:ext cx="70247" cy="23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17" name="Line 69"/>
          <p:cNvSpPr>
            <a:spLocks noChangeShapeType="1"/>
          </p:cNvSpPr>
          <p:nvPr/>
        </p:nvSpPr>
        <p:spPr bwMode="auto">
          <a:xfrm>
            <a:off x="6281738" y="3495676"/>
            <a:ext cx="227410" cy="28932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18" name="Line 70"/>
          <p:cNvSpPr>
            <a:spLocks noChangeShapeType="1"/>
          </p:cNvSpPr>
          <p:nvPr/>
        </p:nvSpPr>
        <p:spPr bwMode="auto">
          <a:xfrm flipH="1">
            <a:off x="6878241" y="3493294"/>
            <a:ext cx="209550" cy="2940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20519" name="Object 71"/>
          <p:cNvGraphicFramePr>
            <a:graphicFrameLocks noChangeAspect="1"/>
          </p:cNvGraphicFramePr>
          <p:nvPr/>
        </p:nvGraphicFramePr>
        <p:xfrm>
          <a:off x="7011591" y="3157538"/>
          <a:ext cx="152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" name="Clip" r:id="rId14" imgW="982811" imgH="1208363" progId="">
                  <p:embed/>
                </p:oleObj>
              </mc:Choice>
              <mc:Fallback>
                <p:oleObj name="Clip" r:id="rId14" imgW="982811" imgH="1208363" progId="">
                  <p:embed/>
                  <p:pic>
                    <p:nvPicPr>
                      <p:cNvPr id="20519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591" y="3157538"/>
                        <a:ext cx="152400" cy="180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0" name="Object 72"/>
          <p:cNvGraphicFramePr>
            <a:graphicFrameLocks noChangeAspect="1"/>
          </p:cNvGraphicFramePr>
          <p:nvPr/>
        </p:nvGraphicFramePr>
        <p:xfrm>
          <a:off x="6009085" y="3218260"/>
          <a:ext cx="152400" cy="179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" name="Clip" r:id="rId16" imgW="982811" imgH="1208363" progId="">
                  <p:embed/>
                </p:oleObj>
              </mc:Choice>
              <mc:Fallback>
                <p:oleObj name="Clip" r:id="rId16" imgW="982811" imgH="1208363" progId="">
                  <p:embed/>
                  <p:pic>
                    <p:nvPicPr>
                      <p:cNvPr id="2052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9085" y="3218260"/>
                        <a:ext cx="152400" cy="1797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1" name="Freeform 73"/>
          <p:cNvSpPr>
            <a:spLocks/>
          </p:cNvSpPr>
          <p:nvPr/>
        </p:nvSpPr>
        <p:spPr bwMode="auto">
          <a:xfrm>
            <a:off x="6069806" y="3049191"/>
            <a:ext cx="1015604" cy="228600"/>
          </a:xfrm>
          <a:custGeom>
            <a:avLst/>
            <a:gdLst>
              <a:gd name="T0" fmla="*/ 0 w 972"/>
              <a:gd name="T1" fmla="*/ 304800 h 228"/>
              <a:gd name="T2" fmla="*/ 601839 w 972"/>
              <a:gd name="T3" fmla="*/ 12032 h 228"/>
              <a:gd name="T4" fmla="*/ 1354138 w 972"/>
              <a:gd name="T5" fmla="*/ 228600 h 2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72" h="228">
                <a:moveTo>
                  <a:pt x="0" y="228"/>
                </a:moveTo>
                <a:cubicBezTo>
                  <a:pt x="135" y="123"/>
                  <a:pt x="270" y="18"/>
                  <a:pt x="432" y="9"/>
                </a:cubicBezTo>
                <a:cubicBezTo>
                  <a:pt x="594" y="0"/>
                  <a:pt x="783" y="85"/>
                  <a:pt x="972" y="171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20522" name="Group 74"/>
          <p:cNvGrpSpPr>
            <a:grpSpLocks/>
          </p:cNvGrpSpPr>
          <p:nvPr/>
        </p:nvGrpSpPr>
        <p:grpSpPr bwMode="auto">
          <a:xfrm>
            <a:off x="6269831" y="4115991"/>
            <a:ext cx="304800" cy="320278"/>
            <a:chOff x="2870" y="1518"/>
            <a:chExt cx="292" cy="320"/>
          </a:xfrm>
        </p:grpSpPr>
        <p:graphicFrame>
          <p:nvGraphicFramePr>
            <p:cNvPr id="20678" name="Object 7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4" name="Clip" r:id="rId17" imgW="826829" imgH="840406" progId="">
                    <p:embed/>
                  </p:oleObj>
                </mc:Choice>
                <mc:Fallback>
                  <p:oleObj name="Clip" r:id="rId17" imgW="826829" imgH="840406" progId="">
                    <p:embed/>
                    <p:pic>
                      <p:nvPicPr>
                        <p:cNvPr id="20678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79" name="Object 7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5" name="Clip" r:id="rId19" imgW="1268295" imgH="1199426" progId="">
                    <p:embed/>
                  </p:oleObj>
                </mc:Choice>
                <mc:Fallback>
                  <p:oleObj name="Clip" r:id="rId19" imgW="1268295" imgH="1199426" progId="">
                    <p:embed/>
                    <p:pic>
                      <p:nvPicPr>
                        <p:cNvPr id="20679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23" name="Group 77"/>
          <p:cNvGrpSpPr>
            <a:grpSpLocks/>
          </p:cNvGrpSpPr>
          <p:nvPr/>
        </p:nvGrpSpPr>
        <p:grpSpPr bwMode="auto">
          <a:xfrm>
            <a:off x="6853238" y="4139804"/>
            <a:ext cx="304800" cy="320278"/>
            <a:chOff x="2870" y="1518"/>
            <a:chExt cx="292" cy="320"/>
          </a:xfrm>
        </p:grpSpPr>
        <p:graphicFrame>
          <p:nvGraphicFramePr>
            <p:cNvPr id="20676" name="Object 7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6" name="Clip" r:id="rId21" imgW="826829" imgH="840406" progId="">
                    <p:embed/>
                  </p:oleObj>
                </mc:Choice>
                <mc:Fallback>
                  <p:oleObj name="Clip" r:id="rId21" imgW="826829" imgH="840406" progId="">
                    <p:embed/>
                    <p:pic>
                      <p:nvPicPr>
                        <p:cNvPr id="20676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77" name="Object 7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" name="Clip" r:id="rId22" imgW="1268295" imgH="1199426" progId="">
                    <p:embed/>
                  </p:oleObj>
                </mc:Choice>
                <mc:Fallback>
                  <p:oleObj name="Clip" r:id="rId22" imgW="1268295" imgH="1199426" progId="">
                    <p:embed/>
                    <p:pic>
                      <p:nvPicPr>
                        <p:cNvPr id="20677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24" name="Group 80"/>
          <p:cNvGrpSpPr>
            <a:grpSpLocks/>
          </p:cNvGrpSpPr>
          <p:nvPr/>
        </p:nvGrpSpPr>
        <p:grpSpPr bwMode="auto">
          <a:xfrm>
            <a:off x="6542485" y="3926681"/>
            <a:ext cx="284559" cy="282179"/>
            <a:chOff x="4733" y="2082"/>
            <a:chExt cx="272" cy="282"/>
          </a:xfrm>
        </p:grpSpPr>
        <p:graphicFrame>
          <p:nvGraphicFramePr>
            <p:cNvPr id="20674" name="Object 81"/>
            <p:cNvGraphicFramePr>
              <a:graphicFrameLocks noChangeAspect="1"/>
            </p:cNvGraphicFramePr>
            <p:nvPr/>
          </p:nvGraphicFramePr>
          <p:xfrm>
            <a:off x="4733" y="2082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8" name="Clip" r:id="rId23" imgW="826829" imgH="840406" progId="">
                    <p:embed/>
                  </p:oleObj>
                </mc:Choice>
                <mc:Fallback>
                  <p:oleObj name="Clip" r:id="rId23" imgW="826829" imgH="840406" progId="">
                    <p:embed/>
                    <p:pic>
                      <p:nvPicPr>
                        <p:cNvPr id="20674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3" y="2082"/>
                          <a:ext cx="272" cy="2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75" name="Rectangle 82"/>
            <p:cNvSpPr>
              <a:spLocks noChangeArrowheads="1"/>
            </p:cNvSpPr>
            <p:nvPr/>
          </p:nvSpPr>
          <p:spPr bwMode="auto">
            <a:xfrm>
              <a:off x="4812" y="2181"/>
              <a:ext cx="192" cy="183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sp>
        <p:nvSpPr>
          <p:cNvPr id="20525" name="Line 83"/>
          <p:cNvSpPr>
            <a:spLocks noChangeShapeType="1"/>
          </p:cNvSpPr>
          <p:nvPr/>
        </p:nvSpPr>
        <p:spPr bwMode="auto">
          <a:xfrm>
            <a:off x="6772275" y="3854054"/>
            <a:ext cx="0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20526" name="Group 84"/>
          <p:cNvGrpSpPr>
            <a:grpSpLocks/>
          </p:cNvGrpSpPr>
          <p:nvPr/>
        </p:nvGrpSpPr>
        <p:grpSpPr bwMode="auto">
          <a:xfrm>
            <a:off x="7312819" y="3421857"/>
            <a:ext cx="155972" cy="307181"/>
            <a:chOff x="4180" y="783"/>
            <a:chExt cx="150" cy="307"/>
          </a:xfrm>
        </p:grpSpPr>
        <p:sp>
          <p:nvSpPr>
            <p:cNvPr id="20666" name="AutoShape 85"/>
            <p:cNvSpPr>
              <a:spLocks noChangeArrowheads="1"/>
            </p:cNvSpPr>
            <p:nvPr/>
          </p:nvSpPr>
          <p:spPr bwMode="auto">
            <a:xfrm>
              <a:off x="4180" y="1019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67" name="Rectangle 86"/>
            <p:cNvSpPr>
              <a:spLocks noChangeArrowheads="1"/>
            </p:cNvSpPr>
            <p:nvPr/>
          </p:nvSpPr>
          <p:spPr bwMode="auto"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68" name="Rectangle 87"/>
            <p:cNvSpPr>
              <a:spLocks noChangeArrowheads="1"/>
            </p:cNvSpPr>
            <p:nvPr/>
          </p:nvSpPr>
          <p:spPr bwMode="auto"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69" name="AutoShape 88"/>
            <p:cNvSpPr>
              <a:spLocks noChangeArrowheads="1"/>
            </p:cNvSpPr>
            <p:nvPr/>
          </p:nvSpPr>
          <p:spPr bwMode="auto">
            <a:xfrm>
              <a:off x="4180" y="783"/>
              <a:ext cx="150" cy="71"/>
            </a:xfrm>
            <a:prstGeom prst="parallelogram">
              <a:avLst>
                <a:gd name="adj" fmla="val 81387"/>
              </a:avLst>
            </a:prstGeom>
            <a:solidFill>
              <a:srgbClr val="33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70" name="Line 89"/>
            <p:cNvSpPr>
              <a:spLocks noChangeShapeType="1"/>
            </p:cNvSpPr>
            <p:nvPr/>
          </p:nvSpPr>
          <p:spPr bwMode="auto">
            <a:xfrm>
              <a:off x="4330" y="788"/>
              <a:ext cx="0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71" name="Line 90"/>
            <p:cNvSpPr>
              <a:spLocks noChangeShapeType="1"/>
            </p:cNvSpPr>
            <p:nvPr/>
          </p:nvSpPr>
          <p:spPr bwMode="auto">
            <a:xfrm flipH="1">
              <a:off x="4276" y="1019"/>
              <a:ext cx="54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72" name="Rectangle 91"/>
            <p:cNvSpPr>
              <a:spLocks noChangeArrowheads="1"/>
            </p:cNvSpPr>
            <p:nvPr/>
          </p:nvSpPr>
          <p:spPr bwMode="auto"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73" name="Rectangle 92"/>
            <p:cNvSpPr>
              <a:spLocks noChangeArrowheads="1"/>
            </p:cNvSpPr>
            <p:nvPr/>
          </p:nvSpPr>
          <p:spPr bwMode="auto"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</p:grpSp>
      <p:grpSp>
        <p:nvGrpSpPr>
          <p:cNvPr id="292957" name="Group 93"/>
          <p:cNvGrpSpPr>
            <a:grpSpLocks/>
          </p:cNvGrpSpPr>
          <p:nvPr/>
        </p:nvGrpSpPr>
        <p:grpSpPr bwMode="auto">
          <a:xfrm>
            <a:off x="7284244" y="3762376"/>
            <a:ext cx="597694" cy="945356"/>
            <a:chOff x="5087" y="3051"/>
            <a:chExt cx="502" cy="794"/>
          </a:xfrm>
        </p:grpSpPr>
        <p:sp>
          <p:nvSpPr>
            <p:cNvPr id="20656" name="Freeform 94"/>
            <p:cNvSpPr>
              <a:spLocks/>
            </p:cNvSpPr>
            <p:nvPr/>
          </p:nvSpPr>
          <p:spPr bwMode="auto">
            <a:xfrm>
              <a:off x="5087" y="3051"/>
              <a:ext cx="502" cy="794"/>
            </a:xfrm>
            <a:custGeom>
              <a:avLst/>
              <a:gdLst>
                <a:gd name="T0" fmla="*/ 289 w 502"/>
                <a:gd name="T1" fmla="*/ 9 h 794"/>
                <a:gd name="T2" fmla="*/ 127 w 502"/>
                <a:gd name="T3" fmla="*/ 33 h 794"/>
                <a:gd name="T4" fmla="*/ 25 w 502"/>
                <a:gd name="T5" fmla="*/ 207 h 794"/>
                <a:gd name="T6" fmla="*/ 13 w 502"/>
                <a:gd name="T7" fmla="*/ 621 h 794"/>
                <a:gd name="T8" fmla="*/ 103 w 502"/>
                <a:gd name="T9" fmla="*/ 771 h 794"/>
                <a:gd name="T10" fmla="*/ 271 w 502"/>
                <a:gd name="T11" fmla="*/ 759 h 794"/>
                <a:gd name="T12" fmla="*/ 421 w 502"/>
                <a:gd name="T13" fmla="*/ 735 h 794"/>
                <a:gd name="T14" fmla="*/ 469 w 502"/>
                <a:gd name="T15" fmla="*/ 579 h 794"/>
                <a:gd name="T16" fmla="*/ 487 w 502"/>
                <a:gd name="T17" fmla="*/ 471 h 794"/>
                <a:gd name="T18" fmla="*/ 469 w 502"/>
                <a:gd name="T19" fmla="*/ 87 h 794"/>
                <a:gd name="T20" fmla="*/ 289 w 502"/>
                <a:gd name="T21" fmla="*/ 9 h 7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2" h="794">
                  <a:moveTo>
                    <a:pt x="289" y="9"/>
                  </a:moveTo>
                  <a:cubicBezTo>
                    <a:pt x="232" y="0"/>
                    <a:pt x="171" y="0"/>
                    <a:pt x="127" y="33"/>
                  </a:cubicBezTo>
                  <a:cubicBezTo>
                    <a:pt x="83" y="66"/>
                    <a:pt x="44" y="109"/>
                    <a:pt x="25" y="207"/>
                  </a:cubicBezTo>
                  <a:cubicBezTo>
                    <a:pt x="6" y="305"/>
                    <a:pt x="0" y="527"/>
                    <a:pt x="13" y="621"/>
                  </a:cubicBezTo>
                  <a:cubicBezTo>
                    <a:pt x="26" y="715"/>
                    <a:pt x="60" y="748"/>
                    <a:pt x="103" y="771"/>
                  </a:cubicBezTo>
                  <a:cubicBezTo>
                    <a:pt x="146" y="794"/>
                    <a:pt x="218" y="765"/>
                    <a:pt x="271" y="759"/>
                  </a:cubicBezTo>
                  <a:cubicBezTo>
                    <a:pt x="324" y="753"/>
                    <a:pt x="388" y="765"/>
                    <a:pt x="421" y="735"/>
                  </a:cubicBezTo>
                  <a:cubicBezTo>
                    <a:pt x="454" y="705"/>
                    <a:pt x="458" y="623"/>
                    <a:pt x="469" y="579"/>
                  </a:cubicBezTo>
                  <a:cubicBezTo>
                    <a:pt x="480" y="535"/>
                    <a:pt x="487" y="553"/>
                    <a:pt x="487" y="471"/>
                  </a:cubicBezTo>
                  <a:cubicBezTo>
                    <a:pt x="487" y="389"/>
                    <a:pt x="502" y="164"/>
                    <a:pt x="469" y="87"/>
                  </a:cubicBezTo>
                  <a:cubicBezTo>
                    <a:pt x="436" y="10"/>
                    <a:pt x="346" y="18"/>
                    <a:pt x="289" y="9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0657" name="Group 95"/>
            <p:cNvGrpSpPr>
              <a:grpSpLocks/>
            </p:cNvGrpSpPr>
            <p:nvPr/>
          </p:nvGrpSpPr>
          <p:grpSpPr bwMode="auto">
            <a:xfrm>
              <a:off x="5157" y="3111"/>
              <a:ext cx="347" cy="654"/>
              <a:chOff x="4935" y="2925"/>
              <a:chExt cx="347" cy="654"/>
            </a:xfrm>
          </p:grpSpPr>
          <p:sp>
            <p:nvSpPr>
              <p:cNvPr id="20658" name="AutoShape 96"/>
              <p:cNvSpPr>
                <a:spLocks noChangeArrowheads="1"/>
              </p:cNvSpPr>
              <p:nvPr/>
            </p:nvSpPr>
            <p:spPr bwMode="auto">
              <a:xfrm>
                <a:off x="4935" y="3428"/>
                <a:ext cx="347" cy="151"/>
              </a:xfrm>
              <a:prstGeom prst="parallelogram">
                <a:avLst>
                  <a:gd name="adj" fmla="val 88527"/>
                </a:avLst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59" name="Rectangle 97"/>
              <p:cNvSpPr>
                <a:spLocks noChangeArrowheads="1"/>
              </p:cNvSpPr>
              <p:nvPr/>
            </p:nvSpPr>
            <p:spPr bwMode="auto">
              <a:xfrm>
                <a:off x="5111" y="2929"/>
                <a:ext cx="165" cy="503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60" name="Rectangle 98"/>
              <p:cNvSpPr>
                <a:spLocks noChangeArrowheads="1"/>
              </p:cNvSpPr>
              <p:nvPr/>
            </p:nvSpPr>
            <p:spPr bwMode="auto">
              <a:xfrm>
                <a:off x="4937" y="3072"/>
                <a:ext cx="220" cy="503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61" name="AutoShape 99"/>
              <p:cNvSpPr>
                <a:spLocks noChangeArrowheads="1"/>
              </p:cNvSpPr>
              <p:nvPr/>
            </p:nvSpPr>
            <p:spPr bwMode="auto">
              <a:xfrm>
                <a:off x="4935" y="2925"/>
                <a:ext cx="347" cy="151"/>
              </a:xfrm>
              <a:prstGeom prst="parallelogram">
                <a:avLst>
                  <a:gd name="adj" fmla="val 8852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62" name="Line 100"/>
              <p:cNvSpPr>
                <a:spLocks noChangeShapeType="1"/>
              </p:cNvSpPr>
              <p:nvPr/>
            </p:nvSpPr>
            <p:spPr bwMode="auto">
              <a:xfrm>
                <a:off x="5282" y="2936"/>
                <a:ext cx="0" cy="4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63" name="Line 101"/>
              <p:cNvSpPr>
                <a:spLocks noChangeShapeType="1"/>
              </p:cNvSpPr>
              <p:nvPr/>
            </p:nvSpPr>
            <p:spPr bwMode="auto">
              <a:xfrm flipH="1">
                <a:off x="5157" y="3428"/>
                <a:ext cx="125" cy="1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64" name="Rectangle 102"/>
              <p:cNvSpPr>
                <a:spLocks noChangeArrowheads="1"/>
              </p:cNvSpPr>
              <p:nvPr/>
            </p:nvSpPr>
            <p:spPr bwMode="auto">
              <a:xfrm>
                <a:off x="4965" y="3138"/>
                <a:ext cx="146" cy="290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20665" name="Rectangle 103"/>
              <p:cNvSpPr>
                <a:spLocks noChangeArrowheads="1"/>
              </p:cNvSpPr>
              <p:nvPr/>
            </p:nvSpPr>
            <p:spPr bwMode="auto">
              <a:xfrm>
                <a:off x="4986" y="3225"/>
                <a:ext cx="111" cy="1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</p:grpSp>
      </p:grpSp>
      <p:sp>
        <p:nvSpPr>
          <p:cNvPr id="20528" name="Line 104"/>
          <p:cNvSpPr>
            <a:spLocks noChangeShapeType="1"/>
          </p:cNvSpPr>
          <p:nvPr/>
        </p:nvSpPr>
        <p:spPr bwMode="auto">
          <a:xfrm rot="5400000" flipH="1">
            <a:off x="7022902" y="3702249"/>
            <a:ext cx="45839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29" name="Line 105"/>
          <p:cNvSpPr>
            <a:spLocks noChangeShapeType="1"/>
          </p:cNvSpPr>
          <p:nvPr/>
        </p:nvSpPr>
        <p:spPr bwMode="auto">
          <a:xfrm rot="16200000">
            <a:off x="7288412" y="3891559"/>
            <a:ext cx="0" cy="773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0" name="Line 106"/>
          <p:cNvSpPr>
            <a:spLocks noChangeShapeType="1"/>
          </p:cNvSpPr>
          <p:nvPr/>
        </p:nvSpPr>
        <p:spPr bwMode="auto">
          <a:xfrm rot="16200000">
            <a:off x="7280672" y="3539729"/>
            <a:ext cx="0" cy="66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1" name="Line 107"/>
          <p:cNvSpPr>
            <a:spLocks noChangeShapeType="1"/>
          </p:cNvSpPr>
          <p:nvPr/>
        </p:nvSpPr>
        <p:spPr bwMode="auto">
          <a:xfrm flipV="1">
            <a:off x="6290073" y="2145507"/>
            <a:ext cx="344090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2" name="Line 108"/>
          <p:cNvSpPr>
            <a:spLocks noChangeShapeType="1"/>
          </p:cNvSpPr>
          <p:nvPr/>
        </p:nvSpPr>
        <p:spPr bwMode="auto">
          <a:xfrm>
            <a:off x="6991351" y="2133601"/>
            <a:ext cx="364331" cy="1559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3" name="Line 109"/>
          <p:cNvSpPr>
            <a:spLocks noChangeShapeType="1"/>
          </p:cNvSpPr>
          <p:nvPr/>
        </p:nvSpPr>
        <p:spPr bwMode="auto">
          <a:xfrm flipH="1">
            <a:off x="7380685" y="2386012"/>
            <a:ext cx="180975" cy="51077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4" name="Line 110"/>
          <p:cNvSpPr>
            <a:spLocks noChangeShapeType="1"/>
          </p:cNvSpPr>
          <p:nvPr/>
        </p:nvSpPr>
        <p:spPr bwMode="auto">
          <a:xfrm>
            <a:off x="6803231" y="2218135"/>
            <a:ext cx="0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5" name="Line 111"/>
          <p:cNvSpPr>
            <a:spLocks noChangeShapeType="1"/>
          </p:cNvSpPr>
          <p:nvPr/>
        </p:nvSpPr>
        <p:spPr bwMode="auto">
          <a:xfrm>
            <a:off x="6822281" y="2703910"/>
            <a:ext cx="401241" cy="276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6" name="Line 112"/>
          <p:cNvSpPr>
            <a:spLocks noChangeShapeType="1"/>
          </p:cNvSpPr>
          <p:nvPr/>
        </p:nvSpPr>
        <p:spPr bwMode="auto">
          <a:xfrm flipH="1">
            <a:off x="7167563" y="3052763"/>
            <a:ext cx="200025" cy="27027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7" name="Line 113"/>
          <p:cNvSpPr>
            <a:spLocks noChangeShapeType="1"/>
          </p:cNvSpPr>
          <p:nvPr/>
        </p:nvSpPr>
        <p:spPr bwMode="auto">
          <a:xfrm flipH="1">
            <a:off x="6997304" y="2362201"/>
            <a:ext cx="420290" cy="28813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8" name="Line 114"/>
          <p:cNvSpPr>
            <a:spLocks noChangeShapeType="1"/>
          </p:cNvSpPr>
          <p:nvPr/>
        </p:nvSpPr>
        <p:spPr bwMode="auto">
          <a:xfrm flipH="1">
            <a:off x="7004448" y="1941910"/>
            <a:ext cx="263128" cy="1916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39" name="Line 115"/>
          <p:cNvSpPr>
            <a:spLocks noChangeShapeType="1"/>
          </p:cNvSpPr>
          <p:nvPr/>
        </p:nvSpPr>
        <p:spPr bwMode="auto">
          <a:xfrm flipH="1">
            <a:off x="7542610" y="2074069"/>
            <a:ext cx="151209" cy="13216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20540" name="Group 116"/>
          <p:cNvGrpSpPr>
            <a:grpSpLocks/>
          </p:cNvGrpSpPr>
          <p:nvPr/>
        </p:nvGrpSpPr>
        <p:grpSpPr bwMode="auto">
          <a:xfrm>
            <a:off x="5900737" y="2218135"/>
            <a:ext cx="376238" cy="175022"/>
            <a:chOff x="3600" y="219"/>
            <a:chExt cx="360" cy="175"/>
          </a:xfrm>
        </p:grpSpPr>
        <p:sp>
          <p:nvSpPr>
            <p:cNvPr id="20643" name="Oval 11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44" name="Line 11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45" name="Line 11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46" name="Rectangle 12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647" name="Oval 12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648" name="Group 12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53" name="Line 12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54" name="Line 12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55" name="Line 12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649" name="Group 12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50" name="Line 12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51" name="Line 12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52" name="Line 12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1" name="Group 130"/>
          <p:cNvGrpSpPr>
            <a:grpSpLocks/>
          </p:cNvGrpSpPr>
          <p:nvPr/>
        </p:nvGrpSpPr>
        <p:grpSpPr bwMode="auto">
          <a:xfrm>
            <a:off x="6615112" y="2046685"/>
            <a:ext cx="376238" cy="175022"/>
            <a:chOff x="3600" y="219"/>
            <a:chExt cx="360" cy="175"/>
          </a:xfrm>
        </p:grpSpPr>
        <p:sp>
          <p:nvSpPr>
            <p:cNvPr id="20630" name="Oval 13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31" name="Line 13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32" name="Line 13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33" name="Rectangle 13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634" name="Oval 13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635" name="Group 13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40" name="Line 13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41" name="Line 13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42" name="Line 13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636" name="Group 14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37" name="Line 14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38" name="Line 14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39" name="Line 14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2" name="Group 144"/>
          <p:cNvGrpSpPr>
            <a:grpSpLocks/>
          </p:cNvGrpSpPr>
          <p:nvPr/>
        </p:nvGrpSpPr>
        <p:grpSpPr bwMode="auto">
          <a:xfrm>
            <a:off x="6628210" y="2539603"/>
            <a:ext cx="376238" cy="175022"/>
            <a:chOff x="3600" y="219"/>
            <a:chExt cx="360" cy="175"/>
          </a:xfrm>
        </p:grpSpPr>
        <p:sp>
          <p:nvSpPr>
            <p:cNvPr id="20617" name="Oval 14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18" name="Line 14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19" name="Line 14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20" name="Rectangle 14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621" name="Oval 14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622" name="Group 15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27" name="Line 15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28" name="Line 15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29" name="Line 15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623" name="Group 15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24" name="Line 15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25" name="Line 15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26" name="Line 15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3" name="Group 158"/>
          <p:cNvGrpSpPr>
            <a:grpSpLocks/>
          </p:cNvGrpSpPr>
          <p:nvPr/>
        </p:nvGrpSpPr>
        <p:grpSpPr bwMode="auto">
          <a:xfrm>
            <a:off x="7355682" y="2202657"/>
            <a:ext cx="375047" cy="175022"/>
            <a:chOff x="3600" y="219"/>
            <a:chExt cx="360" cy="175"/>
          </a:xfrm>
        </p:grpSpPr>
        <p:sp>
          <p:nvSpPr>
            <p:cNvPr id="20604" name="Oval 15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605" name="Line 16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06" name="Line 16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607" name="Rectangle 16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608" name="Oval 16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609" name="Group 164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14" name="Line 16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15" name="Line 16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16" name="Line 16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610" name="Group 168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11" name="Line 16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12" name="Line 17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13" name="Line 17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4" name="Group 172"/>
          <p:cNvGrpSpPr>
            <a:grpSpLocks/>
          </p:cNvGrpSpPr>
          <p:nvPr/>
        </p:nvGrpSpPr>
        <p:grpSpPr bwMode="auto">
          <a:xfrm>
            <a:off x="7210425" y="2875360"/>
            <a:ext cx="376238" cy="175022"/>
            <a:chOff x="3600" y="219"/>
            <a:chExt cx="360" cy="175"/>
          </a:xfrm>
        </p:grpSpPr>
        <p:sp>
          <p:nvSpPr>
            <p:cNvPr id="20591" name="Oval 173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592" name="Line 174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93" name="Line 175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94" name="Rectangle 176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595" name="Oval 177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596" name="Group 178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01" name="Line 179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02" name="Line 180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03" name="Line 181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597" name="Group 182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598" name="Line 18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99" name="Line 18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600" name="Line 18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5" name="Group 186"/>
          <p:cNvGrpSpPr>
            <a:grpSpLocks/>
          </p:cNvGrpSpPr>
          <p:nvPr/>
        </p:nvGrpSpPr>
        <p:grpSpPr bwMode="auto">
          <a:xfrm>
            <a:off x="6960394" y="3313510"/>
            <a:ext cx="376238" cy="176213"/>
            <a:chOff x="3600" y="219"/>
            <a:chExt cx="360" cy="175"/>
          </a:xfrm>
        </p:grpSpPr>
        <p:sp>
          <p:nvSpPr>
            <p:cNvPr id="20578" name="Oval 18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579" name="Line 18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80" name="Line 18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81" name="Rectangle 19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582" name="Oval 19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583" name="Group 19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588" name="Line 19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89" name="Line 19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90" name="Line 19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584" name="Group 19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585" name="Line 19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86" name="Line 19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87" name="Line 19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6" name="Group 200"/>
          <p:cNvGrpSpPr>
            <a:grpSpLocks/>
          </p:cNvGrpSpPr>
          <p:nvPr/>
        </p:nvGrpSpPr>
        <p:grpSpPr bwMode="auto">
          <a:xfrm>
            <a:off x="6503194" y="3680222"/>
            <a:ext cx="375047" cy="175022"/>
            <a:chOff x="3600" y="219"/>
            <a:chExt cx="360" cy="175"/>
          </a:xfrm>
        </p:grpSpPr>
        <p:sp>
          <p:nvSpPr>
            <p:cNvPr id="20565" name="Oval 201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566" name="Line 202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67" name="Line 203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68" name="Rectangle 204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569" name="Oval 205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570" name="Group 206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575" name="Line 20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76" name="Line 20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77" name="Line 20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571" name="Group 210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572" name="Line 21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73" name="Line 21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74" name="Line 21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0547" name="Group 214"/>
          <p:cNvGrpSpPr>
            <a:grpSpLocks/>
          </p:cNvGrpSpPr>
          <p:nvPr/>
        </p:nvGrpSpPr>
        <p:grpSpPr bwMode="auto">
          <a:xfrm>
            <a:off x="5900737" y="3398044"/>
            <a:ext cx="376238" cy="175022"/>
            <a:chOff x="3600" y="219"/>
            <a:chExt cx="360" cy="175"/>
          </a:xfrm>
        </p:grpSpPr>
        <p:sp>
          <p:nvSpPr>
            <p:cNvPr id="20552" name="Oval 21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20553" name="Line 21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54" name="Line 21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0555" name="Rectangle 218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0556" name="Oval 21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grpSp>
          <p:nvGrpSpPr>
            <p:cNvPr id="20557" name="Group 22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562" name="Line 22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63" name="Line 22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64" name="Line 22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20558" name="Group 22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559" name="Line 22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60" name="Line 22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0561" name="Line 22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293092" name="Freeform 228"/>
          <p:cNvSpPr>
            <a:spLocks/>
          </p:cNvSpPr>
          <p:nvPr/>
        </p:nvSpPr>
        <p:spPr bwMode="auto">
          <a:xfrm>
            <a:off x="5470922" y="1972866"/>
            <a:ext cx="2043113" cy="1835944"/>
          </a:xfrm>
          <a:custGeom>
            <a:avLst/>
            <a:gdLst>
              <a:gd name="T0" fmla="*/ 0 w 1716"/>
              <a:gd name="T1" fmla="*/ 0 h 1542"/>
              <a:gd name="T2" fmla="*/ 590550 w 1716"/>
              <a:gd name="T3" fmla="*/ 66675 h 1542"/>
              <a:gd name="T4" fmla="*/ 1352550 w 1716"/>
              <a:gd name="T5" fmla="*/ 361950 h 1542"/>
              <a:gd name="T6" fmla="*/ 2305050 w 1716"/>
              <a:gd name="T7" fmla="*/ 1152525 h 1542"/>
              <a:gd name="T8" fmla="*/ 2724150 w 1716"/>
              <a:gd name="T9" fmla="*/ 2447925 h 15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16" h="1542">
                <a:moveTo>
                  <a:pt x="0" y="0"/>
                </a:moveTo>
                <a:cubicBezTo>
                  <a:pt x="62" y="7"/>
                  <a:pt x="230" y="4"/>
                  <a:pt x="372" y="42"/>
                </a:cubicBezTo>
                <a:cubicBezTo>
                  <a:pt x="514" y="80"/>
                  <a:pt x="672" y="114"/>
                  <a:pt x="852" y="228"/>
                </a:cubicBezTo>
                <a:cubicBezTo>
                  <a:pt x="1032" y="342"/>
                  <a:pt x="1308" y="507"/>
                  <a:pt x="1452" y="726"/>
                </a:cubicBezTo>
                <a:cubicBezTo>
                  <a:pt x="1596" y="945"/>
                  <a:pt x="1661" y="1372"/>
                  <a:pt x="1716" y="1542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0549" name="Line 229"/>
          <p:cNvSpPr>
            <a:spLocks noChangeShapeType="1"/>
          </p:cNvSpPr>
          <p:nvPr/>
        </p:nvSpPr>
        <p:spPr bwMode="auto">
          <a:xfrm flipV="1">
            <a:off x="6085285" y="3571876"/>
            <a:ext cx="1190" cy="1654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93094" name="Freeform 230"/>
          <p:cNvSpPr>
            <a:spLocks/>
          </p:cNvSpPr>
          <p:nvPr/>
        </p:nvSpPr>
        <p:spPr bwMode="auto">
          <a:xfrm>
            <a:off x="5366148" y="2149079"/>
            <a:ext cx="506015" cy="1678781"/>
          </a:xfrm>
          <a:custGeom>
            <a:avLst/>
            <a:gdLst>
              <a:gd name="T0" fmla="*/ 0 w 1716"/>
              <a:gd name="T1" fmla="*/ 0 h 1542"/>
              <a:gd name="T2" fmla="*/ 146261 w 1716"/>
              <a:gd name="T3" fmla="*/ 60967 h 1542"/>
              <a:gd name="T4" fmla="*/ 334984 w 1716"/>
              <a:gd name="T5" fmla="*/ 330966 h 1542"/>
              <a:gd name="T6" fmla="*/ 570889 w 1716"/>
              <a:gd name="T7" fmla="*/ 1053865 h 1542"/>
              <a:gd name="T8" fmla="*/ 674687 w 1716"/>
              <a:gd name="T9" fmla="*/ 2238375 h 15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16" h="1542">
                <a:moveTo>
                  <a:pt x="0" y="0"/>
                </a:moveTo>
                <a:cubicBezTo>
                  <a:pt x="62" y="7"/>
                  <a:pt x="230" y="4"/>
                  <a:pt x="372" y="42"/>
                </a:cubicBezTo>
                <a:cubicBezTo>
                  <a:pt x="514" y="80"/>
                  <a:pt x="672" y="114"/>
                  <a:pt x="852" y="228"/>
                </a:cubicBezTo>
                <a:cubicBezTo>
                  <a:pt x="1032" y="342"/>
                  <a:pt x="1308" y="507"/>
                  <a:pt x="1452" y="726"/>
                </a:cubicBezTo>
                <a:cubicBezTo>
                  <a:pt x="1596" y="945"/>
                  <a:pt x="1661" y="1372"/>
                  <a:pt x="1716" y="1542"/>
                </a:cubicBezTo>
              </a:path>
            </a:pathLst>
          </a:custGeom>
          <a:noFill/>
          <a:ln w="76200" cmpd="sng">
            <a:solidFill>
              <a:srgbClr val="80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230" name="灯片编号占位符 2">
            <a:extLst>
              <a:ext uri="{FF2B5EF4-FFF2-40B4-BE49-F238E27FC236}">
                <a16:creationId xmlns:a16="http://schemas.microsoft.com/office/drawing/2014/main" id="{2187B9D7-18AA-4918-899D-86794D11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1" name="AutoShape 5">
            <a:extLst>
              <a:ext uri="{FF2B5EF4-FFF2-40B4-BE49-F238E27FC236}">
                <a16:creationId xmlns:a16="http://schemas.microsoft.com/office/drawing/2014/main" id="{991C5756-9D79-4737-8863-DF290D73A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3" name="Rectangle 3">
            <a:extLst>
              <a:ext uri="{FF2B5EF4-FFF2-40B4-BE49-F238E27FC236}">
                <a16:creationId xmlns:a16="http://schemas.microsoft.com/office/drawing/2014/main" id="{D75DD90B-20EF-43F3-A9D0-CBC3D6B32084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1.2.0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</a:p>
        </p:txBody>
      </p:sp>
    </p:spTree>
    <p:extLst>
      <p:ext uri="{BB962C8B-B14F-4D97-AF65-F5344CB8AC3E}">
        <p14:creationId xmlns:p14="http://schemas.microsoft.com/office/powerpoint/2010/main" val="1326091903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928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928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"/>
                            </p:stCondLst>
                            <p:childTnLst>
                              <p:par>
                                <p:cTn id="18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928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928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2929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2929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2929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2929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928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0"/>
                            </p:stCondLst>
                            <p:childTnLst>
                              <p:par>
                                <p:cTn id="3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92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92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928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928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9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928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928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928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9286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2" dur="80"/>
                                        <p:tgtEl>
                                          <p:spTgt spid="292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3" dur="80"/>
                                        <p:tgtEl>
                                          <p:spTgt spid="292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80"/>
                                        <p:tgtEl>
                                          <p:spTgt spid="292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9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5" dur="80"/>
                                        <p:tgtEl>
                                          <p:spTgt spid="292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6" dur="80"/>
                                        <p:tgtEl>
                                          <p:spTgt spid="292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80"/>
                                        <p:tgtEl>
                                          <p:spTgt spid="292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2" dur="80"/>
                                        <p:tgtEl>
                                          <p:spTgt spid="2928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3" dur="80"/>
                                        <p:tgtEl>
                                          <p:spTgt spid="2928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80"/>
                                        <p:tgtEl>
                                          <p:spTgt spid="29286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2928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2928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29286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2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092" grpId="0" animBg="1"/>
      <p:bldP spid="293092" grpId="1" animBg="1"/>
      <p:bldP spid="293094" grpId="0" animBg="1"/>
      <p:bldP spid="231" grpId="0" animBg="1"/>
      <p:bldP spid="23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7187" y="971266"/>
            <a:ext cx="6110287" cy="346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接入网：</a:t>
            </a:r>
            <a:r>
              <a:rPr lang="zh-CN" altLang="en-US" sz="17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主机连接到边缘路由器的特定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物理链路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435187" y="1416629"/>
            <a:ext cx="2663428" cy="3413522"/>
            <a:chOff x="5202238" y="1539875"/>
            <a:chExt cx="3551237" cy="4551363"/>
          </a:xfrm>
        </p:grpSpPr>
        <p:sp>
          <p:nvSpPr>
            <p:cNvPr id="21" name="Freeform 665"/>
            <p:cNvSpPr>
              <a:spLocks/>
            </p:cNvSpPr>
            <p:nvPr/>
          </p:nvSpPr>
          <p:spPr bwMode="auto">
            <a:xfrm>
              <a:off x="5202238" y="1712913"/>
              <a:ext cx="1736725" cy="1071562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2" name="Group 666"/>
            <p:cNvGrpSpPr>
              <a:grpSpLocks/>
            </p:cNvGrpSpPr>
            <p:nvPr/>
          </p:nvGrpSpPr>
          <p:grpSpPr bwMode="auto">
            <a:xfrm>
              <a:off x="5370513" y="3048000"/>
              <a:ext cx="1458912" cy="933450"/>
              <a:chOff x="2889" y="1631"/>
              <a:chExt cx="980" cy="743"/>
            </a:xfrm>
          </p:grpSpPr>
          <p:sp>
            <p:nvSpPr>
              <p:cNvPr id="466" name="Rectangle 667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67" name="AutoShape 668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23" name="Freeform 669"/>
            <p:cNvSpPr>
              <a:spLocks/>
            </p:cNvSpPr>
            <p:nvPr/>
          </p:nvSpPr>
          <p:spPr bwMode="auto">
            <a:xfrm>
              <a:off x="5364163" y="4425950"/>
              <a:ext cx="3225800" cy="1665288"/>
            </a:xfrm>
            <a:custGeom>
              <a:avLst/>
              <a:gdLst>
                <a:gd name="T0" fmla="*/ 2147483647 w 2032"/>
                <a:gd name="T1" fmla="*/ 2147483647 h 1049"/>
                <a:gd name="T2" fmla="*/ 2147483647 w 2032"/>
                <a:gd name="T3" fmla="*/ 2147483647 h 1049"/>
                <a:gd name="T4" fmla="*/ 2147483647 w 2032"/>
                <a:gd name="T5" fmla="*/ 2147483647 h 1049"/>
                <a:gd name="T6" fmla="*/ 2147483647 w 2032"/>
                <a:gd name="T7" fmla="*/ 2147483647 h 1049"/>
                <a:gd name="T8" fmla="*/ 2147483647 w 2032"/>
                <a:gd name="T9" fmla="*/ 2147483647 h 1049"/>
                <a:gd name="T10" fmla="*/ 2147483647 w 2032"/>
                <a:gd name="T11" fmla="*/ 2147483647 h 1049"/>
                <a:gd name="T12" fmla="*/ 2147483647 w 2032"/>
                <a:gd name="T13" fmla="*/ 2147483647 h 1049"/>
                <a:gd name="T14" fmla="*/ 2147483647 w 2032"/>
                <a:gd name="T15" fmla="*/ 2147483647 h 1049"/>
                <a:gd name="T16" fmla="*/ 2147483647 w 2032"/>
                <a:gd name="T17" fmla="*/ 2147483647 h 1049"/>
                <a:gd name="T18" fmla="*/ 2147483647 w 2032"/>
                <a:gd name="T19" fmla="*/ 2147483647 h 1049"/>
                <a:gd name="T20" fmla="*/ 2147483647 w 2032"/>
                <a:gd name="T21" fmla="*/ 2147483647 h 1049"/>
                <a:gd name="T22" fmla="*/ 2147483647 w 2032"/>
                <a:gd name="T23" fmla="*/ 2147483647 h 1049"/>
                <a:gd name="T24" fmla="*/ 2147483647 w 2032"/>
                <a:gd name="T25" fmla="*/ 2147483647 h 1049"/>
                <a:gd name="T26" fmla="*/ 2147483647 w 2032"/>
                <a:gd name="T27" fmla="*/ 2147483647 h 1049"/>
                <a:gd name="T28" fmla="*/ 2147483647 w 2032"/>
                <a:gd name="T29" fmla="*/ 2147483647 h 1049"/>
                <a:gd name="T30" fmla="*/ 2147483647 w 2032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" name="Line 670"/>
            <p:cNvSpPr>
              <a:spLocks noChangeShapeType="1"/>
            </p:cNvSpPr>
            <p:nvPr/>
          </p:nvSpPr>
          <p:spPr bwMode="auto">
            <a:xfrm rot="16200000">
              <a:off x="7845425" y="5162551"/>
              <a:ext cx="523875" cy="1397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" name="Line 671"/>
            <p:cNvSpPr>
              <a:spLocks noChangeShapeType="1"/>
            </p:cNvSpPr>
            <p:nvPr/>
          </p:nvSpPr>
          <p:spPr bwMode="auto">
            <a:xfrm rot="5400000" flipV="1">
              <a:off x="7991475" y="5443538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6" name="Line 672"/>
            <p:cNvSpPr>
              <a:spLocks noChangeShapeType="1"/>
            </p:cNvSpPr>
            <p:nvPr/>
          </p:nvSpPr>
          <p:spPr bwMode="auto">
            <a:xfrm rot="16200000">
              <a:off x="8177213" y="5116513"/>
              <a:ext cx="0" cy="1143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7" name="Line 674"/>
            <p:cNvSpPr>
              <a:spLocks noChangeShapeType="1"/>
            </p:cNvSpPr>
            <p:nvPr/>
          </p:nvSpPr>
          <p:spPr bwMode="auto">
            <a:xfrm>
              <a:off x="6100763" y="4776788"/>
              <a:ext cx="217487" cy="1000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Line 675"/>
            <p:cNvSpPr>
              <a:spLocks noChangeShapeType="1"/>
            </p:cNvSpPr>
            <p:nvPr/>
          </p:nvSpPr>
          <p:spPr bwMode="auto">
            <a:xfrm flipV="1">
              <a:off x="5842000" y="5038725"/>
              <a:ext cx="407988" cy="746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9" name="Line 678"/>
            <p:cNvSpPr>
              <a:spLocks noChangeShapeType="1"/>
            </p:cNvSpPr>
            <p:nvPr/>
          </p:nvSpPr>
          <p:spPr bwMode="auto">
            <a:xfrm flipH="1">
              <a:off x="6267450" y="5102225"/>
              <a:ext cx="144463" cy="1698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Line 679"/>
            <p:cNvSpPr>
              <a:spLocks noChangeShapeType="1"/>
            </p:cNvSpPr>
            <p:nvPr/>
          </p:nvSpPr>
          <p:spPr bwMode="auto">
            <a:xfrm flipH="1" flipV="1">
              <a:off x="6586538" y="5110163"/>
              <a:ext cx="76200" cy="1635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1" name="Line 680"/>
            <p:cNvSpPr>
              <a:spLocks noChangeShapeType="1"/>
            </p:cNvSpPr>
            <p:nvPr/>
          </p:nvSpPr>
          <p:spPr bwMode="auto">
            <a:xfrm>
              <a:off x="6743700" y="5056188"/>
              <a:ext cx="503238" cy="2698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682"/>
            <p:cNvSpPr>
              <a:spLocks noChangeShapeType="1"/>
            </p:cNvSpPr>
            <p:nvPr/>
          </p:nvSpPr>
          <p:spPr bwMode="auto">
            <a:xfrm>
              <a:off x="6284913" y="3551238"/>
              <a:ext cx="0" cy="1063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Line 683"/>
            <p:cNvSpPr>
              <a:spLocks noChangeShapeType="1"/>
            </p:cNvSpPr>
            <p:nvPr/>
          </p:nvSpPr>
          <p:spPr bwMode="auto">
            <a:xfrm flipV="1">
              <a:off x="5891213" y="3736975"/>
              <a:ext cx="168275" cy="31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34" name="Picture 684" descr="access_point_stylized_sma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0388" y="3548063"/>
              <a:ext cx="369887" cy="306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Line 685"/>
            <p:cNvSpPr>
              <a:spLocks noChangeShapeType="1"/>
            </p:cNvSpPr>
            <p:nvPr/>
          </p:nvSpPr>
          <p:spPr bwMode="auto">
            <a:xfrm rot="5400000" flipV="1">
              <a:off x="7994650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" name="Line 686"/>
            <p:cNvSpPr>
              <a:spLocks noChangeShapeType="1"/>
            </p:cNvSpPr>
            <p:nvPr/>
          </p:nvSpPr>
          <p:spPr bwMode="auto">
            <a:xfrm flipV="1">
              <a:off x="5894388" y="3733800"/>
              <a:ext cx="168275" cy="317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37" name="Picture 708" descr="access_point_stylized_smal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46475"/>
              <a:ext cx="369888" cy="306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709"/>
            <p:cNvSpPr>
              <a:spLocks/>
            </p:cNvSpPr>
            <p:nvPr/>
          </p:nvSpPr>
          <p:spPr bwMode="auto">
            <a:xfrm>
              <a:off x="7015163" y="3530600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9" name="Freeform 710"/>
            <p:cNvSpPr>
              <a:spLocks/>
            </p:cNvSpPr>
            <p:nvPr/>
          </p:nvSpPr>
          <p:spPr bwMode="auto">
            <a:xfrm>
              <a:off x="7023100" y="2005013"/>
              <a:ext cx="1730375" cy="1125537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0" name="Line 711"/>
            <p:cNvSpPr>
              <a:spLocks noChangeShapeType="1"/>
            </p:cNvSpPr>
            <p:nvPr/>
          </p:nvSpPr>
          <p:spPr bwMode="auto">
            <a:xfrm>
              <a:off x="7396163" y="3816350"/>
              <a:ext cx="163512" cy="1206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1" name="Line 712"/>
            <p:cNvSpPr>
              <a:spLocks noChangeShapeType="1"/>
            </p:cNvSpPr>
            <p:nvPr/>
          </p:nvSpPr>
          <p:spPr bwMode="auto">
            <a:xfrm>
              <a:off x="7493000" y="3736975"/>
              <a:ext cx="2794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2" name="Line 713"/>
            <p:cNvSpPr>
              <a:spLocks noChangeShapeType="1"/>
            </p:cNvSpPr>
            <p:nvPr/>
          </p:nvSpPr>
          <p:spPr bwMode="auto">
            <a:xfrm flipV="1">
              <a:off x="7729538" y="3822700"/>
              <a:ext cx="134937" cy="1047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3" name="Line 714"/>
            <p:cNvSpPr>
              <a:spLocks noChangeShapeType="1"/>
            </p:cNvSpPr>
            <p:nvPr/>
          </p:nvSpPr>
          <p:spPr bwMode="auto">
            <a:xfrm>
              <a:off x="6723063" y="2590800"/>
              <a:ext cx="509587" cy="3175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4" name="Line 715"/>
            <p:cNvSpPr>
              <a:spLocks noChangeShapeType="1"/>
            </p:cNvSpPr>
            <p:nvPr/>
          </p:nvSpPr>
          <p:spPr bwMode="auto">
            <a:xfrm>
              <a:off x="7358063" y="4700588"/>
              <a:ext cx="390525" cy="1841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Line 716"/>
            <p:cNvSpPr>
              <a:spLocks noChangeShapeType="1"/>
            </p:cNvSpPr>
            <p:nvPr/>
          </p:nvSpPr>
          <p:spPr bwMode="auto">
            <a:xfrm flipV="1">
              <a:off x="6737350" y="4687888"/>
              <a:ext cx="322263" cy="19843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Line 717"/>
            <p:cNvSpPr>
              <a:spLocks noChangeShapeType="1"/>
            </p:cNvSpPr>
            <p:nvPr/>
          </p:nvSpPr>
          <p:spPr bwMode="auto">
            <a:xfrm flipV="1">
              <a:off x="6780213" y="4979988"/>
              <a:ext cx="9715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Line 718"/>
            <p:cNvSpPr>
              <a:spLocks noChangeShapeType="1"/>
            </p:cNvSpPr>
            <p:nvPr/>
          </p:nvSpPr>
          <p:spPr bwMode="auto">
            <a:xfrm flipV="1">
              <a:off x="7577138" y="2495550"/>
              <a:ext cx="123825" cy="873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719"/>
            <p:cNvSpPr>
              <a:spLocks noChangeShapeType="1"/>
            </p:cNvSpPr>
            <p:nvPr/>
          </p:nvSpPr>
          <p:spPr bwMode="auto">
            <a:xfrm>
              <a:off x="7405688" y="2668588"/>
              <a:ext cx="0" cy="8255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Line 720"/>
            <p:cNvSpPr>
              <a:spLocks noChangeShapeType="1"/>
            </p:cNvSpPr>
            <p:nvPr/>
          </p:nvSpPr>
          <p:spPr bwMode="auto">
            <a:xfrm flipV="1">
              <a:off x="7577138" y="2565400"/>
              <a:ext cx="263525" cy="2889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Line 721"/>
            <p:cNvSpPr>
              <a:spLocks noChangeShapeType="1"/>
            </p:cNvSpPr>
            <p:nvPr/>
          </p:nvSpPr>
          <p:spPr bwMode="auto">
            <a:xfrm>
              <a:off x="7942263" y="2563813"/>
              <a:ext cx="0" cy="1968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1" name="Line 722"/>
            <p:cNvSpPr>
              <a:spLocks noChangeShapeType="1"/>
            </p:cNvSpPr>
            <p:nvPr/>
          </p:nvSpPr>
          <p:spPr bwMode="auto">
            <a:xfrm>
              <a:off x="7596188" y="2870200"/>
              <a:ext cx="1889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2" name="Line 723"/>
            <p:cNvSpPr>
              <a:spLocks noChangeShapeType="1"/>
            </p:cNvSpPr>
            <p:nvPr/>
          </p:nvSpPr>
          <p:spPr bwMode="auto">
            <a:xfrm>
              <a:off x="8150225" y="2860675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Line 724"/>
            <p:cNvSpPr>
              <a:spLocks noChangeShapeType="1"/>
            </p:cNvSpPr>
            <p:nvPr/>
          </p:nvSpPr>
          <p:spPr bwMode="auto">
            <a:xfrm flipH="1">
              <a:off x="7296150" y="2936875"/>
              <a:ext cx="98425" cy="704850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4" name="Line 725"/>
            <p:cNvSpPr>
              <a:spLocks noChangeShapeType="1"/>
            </p:cNvSpPr>
            <p:nvPr/>
          </p:nvSpPr>
          <p:spPr bwMode="auto">
            <a:xfrm flipH="1">
              <a:off x="7888288" y="2936875"/>
              <a:ext cx="111125" cy="7270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5" name="Line 726"/>
            <p:cNvSpPr>
              <a:spLocks noChangeShapeType="1"/>
            </p:cNvSpPr>
            <p:nvPr/>
          </p:nvSpPr>
          <p:spPr bwMode="auto">
            <a:xfrm flipV="1">
              <a:off x="7272338" y="4078288"/>
              <a:ext cx="227012" cy="43656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727"/>
            <p:cNvSpPr>
              <a:spLocks noChangeShapeType="1"/>
            </p:cNvSpPr>
            <p:nvPr/>
          </p:nvSpPr>
          <p:spPr bwMode="auto">
            <a:xfrm>
              <a:off x="8345488" y="2859088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7" name="Line 728"/>
            <p:cNvSpPr>
              <a:spLocks noChangeShapeType="1"/>
            </p:cNvSpPr>
            <p:nvPr/>
          </p:nvSpPr>
          <p:spPr bwMode="auto">
            <a:xfrm>
              <a:off x="6289675" y="2406650"/>
              <a:ext cx="152400" cy="9525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8" name="Oval 407"/>
            <p:cNvSpPr>
              <a:spLocks noChangeArrowheads="1"/>
            </p:cNvSpPr>
            <p:nvPr/>
          </p:nvSpPr>
          <p:spPr bwMode="auto">
            <a:xfrm>
              <a:off x="6354763" y="2565400"/>
              <a:ext cx="387350" cy="95250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410"/>
            <p:cNvSpPr>
              <a:spLocks noChangeArrowheads="1"/>
            </p:cNvSpPr>
            <p:nvPr/>
          </p:nvSpPr>
          <p:spPr bwMode="auto">
            <a:xfrm>
              <a:off x="6354763" y="2555875"/>
              <a:ext cx="388937" cy="58738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60" name="Oval 411"/>
            <p:cNvSpPr>
              <a:spLocks noChangeArrowheads="1"/>
            </p:cNvSpPr>
            <p:nvPr/>
          </p:nvSpPr>
          <p:spPr bwMode="auto">
            <a:xfrm>
              <a:off x="6353175" y="2490788"/>
              <a:ext cx="387350" cy="1111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61" name="Group 732"/>
            <p:cNvGrpSpPr>
              <a:grpSpLocks/>
            </p:cNvGrpSpPr>
            <p:nvPr/>
          </p:nvGrpSpPr>
          <p:grpSpPr bwMode="auto">
            <a:xfrm>
              <a:off x="6430963" y="2519363"/>
              <a:ext cx="219075" cy="52387"/>
              <a:chOff x="2468" y="1332"/>
              <a:chExt cx="310" cy="60"/>
            </a:xfrm>
          </p:grpSpPr>
          <p:sp>
            <p:nvSpPr>
              <p:cNvPr id="464" name="Freeform 7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5" name="Freeform 7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12700" cmpd="sng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2" name="Line 735"/>
            <p:cNvSpPr>
              <a:spLocks noChangeShapeType="1"/>
            </p:cNvSpPr>
            <p:nvPr/>
          </p:nvSpPr>
          <p:spPr bwMode="auto">
            <a:xfrm>
              <a:off x="6354763" y="2543175"/>
              <a:ext cx="0" cy="7461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3" name="Line 736"/>
            <p:cNvSpPr>
              <a:spLocks noChangeShapeType="1"/>
            </p:cNvSpPr>
            <p:nvPr/>
          </p:nvSpPr>
          <p:spPr bwMode="auto">
            <a:xfrm>
              <a:off x="6740525" y="2546350"/>
              <a:ext cx="0" cy="730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64" name="Group 737"/>
            <p:cNvGrpSpPr>
              <a:grpSpLocks/>
            </p:cNvGrpSpPr>
            <p:nvPr/>
          </p:nvGrpSpPr>
          <p:grpSpPr bwMode="auto">
            <a:xfrm>
              <a:off x="7202488" y="2493963"/>
              <a:ext cx="390525" cy="174625"/>
              <a:chOff x="4334" y="1470"/>
              <a:chExt cx="246" cy="107"/>
            </a:xfrm>
          </p:grpSpPr>
          <p:sp>
            <p:nvSpPr>
              <p:cNvPr id="45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9" name="Group 741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62" name="Freeform 7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63" name="Freeform 7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60" name="Line 744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1" name="Line 745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5" name="Group 746"/>
            <p:cNvGrpSpPr>
              <a:grpSpLocks/>
            </p:cNvGrpSpPr>
            <p:nvPr/>
          </p:nvGrpSpPr>
          <p:grpSpPr bwMode="auto">
            <a:xfrm>
              <a:off x="7213600" y="2757488"/>
              <a:ext cx="390525" cy="174625"/>
              <a:chOff x="4334" y="1470"/>
              <a:chExt cx="246" cy="107"/>
            </a:xfrm>
          </p:grpSpPr>
          <p:sp>
            <p:nvSpPr>
              <p:cNvPr id="44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1" name="Group 75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54" name="Freeform 75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55" name="Freeform 75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52" name="Line 75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3" name="Line 75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6" name="Group 755"/>
            <p:cNvGrpSpPr>
              <a:grpSpLocks/>
            </p:cNvGrpSpPr>
            <p:nvPr/>
          </p:nvGrpSpPr>
          <p:grpSpPr bwMode="auto">
            <a:xfrm>
              <a:off x="7762875" y="2759075"/>
              <a:ext cx="390525" cy="174625"/>
              <a:chOff x="4334" y="1470"/>
              <a:chExt cx="246" cy="107"/>
            </a:xfrm>
          </p:grpSpPr>
          <p:sp>
            <p:nvSpPr>
              <p:cNvPr id="44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43" name="Group 75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46" name="Freeform 76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47" name="Freeform 76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44" name="Line 76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5" name="Line 76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7" name="Group 764"/>
            <p:cNvGrpSpPr>
              <a:grpSpLocks/>
            </p:cNvGrpSpPr>
            <p:nvPr/>
          </p:nvGrpSpPr>
          <p:grpSpPr bwMode="auto">
            <a:xfrm>
              <a:off x="7689850" y="2393950"/>
              <a:ext cx="390525" cy="174625"/>
              <a:chOff x="4334" y="1470"/>
              <a:chExt cx="246" cy="107"/>
            </a:xfrm>
          </p:grpSpPr>
          <p:sp>
            <p:nvSpPr>
              <p:cNvPr id="43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5" name="Group 76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38" name="Freeform 76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39" name="Freeform 77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36" name="Line 77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7" name="Line 77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68" name="Group 773"/>
            <p:cNvGrpSpPr>
              <a:grpSpLocks/>
            </p:cNvGrpSpPr>
            <p:nvPr/>
          </p:nvGrpSpPr>
          <p:grpSpPr bwMode="auto">
            <a:xfrm>
              <a:off x="7737475" y="3644900"/>
              <a:ext cx="492125" cy="206375"/>
              <a:chOff x="4334" y="1470"/>
              <a:chExt cx="246" cy="107"/>
            </a:xfrm>
          </p:grpSpPr>
          <p:sp>
            <p:nvSpPr>
              <p:cNvPr id="42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27" name="Group 77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30" name="Freeform 77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31" name="Freeform 77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28" name="Line 78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9" name="Line 78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69" name="Line 782"/>
            <p:cNvSpPr>
              <a:spLocks noChangeShapeType="1"/>
            </p:cNvSpPr>
            <p:nvPr/>
          </p:nvSpPr>
          <p:spPr bwMode="auto">
            <a:xfrm>
              <a:off x="6427788" y="3743325"/>
              <a:ext cx="67945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0" name="Group 783"/>
            <p:cNvGrpSpPr>
              <a:grpSpLocks/>
            </p:cNvGrpSpPr>
            <p:nvPr/>
          </p:nvGrpSpPr>
          <p:grpSpPr bwMode="auto">
            <a:xfrm>
              <a:off x="7086600" y="3632200"/>
              <a:ext cx="492125" cy="206375"/>
              <a:chOff x="4334" y="1470"/>
              <a:chExt cx="246" cy="107"/>
            </a:xfrm>
          </p:grpSpPr>
          <p:sp>
            <p:nvSpPr>
              <p:cNvPr id="41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9" name="Group 78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22" name="Freeform 78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23" name="Freeform 78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20" name="Line 79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1" name="Line 79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1" name="Group 792"/>
            <p:cNvGrpSpPr>
              <a:grpSpLocks/>
            </p:cNvGrpSpPr>
            <p:nvPr/>
          </p:nvGrpSpPr>
          <p:grpSpPr bwMode="auto">
            <a:xfrm>
              <a:off x="7397750" y="3911600"/>
              <a:ext cx="492125" cy="206375"/>
              <a:chOff x="4334" y="1470"/>
              <a:chExt cx="246" cy="107"/>
            </a:xfrm>
          </p:grpSpPr>
          <p:sp>
            <p:nvSpPr>
              <p:cNvPr id="408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0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1" name="Group 79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14" name="Freeform 79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15" name="Freeform 79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12" name="Line 79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3" name="Line 80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2" name="Group 801"/>
            <p:cNvGrpSpPr>
              <a:grpSpLocks/>
            </p:cNvGrpSpPr>
            <p:nvPr/>
          </p:nvGrpSpPr>
          <p:grpSpPr bwMode="auto">
            <a:xfrm>
              <a:off x="7591425" y="4806950"/>
              <a:ext cx="622300" cy="244475"/>
              <a:chOff x="4334" y="1470"/>
              <a:chExt cx="246" cy="107"/>
            </a:xfrm>
          </p:grpSpPr>
          <p:sp>
            <p:nvSpPr>
              <p:cNvPr id="400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1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2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03" name="Group 80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406" name="Freeform 80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07" name="Freeform 80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04" name="Line 80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5" name="Line 80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3" name="Group 810"/>
            <p:cNvGrpSpPr>
              <a:grpSpLocks/>
            </p:cNvGrpSpPr>
            <p:nvPr/>
          </p:nvGrpSpPr>
          <p:grpSpPr bwMode="auto">
            <a:xfrm>
              <a:off x="6965950" y="4508500"/>
              <a:ext cx="622300" cy="244475"/>
              <a:chOff x="4334" y="1470"/>
              <a:chExt cx="246" cy="107"/>
            </a:xfrm>
          </p:grpSpPr>
          <p:sp>
            <p:nvSpPr>
              <p:cNvPr id="392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3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4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95" name="Group 81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98" name="Freeform 81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99" name="Freeform 81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96" name="Line 81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7" name="Line 81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4" name="Group 819"/>
            <p:cNvGrpSpPr>
              <a:grpSpLocks/>
            </p:cNvGrpSpPr>
            <p:nvPr/>
          </p:nvGrpSpPr>
          <p:grpSpPr bwMode="auto">
            <a:xfrm>
              <a:off x="6242050" y="4851400"/>
              <a:ext cx="622300" cy="244475"/>
              <a:chOff x="4334" y="1470"/>
              <a:chExt cx="246" cy="107"/>
            </a:xfrm>
          </p:grpSpPr>
          <p:sp>
            <p:nvSpPr>
              <p:cNvPr id="384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5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6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7" name="Group 82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90" name="Freeform 82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91" name="Freeform 82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88" name="Line 82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9" name="Line 82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5" name="Group 828"/>
            <p:cNvGrpSpPr>
              <a:grpSpLocks/>
            </p:cNvGrpSpPr>
            <p:nvPr/>
          </p:nvGrpSpPr>
          <p:grpSpPr bwMode="auto">
            <a:xfrm>
              <a:off x="6051550" y="3644900"/>
              <a:ext cx="390525" cy="171450"/>
              <a:chOff x="4334" y="1470"/>
              <a:chExt cx="246" cy="107"/>
            </a:xfrm>
          </p:grpSpPr>
          <p:sp>
            <p:nvSpPr>
              <p:cNvPr id="376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7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8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9" name="Group 83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82" name="Freeform 83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83" name="Freeform 83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80" name="Line 83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1" name="Line 83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6" name="Group 837"/>
            <p:cNvGrpSpPr>
              <a:grpSpLocks/>
            </p:cNvGrpSpPr>
            <p:nvPr/>
          </p:nvGrpSpPr>
          <p:grpSpPr bwMode="auto">
            <a:xfrm>
              <a:off x="6024563" y="1744663"/>
              <a:ext cx="517525" cy="508000"/>
              <a:chOff x="2922" y="1424"/>
              <a:chExt cx="326" cy="320"/>
            </a:xfrm>
          </p:grpSpPr>
          <p:sp>
            <p:nvSpPr>
              <p:cNvPr id="368" name="Oval 838"/>
              <p:cNvSpPr>
                <a:spLocks noChangeArrowheads="1"/>
              </p:cNvSpPr>
              <p:nvPr/>
            </p:nvSpPr>
            <p:spPr bwMode="auto">
              <a:xfrm>
                <a:off x="2922" y="1445"/>
                <a:ext cx="326" cy="289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369" name="Group 839"/>
              <p:cNvGrpSpPr>
                <a:grpSpLocks/>
              </p:cNvGrpSpPr>
              <p:nvPr/>
            </p:nvGrpSpPr>
            <p:grpSpPr bwMode="auto"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371" name="Oval 840"/>
                <p:cNvSpPr>
                  <a:spLocks noChangeArrowheads="1"/>
                </p:cNvSpPr>
                <p:nvPr/>
              </p:nvSpPr>
              <p:spPr bwMode="auto"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72" name="Oval 841"/>
                <p:cNvSpPr>
                  <a:spLocks noChangeArrowheads="1"/>
                </p:cNvSpPr>
                <p:nvPr/>
              </p:nvSpPr>
              <p:spPr bwMode="auto"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73" name="Oval 842"/>
                <p:cNvSpPr>
                  <a:spLocks noChangeArrowheads="1"/>
                </p:cNvSpPr>
                <p:nvPr/>
              </p:nvSpPr>
              <p:spPr bwMode="auto"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74" name="Oval 843"/>
                <p:cNvSpPr>
                  <a:spLocks noChangeArrowheads="1"/>
                </p:cNvSpPr>
                <p:nvPr/>
              </p:nvSpPr>
              <p:spPr bwMode="auto"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75" name="Freeform 844"/>
                <p:cNvSpPr>
                  <a:spLocks/>
                </p:cNvSpPr>
                <p:nvPr/>
              </p:nvSpPr>
              <p:spPr bwMode="auto">
                <a:xfrm flipV="1">
                  <a:off x="2987" y="1424"/>
                  <a:ext cx="205" cy="143"/>
                </a:xfrm>
                <a:custGeom>
                  <a:avLst/>
                  <a:gdLst>
                    <a:gd name="T0" fmla="*/ 0 w 1180"/>
                    <a:gd name="T1" fmla="*/ 0 h 956"/>
                    <a:gd name="T2" fmla="*/ 0 w 1180"/>
                    <a:gd name="T3" fmla="*/ 0 h 956"/>
                    <a:gd name="T4" fmla="*/ 0 w 1180"/>
                    <a:gd name="T5" fmla="*/ 0 h 956"/>
                    <a:gd name="T6" fmla="*/ 0 w 1180"/>
                    <a:gd name="T7" fmla="*/ 0 h 956"/>
                    <a:gd name="T8" fmla="*/ 0 w 1180"/>
                    <a:gd name="T9" fmla="*/ 0 h 956"/>
                    <a:gd name="T10" fmla="*/ 0 w 1180"/>
                    <a:gd name="T11" fmla="*/ 0 h 956"/>
                    <a:gd name="T12" fmla="*/ 0 w 1180"/>
                    <a:gd name="T13" fmla="*/ 0 h 956"/>
                    <a:gd name="T14" fmla="*/ 0 w 1180"/>
                    <a:gd name="T15" fmla="*/ 0 h 956"/>
                    <a:gd name="T16" fmla="*/ 0 w 1180"/>
                    <a:gd name="T17" fmla="*/ 0 h 956"/>
                    <a:gd name="T18" fmla="*/ 0 w 1180"/>
                    <a:gd name="T19" fmla="*/ 0 h 95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180"/>
                    <a:gd name="T31" fmla="*/ 0 h 956"/>
                    <a:gd name="T32" fmla="*/ 1180 w 1180"/>
                    <a:gd name="T33" fmla="*/ 956 h 95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180" h="956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33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cmpd="sng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70" name="Freeform 845"/>
              <p:cNvSpPr>
                <a:spLocks/>
              </p:cNvSpPr>
              <p:nvPr/>
            </p:nvSpPr>
            <p:spPr bwMode="auto">
              <a:xfrm>
                <a:off x="2995" y="1615"/>
                <a:ext cx="178" cy="129"/>
              </a:xfrm>
              <a:custGeom>
                <a:avLst/>
                <a:gdLst>
                  <a:gd name="T0" fmla="*/ 0 w 1180"/>
                  <a:gd name="T1" fmla="*/ 0 h 956"/>
                  <a:gd name="T2" fmla="*/ 0 w 1180"/>
                  <a:gd name="T3" fmla="*/ 0 h 956"/>
                  <a:gd name="T4" fmla="*/ 0 w 1180"/>
                  <a:gd name="T5" fmla="*/ 0 h 956"/>
                  <a:gd name="T6" fmla="*/ 0 w 1180"/>
                  <a:gd name="T7" fmla="*/ 0 h 956"/>
                  <a:gd name="T8" fmla="*/ 0 w 1180"/>
                  <a:gd name="T9" fmla="*/ 0 h 956"/>
                  <a:gd name="T10" fmla="*/ 0 w 1180"/>
                  <a:gd name="T11" fmla="*/ 0 h 956"/>
                  <a:gd name="T12" fmla="*/ 0 w 1180"/>
                  <a:gd name="T13" fmla="*/ 0 h 956"/>
                  <a:gd name="T14" fmla="*/ 0 w 1180"/>
                  <a:gd name="T15" fmla="*/ 0 h 956"/>
                  <a:gd name="T16" fmla="*/ 0 w 1180"/>
                  <a:gd name="T17" fmla="*/ 0 h 956"/>
                  <a:gd name="T18" fmla="*/ 0 w 1180"/>
                  <a:gd name="T19" fmla="*/ 0 h 9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80"/>
                  <a:gd name="T31" fmla="*/ 0 h 956"/>
                  <a:gd name="T32" fmla="*/ 1180 w 1180"/>
                  <a:gd name="T33" fmla="*/ 956 h 9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80" h="956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33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cmpd="sng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7" name="Group 846"/>
            <p:cNvGrpSpPr>
              <a:grpSpLocks/>
            </p:cNvGrpSpPr>
            <p:nvPr/>
          </p:nvGrpSpPr>
          <p:grpSpPr bwMode="auto">
            <a:xfrm>
              <a:off x="6138863" y="1989138"/>
              <a:ext cx="282575" cy="477837"/>
              <a:chOff x="3748" y="1253"/>
              <a:chExt cx="178" cy="301"/>
            </a:xfrm>
          </p:grpSpPr>
          <p:sp>
            <p:nvSpPr>
              <p:cNvPr id="352" name="Line 270"/>
              <p:cNvSpPr>
                <a:spLocks noChangeShapeType="1"/>
              </p:cNvSpPr>
              <p:nvPr/>
            </p:nvSpPr>
            <p:spPr bwMode="auto">
              <a:xfrm flipH="1">
                <a:off x="3748" y="1276"/>
                <a:ext cx="89" cy="2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3" name="Line 271"/>
              <p:cNvSpPr>
                <a:spLocks noChangeShapeType="1"/>
              </p:cNvSpPr>
              <p:nvPr/>
            </p:nvSpPr>
            <p:spPr bwMode="auto">
              <a:xfrm>
                <a:off x="3837" y="1276"/>
                <a:ext cx="89" cy="25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4" name="Line 272"/>
              <p:cNvSpPr>
                <a:spLocks noChangeShapeType="1"/>
              </p:cNvSpPr>
              <p:nvPr/>
            </p:nvSpPr>
            <p:spPr bwMode="auto">
              <a:xfrm>
                <a:off x="3748" y="1527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5" name="Line 273"/>
              <p:cNvSpPr>
                <a:spLocks noChangeShapeType="1"/>
              </p:cNvSpPr>
              <p:nvPr/>
            </p:nvSpPr>
            <p:spPr bwMode="auto">
              <a:xfrm flipH="1">
                <a:off x="3837" y="1527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6" name="Line 274"/>
              <p:cNvSpPr>
                <a:spLocks noChangeShapeType="1"/>
              </p:cNvSpPr>
              <p:nvPr/>
            </p:nvSpPr>
            <p:spPr bwMode="auto">
              <a:xfrm>
                <a:off x="3837" y="1282"/>
                <a:ext cx="0" cy="2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7" name="Line 275"/>
              <p:cNvSpPr>
                <a:spLocks noChangeShapeType="1"/>
              </p:cNvSpPr>
              <p:nvPr/>
            </p:nvSpPr>
            <p:spPr bwMode="auto">
              <a:xfrm flipV="1">
                <a:off x="3748" y="1501"/>
                <a:ext cx="89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8" name="Line 276"/>
              <p:cNvSpPr>
                <a:spLocks noChangeShapeType="1"/>
              </p:cNvSpPr>
              <p:nvPr/>
            </p:nvSpPr>
            <p:spPr bwMode="auto">
              <a:xfrm flipH="1" flipV="1">
                <a:off x="3837" y="1501"/>
                <a:ext cx="89" cy="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9" name="Line 277"/>
              <p:cNvSpPr>
                <a:spLocks noChangeShapeType="1"/>
              </p:cNvSpPr>
              <p:nvPr/>
            </p:nvSpPr>
            <p:spPr bwMode="auto">
              <a:xfrm>
                <a:off x="3786" y="1418"/>
                <a:ext cx="51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0" name="Line 278"/>
              <p:cNvSpPr>
                <a:spLocks noChangeShapeType="1"/>
              </p:cNvSpPr>
              <p:nvPr/>
            </p:nvSpPr>
            <p:spPr bwMode="auto">
              <a:xfrm flipV="1">
                <a:off x="3837" y="1418"/>
                <a:ext cx="54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1" name="Line 279"/>
              <p:cNvSpPr>
                <a:spLocks noChangeShapeType="1"/>
              </p:cNvSpPr>
              <p:nvPr/>
            </p:nvSpPr>
            <p:spPr bwMode="auto">
              <a:xfrm>
                <a:off x="3768" y="1455"/>
                <a:ext cx="66" cy="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2" name="Line 280"/>
              <p:cNvSpPr>
                <a:spLocks noChangeShapeType="1"/>
              </p:cNvSpPr>
              <p:nvPr/>
            </p:nvSpPr>
            <p:spPr bwMode="auto">
              <a:xfrm flipV="1">
                <a:off x="3837" y="1461"/>
                <a:ext cx="66" cy="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3" name="Line 281"/>
              <p:cNvSpPr>
                <a:spLocks noChangeShapeType="1"/>
              </p:cNvSpPr>
              <p:nvPr/>
            </p:nvSpPr>
            <p:spPr bwMode="auto">
              <a:xfrm flipV="1">
                <a:off x="3837" y="1381"/>
                <a:ext cx="34" cy="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4" name="Line 282"/>
              <p:cNvSpPr>
                <a:spLocks noChangeShapeType="1"/>
              </p:cNvSpPr>
              <p:nvPr/>
            </p:nvSpPr>
            <p:spPr bwMode="auto">
              <a:xfrm flipV="1">
                <a:off x="3837" y="1329"/>
                <a:ext cx="21" cy="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5" name="Line 283"/>
              <p:cNvSpPr>
                <a:spLocks noChangeShapeType="1"/>
              </p:cNvSpPr>
              <p:nvPr/>
            </p:nvSpPr>
            <p:spPr bwMode="auto">
              <a:xfrm>
                <a:off x="3798" y="1377"/>
                <a:ext cx="42" cy="1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6" name="Line 284"/>
              <p:cNvSpPr>
                <a:spLocks noChangeShapeType="1"/>
              </p:cNvSpPr>
              <p:nvPr/>
            </p:nvSpPr>
            <p:spPr bwMode="auto">
              <a:xfrm>
                <a:off x="3817" y="1327"/>
                <a:ext cx="24" cy="1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7" name="Oval 862"/>
              <p:cNvSpPr>
                <a:spLocks noChangeArrowheads="1"/>
              </p:cNvSpPr>
              <p:nvPr/>
            </p:nvSpPr>
            <p:spPr bwMode="auto">
              <a:xfrm>
                <a:off x="3821" y="1253"/>
                <a:ext cx="30" cy="2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</p:grpSp>
        <p:grpSp>
          <p:nvGrpSpPr>
            <p:cNvPr id="78" name="Group 863"/>
            <p:cNvGrpSpPr>
              <a:grpSpLocks/>
            </p:cNvGrpSpPr>
            <p:nvPr/>
          </p:nvGrpSpPr>
          <p:grpSpPr bwMode="auto">
            <a:xfrm>
              <a:off x="5318125" y="1997075"/>
              <a:ext cx="519113" cy="128588"/>
              <a:chOff x="2199" y="955"/>
              <a:chExt cx="2547" cy="506"/>
            </a:xfrm>
          </p:grpSpPr>
          <p:sp>
            <p:nvSpPr>
              <p:cNvPr id="346" name="Freeform 864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7" name="Freeform 865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8" name="Freeform 866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9" name="Freeform 867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0" name="Freeform 868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1" name="Freeform 869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9" name="Group 870"/>
            <p:cNvGrpSpPr>
              <a:grpSpLocks/>
            </p:cNvGrpSpPr>
            <p:nvPr/>
          </p:nvGrpSpPr>
          <p:grpSpPr bwMode="auto">
            <a:xfrm>
              <a:off x="5541963" y="1539875"/>
              <a:ext cx="519112" cy="128588"/>
              <a:chOff x="2199" y="955"/>
              <a:chExt cx="2547" cy="506"/>
            </a:xfrm>
          </p:grpSpPr>
          <p:sp>
            <p:nvSpPr>
              <p:cNvPr id="340" name="Freeform 871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1" name="Freeform 872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2" name="Freeform 873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3" name="Freeform 874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4" name="Freeform 875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5" name="Freeform 876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0" name="Line 877"/>
            <p:cNvSpPr>
              <a:spLocks noChangeShapeType="1"/>
            </p:cNvSpPr>
            <p:nvPr/>
          </p:nvSpPr>
          <p:spPr bwMode="auto">
            <a:xfrm flipH="1" flipV="1">
              <a:off x="5626100" y="2027238"/>
              <a:ext cx="39688" cy="63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1" name="Group 885"/>
            <p:cNvGrpSpPr>
              <a:grpSpLocks/>
            </p:cNvGrpSpPr>
            <p:nvPr/>
          </p:nvGrpSpPr>
          <p:grpSpPr bwMode="auto">
            <a:xfrm>
              <a:off x="5392738" y="3527425"/>
              <a:ext cx="519112" cy="128588"/>
              <a:chOff x="2199" y="955"/>
              <a:chExt cx="2547" cy="506"/>
            </a:xfrm>
          </p:grpSpPr>
          <p:sp>
            <p:nvSpPr>
              <p:cNvPr id="334" name="Freeform 886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5" name="Freeform 887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6" name="Freeform 888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7" name="Freeform 889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8" name="Freeform 890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9" name="Freeform 891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82" name="Line 892"/>
            <p:cNvSpPr>
              <a:spLocks noChangeShapeType="1"/>
            </p:cNvSpPr>
            <p:nvPr/>
          </p:nvSpPr>
          <p:spPr bwMode="auto">
            <a:xfrm>
              <a:off x="5778500" y="3119438"/>
              <a:ext cx="20638" cy="55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83" name="Group 893"/>
            <p:cNvGrpSpPr>
              <a:grpSpLocks/>
            </p:cNvGrpSpPr>
            <p:nvPr/>
          </p:nvGrpSpPr>
          <p:grpSpPr bwMode="auto">
            <a:xfrm>
              <a:off x="7007225" y="5005388"/>
              <a:ext cx="519113" cy="128587"/>
              <a:chOff x="2199" y="955"/>
              <a:chExt cx="2547" cy="506"/>
            </a:xfrm>
          </p:grpSpPr>
          <p:sp>
            <p:nvSpPr>
              <p:cNvPr id="328" name="Freeform 894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9" name="Freeform 895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0" name="Freeform 896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1" name="Freeform 897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2" name="Freeform 898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3" name="Freeform 899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4" name="Group 900"/>
            <p:cNvGrpSpPr>
              <a:grpSpLocks/>
            </p:cNvGrpSpPr>
            <p:nvPr/>
          </p:nvGrpSpPr>
          <p:grpSpPr bwMode="auto">
            <a:xfrm>
              <a:off x="7245350" y="5429250"/>
              <a:ext cx="519113" cy="128588"/>
              <a:chOff x="2199" y="955"/>
              <a:chExt cx="2547" cy="506"/>
            </a:xfrm>
          </p:grpSpPr>
          <p:sp>
            <p:nvSpPr>
              <p:cNvPr id="322" name="Freeform 901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3" name="Freeform 902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4" name="Freeform 903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5" name="Freeform 904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6" name="Freeform 905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7" name="Freeform 906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5" name="Group 907"/>
            <p:cNvGrpSpPr>
              <a:grpSpLocks/>
            </p:cNvGrpSpPr>
            <p:nvPr/>
          </p:nvGrpSpPr>
          <p:grpSpPr bwMode="auto">
            <a:xfrm>
              <a:off x="6821488" y="5408613"/>
              <a:ext cx="519112" cy="128587"/>
              <a:chOff x="2199" y="955"/>
              <a:chExt cx="2547" cy="506"/>
            </a:xfrm>
          </p:grpSpPr>
          <p:sp>
            <p:nvSpPr>
              <p:cNvPr id="316" name="Freeform 908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7" name="Freeform 909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8" name="Freeform 910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9" name="Freeform 911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0" name="Freeform 912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1" name="Freeform 913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pic>
          <p:nvPicPr>
            <p:cNvPr id="86" name="Picture 915" descr="access_point_stylized_smal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9625" y="5056188"/>
              <a:ext cx="433388" cy="363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Line 918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88" name="Group 919"/>
            <p:cNvGrpSpPr>
              <a:grpSpLocks/>
            </p:cNvGrpSpPr>
            <p:nvPr/>
          </p:nvGrpSpPr>
          <p:grpSpPr bwMode="auto">
            <a:xfrm flipH="1">
              <a:off x="5775325" y="4533900"/>
              <a:ext cx="414338" cy="373063"/>
              <a:chOff x="2839" y="3501"/>
              <a:chExt cx="755" cy="803"/>
            </a:xfrm>
          </p:grpSpPr>
          <p:pic>
            <p:nvPicPr>
              <p:cNvPr id="314" name="Picture 92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5" name="Freeform 921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89" name="Group 922"/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12" name="Picture 92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3" name="Freeform 924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90" name="Group 925"/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10" name="Picture 92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1" name="Freeform 927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91" name="Group 928"/>
            <p:cNvGrpSpPr>
              <a:grpSpLocks/>
            </p:cNvGrpSpPr>
            <p:nvPr/>
          </p:nvGrpSpPr>
          <p:grpSpPr bwMode="auto">
            <a:xfrm>
              <a:off x="6550025" y="5238750"/>
              <a:ext cx="427038" cy="350838"/>
              <a:chOff x="2839" y="3501"/>
              <a:chExt cx="755" cy="803"/>
            </a:xfrm>
          </p:grpSpPr>
          <p:pic>
            <p:nvPicPr>
              <p:cNvPr id="308" name="Picture 92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9" name="Freeform 930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92" name="Picture 931" descr="car_icon_small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3" name="Group 932"/>
            <p:cNvGrpSpPr>
              <a:grpSpLocks/>
            </p:cNvGrpSpPr>
            <p:nvPr/>
          </p:nvGrpSpPr>
          <p:grpSpPr bwMode="auto">
            <a:xfrm>
              <a:off x="5618163" y="1558925"/>
              <a:ext cx="415925" cy="373063"/>
              <a:chOff x="2756" y="1866"/>
              <a:chExt cx="462" cy="463"/>
            </a:xfrm>
          </p:grpSpPr>
          <p:pic>
            <p:nvPicPr>
              <p:cNvPr id="306" name="Picture 933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07" name="Picture 934" descr="antenna_radiation_stylized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6" y="1866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94" name="Picture 936" descr="access_point_stylized_smal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4388" y="5057775"/>
              <a:ext cx="412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5" name="Group 938"/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2"/>
              <a:chOff x="4140" y="429"/>
              <a:chExt cx="1425" cy="2396"/>
            </a:xfrm>
          </p:grpSpPr>
          <p:sp>
            <p:nvSpPr>
              <p:cNvPr id="274" name="Freeform 939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5" name="Rectangle 940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76" name="Freeform 941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7" name="Freeform 942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8" name="Rectangle 943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79" name="Group 944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04" name="AutoShape 945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05" name="AutoShape 946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80" name="Rectangle 947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81" name="Group 948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02" name="AutoShape 949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03" name="AutoShape 950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82" name="Rectangle 951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83" name="Rectangle 952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84" name="Group 953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00" name="AutoShape 954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301" name="AutoShape 955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85" name="Freeform 956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86" name="Group 957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9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99" name="AutoShape 959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87" name="Rectangle 960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88" name="Freeform 961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9" name="Freeform 962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0" name="Oval 963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91" name="Freeform 964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2" name="AutoShape 965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93" name="AutoShape 966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94" name="Oval 967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95" name="Oval 968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296" name="Oval 969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97" name="Rectangle 970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</p:grpSp>
        <p:grpSp>
          <p:nvGrpSpPr>
            <p:cNvPr id="96" name="Group 971"/>
            <p:cNvGrpSpPr>
              <a:grpSpLocks/>
            </p:cNvGrpSpPr>
            <p:nvPr/>
          </p:nvGrpSpPr>
          <p:grpSpPr bwMode="auto">
            <a:xfrm>
              <a:off x="7924800" y="5303838"/>
              <a:ext cx="227013" cy="481012"/>
              <a:chOff x="4140" y="429"/>
              <a:chExt cx="1425" cy="2396"/>
            </a:xfrm>
          </p:grpSpPr>
          <p:sp>
            <p:nvSpPr>
              <p:cNvPr id="242" name="Freeform 972"/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3" name="Rectangle 973"/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44" name="Freeform 974"/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5" name="Freeform 975"/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46" name="Rectangle 976"/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47" name="Group 977"/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72" name="AutoShape 978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73" name="AutoShape 979"/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48" name="Rectangle 980"/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49" name="Group 981"/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0" name="AutoShape 982"/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71" name="AutoShape 983"/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50" name="Rectangle 984"/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51" name="Rectangle 985"/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252" name="Group 986"/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68" name="AutoShape 987"/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69" name="AutoShape 988"/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53" name="Freeform 989"/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54" name="Group 990"/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6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67" name="AutoShape 992"/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255" name="Rectangle 993"/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56" name="Freeform 994"/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7" name="Freeform 995"/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8" name="Oval 996"/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59" name="Freeform 997"/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0" name="AutoShape 998"/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61" name="AutoShape 999"/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62" name="Oval 1000"/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63" name="Oval 1001"/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264" name="Oval 1002"/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265" name="Rectangle 1003"/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</p:grpSp>
        <p:grpSp>
          <p:nvGrpSpPr>
            <p:cNvPr id="97" name="Group 1004"/>
            <p:cNvGrpSpPr>
              <a:grpSpLocks/>
            </p:cNvGrpSpPr>
            <p:nvPr/>
          </p:nvGrpSpPr>
          <p:grpSpPr bwMode="auto">
            <a:xfrm>
              <a:off x="5302250" y="2043113"/>
              <a:ext cx="534988" cy="407987"/>
              <a:chOff x="877" y="1008"/>
              <a:chExt cx="2747" cy="2591"/>
            </a:xfrm>
          </p:grpSpPr>
          <p:pic>
            <p:nvPicPr>
              <p:cNvPr id="219" name="Picture 1005" descr="antenna_stylized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0" name="Picture 1006" descr="laptop_keyboar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007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222" name="Picture 1008" descr="screen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3" name="Freeform 1009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4" name="Freeform 1010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5" name="Freeform 1011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6" name="Freeform 1012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7" name="Freeform 1013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Freeform 1014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29" name="Group 1015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36" name="Freeform 1016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7" name="Freeform 1017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8" name="Freeform 1018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9" name="Freeform 1019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40" name="Freeform 1020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41" name="Freeform 1021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30" name="Freeform 1022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1" name="Freeform 1023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2" name="Freeform 1024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3" name="Freeform 1025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4" name="Freeform 1026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35" name="Freeform 1027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pic>
          <p:nvPicPr>
            <p:cNvPr id="98" name="Picture 1030" descr="laptop_keyboard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6897688" y="5735638"/>
              <a:ext cx="388937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1031"/>
            <p:cNvSpPr>
              <a:spLocks/>
            </p:cNvSpPr>
            <p:nvPr/>
          </p:nvSpPr>
          <p:spPr bwMode="auto">
            <a:xfrm>
              <a:off x="7026275" y="5580063"/>
              <a:ext cx="312738" cy="207962"/>
            </a:xfrm>
            <a:custGeom>
              <a:avLst/>
              <a:gdLst>
                <a:gd name="T0" fmla="*/ 2147483647 w 2982"/>
                <a:gd name="T1" fmla="*/ 0 h 2442"/>
                <a:gd name="T2" fmla="*/ 0 w 2982"/>
                <a:gd name="T3" fmla="*/ 2147483647 h 2442"/>
                <a:gd name="T4" fmla="*/ 2147483647 w 2982"/>
                <a:gd name="T5" fmla="*/ 2147483647 h 2442"/>
                <a:gd name="T6" fmla="*/ 2147483647 w 2982"/>
                <a:gd name="T7" fmla="*/ 2147483647 h 2442"/>
                <a:gd name="T8" fmla="*/ 2147483647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00" name="Picture 1032" descr="screen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42150" y="5584825"/>
              <a:ext cx="284163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" name="Freeform 1033"/>
            <p:cNvSpPr>
              <a:spLocks/>
            </p:cNvSpPr>
            <p:nvPr/>
          </p:nvSpPr>
          <p:spPr bwMode="auto">
            <a:xfrm>
              <a:off x="7083425" y="5573713"/>
              <a:ext cx="265113" cy="39687"/>
            </a:xfrm>
            <a:custGeom>
              <a:avLst/>
              <a:gdLst>
                <a:gd name="T0" fmla="*/ 2147483647 w 2528"/>
                <a:gd name="T1" fmla="*/ 0 h 455"/>
                <a:gd name="T2" fmla="*/ 2147483647 w 2528"/>
                <a:gd name="T3" fmla="*/ 2147483647 h 455"/>
                <a:gd name="T4" fmla="*/ 2147483647 w 2528"/>
                <a:gd name="T5" fmla="*/ 2147483647 h 455"/>
                <a:gd name="T6" fmla="*/ 0 w 2528"/>
                <a:gd name="T7" fmla="*/ 2147483647 h 455"/>
                <a:gd name="T8" fmla="*/ 2147483647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" name="Freeform 1034"/>
            <p:cNvSpPr>
              <a:spLocks/>
            </p:cNvSpPr>
            <p:nvPr/>
          </p:nvSpPr>
          <p:spPr bwMode="auto">
            <a:xfrm>
              <a:off x="7024688" y="5573713"/>
              <a:ext cx="73025" cy="161925"/>
            </a:xfrm>
            <a:custGeom>
              <a:avLst/>
              <a:gdLst>
                <a:gd name="T0" fmla="*/ 2147483647 w 702"/>
                <a:gd name="T1" fmla="*/ 0 h 1893"/>
                <a:gd name="T2" fmla="*/ 0 w 702"/>
                <a:gd name="T3" fmla="*/ 2147483647 h 1893"/>
                <a:gd name="T4" fmla="*/ 2147483647 w 702"/>
                <a:gd name="T5" fmla="*/ 2147483647 h 1893"/>
                <a:gd name="T6" fmla="*/ 2147483647 w 702"/>
                <a:gd name="T7" fmla="*/ 2147483647 h 1893"/>
                <a:gd name="T8" fmla="*/ 21474836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3" name="Freeform 1035"/>
            <p:cNvSpPr>
              <a:spLocks/>
            </p:cNvSpPr>
            <p:nvPr/>
          </p:nvSpPr>
          <p:spPr bwMode="auto">
            <a:xfrm>
              <a:off x="7267575" y="5602288"/>
              <a:ext cx="79375" cy="185737"/>
            </a:xfrm>
            <a:custGeom>
              <a:avLst/>
              <a:gdLst>
                <a:gd name="T0" fmla="*/ 2147483647 w 756"/>
                <a:gd name="T1" fmla="*/ 0 h 2184"/>
                <a:gd name="T2" fmla="*/ 2147483647 w 756"/>
                <a:gd name="T3" fmla="*/ 2147483647 h 2184"/>
                <a:gd name="T4" fmla="*/ 0 w 756"/>
                <a:gd name="T5" fmla="*/ 2147483647 h 2184"/>
                <a:gd name="T6" fmla="*/ 2147483647 w 756"/>
                <a:gd name="T7" fmla="*/ 2147483647 h 2184"/>
                <a:gd name="T8" fmla="*/ 214748364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4" name="Freeform 1036"/>
            <p:cNvSpPr>
              <a:spLocks/>
            </p:cNvSpPr>
            <p:nvPr/>
          </p:nvSpPr>
          <p:spPr bwMode="auto">
            <a:xfrm>
              <a:off x="7023100" y="5726113"/>
              <a:ext cx="290513" cy="63500"/>
            </a:xfrm>
            <a:custGeom>
              <a:avLst/>
              <a:gdLst>
                <a:gd name="T0" fmla="*/ 2147483647 w 2773"/>
                <a:gd name="T1" fmla="*/ 0 h 738"/>
                <a:gd name="T2" fmla="*/ 0 w 2773"/>
                <a:gd name="T3" fmla="*/ 2147483647 h 738"/>
                <a:gd name="T4" fmla="*/ 2147483647 w 2773"/>
                <a:gd name="T5" fmla="*/ 2147483647 h 738"/>
                <a:gd name="T6" fmla="*/ 2147483647 w 2773"/>
                <a:gd name="T7" fmla="*/ 2147483647 h 738"/>
                <a:gd name="T8" fmla="*/ 2147483647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Freeform 1037"/>
            <p:cNvSpPr>
              <a:spLocks/>
            </p:cNvSpPr>
            <p:nvPr/>
          </p:nvSpPr>
          <p:spPr bwMode="auto">
            <a:xfrm>
              <a:off x="7275513" y="5603875"/>
              <a:ext cx="74612" cy="187325"/>
            </a:xfrm>
            <a:custGeom>
              <a:avLst/>
              <a:gdLst>
                <a:gd name="T0" fmla="*/ 2147483647 w 637"/>
                <a:gd name="T1" fmla="*/ 0 h 1659"/>
                <a:gd name="T2" fmla="*/ 2147483647 w 637"/>
                <a:gd name="T3" fmla="*/ 0 h 1659"/>
                <a:gd name="T4" fmla="*/ 2147483647 w 637"/>
                <a:gd name="T5" fmla="*/ 2147483647 h 1659"/>
                <a:gd name="T6" fmla="*/ 0 w 637"/>
                <a:gd name="T7" fmla="*/ 2147483647 h 1659"/>
                <a:gd name="T8" fmla="*/ 2147483647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Freeform 1038"/>
            <p:cNvSpPr>
              <a:spLocks/>
            </p:cNvSpPr>
            <p:nvPr/>
          </p:nvSpPr>
          <p:spPr bwMode="auto">
            <a:xfrm>
              <a:off x="7023100" y="5735638"/>
              <a:ext cx="258763" cy="61912"/>
            </a:xfrm>
            <a:custGeom>
              <a:avLst/>
              <a:gdLst>
                <a:gd name="T0" fmla="*/ 0 w 2216"/>
                <a:gd name="T1" fmla="*/ 0 h 550"/>
                <a:gd name="T2" fmla="*/ 2147483647 w 2216"/>
                <a:gd name="T3" fmla="*/ 2147483647 h 550"/>
                <a:gd name="T4" fmla="*/ 2147483647 w 2216"/>
                <a:gd name="T5" fmla="*/ 2147483647 h 550"/>
                <a:gd name="T6" fmla="*/ 2147483647 w 2216"/>
                <a:gd name="T7" fmla="*/ 214748364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07" name="Group 1039"/>
            <p:cNvGrpSpPr>
              <a:grpSpLocks/>
            </p:cNvGrpSpPr>
            <p:nvPr/>
          </p:nvGrpSpPr>
          <p:grpSpPr bwMode="auto">
            <a:xfrm>
              <a:off x="7019925" y="5800725"/>
              <a:ext cx="87313" cy="38100"/>
              <a:chOff x="1740" y="2642"/>
              <a:chExt cx="752" cy="327"/>
            </a:xfrm>
          </p:grpSpPr>
          <p:sp>
            <p:nvSpPr>
              <p:cNvPr id="213" name="Freeform 1040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4" name="Freeform 1041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5" name="Freeform 1042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6" name="Freeform 1043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7" name="Freeform 1044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8" name="Freeform 1045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08" name="Freeform 1046"/>
            <p:cNvSpPr>
              <a:spLocks/>
            </p:cNvSpPr>
            <p:nvPr/>
          </p:nvSpPr>
          <p:spPr bwMode="auto">
            <a:xfrm>
              <a:off x="7169150" y="5807075"/>
              <a:ext cx="106363" cy="80963"/>
            </a:xfrm>
            <a:custGeom>
              <a:avLst/>
              <a:gdLst>
                <a:gd name="T0" fmla="*/ 2147483647 w 990"/>
                <a:gd name="T1" fmla="*/ 2147483647 h 792"/>
                <a:gd name="T2" fmla="*/ 2147483647 w 990"/>
                <a:gd name="T3" fmla="*/ 0 h 792"/>
                <a:gd name="T4" fmla="*/ 2147483647 w 990"/>
                <a:gd name="T5" fmla="*/ 2147483647 h 792"/>
                <a:gd name="T6" fmla="*/ 0 w 990"/>
                <a:gd name="T7" fmla="*/ 2147483647 h 792"/>
                <a:gd name="T8" fmla="*/ 2147483647 w 990"/>
                <a:gd name="T9" fmla="*/ 214748364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9" name="Freeform 1047"/>
            <p:cNvSpPr>
              <a:spLocks/>
            </p:cNvSpPr>
            <p:nvPr/>
          </p:nvSpPr>
          <p:spPr bwMode="auto">
            <a:xfrm>
              <a:off x="6897688" y="5813425"/>
              <a:ext cx="271462" cy="73025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0" name="Freeform 1048"/>
            <p:cNvSpPr>
              <a:spLocks/>
            </p:cNvSpPr>
            <p:nvPr/>
          </p:nvSpPr>
          <p:spPr bwMode="auto">
            <a:xfrm>
              <a:off x="6899275" y="5799138"/>
              <a:ext cx="1588" cy="15875"/>
            </a:xfrm>
            <a:custGeom>
              <a:avLst/>
              <a:gdLst>
                <a:gd name="T0" fmla="*/ 2147483647 w 26"/>
                <a:gd name="T1" fmla="*/ 2147483647 h 147"/>
                <a:gd name="T2" fmla="*/ 2147483647 w 26"/>
                <a:gd name="T3" fmla="*/ 2147483647 h 147"/>
                <a:gd name="T4" fmla="*/ 0 w 26"/>
                <a:gd name="T5" fmla="*/ 2147483647 h 147"/>
                <a:gd name="T6" fmla="*/ 2147483647 w 26"/>
                <a:gd name="T7" fmla="*/ 0 h 147"/>
                <a:gd name="T8" fmla="*/ 2147483647 w 26"/>
                <a:gd name="T9" fmla="*/ 2147483647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1" name="Freeform 1049"/>
            <p:cNvSpPr>
              <a:spLocks/>
            </p:cNvSpPr>
            <p:nvPr/>
          </p:nvSpPr>
          <p:spPr bwMode="auto">
            <a:xfrm>
              <a:off x="6899275" y="5738813"/>
              <a:ext cx="125413" cy="61912"/>
            </a:xfrm>
            <a:custGeom>
              <a:avLst/>
              <a:gdLst>
                <a:gd name="T0" fmla="*/ 2147483647 w 1176"/>
                <a:gd name="T1" fmla="*/ 0 h 606"/>
                <a:gd name="T2" fmla="*/ 0 w 1176"/>
                <a:gd name="T3" fmla="*/ 2147483647 h 606"/>
                <a:gd name="T4" fmla="*/ 2147483647 w 1176"/>
                <a:gd name="T5" fmla="*/ 2147483647 h 606"/>
                <a:gd name="T6" fmla="*/ 2147483647 w 1176"/>
                <a:gd name="T7" fmla="*/ 2147483647 h 606"/>
                <a:gd name="T8" fmla="*/ 2147483647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" name="Freeform 1050"/>
            <p:cNvSpPr>
              <a:spLocks/>
            </p:cNvSpPr>
            <p:nvPr/>
          </p:nvSpPr>
          <p:spPr bwMode="auto">
            <a:xfrm>
              <a:off x="6907213" y="5802313"/>
              <a:ext cx="257175" cy="71437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3" name="Freeform 1051"/>
            <p:cNvSpPr>
              <a:spLocks/>
            </p:cNvSpPr>
            <p:nvPr/>
          </p:nvSpPr>
          <p:spPr bwMode="auto">
            <a:xfrm flipV="1">
              <a:off x="7164388" y="5797550"/>
              <a:ext cx="104775" cy="74613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4" name="Picture 1054" descr="laptop_keyboard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5581650" y="3290888"/>
              <a:ext cx="363538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5" name="Freeform 1055"/>
            <p:cNvSpPr>
              <a:spLocks/>
            </p:cNvSpPr>
            <p:nvPr/>
          </p:nvSpPr>
          <p:spPr bwMode="auto">
            <a:xfrm>
              <a:off x="5702300" y="3135313"/>
              <a:ext cx="292100" cy="207962"/>
            </a:xfrm>
            <a:custGeom>
              <a:avLst/>
              <a:gdLst>
                <a:gd name="T0" fmla="*/ 2147483647 w 2982"/>
                <a:gd name="T1" fmla="*/ 0 h 2442"/>
                <a:gd name="T2" fmla="*/ 0 w 2982"/>
                <a:gd name="T3" fmla="*/ 2147483647 h 2442"/>
                <a:gd name="T4" fmla="*/ 2147483647 w 2982"/>
                <a:gd name="T5" fmla="*/ 2147483647 h 2442"/>
                <a:gd name="T6" fmla="*/ 2147483647 w 2982"/>
                <a:gd name="T7" fmla="*/ 2147483647 h 2442"/>
                <a:gd name="T8" fmla="*/ 2147483647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16" name="Picture 1056" descr="screen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6588" y="3140075"/>
              <a:ext cx="2667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" name="Freeform 1057"/>
            <p:cNvSpPr>
              <a:spLocks/>
            </p:cNvSpPr>
            <p:nvPr/>
          </p:nvSpPr>
          <p:spPr bwMode="auto">
            <a:xfrm>
              <a:off x="5756275" y="3128963"/>
              <a:ext cx="247650" cy="39687"/>
            </a:xfrm>
            <a:custGeom>
              <a:avLst/>
              <a:gdLst>
                <a:gd name="T0" fmla="*/ 2147483647 w 2528"/>
                <a:gd name="T1" fmla="*/ 0 h 455"/>
                <a:gd name="T2" fmla="*/ 2147483647 w 2528"/>
                <a:gd name="T3" fmla="*/ 2147483647 h 455"/>
                <a:gd name="T4" fmla="*/ 2147483647 w 2528"/>
                <a:gd name="T5" fmla="*/ 2147483647 h 455"/>
                <a:gd name="T6" fmla="*/ 0 w 2528"/>
                <a:gd name="T7" fmla="*/ 2147483647 h 455"/>
                <a:gd name="T8" fmla="*/ 2147483647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8" name="Freeform 1058"/>
            <p:cNvSpPr>
              <a:spLocks/>
            </p:cNvSpPr>
            <p:nvPr/>
          </p:nvSpPr>
          <p:spPr bwMode="auto">
            <a:xfrm>
              <a:off x="5700713" y="3128963"/>
              <a:ext cx="68262" cy="161925"/>
            </a:xfrm>
            <a:custGeom>
              <a:avLst/>
              <a:gdLst>
                <a:gd name="T0" fmla="*/ 2147483647 w 702"/>
                <a:gd name="T1" fmla="*/ 0 h 1893"/>
                <a:gd name="T2" fmla="*/ 0 w 702"/>
                <a:gd name="T3" fmla="*/ 2147483647 h 1893"/>
                <a:gd name="T4" fmla="*/ 2147483647 w 702"/>
                <a:gd name="T5" fmla="*/ 2147483647 h 1893"/>
                <a:gd name="T6" fmla="*/ 2147483647 w 702"/>
                <a:gd name="T7" fmla="*/ 2147483647 h 1893"/>
                <a:gd name="T8" fmla="*/ 21474836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Freeform 1059"/>
            <p:cNvSpPr>
              <a:spLocks/>
            </p:cNvSpPr>
            <p:nvPr/>
          </p:nvSpPr>
          <p:spPr bwMode="auto">
            <a:xfrm>
              <a:off x="5927725" y="3157538"/>
              <a:ext cx="74613" cy="185737"/>
            </a:xfrm>
            <a:custGeom>
              <a:avLst/>
              <a:gdLst>
                <a:gd name="T0" fmla="*/ 2147483647 w 756"/>
                <a:gd name="T1" fmla="*/ 0 h 2184"/>
                <a:gd name="T2" fmla="*/ 2147483647 w 756"/>
                <a:gd name="T3" fmla="*/ 2147483647 h 2184"/>
                <a:gd name="T4" fmla="*/ 0 w 756"/>
                <a:gd name="T5" fmla="*/ 2147483647 h 2184"/>
                <a:gd name="T6" fmla="*/ 2147483647 w 756"/>
                <a:gd name="T7" fmla="*/ 2147483647 h 2184"/>
                <a:gd name="T8" fmla="*/ 214748364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0" name="Freeform 1060"/>
            <p:cNvSpPr>
              <a:spLocks/>
            </p:cNvSpPr>
            <p:nvPr/>
          </p:nvSpPr>
          <p:spPr bwMode="auto">
            <a:xfrm>
              <a:off x="5699125" y="3281363"/>
              <a:ext cx="271463" cy="63500"/>
            </a:xfrm>
            <a:custGeom>
              <a:avLst/>
              <a:gdLst>
                <a:gd name="T0" fmla="*/ 2147483647 w 2773"/>
                <a:gd name="T1" fmla="*/ 0 h 738"/>
                <a:gd name="T2" fmla="*/ 0 w 2773"/>
                <a:gd name="T3" fmla="*/ 2147483647 h 738"/>
                <a:gd name="T4" fmla="*/ 2147483647 w 2773"/>
                <a:gd name="T5" fmla="*/ 2147483647 h 738"/>
                <a:gd name="T6" fmla="*/ 2147483647 w 2773"/>
                <a:gd name="T7" fmla="*/ 2147483647 h 738"/>
                <a:gd name="T8" fmla="*/ 2147483647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Freeform 1061"/>
            <p:cNvSpPr>
              <a:spLocks/>
            </p:cNvSpPr>
            <p:nvPr/>
          </p:nvSpPr>
          <p:spPr bwMode="auto">
            <a:xfrm>
              <a:off x="5935663" y="3159125"/>
              <a:ext cx="69850" cy="187325"/>
            </a:xfrm>
            <a:custGeom>
              <a:avLst/>
              <a:gdLst>
                <a:gd name="T0" fmla="*/ 2147483647 w 637"/>
                <a:gd name="T1" fmla="*/ 0 h 1659"/>
                <a:gd name="T2" fmla="*/ 2147483647 w 637"/>
                <a:gd name="T3" fmla="*/ 0 h 1659"/>
                <a:gd name="T4" fmla="*/ 2147483647 w 637"/>
                <a:gd name="T5" fmla="*/ 2147483647 h 1659"/>
                <a:gd name="T6" fmla="*/ 0 w 637"/>
                <a:gd name="T7" fmla="*/ 2147483647 h 1659"/>
                <a:gd name="T8" fmla="*/ 2147483647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2" name="Freeform 1062"/>
            <p:cNvSpPr>
              <a:spLocks/>
            </p:cNvSpPr>
            <p:nvPr/>
          </p:nvSpPr>
          <p:spPr bwMode="auto">
            <a:xfrm>
              <a:off x="5699125" y="3290888"/>
              <a:ext cx="242888" cy="61912"/>
            </a:xfrm>
            <a:custGeom>
              <a:avLst/>
              <a:gdLst>
                <a:gd name="T0" fmla="*/ 0 w 2216"/>
                <a:gd name="T1" fmla="*/ 0 h 550"/>
                <a:gd name="T2" fmla="*/ 2147483647 w 2216"/>
                <a:gd name="T3" fmla="*/ 2147483647 h 550"/>
                <a:gd name="T4" fmla="*/ 2147483647 w 2216"/>
                <a:gd name="T5" fmla="*/ 2147483647 h 550"/>
                <a:gd name="T6" fmla="*/ 2147483647 w 2216"/>
                <a:gd name="T7" fmla="*/ 214748364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23" name="Group 1063"/>
            <p:cNvGrpSpPr>
              <a:grpSpLocks/>
            </p:cNvGrpSpPr>
            <p:nvPr/>
          </p:nvGrpSpPr>
          <p:grpSpPr bwMode="auto">
            <a:xfrm>
              <a:off x="5695950" y="3355975"/>
              <a:ext cx="80963" cy="38100"/>
              <a:chOff x="1740" y="2642"/>
              <a:chExt cx="752" cy="327"/>
            </a:xfrm>
          </p:grpSpPr>
          <p:sp>
            <p:nvSpPr>
              <p:cNvPr id="207" name="Freeform 1064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8" name="Freeform 1065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9" name="Freeform 1066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0" name="Freeform 1067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1" name="Freeform 1068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2" name="Freeform 1069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24" name="Freeform 1070"/>
            <p:cNvSpPr>
              <a:spLocks/>
            </p:cNvSpPr>
            <p:nvPr/>
          </p:nvSpPr>
          <p:spPr bwMode="auto">
            <a:xfrm>
              <a:off x="5835650" y="3362325"/>
              <a:ext cx="100013" cy="80963"/>
            </a:xfrm>
            <a:custGeom>
              <a:avLst/>
              <a:gdLst>
                <a:gd name="T0" fmla="*/ 2147483647 w 990"/>
                <a:gd name="T1" fmla="*/ 2147483647 h 792"/>
                <a:gd name="T2" fmla="*/ 2147483647 w 990"/>
                <a:gd name="T3" fmla="*/ 0 h 792"/>
                <a:gd name="T4" fmla="*/ 2147483647 w 990"/>
                <a:gd name="T5" fmla="*/ 2147483647 h 792"/>
                <a:gd name="T6" fmla="*/ 0 w 990"/>
                <a:gd name="T7" fmla="*/ 2147483647 h 792"/>
                <a:gd name="T8" fmla="*/ 2147483647 w 990"/>
                <a:gd name="T9" fmla="*/ 214748364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5" name="Freeform 1071"/>
            <p:cNvSpPr>
              <a:spLocks/>
            </p:cNvSpPr>
            <p:nvPr/>
          </p:nvSpPr>
          <p:spPr bwMode="auto">
            <a:xfrm>
              <a:off x="5583238" y="3368675"/>
              <a:ext cx="254000" cy="73025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6" name="Freeform 1072"/>
            <p:cNvSpPr>
              <a:spLocks/>
            </p:cNvSpPr>
            <p:nvPr/>
          </p:nvSpPr>
          <p:spPr bwMode="auto">
            <a:xfrm>
              <a:off x="5583238" y="3354388"/>
              <a:ext cx="1587" cy="15875"/>
            </a:xfrm>
            <a:custGeom>
              <a:avLst/>
              <a:gdLst>
                <a:gd name="T0" fmla="*/ 2147483647 w 26"/>
                <a:gd name="T1" fmla="*/ 2147483647 h 147"/>
                <a:gd name="T2" fmla="*/ 2147483647 w 26"/>
                <a:gd name="T3" fmla="*/ 2147483647 h 147"/>
                <a:gd name="T4" fmla="*/ 0 w 26"/>
                <a:gd name="T5" fmla="*/ 2147483647 h 147"/>
                <a:gd name="T6" fmla="*/ 2147483647 w 26"/>
                <a:gd name="T7" fmla="*/ 0 h 147"/>
                <a:gd name="T8" fmla="*/ 2147483647 w 26"/>
                <a:gd name="T9" fmla="*/ 2147483647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7" name="Freeform 1073"/>
            <p:cNvSpPr>
              <a:spLocks/>
            </p:cNvSpPr>
            <p:nvPr/>
          </p:nvSpPr>
          <p:spPr bwMode="auto">
            <a:xfrm>
              <a:off x="5583238" y="3294063"/>
              <a:ext cx="117475" cy="61912"/>
            </a:xfrm>
            <a:custGeom>
              <a:avLst/>
              <a:gdLst>
                <a:gd name="T0" fmla="*/ 2147483647 w 1176"/>
                <a:gd name="T1" fmla="*/ 0 h 606"/>
                <a:gd name="T2" fmla="*/ 0 w 1176"/>
                <a:gd name="T3" fmla="*/ 2147483647 h 606"/>
                <a:gd name="T4" fmla="*/ 2147483647 w 1176"/>
                <a:gd name="T5" fmla="*/ 2147483647 h 606"/>
                <a:gd name="T6" fmla="*/ 2147483647 w 1176"/>
                <a:gd name="T7" fmla="*/ 2147483647 h 606"/>
                <a:gd name="T8" fmla="*/ 2147483647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8" name="Freeform 1074"/>
            <p:cNvSpPr>
              <a:spLocks/>
            </p:cNvSpPr>
            <p:nvPr/>
          </p:nvSpPr>
          <p:spPr bwMode="auto">
            <a:xfrm>
              <a:off x="5591175" y="3357563"/>
              <a:ext cx="241300" cy="71437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9" name="Freeform 1075"/>
            <p:cNvSpPr>
              <a:spLocks/>
            </p:cNvSpPr>
            <p:nvPr/>
          </p:nvSpPr>
          <p:spPr bwMode="auto">
            <a:xfrm flipV="1">
              <a:off x="5830888" y="3352800"/>
              <a:ext cx="98425" cy="74613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30" name="Group 1076"/>
            <p:cNvGrpSpPr>
              <a:grpSpLocks/>
            </p:cNvGrpSpPr>
            <p:nvPr/>
          </p:nvGrpSpPr>
          <p:grpSpPr bwMode="auto">
            <a:xfrm flipH="1">
              <a:off x="5940425" y="3222625"/>
              <a:ext cx="414338" cy="373063"/>
              <a:chOff x="2839" y="3501"/>
              <a:chExt cx="755" cy="803"/>
            </a:xfrm>
          </p:grpSpPr>
          <p:pic>
            <p:nvPicPr>
              <p:cNvPr id="205" name="Picture 107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6" name="Freeform 1078"/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pic>
          <p:nvPicPr>
            <p:cNvPr id="131" name="Picture 1081" descr="laptop_keyboard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329488" y="5672138"/>
              <a:ext cx="388937" cy="158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" name="Freeform 1082"/>
            <p:cNvSpPr>
              <a:spLocks/>
            </p:cNvSpPr>
            <p:nvPr/>
          </p:nvSpPr>
          <p:spPr bwMode="auto">
            <a:xfrm>
              <a:off x="7458075" y="5516563"/>
              <a:ext cx="312738" cy="207962"/>
            </a:xfrm>
            <a:custGeom>
              <a:avLst/>
              <a:gdLst>
                <a:gd name="T0" fmla="*/ 2147483647 w 2982"/>
                <a:gd name="T1" fmla="*/ 0 h 2442"/>
                <a:gd name="T2" fmla="*/ 0 w 2982"/>
                <a:gd name="T3" fmla="*/ 2147483647 h 2442"/>
                <a:gd name="T4" fmla="*/ 2147483647 w 2982"/>
                <a:gd name="T5" fmla="*/ 2147483647 h 2442"/>
                <a:gd name="T6" fmla="*/ 2147483647 w 2982"/>
                <a:gd name="T7" fmla="*/ 2147483647 h 2442"/>
                <a:gd name="T8" fmla="*/ 2147483647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33" name="Picture 1083" descr="screen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3950" y="5521325"/>
              <a:ext cx="284163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4" name="Freeform 1084"/>
            <p:cNvSpPr>
              <a:spLocks/>
            </p:cNvSpPr>
            <p:nvPr/>
          </p:nvSpPr>
          <p:spPr bwMode="auto">
            <a:xfrm>
              <a:off x="7515225" y="5510213"/>
              <a:ext cx="265113" cy="39687"/>
            </a:xfrm>
            <a:custGeom>
              <a:avLst/>
              <a:gdLst>
                <a:gd name="T0" fmla="*/ 2147483647 w 2528"/>
                <a:gd name="T1" fmla="*/ 0 h 455"/>
                <a:gd name="T2" fmla="*/ 2147483647 w 2528"/>
                <a:gd name="T3" fmla="*/ 2147483647 h 455"/>
                <a:gd name="T4" fmla="*/ 2147483647 w 2528"/>
                <a:gd name="T5" fmla="*/ 2147483647 h 455"/>
                <a:gd name="T6" fmla="*/ 0 w 2528"/>
                <a:gd name="T7" fmla="*/ 2147483647 h 455"/>
                <a:gd name="T8" fmla="*/ 2147483647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5" name="Freeform 1085"/>
            <p:cNvSpPr>
              <a:spLocks/>
            </p:cNvSpPr>
            <p:nvPr/>
          </p:nvSpPr>
          <p:spPr bwMode="auto">
            <a:xfrm>
              <a:off x="7456488" y="5510213"/>
              <a:ext cx="73025" cy="161925"/>
            </a:xfrm>
            <a:custGeom>
              <a:avLst/>
              <a:gdLst>
                <a:gd name="T0" fmla="*/ 2147483647 w 702"/>
                <a:gd name="T1" fmla="*/ 0 h 1893"/>
                <a:gd name="T2" fmla="*/ 0 w 702"/>
                <a:gd name="T3" fmla="*/ 2147483647 h 1893"/>
                <a:gd name="T4" fmla="*/ 2147483647 w 702"/>
                <a:gd name="T5" fmla="*/ 2147483647 h 1893"/>
                <a:gd name="T6" fmla="*/ 2147483647 w 702"/>
                <a:gd name="T7" fmla="*/ 2147483647 h 1893"/>
                <a:gd name="T8" fmla="*/ 2147483647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6" name="Freeform 1086"/>
            <p:cNvSpPr>
              <a:spLocks/>
            </p:cNvSpPr>
            <p:nvPr/>
          </p:nvSpPr>
          <p:spPr bwMode="auto">
            <a:xfrm>
              <a:off x="7699375" y="5538788"/>
              <a:ext cx="79375" cy="185737"/>
            </a:xfrm>
            <a:custGeom>
              <a:avLst/>
              <a:gdLst>
                <a:gd name="T0" fmla="*/ 2147483647 w 756"/>
                <a:gd name="T1" fmla="*/ 0 h 2184"/>
                <a:gd name="T2" fmla="*/ 2147483647 w 756"/>
                <a:gd name="T3" fmla="*/ 2147483647 h 2184"/>
                <a:gd name="T4" fmla="*/ 0 w 756"/>
                <a:gd name="T5" fmla="*/ 2147483647 h 2184"/>
                <a:gd name="T6" fmla="*/ 2147483647 w 756"/>
                <a:gd name="T7" fmla="*/ 2147483647 h 2184"/>
                <a:gd name="T8" fmla="*/ 214748364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7" name="Freeform 1087"/>
            <p:cNvSpPr>
              <a:spLocks/>
            </p:cNvSpPr>
            <p:nvPr/>
          </p:nvSpPr>
          <p:spPr bwMode="auto">
            <a:xfrm>
              <a:off x="7454900" y="5662613"/>
              <a:ext cx="290513" cy="63500"/>
            </a:xfrm>
            <a:custGeom>
              <a:avLst/>
              <a:gdLst>
                <a:gd name="T0" fmla="*/ 2147483647 w 2773"/>
                <a:gd name="T1" fmla="*/ 0 h 738"/>
                <a:gd name="T2" fmla="*/ 0 w 2773"/>
                <a:gd name="T3" fmla="*/ 2147483647 h 738"/>
                <a:gd name="T4" fmla="*/ 2147483647 w 2773"/>
                <a:gd name="T5" fmla="*/ 2147483647 h 738"/>
                <a:gd name="T6" fmla="*/ 2147483647 w 2773"/>
                <a:gd name="T7" fmla="*/ 2147483647 h 738"/>
                <a:gd name="T8" fmla="*/ 2147483647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8" name="Freeform 1088"/>
            <p:cNvSpPr>
              <a:spLocks/>
            </p:cNvSpPr>
            <p:nvPr/>
          </p:nvSpPr>
          <p:spPr bwMode="auto">
            <a:xfrm>
              <a:off x="7707313" y="5540375"/>
              <a:ext cx="74612" cy="187325"/>
            </a:xfrm>
            <a:custGeom>
              <a:avLst/>
              <a:gdLst>
                <a:gd name="T0" fmla="*/ 2147483647 w 637"/>
                <a:gd name="T1" fmla="*/ 0 h 1659"/>
                <a:gd name="T2" fmla="*/ 2147483647 w 637"/>
                <a:gd name="T3" fmla="*/ 0 h 1659"/>
                <a:gd name="T4" fmla="*/ 2147483647 w 637"/>
                <a:gd name="T5" fmla="*/ 2147483647 h 1659"/>
                <a:gd name="T6" fmla="*/ 0 w 637"/>
                <a:gd name="T7" fmla="*/ 2147483647 h 1659"/>
                <a:gd name="T8" fmla="*/ 2147483647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9" name="Freeform 1089"/>
            <p:cNvSpPr>
              <a:spLocks/>
            </p:cNvSpPr>
            <p:nvPr/>
          </p:nvSpPr>
          <p:spPr bwMode="auto">
            <a:xfrm>
              <a:off x="7454900" y="5672138"/>
              <a:ext cx="258763" cy="61912"/>
            </a:xfrm>
            <a:custGeom>
              <a:avLst/>
              <a:gdLst>
                <a:gd name="T0" fmla="*/ 0 w 2216"/>
                <a:gd name="T1" fmla="*/ 0 h 550"/>
                <a:gd name="T2" fmla="*/ 2147483647 w 2216"/>
                <a:gd name="T3" fmla="*/ 2147483647 h 550"/>
                <a:gd name="T4" fmla="*/ 2147483647 w 2216"/>
                <a:gd name="T5" fmla="*/ 2147483647 h 550"/>
                <a:gd name="T6" fmla="*/ 2147483647 w 2216"/>
                <a:gd name="T7" fmla="*/ 214748364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40" name="Group 1090"/>
            <p:cNvGrpSpPr>
              <a:grpSpLocks/>
            </p:cNvGrpSpPr>
            <p:nvPr/>
          </p:nvGrpSpPr>
          <p:grpSpPr bwMode="auto">
            <a:xfrm>
              <a:off x="7451725" y="5737225"/>
              <a:ext cx="87313" cy="38100"/>
              <a:chOff x="1740" y="2642"/>
              <a:chExt cx="752" cy="327"/>
            </a:xfrm>
          </p:grpSpPr>
          <p:sp>
            <p:nvSpPr>
              <p:cNvPr id="199" name="Freeform 109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0" name="Freeform 109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1" name="Freeform 109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2" name="Freeform 109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3" name="Freeform 109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4" name="Freeform 109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41" name="Freeform 1097"/>
            <p:cNvSpPr>
              <a:spLocks/>
            </p:cNvSpPr>
            <p:nvPr/>
          </p:nvSpPr>
          <p:spPr bwMode="auto">
            <a:xfrm>
              <a:off x="7600950" y="5743575"/>
              <a:ext cx="106363" cy="80963"/>
            </a:xfrm>
            <a:custGeom>
              <a:avLst/>
              <a:gdLst>
                <a:gd name="T0" fmla="*/ 2147483647 w 990"/>
                <a:gd name="T1" fmla="*/ 2147483647 h 792"/>
                <a:gd name="T2" fmla="*/ 2147483647 w 990"/>
                <a:gd name="T3" fmla="*/ 0 h 792"/>
                <a:gd name="T4" fmla="*/ 2147483647 w 990"/>
                <a:gd name="T5" fmla="*/ 2147483647 h 792"/>
                <a:gd name="T6" fmla="*/ 0 w 990"/>
                <a:gd name="T7" fmla="*/ 2147483647 h 792"/>
                <a:gd name="T8" fmla="*/ 2147483647 w 990"/>
                <a:gd name="T9" fmla="*/ 214748364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2" name="Freeform 1098"/>
            <p:cNvSpPr>
              <a:spLocks/>
            </p:cNvSpPr>
            <p:nvPr/>
          </p:nvSpPr>
          <p:spPr bwMode="auto">
            <a:xfrm>
              <a:off x="7329488" y="5749925"/>
              <a:ext cx="271462" cy="73025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" name="Freeform 1099"/>
            <p:cNvSpPr>
              <a:spLocks/>
            </p:cNvSpPr>
            <p:nvPr/>
          </p:nvSpPr>
          <p:spPr bwMode="auto">
            <a:xfrm>
              <a:off x="7331075" y="5735638"/>
              <a:ext cx="1588" cy="15875"/>
            </a:xfrm>
            <a:custGeom>
              <a:avLst/>
              <a:gdLst>
                <a:gd name="T0" fmla="*/ 2147483647 w 26"/>
                <a:gd name="T1" fmla="*/ 2147483647 h 147"/>
                <a:gd name="T2" fmla="*/ 2147483647 w 26"/>
                <a:gd name="T3" fmla="*/ 2147483647 h 147"/>
                <a:gd name="T4" fmla="*/ 0 w 26"/>
                <a:gd name="T5" fmla="*/ 2147483647 h 147"/>
                <a:gd name="T6" fmla="*/ 2147483647 w 26"/>
                <a:gd name="T7" fmla="*/ 0 h 147"/>
                <a:gd name="T8" fmla="*/ 2147483647 w 26"/>
                <a:gd name="T9" fmla="*/ 2147483647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4" name="Freeform 1100"/>
            <p:cNvSpPr>
              <a:spLocks/>
            </p:cNvSpPr>
            <p:nvPr/>
          </p:nvSpPr>
          <p:spPr bwMode="auto">
            <a:xfrm>
              <a:off x="7331075" y="5675313"/>
              <a:ext cx="125413" cy="61912"/>
            </a:xfrm>
            <a:custGeom>
              <a:avLst/>
              <a:gdLst>
                <a:gd name="T0" fmla="*/ 2147483647 w 1176"/>
                <a:gd name="T1" fmla="*/ 0 h 606"/>
                <a:gd name="T2" fmla="*/ 0 w 1176"/>
                <a:gd name="T3" fmla="*/ 2147483647 h 606"/>
                <a:gd name="T4" fmla="*/ 2147483647 w 1176"/>
                <a:gd name="T5" fmla="*/ 2147483647 h 606"/>
                <a:gd name="T6" fmla="*/ 2147483647 w 1176"/>
                <a:gd name="T7" fmla="*/ 2147483647 h 606"/>
                <a:gd name="T8" fmla="*/ 2147483647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5" name="Freeform 1101"/>
            <p:cNvSpPr>
              <a:spLocks/>
            </p:cNvSpPr>
            <p:nvPr/>
          </p:nvSpPr>
          <p:spPr bwMode="auto">
            <a:xfrm>
              <a:off x="7339013" y="5738813"/>
              <a:ext cx="257175" cy="71437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6" name="Freeform 1102"/>
            <p:cNvSpPr>
              <a:spLocks/>
            </p:cNvSpPr>
            <p:nvPr/>
          </p:nvSpPr>
          <p:spPr bwMode="auto">
            <a:xfrm flipV="1">
              <a:off x="7596188" y="5734050"/>
              <a:ext cx="104775" cy="74613"/>
            </a:xfrm>
            <a:custGeom>
              <a:avLst/>
              <a:gdLst>
                <a:gd name="T0" fmla="*/ 2147483647 w 2532"/>
                <a:gd name="T1" fmla="*/ 0 h 723"/>
                <a:gd name="T2" fmla="*/ 2147483647 w 2532"/>
                <a:gd name="T3" fmla="*/ 0 h 723"/>
                <a:gd name="T4" fmla="*/ 2147483647 w 2532"/>
                <a:gd name="T5" fmla="*/ 2147483647 h 723"/>
                <a:gd name="T6" fmla="*/ 2147483647 w 2532"/>
                <a:gd name="T7" fmla="*/ 2147483647 h 723"/>
                <a:gd name="T8" fmla="*/ 0 w 2532"/>
                <a:gd name="T9" fmla="*/ 2147483647 h 723"/>
                <a:gd name="T10" fmla="*/ 2147483647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47" name="Group 1103"/>
            <p:cNvGrpSpPr>
              <a:grpSpLocks/>
            </p:cNvGrpSpPr>
            <p:nvPr/>
          </p:nvGrpSpPr>
          <p:grpSpPr bwMode="auto">
            <a:xfrm>
              <a:off x="6351588" y="2493963"/>
              <a:ext cx="390525" cy="169862"/>
              <a:chOff x="4650" y="1129"/>
              <a:chExt cx="246" cy="95"/>
            </a:xfrm>
          </p:grpSpPr>
          <p:sp>
            <p:nvSpPr>
              <p:cNvPr id="191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" name="Group 1107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97" name="Freeform 110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8" name="Freeform 110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5" name="Line 1110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6" name="Line 1111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48" name="Group 1112"/>
            <p:cNvGrpSpPr>
              <a:grpSpLocks/>
            </p:cNvGrpSpPr>
            <p:nvPr/>
          </p:nvGrpSpPr>
          <p:grpSpPr bwMode="auto">
            <a:xfrm>
              <a:off x="6051550" y="3641725"/>
              <a:ext cx="390525" cy="169863"/>
              <a:chOff x="4650" y="1129"/>
              <a:chExt cx="246" cy="95"/>
            </a:xfrm>
          </p:grpSpPr>
          <p:sp>
            <p:nvSpPr>
              <p:cNvPr id="183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86" name="Group 1116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89" name="Freeform 111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0" name="Freeform 111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7" name="Line 1119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8" name="Line 1120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49" name="Group 878"/>
            <p:cNvGrpSpPr>
              <a:grpSpLocks/>
            </p:cNvGrpSpPr>
            <p:nvPr/>
          </p:nvGrpSpPr>
          <p:grpSpPr bwMode="auto">
            <a:xfrm>
              <a:off x="5529263" y="3016250"/>
              <a:ext cx="519112" cy="128588"/>
              <a:chOff x="2199" y="955"/>
              <a:chExt cx="2547" cy="506"/>
            </a:xfrm>
          </p:grpSpPr>
          <p:sp>
            <p:nvSpPr>
              <p:cNvPr id="177" name="Freeform 879"/>
              <p:cNvSpPr>
                <a:spLocks/>
              </p:cNvSpPr>
              <p:nvPr/>
            </p:nvSpPr>
            <p:spPr bwMode="auto">
              <a:xfrm>
                <a:off x="2199" y="1166"/>
                <a:ext cx="260" cy="281"/>
              </a:xfrm>
              <a:custGeom>
                <a:avLst/>
                <a:gdLst>
                  <a:gd name="T0" fmla="*/ 260 w 260"/>
                  <a:gd name="T1" fmla="*/ 0 h 281"/>
                  <a:gd name="T2" fmla="*/ 42 w 260"/>
                  <a:gd name="T3" fmla="*/ 112 h 281"/>
                  <a:gd name="T4" fmla="*/ 35 w 260"/>
                  <a:gd name="T5" fmla="*/ 211 h 281"/>
                  <a:gd name="T6" fmla="*/ 253 w 260"/>
                  <a:gd name="T7" fmla="*/ 281 h 2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0"/>
                  <a:gd name="T13" fmla="*/ 0 h 281"/>
                  <a:gd name="T14" fmla="*/ 260 w 260"/>
                  <a:gd name="T15" fmla="*/ 281 h 2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0" h="281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8" name="Freeform 880"/>
              <p:cNvSpPr>
                <a:spLocks/>
              </p:cNvSpPr>
              <p:nvPr/>
            </p:nvSpPr>
            <p:spPr bwMode="auto">
              <a:xfrm>
                <a:off x="2482" y="1040"/>
                <a:ext cx="900" cy="421"/>
              </a:xfrm>
              <a:custGeom>
                <a:avLst/>
                <a:gdLst>
                  <a:gd name="T0" fmla="*/ 531 w 900"/>
                  <a:gd name="T1" fmla="*/ 0 h 421"/>
                  <a:gd name="T2" fmla="*/ 279 w 900"/>
                  <a:gd name="T3" fmla="*/ 77 h 421"/>
                  <a:gd name="T4" fmla="*/ 68 w 900"/>
                  <a:gd name="T5" fmla="*/ 182 h 421"/>
                  <a:gd name="T6" fmla="*/ 33 w 900"/>
                  <a:gd name="T7" fmla="*/ 323 h 421"/>
                  <a:gd name="T8" fmla="*/ 328 w 900"/>
                  <a:gd name="T9" fmla="*/ 400 h 421"/>
                  <a:gd name="T10" fmla="*/ 812 w 900"/>
                  <a:gd name="T11" fmla="*/ 421 h 421"/>
                  <a:gd name="T12" fmla="*/ 855 w 900"/>
                  <a:gd name="T13" fmla="*/ 400 h 4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00"/>
                  <a:gd name="T22" fmla="*/ 0 h 421"/>
                  <a:gd name="T23" fmla="*/ 900 w 900"/>
                  <a:gd name="T24" fmla="*/ 421 h 42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00" h="421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9" name="Freeform 881"/>
              <p:cNvSpPr>
                <a:spLocks/>
              </p:cNvSpPr>
              <p:nvPr/>
            </p:nvSpPr>
            <p:spPr bwMode="auto">
              <a:xfrm>
                <a:off x="2782" y="1068"/>
                <a:ext cx="428" cy="269"/>
              </a:xfrm>
              <a:custGeom>
                <a:avLst/>
                <a:gdLst>
                  <a:gd name="T0" fmla="*/ 428 w 428"/>
                  <a:gd name="T1" fmla="*/ 0 h 269"/>
                  <a:gd name="T2" fmla="*/ 217 w 428"/>
                  <a:gd name="T3" fmla="*/ 35 h 269"/>
                  <a:gd name="T4" fmla="*/ 21 w 428"/>
                  <a:gd name="T5" fmla="*/ 140 h 269"/>
                  <a:gd name="T6" fmla="*/ 91 w 428"/>
                  <a:gd name="T7" fmla="*/ 246 h 269"/>
                  <a:gd name="T8" fmla="*/ 231 w 428"/>
                  <a:gd name="T9" fmla="*/ 267 h 269"/>
                  <a:gd name="T10" fmla="*/ 414 w 428"/>
                  <a:gd name="T11" fmla="*/ 260 h 2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8"/>
                  <a:gd name="T19" fmla="*/ 0 h 269"/>
                  <a:gd name="T20" fmla="*/ 428 w 428"/>
                  <a:gd name="T21" fmla="*/ 269 h 26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8" h="269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0" name="Freeform 882"/>
              <p:cNvSpPr>
                <a:spLocks/>
              </p:cNvSpPr>
              <p:nvPr/>
            </p:nvSpPr>
            <p:spPr bwMode="auto">
              <a:xfrm>
                <a:off x="3554" y="1075"/>
                <a:ext cx="377" cy="239"/>
              </a:xfrm>
              <a:custGeom>
                <a:avLst/>
                <a:gdLst>
                  <a:gd name="T0" fmla="*/ 42 w 377"/>
                  <a:gd name="T1" fmla="*/ 239 h 239"/>
                  <a:gd name="T2" fmla="*/ 335 w 377"/>
                  <a:gd name="T3" fmla="*/ 146 h 239"/>
                  <a:gd name="T4" fmla="*/ 342 w 377"/>
                  <a:gd name="T5" fmla="*/ 47 h 239"/>
                  <a:gd name="T6" fmla="*/ 0 w 377"/>
                  <a:gd name="T7" fmla="*/ 0 h 2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7"/>
                  <a:gd name="T13" fmla="*/ 0 h 239"/>
                  <a:gd name="T14" fmla="*/ 377 w 377"/>
                  <a:gd name="T15" fmla="*/ 239 h 2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7" h="239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1" name="Freeform 883"/>
              <p:cNvSpPr>
                <a:spLocks/>
              </p:cNvSpPr>
              <p:nvPr/>
            </p:nvSpPr>
            <p:spPr bwMode="auto">
              <a:xfrm>
                <a:off x="3646" y="997"/>
                <a:ext cx="660" cy="336"/>
              </a:xfrm>
              <a:custGeom>
                <a:avLst/>
                <a:gdLst>
                  <a:gd name="T0" fmla="*/ 425 w 646"/>
                  <a:gd name="T1" fmla="*/ 932 h 300"/>
                  <a:gd name="T2" fmla="*/ 605 w 646"/>
                  <a:gd name="T3" fmla="*/ 787 h 300"/>
                  <a:gd name="T4" fmla="*/ 752 w 646"/>
                  <a:gd name="T5" fmla="*/ 594 h 300"/>
                  <a:gd name="T6" fmla="*/ 776 w 646"/>
                  <a:gd name="T7" fmla="*/ 332 h 300"/>
                  <a:gd name="T8" fmla="*/ 569 w 646"/>
                  <a:gd name="T9" fmla="*/ 187 h 300"/>
                  <a:gd name="T10" fmla="*/ 0 w 646"/>
                  <a:gd name="T11" fmla="*/ 0 h 3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46"/>
                  <a:gd name="T19" fmla="*/ 0 h 300"/>
                  <a:gd name="T20" fmla="*/ 646 w 646"/>
                  <a:gd name="T21" fmla="*/ 300 h 3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46" h="300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2" name="Freeform 884"/>
              <p:cNvSpPr>
                <a:spLocks/>
              </p:cNvSpPr>
              <p:nvPr/>
            </p:nvSpPr>
            <p:spPr bwMode="auto">
              <a:xfrm>
                <a:off x="4116" y="955"/>
                <a:ext cx="630" cy="397"/>
              </a:xfrm>
              <a:custGeom>
                <a:avLst/>
                <a:gdLst>
                  <a:gd name="T0" fmla="*/ 320 w 630"/>
                  <a:gd name="T1" fmla="*/ 397 h 397"/>
                  <a:gd name="T2" fmla="*/ 468 w 630"/>
                  <a:gd name="T3" fmla="*/ 345 h 397"/>
                  <a:gd name="T4" fmla="*/ 590 w 630"/>
                  <a:gd name="T5" fmla="*/ 275 h 397"/>
                  <a:gd name="T6" fmla="*/ 611 w 630"/>
                  <a:gd name="T7" fmla="*/ 181 h 397"/>
                  <a:gd name="T8" fmla="*/ 439 w 630"/>
                  <a:gd name="T9" fmla="*/ 129 h 397"/>
                  <a:gd name="T10" fmla="*/ 0 w 630"/>
                  <a:gd name="T11" fmla="*/ 0 h 3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397"/>
                  <a:gd name="T20" fmla="*/ 630 w 630"/>
                  <a:gd name="T21" fmla="*/ 397 h 3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397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50" name="Group 1121"/>
            <p:cNvGrpSpPr>
              <a:grpSpLocks/>
            </p:cNvGrpSpPr>
            <p:nvPr/>
          </p:nvGrpSpPr>
          <p:grpSpPr bwMode="auto">
            <a:xfrm>
              <a:off x="6248400" y="4852988"/>
              <a:ext cx="617538" cy="247650"/>
              <a:chOff x="2356" y="1300"/>
              <a:chExt cx="555" cy="194"/>
            </a:xfrm>
          </p:grpSpPr>
          <p:sp>
            <p:nvSpPr>
              <p:cNvPr id="16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2" name="Group 1125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5" name="Freeform 112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6" name="Freeform 112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3" name="Line 1128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4" name="Line 1129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51" name="Group 1130"/>
            <p:cNvGrpSpPr>
              <a:grpSpLocks/>
            </p:cNvGrpSpPr>
            <p:nvPr/>
          </p:nvGrpSpPr>
          <p:grpSpPr bwMode="auto">
            <a:xfrm>
              <a:off x="6969125" y="4510088"/>
              <a:ext cx="617538" cy="247650"/>
              <a:chOff x="2356" y="1300"/>
              <a:chExt cx="555" cy="194"/>
            </a:xfrm>
          </p:grpSpPr>
          <p:sp>
            <p:nvSpPr>
              <p:cNvPr id="16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64" name="Group 1134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67" name="Freeform 113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68" name="Freeform 113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5" name="Line 1137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66" name="Line 1138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52" name="Group 1139"/>
            <p:cNvGrpSpPr>
              <a:grpSpLocks/>
            </p:cNvGrpSpPr>
            <p:nvPr/>
          </p:nvGrpSpPr>
          <p:grpSpPr bwMode="auto">
            <a:xfrm>
              <a:off x="7585075" y="4811713"/>
              <a:ext cx="617538" cy="247650"/>
              <a:chOff x="2356" y="1300"/>
              <a:chExt cx="555" cy="194"/>
            </a:xfrm>
          </p:grpSpPr>
          <p:sp>
            <p:nvSpPr>
              <p:cNvPr id="15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6" name="Group 1143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59" name="Freeform 114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60" name="Freeform 114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57" name="Line 1146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58" name="Line 1147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468" name="Rectangle 3"/>
          <p:cNvSpPr txBox="1">
            <a:spLocks noChangeArrowheads="1"/>
          </p:cNvSpPr>
          <p:nvPr/>
        </p:nvSpPr>
        <p:spPr bwMode="auto">
          <a:xfrm>
            <a:off x="1067015" y="1419261"/>
            <a:ext cx="3981974" cy="3208209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通过什么方式接入互联网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1"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家庭接入网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企业接入网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企业、政府、高校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50000"/>
              </a:lnSpc>
              <a:spcAft>
                <a:spcPct val="30000"/>
              </a:spcAft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无线接入网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1"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接入网的带宽多少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1"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共享的还是专用的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9" name="灯片编号占位符 2">
            <a:extLst>
              <a:ext uri="{FF2B5EF4-FFF2-40B4-BE49-F238E27FC236}">
                <a16:creationId xmlns:a16="http://schemas.microsoft.com/office/drawing/2014/main" id="{4CECD4B3-3A90-4F8A-9818-30179463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0" name="AutoShape 5">
            <a:extLst>
              <a:ext uri="{FF2B5EF4-FFF2-40B4-BE49-F238E27FC236}">
                <a16:creationId xmlns:a16="http://schemas.microsoft.com/office/drawing/2014/main" id="{3FB53132-2B76-433D-BBF8-3D6BBDA64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71" name="图片 470">
            <a:extLst>
              <a:ext uri="{FF2B5EF4-FFF2-40B4-BE49-F238E27FC236}">
                <a16:creationId xmlns:a16="http://schemas.microsoft.com/office/drawing/2014/main" id="{5B5F2167-C370-4E1E-BD0F-C218F2347C6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00" y="3839249"/>
            <a:ext cx="326689" cy="29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307959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4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" grpId="0" animBg="1"/>
      <p:bldP spid="47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565" name="Rectangle 9"/>
          <p:cNvSpPr>
            <a:spLocks noChangeArrowheads="1"/>
          </p:cNvSpPr>
          <p:nvPr/>
        </p:nvSpPr>
        <p:spPr bwMode="auto">
          <a:xfrm>
            <a:off x="1080000" y="1440000"/>
            <a:ext cx="1644681" cy="285176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DSL: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数据用户线路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935420" y="1946767"/>
            <a:ext cx="5263575" cy="2072822"/>
            <a:chOff x="1056560" y="2595689"/>
            <a:chExt cx="7018099" cy="2763763"/>
          </a:xfrm>
        </p:grpSpPr>
        <p:sp>
          <p:nvSpPr>
            <p:cNvPr id="470" name="Freeform 3"/>
            <p:cNvSpPr>
              <a:spLocks/>
            </p:cNvSpPr>
            <p:nvPr/>
          </p:nvSpPr>
          <p:spPr bwMode="auto">
            <a:xfrm>
              <a:off x="4889452" y="2898829"/>
              <a:ext cx="2064320" cy="1376707"/>
            </a:xfrm>
            <a:custGeom>
              <a:avLst/>
              <a:gdLst>
                <a:gd name="T0" fmla="*/ 2147483647 w 1396"/>
                <a:gd name="T1" fmla="*/ 2147483647 h 931"/>
                <a:gd name="T2" fmla="*/ 2147483647 w 1396"/>
                <a:gd name="T3" fmla="*/ 2147483647 h 931"/>
                <a:gd name="T4" fmla="*/ 2147483647 w 1396"/>
                <a:gd name="T5" fmla="*/ 2147483647 h 931"/>
                <a:gd name="T6" fmla="*/ 2147483647 w 1396"/>
                <a:gd name="T7" fmla="*/ 2147483647 h 931"/>
                <a:gd name="T8" fmla="*/ 2147483647 w 1396"/>
                <a:gd name="T9" fmla="*/ 2147483647 h 931"/>
                <a:gd name="T10" fmla="*/ 2147483647 w 1396"/>
                <a:gd name="T11" fmla="*/ 2147483647 h 931"/>
                <a:gd name="T12" fmla="*/ 2147483647 w 1396"/>
                <a:gd name="T13" fmla="*/ 2147483647 h 931"/>
                <a:gd name="T14" fmla="*/ 2147483647 w 1396"/>
                <a:gd name="T15" fmla="*/ 2147483647 h 931"/>
                <a:gd name="T16" fmla="*/ 2147483647 w 1396"/>
                <a:gd name="T17" fmla="*/ 2147483647 h 931"/>
                <a:gd name="T18" fmla="*/ 2147483647 w 1396"/>
                <a:gd name="T19" fmla="*/ 2147483647 h 931"/>
                <a:gd name="T20" fmla="*/ 2147483647 w 1396"/>
                <a:gd name="T21" fmla="*/ 2147483647 h 931"/>
                <a:gd name="T22" fmla="*/ 2147483647 w 1396"/>
                <a:gd name="T23" fmla="*/ 2147483647 h 931"/>
                <a:gd name="T24" fmla="*/ 2147483647 w 1396"/>
                <a:gd name="T25" fmla="*/ 2147483647 h 931"/>
                <a:gd name="T26" fmla="*/ 2147483647 w 1396"/>
                <a:gd name="T27" fmla="*/ 2147483647 h 931"/>
                <a:gd name="T28" fmla="*/ 2147483647 w 1396"/>
                <a:gd name="T29" fmla="*/ 2147483647 h 931"/>
                <a:gd name="T30" fmla="*/ 2147483647 w 1396"/>
                <a:gd name="T31" fmla="*/ 2147483647 h 93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396"/>
                <a:gd name="T49" fmla="*/ 0 h 931"/>
                <a:gd name="T50" fmla="*/ 1396 w 1396"/>
                <a:gd name="T51" fmla="*/ 931 h 93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396" h="931">
                  <a:moveTo>
                    <a:pt x="873" y="18"/>
                  </a:moveTo>
                  <a:cubicBezTo>
                    <a:pt x="787" y="32"/>
                    <a:pt x="625" y="55"/>
                    <a:pt x="526" y="89"/>
                  </a:cubicBezTo>
                  <a:cubicBezTo>
                    <a:pt x="426" y="122"/>
                    <a:pt x="346" y="184"/>
                    <a:pt x="278" y="216"/>
                  </a:cubicBezTo>
                  <a:cubicBezTo>
                    <a:pt x="210" y="248"/>
                    <a:pt x="159" y="236"/>
                    <a:pt x="118" y="283"/>
                  </a:cubicBezTo>
                  <a:cubicBezTo>
                    <a:pt x="77" y="330"/>
                    <a:pt x="46" y="416"/>
                    <a:pt x="30" y="497"/>
                  </a:cubicBezTo>
                  <a:cubicBezTo>
                    <a:pt x="14" y="578"/>
                    <a:pt x="0" y="714"/>
                    <a:pt x="24" y="768"/>
                  </a:cubicBezTo>
                  <a:cubicBezTo>
                    <a:pt x="49" y="821"/>
                    <a:pt x="112" y="796"/>
                    <a:pt x="178" y="818"/>
                  </a:cubicBezTo>
                  <a:cubicBezTo>
                    <a:pt x="244" y="840"/>
                    <a:pt x="318" y="886"/>
                    <a:pt x="421" y="902"/>
                  </a:cubicBezTo>
                  <a:cubicBezTo>
                    <a:pt x="524" y="918"/>
                    <a:pt x="681" y="916"/>
                    <a:pt x="793" y="916"/>
                  </a:cubicBezTo>
                  <a:cubicBezTo>
                    <a:pt x="905" y="916"/>
                    <a:pt x="1004" y="931"/>
                    <a:pt x="1095" y="902"/>
                  </a:cubicBezTo>
                  <a:cubicBezTo>
                    <a:pt x="1186" y="873"/>
                    <a:pt x="1291" y="813"/>
                    <a:pt x="1337" y="744"/>
                  </a:cubicBezTo>
                  <a:cubicBezTo>
                    <a:pt x="1383" y="675"/>
                    <a:pt x="1365" y="580"/>
                    <a:pt x="1372" y="487"/>
                  </a:cubicBezTo>
                  <a:cubicBezTo>
                    <a:pt x="1378" y="393"/>
                    <a:pt x="1396" y="256"/>
                    <a:pt x="1377" y="179"/>
                  </a:cubicBezTo>
                  <a:cubicBezTo>
                    <a:pt x="1358" y="102"/>
                    <a:pt x="1314" y="57"/>
                    <a:pt x="1259" y="28"/>
                  </a:cubicBezTo>
                  <a:cubicBezTo>
                    <a:pt x="1203" y="0"/>
                    <a:pt x="1110" y="7"/>
                    <a:pt x="1046" y="5"/>
                  </a:cubicBezTo>
                  <a:cubicBezTo>
                    <a:pt x="981" y="3"/>
                    <a:pt x="959" y="5"/>
                    <a:pt x="873" y="18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1" name="Oval 9"/>
            <p:cNvSpPr>
              <a:spLocks noChangeArrowheads="1"/>
            </p:cNvSpPr>
            <p:nvPr/>
          </p:nvSpPr>
          <p:spPr bwMode="auto">
            <a:xfrm>
              <a:off x="5821057" y="3556868"/>
              <a:ext cx="180406" cy="18040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2" name="Oval 12"/>
            <p:cNvSpPr>
              <a:spLocks noChangeArrowheads="1"/>
            </p:cNvSpPr>
            <p:nvPr/>
          </p:nvSpPr>
          <p:spPr bwMode="auto">
            <a:xfrm>
              <a:off x="6175955" y="3210843"/>
              <a:ext cx="180406" cy="18040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3" name="Line 15"/>
            <p:cNvSpPr>
              <a:spLocks noChangeShapeType="1"/>
            </p:cNvSpPr>
            <p:nvPr/>
          </p:nvSpPr>
          <p:spPr bwMode="auto">
            <a:xfrm flipV="1">
              <a:off x="5902389" y="3342451"/>
              <a:ext cx="295748" cy="313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4" name="Line 16"/>
            <p:cNvSpPr>
              <a:spLocks noChangeShapeType="1"/>
            </p:cNvSpPr>
            <p:nvPr/>
          </p:nvSpPr>
          <p:spPr bwMode="auto">
            <a:xfrm>
              <a:off x="6269116" y="3320270"/>
              <a:ext cx="372642" cy="5500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5" name="Rectangle 44"/>
            <p:cNvSpPr>
              <a:spLocks noChangeArrowheads="1"/>
            </p:cNvSpPr>
            <p:nvPr/>
          </p:nvSpPr>
          <p:spPr bwMode="auto">
            <a:xfrm>
              <a:off x="5149710" y="3323228"/>
              <a:ext cx="890201" cy="6521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6" name="Text Box 45"/>
            <p:cNvSpPr txBox="1">
              <a:spLocks noChangeArrowheads="1"/>
            </p:cNvSpPr>
            <p:nvPr/>
          </p:nvSpPr>
          <p:spPr bwMode="auto">
            <a:xfrm>
              <a:off x="5058917" y="2875169"/>
              <a:ext cx="960884" cy="32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中心局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7" name="Group 137"/>
            <p:cNvGrpSpPr>
              <a:grpSpLocks/>
            </p:cNvGrpSpPr>
            <p:nvPr/>
          </p:nvGrpSpPr>
          <p:grpSpPr bwMode="auto">
            <a:xfrm>
              <a:off x="5670228" y="4206035"/>
              <a:ext cx="2404431" cy="1069129"/>
              <a:chOff x="3240" y="1830"/>
              <a:chExt cx="1626" cy="723"/>
            </a:xfrm>
          </p:grpSpPr>
          <p:sp>
            <p:nvSpPr>
              <p:cNvPr id="520" name="Freeform 28"/>
              <p:cNvSpPr>
                <a:spLocks/>
              </p:cNvSpPr>
              <p:nvPr/>
            </p:nvSpPr>
            <p:spPr bwMode="auto">
              <a:xfrm>
                <a:off x="3240" y="1830"/>
                <a:ext cx="1372" cy="723"/>
              </a:xfrm>
              <a:custGeom>
                <a:avLst/>
                <a:gdLst>
                  <a:gd name="T0" fmla="*/ 145855 w 765"/>
                  <a:gd name="T1" fmla="*/ 931 h 459"/>
                  <a:gd name="T2" fmla="*/ 99268 w 765"/>
                  <a:gd name="T3" fmla="*/ 6562 h 459"/>
                  <a:gd name="T4" fmla="*/ 32950 w 765"/>
                  <a:gd name="T5" fmla="*/ 9426 h 459"/>
                  <a:gd name="T6" fmla="*/ 4821 w 765"/>
                  <a:gd name="T7" fmla="*/ 31576 h 459"/>
                  <a:gd name="T8" fmla="*/ 61950 w 765"/>
                  <a:gd name="T9" fmla="*/ 41713 h 459"/>
                  <a:gd name="T10" fmla="*/ 119240 w 765"/>
                  <a:gd name="T11" fmla="*/ 40071 h 459"/>
                  <a:gd name="T12" fmla="*/ 201010 w 765"/>
                  <a:gd name="T13" fmla="*/ 41713 h 459"/>
                  <a:gd name="T14" fmla="*/ 240274 w 765"/>
                  <a:gd name="T15" fmla="*/ 40797 h 459"/>
                  <a:gd name="T16" fmla="*/ 258901 w 765"/>
                  <a:gd name="T17" fmla="*/ 34980 h 459"/>
                  <a:gd name="T18" fmla="*/ 258196 w 765"/>
                  <a:gd name="T19" fmla="*/ 14847 h 459"/>
                  <a:gd name="T20" fmla="*/ 227858 w 765"/>
                  <a:gd name="T21" fmla="*/ 3221 h 459"/>
                  <a:gd name="T22" fmla="*/ 145855 w 765"/>
                  <a:gd name="T23" fmla="*/ 931 h 4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5"/>
                  <a:gd name="T37" fmla="*/ 0 h 459"/>
                  <a:gd name="T38" fmla="*/ 765 w 765"/>
                  <a:gd name="T39" fmla="*/ 459 h 4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5" h="459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CFF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1" name="Line 31"/>
              <p:cNvSpPr>
                <a:spLocks noChangeShapeType="1"/>
              </p:cNvSpPr>
              <p:nvPr/>
            </p:nvSpPr>
            <p:spPr bwMode="auto">
              <a:xfrm flipV="1">
                <a:off x="3763" y="2053"/>
                <a:ext cx="106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2" name="Line 32"/>
              <p:cNvSpPr>
                <a:spLocks noChangeShapeType="1"/>
              </p:cNvSpPr>
              <p:nvPr/>
            </p:nvSpPr>
            <p:spPr bwMode="auto">
              <a:xfrm>
                <a:off x="3616" y="2204"/>
                <a:ext cx="0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3" name="Line 33"/>
              <p:cNvSpPr>
                <a:spLocks noChangeShapeType="1"/>
              </p:cNvSpPr>
              <p:nvPr/>
            </p:nvSpPr>
            <p:spPr bwMode="auto">
              <a:xfrm flipV="1">
                <a:off x="3763" y="2114"/>
                <a:ext cx="226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4" name="Line 34"/>
              <p:cNvSpPr>
                <a:spLocks noChangeShapeType="1"/>
              </p:cNvSpPr>
              <p:nvPr/>
            </p:nvSpPr>
            <p:spPr bwMode="auto">
              <a:xfrm>
                <a:off x="4076" y="2113"/>
                <a:ext cx="0" cy="1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5" name="Line 35"/>
              <p:cNvSpPr>
                <a:spLocks noChangeShapeType="1"/>
              </p:cNvSpPr>
              <p:nvPr/>
            </p:nvSpPr>
            <p:spPr bwMode="auto">
              <a:xfrm>
                <a:off x="3779" y="2380"/>
                <a:ext cx="1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6" name="Line 36"/>
              <p:cNvSpPr>
                <a:spLocks noChangeShapeType="1"/>
              </p:cNvSpPr>
              <p:nvPr/>
            </p:nvSpPr>
            <p:spPr bwMode="auto">
              <a:xfrm>
                <a:off x="4255" y="2372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27" name="Group 37"/>
              <p:cNvGrpSpPr>
                <a:grpSpLocks/>
              </p:cNvGrpSpPr>
              <p:nvPr/>
            </p:nvGrpSpPr>
            <p:grpSpPr bwMode="auto">
              <a:xfrm>
                <a:off x="3860" y="1918"/>
                <a:ext cx="335" cy="196"/>
                <a:chOff x="4650" y="1098"/>
                <a:chExt cx="246" cy="126"/>
              </a:xfrm>
            </p:grpSpPr>
            <p:sp>
              <p:nvSpPr>
                <p:cNvPr id="557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8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9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60" name="Group 41"/>
                <p:cNvGrpSpPr>
                  <a:grpSpLocks/>
                </p:cNvGrpSpPr>
                <p:nvPr/>
              </p:nvGrpSpPr>
              <p:grpSpPr bwMode="auto">
                <a:xfrm>
                  <a:off x="4696" y="1098"/>
                  <a:ext cx="147" cy="77"/>
                  <a:chOff x="2468" y="1233"/>
                  <a:chExt cx="331" cy="159"/>
                </a:xfrm>
              </p:grpSpPr>
              <p:sp>
                <p:nvSpPr>
                  <p:cNvPr id="563" name="Freeform 4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64" name="Freeform 43"/>
                  <p:cNvSpPr>
                    <a:spLocks/>
                  </p:cNvSpPr>
                  <p:nvPr/>
                </p:nvSpPr>
                <p:spPr bwMode="auto">
                  <a:xfrm>
                    <a:off x="2517" y="1233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61" name="Line 44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2" name="Line 45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28" name="Group 46"/>
              <p:cNvGrpSpPr>
                <a:grpSpLocks/>
              </p:cNvGrpSpPr>
              <p:nvPr/>
            </p:nvGrpSpPr>
            <p:grpSpPr bwMode="auto">
              <a:xfrm>
                <a:off x="3922" y="2284"/>
                <a:ext cx="336" cy="154"/>
                <a:chOff x="4650" y="1129"/>
                <a:chExt cx="246" cy="95"/>
              </a:xfrm>
            </p:grpSpPr>
            <p:sp>
              <p:nvSpPr>
                <p:cNvPr id="549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0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1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52" name="Group 50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55" name="Freeform 51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56" name="Freeform 52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53" name="Line 53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54" name="Line 54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29" name="Group 55"/>
              <p:cNvGrpSpPr>
                <a:grpSpLocks/>
              </p:cNvGrpSpPr>
              <p:nvPr/>
            </p:nvGrpSpPr>
            <p:grpSpPr bwMode="auto">
              <a:xfrm>
                <a:off x="3443" y="2054"/>
                <a:ext cx="335" cy="149"/>
                <a:chOff x="4650" y="1129"/>
                <a:chExt cx="246" cy="95"/>
              </a:xfrm>
            </p:grpSpPr>
            <p:sp>
              <p:nvSpPr>
                <p:cNvPr id="541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3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44" name="Group 5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47" name="Freeform 6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8" name="Freeform 6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45" name="Line 6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6" name="Line 6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30" name="Group 64"/>
              <p:cNvGrpSpPr>
                <a:grpSpLocks/>
              </p:cNvGrpSpPr>
              <p:nvPr/>
            </p:nvGrpSpPr>
            <p:grpSpPr bwMode="auto">
              <a:xfrm>
                <a:off x="3452" y="2284"/>
                <a:ext cx="336" cy="148"/>
                <a:chOff x="4650" y="1129"/>
                <a:chExt cx="246" cy="95"/>
              </a:xfrm>
            </p:grpSpPr>
            <p:sp>
              <p:nvSpPr>
                <p:cNvPr id="53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536" name="Group 6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539" name="Freeform 6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540" name="Freeform 7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537" name="Line 7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38" name="Line 7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531" name="Line 73"/>
              <p:cNvSpPr>
                <a:spLocks noChangeShapeType="1"/>
              </p:cNvSpPr>
              <p:nvPr/>
            </p:nvSpPr>
            <p:spPr bwMode="auto">
              <a:xfrm>
                <a:off x="4422" y="2370"/>
                <a:ext cx="153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2" name="Text Box 580"/>
              <p:cNvSpPr txBox="1">
                <a:spLocks noChangeArrowheads="1"/>
              </p:cNvSpPr>
              <p:nvPr/>
            </p:nvSpPr>
            <p:spPr bwMode="auto">
              <a:xfrm>
                <a:off x="4231" y="1988"/>
                <a:ext cx="63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zh-CN" altLang="en-US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因特网</a:t>
                </a:r>
                <a:endPara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78" name="Line 14"/>
            <p:cNvSpPr>
              <a:spLocks noChangeShapeType="1"/>
            </p:cNvSpPr>
            <p:nvPr/>
          </p:nvSpPr>
          <p:spPr bwMode="auto">
            <a:xfrm flipV="1">
              <a:off x="3385574" y="3701785"/>
              <a:ext cx="1805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9" name="Text Box 17"/>
            <p:cNvSpPr txBox="1">
              <a:spLocks noChangeArrowheads="1"/>
            </p:cNvSpPr>
            <p:nvPr/>
          </p:nvSpPr>
          <p:spPr bwMode="auto">
            <a:xfrm>
              <a:off x="6414032" y="2925446"/>
              <a:ext cx="861775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5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电话网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0" name="Group 108"/>
            <p:cNvGrpSpPr>
              <a:grpSpLocks/>
            </p:cNvGrpSpPr>
            <p:nvPr/>
          </p:nvGrpSpPr>
          <p:grpSpPr bwMode="auto">
            <a:xfrm>
              <a:off x="5202944" y="3432654"/>
              <a:ext cx="343068" cy="483547"/>
              <a:chOff x="1852" y="2562"/>
              <a:chExt cx="355" cy="471"/>
            </a:xfrm>
          </p:grpSpPr>
          <p:sp>
            <p:nvSpPr>
              <p:cNvPr id="514" name="Freeform 109"/>
              <p:cNvSpPr>
                <a:spLocks/>
              </p:cNvSpPr>
              <p:nvPr/>
            </p:nvSpPr>
            <p:spPr bwMode="auto">
              <a:xfrm>
                <a:off x="1852" y="2621"/>
                <a:ext cx="318" cy="412"/>
              </a:xfrm>
              <a:custGeom>
                <a:avLst/>
                <a:gdLst>
                  <a:gd name="T0" fmla="*/ 0 w 318"/>
                  <a:gd name="T1" fmla="*/ 412 h 412"/>
                  <a:gd name="T2" fmla="*/ 3 w 318"/>
                  <a:gd name="T3" fmla="*/ 1 h 412"/>
                  <a:gd name="T4" fmla="*/ 74 w 318"/>
                  <a:gd name="T5" fmla="*/ 0 h 412"/>
                  <a:gd name="T6" fmla="*/ 254 w 318"/>
                  <a:gd name="T7" fmla="*/ 111 h 412"/>
                  <a:gd name="T8" fmla="*/ 318 w 318"/>
                  <a:gd name="T9" fmla="*/ 115 h 412"/>
                  <a:gd name="T10" fmla="*/ 318 w 318"/>
                  <a:gd name="T11" fmla="*/ 308 h 412"/>
                  <a:gd name="T12" fmla="*/ 246 w 318"/>
                  <a:gd name="T13" fmla="*/ 308 h 412"/>
                  <a:gd name="T14" fmla="*/ 74 w 318"/>
                  <a:gd name="T15" fmla="*/ 412 h 412"/>
                  <a:gd name="T16" fmla="*/ 0 w 318"/>
                  <a:gd name="T17" fmla="*/ 412 h 4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18"/>
                  <a:gd name="T28" fmla="*/ 0 h 412"/>
                  <a:gd name="T29" fmla="*/ 318 w 318"/>
                  <a:gd name="T30" fmla="*/ 412 h 4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18" h="412">
                    <a:moveTo>
                      <a:pt x="0" y="412"/>
                    </a:moveTo>
                    <a:lnTo>
                      <a:pt x="3" y="1"/>
                    </a:lnTo>
                    <a:lnTo>
                      <a:pt x="74" y="0"/>
                    </a:lnTo>
                    <a:lnTo>
                      <a:pt x="254" y="111"/>
                    </a:lnTo>
                    <a:lnTo>
                      <a:pt x="318" y="115"/>
                    </a:lnTo>
                    <a:lnTo>
                      <a:pt x="318" y="308"/>
                    </a:lnTo>
                    <a:lnTo>
                      <a:pt x="246" y="308"/>
                    </a:lnTo>
                    <a:lnTo>
                      <a:pt x="74" y="412"/>
                    </a:lnTo>
                    <a:lnTo>
                      <a:pt x="0" y="412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5" name="Freeform 110"/>
              <p:cNvSpPr>
                <a:spLocks/>
              </p:cNvSpPr>
              <p:nvPr/>
            </p:nvSpPr>
            <p:spPr bwMode="auto">
              <a:xfrm>
                <a:off x="1854" y="2562"/>
                <a:ext cx="353" cy="369"/>
              </a:xfrm>
              <a:custGeom>
                <a:avLst/>
                <a:gdLst>
                  <a:gd name="T0" fmla="*/ 0 w 353"/>
                  <a:gd name="T1" fmla="*/ 59 h 369"/>
                  <a:gd name="T2" fmla="*/ 32 w 353"/>
                  <a:gd name="T3" fmla="*/ 0 h 369"/>
                  <a:gd name="T4" fmla="*/ 105 w 353"/>
                  <a:gd name="T5" fmla="*/ 0 h 369"/>
                  <a:gd name="T6" fmla="*/ 276 w 353"/>
                  <a:gd name="T7" fmla="*/ 113 h 369"/>
                  <a:gd name="T8" fmla="*/ 353 w 353"/>
                  <a:gd name="T9" fmla="*/ 113 h 369"/>
                  <a:gd name="T10" fmla="*/ 353 w 353"/>
                  <a:gd name="T11" fmla="*/ 315 h 369"/>
                  <a:gd name="T12" fmla="*/ 318 w 353"/>
                  <a:gd name="T13" fmla="*/ 369 h 369"/>
                  <a:gd name="T14" fmla="*/ 315 w 353"/>
                  <a:gd name="T15" fmla="*/ 173 h 369"/>
                  <a:gd name="T16" fmla="*/ 254 w 353"/>
                  <a:gd name="T17" fmla="*/ 173 h 369"/>
                  <a:gd name="T18" fmla="*/ 75 w 353"/>
                  <a:gd name="T19" fmla="*/ 60 h 369"/>
                  <a:gd name="T20" fmla="*/ 0 w 353"/>
                  <a:gd name="T21" fmla="*/ 59 h 36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3"/>
                  <a:gd name="T34" fmla="*/ 0 h 369"/>
                  <a:gd name="T35" fmla="*/ 353 w 353"/>
                  <a:gd name="T36" fmla="*/ 369 h 36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3" h="369">
                    <a:moveTo>
                      <a:pt x="0" y="59"/>
                    </a:moveTo>
                    <a:lnTo>
                      <a:pt x="32" y="0"/>
                    </a:lnTo>
                    <a:lnTo>
                      <a:pt x="105" y="0"/>
                    </a:lnTo>
                    <a:lnTo>
                      <a:pt x="276" y="113"/>
                    </a:lnTo>
                    <a:lnTo>
                      <a:pt x="353" y="113"/>
                    </a:lnTo>
                    <a:lnTo>
                      <a:pt x="353" y="315"/>
                    </a:lnTo>
                    <a:lnTo>
                      <a:pt x="318" y="369"/>
                    </a:lnTo>
                    <a:lnTo>
                      <a:pt x="315" y="173"/>
                    </a:lnTo>
                    <a:lnTo>
                      <a:pt x="254" y="173"/>
                    </a:lnTo>
                    <a:lnTo>
                      <a:pt x="75" y="60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6" name="Line 111"/>
              <p:cNvSpPr>
                <a:spLocks noChangeShapeType="1"/>
              </p:cNvSpPr>
              <p:nvPr/>
            </p:nvSpPr>
            <p:spPr bwMode="auto">
              <a:xfrm flipH="1">
                <a:off x="2167" y="2674"/>
                <a:ext cx="34" cy="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7" name="Line 112"/>
              <p:cNvSpPr>
                <a:spLocks noChangeShapeType="1"/>
              </p:cNvSpPr>
              <p:nvPr/>
            </p:nvSpPr>
            <p:spPr bwMode="auto">
              <a:xfrm>
                <a:off x="1880" y="2830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8" name="Freeform 113"/>
              <p:cNvSpPr>
                <a:spLocks/>
              </p:cNvSpPr>
              <p:nvPr/>
            </p:nvSpPr>
            <p:spPr bwMode="auto">
              <a:xfrm>
                <a:off x="1874" y="2670"/>
                <a:ext cx="264" cy="105"/>
              </a:xfrm>
              <a:custGeom>
                <a:avLst/>
                <a:gdLst>
                  <a:gd name="T0" fmla="*/ 0 w 264"/>
                  <a:gd name="T1" fmla="*/ 0 h 105"/>
                  <a:gd name="T2" fmla="*/ 52 w 264"/>
                  <a:gd name="T3" fmla="*/ 0 h 105"/>
                  <a:gd name="T4" fmla="*/ 207 w 264"/>
                  <a:gd name="T5" fmla="*/ 105 h 105"/>
                  <a:gd name="T6" fmla="*/ 264 w 264"/>
                  <a:gd name="T7" fmla="*/ 105 h 10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4"/>
                  <a:gd name="T13" fmla="*/ 0 h 105"/>
                  <a:gd name="T14" fmla="*/ 264 w 264"/>
                  <a:gd name="T15" fmla="*/ 105 h 10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4" h="105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9" name="Freeform 114"/>
              <p:cNvSpPr>
                <a:spLocks/>
              </p:cNvSpPr>
              <p:nvPr/>
            </p:nvSpPr>
            <p:spPr bwMode="auto">
              <a:xfrm flipV="1">
                <a:off x="1874" y="2884"/>
                <a:ext cx="264" cy="105"/>
              </a:xfrm>
              <a:custGeom>
                <a:avLst/>
                <a:gdLst>
                  <a:gd name="T0" fmla="*/ 0 w 264"/>
                  <a:gd name="T1" fmla="*/ 0 h 105"/>
                  <a:gd name="T2" fmla="*/ 52 w 264"/>
                  <a:gd name="T3" fmla="*/ 0 h 105"/>
                  <a:gd name="T4" fmla="*/ 207 w 264"/>
                  <a:gd name="T5" fmla="*/ 105 h 105"/>
                  <a:gd name="T6" fmla="*/ 264 w 264"/>
                  <a:gd name="T7" fmla="*/ 105 h 10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4"/>
                  <a:gd name="T13" fmla="*/ 0 h 105"/>
                  <a:gd name="T14" fmla="*/ 264 w 264"/>
                  <a:gd name="T15" fmla="*/ 105 h 10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4" h="105">
                    <a:moveTo>
                      <a:pt x="0" y="0"/>
                    </a:moveTo>
                    <a:lnTo>
                      <a:pt x="52" y="0"/>
                    </a:lnTo>
                    <a:lnTo>
                      <a:pt x="207" y="105"/>
                    </a:lnTo>
                    <a:lnTo>
                      <a:pt x="264" y="10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1" name="Text Box 115"/>
            <p:cNvSpPr txBox="1">
              <a:spLocks noChangeArrowheads="1"/>
            </p:cNvSpPr>
            <p:nvPr/>
          </p:nvSpPr>
          <p:spPr bwMode="auto">
            <a:xfrm>
              <a:off x="4669655" y="3939861"/>
              <a:ext cx="11203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DSLAM</a:t>
              </a:r>
            </a:p>
          </p:txBody>
        </p:sp>
        <p:grpSp>
          <p:nvGrpSpPr>
            <p:cNvPr id="482" name="Group 118"/>
            <p:cNvGrpSpPr>
              <a:grpSpLocks/>
            </p:cNvGrpSpPr>
            <p:nvPr/>
          </p:nvGrpSpPr>
          <p:grpSpPr bwMode="auto">
            <a:xfrm>
              <a:off x="4030305" y="2595689"/>
              <a:ext cx="742327" cy="786690"/>
              <a:chOff x="1671" y="1744"/>
              <a:chExt cx="502" cy="532"/>
            </a:xfrm>
          </p:grpSpPr>
          <p:sp>
            <p:nvSpPr>
              <p:cNvPr id="512" name="Rectangle 116"/>
              <p:cNvSpPr>
                <a:spLocks noChangeArrowheads="1"/>
              </p:cNvSpPr>
              <p:nvPr/>
            </p:nvSpPr>
            <p:spPr bwMode="auto">
              <a:xfrm>
                <a:off x="1742" y="1966"/>
                <a:ext cx="360" cy="310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3" name="AutoShape 117"/>
              <p:cNvSpPr>
                <a:spLocks noChangeArrowheads="1"/>
              </p:cNvSpPr>
              <p:nvPr/>
            </p:nvSpPr>
            <p:spPr bwMode="auto">
              <a:xfrm>
                <a:off x="1671" y="1744"/>
                <a:ext cx="502" cy="246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3" name="Freeform 119"/>
            <p:cNvSpPr>
              <a:spLocks/>
            </p:cNvSpPr>
            <p:nvPr/>
          </p:nvSpPr>
          <p:spPr bwMode="auto">
            <a:xfrm>
              <a:off x="4592226" y="3317313"/>
              <a:ext cx="628464" cy="223289"/>
            </a:xfrm>
            <a:custGeom>
              <a:avLst/>
              <a:gdLst>
                <a:gd name="T0" fmla="*/ 0 w 425"/>
                <a:gd name="T1" fmla="*/ 0 h 151"/>
                <a:gd name="T2" fmla="*/ 0 w 425"/>
                <a:gd name="T3" fmla="*/ 2147483647 h 151"/>
                <a:gd name="T4" fmla="*/ 2147483647 w 425"/>
                <a:gd name="T5" fmla="*/ 2147483647 h 151"/>
                <a:gd name="T6" fmla="*/ 0 60000 65536"/>
                <a:gd name="T7" fmla="*/ 0 60000 65536"/>
                <a:gd name="T8" fmla="*/ 0 60000 65536"/>
                <a:gd name="T9" fmla="*/ 0 w 425"/>
                <a:gd name="T10" fmla="*/ 0 h 151"/>
                <a:gd name="T11" fmla="*/ 425 w 425"/>
                <a:gd name="T12" fmla="*/ 151 h 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" h="151">
                  <a:moveTo>
                    <a:pt x="0" y="0"/>
                  </a:moveTo>
                  <a:lnTo>
                    <a:pt x="0" y="151"/>
                  </a:lnTo>
                  <a:lnTo>
                    <a:pt x="425" y="151"/>
                  </a:lnTo>
                </a:path>
              </a:pathLst>
            </a:cu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4" name="Line 120"/>
            <p:cNvSpPr>
              <a:spLocks noChangeShapeType="1"/>
            </p:cNvSpPr>
            <p:nvPr/>
          </p:nvSpPr>
          <p:spPr bwMode="auto">
            <a:xfrm>
              <a:off x="5550449" y="3657423"/>
              <a:ext cx="3519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5" name="Freeform 123"/>
            <p:cNvSpPr>
              <a:spLocks/>
            </p:cNvSpPr>
            <p:nvPr/>
          </p:nvSpPr>
          <p:spPr bwMode="auto">
            <a:xfrm>
              <a:off x="5550449" y="3721008"/>
              <a:ext cx="431792" cy="940478"/>
            </a:xfrm>
            <a:custGeom>
              <a:avLst/>
              <a:gdLst>
                <a:gd name="T0" fmla="*/ 0 w 292"/>
                <a:gd name="T1" fmla="*/ 0 h 636"/>
                <a:gd name="T2" fmla="*/ 2147483647 w 292"/>
                <a:gd name="T3" fmla="*/ 0 h 636"/>
                <a:gd name="T4" fmla="*/ 2147483647 w 292"/>
                <a:gd name="T5" fmla="*/ 2147483647 h 636"/>
                <a:gd name="T6" fmla="*/ 2147483647 w 292"/>
                <a:gd name="T7" fmla="*/ 2147483647 h 6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"/>
                <a:gd name="T13" fmla="*/ 0 h 636"/>
                <a:gd name="T14" fmla="*/ 292 w 292"/>
                <a:gd name="T15" fmla="*/ 636 h 6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" h="636">
                  <a:moveTo>
                    <a:pt x="0" y="0"/>
                  </a:moveTo>
                  <a:lnTo>
                    <a:pt x="130" y="0"/>
                  </a:lnTo>
                  <a:lnTo>
                    <a:pt x="130" y="636"/>
                  </a:lnTo>
                  <a:lnTo>
                    <a:pt x="292" y="6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86" name="Group 135"/>
            <p:cNvGrpSpPr>
              <a:grpSpLocks/>
            </p:cNvGrpSpPr>
            <p:nvPr/>
          </p:nvGrpSpPr>
          <p:grpSpPr bwMode="auto">
            <a:xfrm>
              <a:off x="1056560" y="3774243"/>
              <a:ext cx="3451377" cy="1585209"/>
              <a:chOff x="120" y="1538"/>
              <a:chExt cx="2334" cy="1072"/>
            </a:xfrm>
          </p:grpSpPr>
          <p:sp>
            <p:nvSpPr>
              <p:cNvPr id="510" name="Text Box 124"/>
              <p:cNvSpPr txBox="1">
                <a:spLocks noChangeArrowheads="1"/>
              </p:cNvSpPr>
              <p:nvPr/>
            </p:nvSpPr>
            <p:spPr bwMode="auto">
              <a:xfrm>
                <a:off x="120" y="2102"/>
                <a:ext cx="2179" cy="5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r">
                  <a:lnSpc>
                    <a:spcPct val="85000"/>
                  </a:lnSpc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voice, data transmitted</a:t>
                </a:r>
              </a:p>
              <a:p>
                <a:pPr algn="r">
                  <a:lnSpc>
                    <a:spcPct val="85000"/>
                  </a:lnSpc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at different frequencies over</a:t>
                </a:r>
              </a:p>
              <a:p>
                <a:pPr algn="r">
                  <a:lnSpc>
                    <a:spcPct val="85000"/>
                  </a:lnSpc>
                </a:pPr>
                <a:r>
                  <a:rPr lang="en-US" altLang="zh-CN" sz="1200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dedicated </a:t>
                </a: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line to central office</a:t>
                </a:r>
              </a:p>
            </p:txBody>
          </p:sp>
          <p:sp>
            <p:nvSpPr>
              <p:cNvPr id="511" name="Line 125"/>
              <p:cNvSpPr>
                <a:spLocks noChangeShapeType="1"/>
              </p:cNvSpPr>
              <p:nvPr/>
            </p:nvSpPr>
            <p:spPr bwMode="auto">
              <a:xfrm flipV="1">
                <a:off x="2093" y="1538"/>
                <a:ext cx="361" cy="58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7" name="Rectangle 90"/>
            <p:cNvSpPr>
              <a:spLocks noChangeArrowheads="1"/>
            </p:cNvSpPr>
            <p:nvPr/>
          </p:nvSpPr>
          <p:spPr bwMode="auto">
            <a:xfrm>
              <a:off x="2032527" y="3190141"/>
              <a:ext cx="1842509" cy="1299811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8" name="Line 7"/>
            <p:cNvSpPr>
              <a:spLocks noChangeShapeType="1"/>
            </p:cNvSpPr>
            <p:nvPr/>
          </p:nvSpPr>
          <p:spPr bwMode="auto">
            <a:xfrm flipV="1">
              <a:off x="2485022" y="3703263"/>
              <a:ext cx="340110" cy="14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9" name="Text Box 39"/>
            <p:cNvSpPr txBox="1">
              <a:spLocks noChangeArrowheads="1"/>
            </p:cNvSpPr>
            <p:nvPr/>
          </p:nvSpPr>
          <p:spPr bwMode="auto">
            <a:xfrm>
              <a:off x="2632222" y="3802338"/>
              <a:ext cx="915208" cy="467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DSL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modem</a:t>
              </a:r>
            </a:p>
          </p:txBody>
        </p:sp>
        <p:sp>
          <p:nvSpPr>
            <p:cNvPr id="490" name="Text Box 41"/>
            <p:cNvSpPr txBox="1">
              <a:spLocks noChangeArrowheads="1"/>
            </p:cNvSpPr>
            <p:nvPr/>
          </p:nvSpPr>
          <p:spPr bwMode="auto">
            <a:xfrm>
              <a:off x="3456192" y="3854148"/>
              <a:ext cx="784832" cy="295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分配器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1" name="Group 94"/>
            <p:cNvGrpSpPr>
              <a:grpSpLocks/>
            </p:cNvGrpSpPr>
            <p:nvPr/>
          </p:nvGrpSpPr>
          <p:grpSpPr bwMode="auto">
            <a:xfrm>
              <a:off x="2816259" y="3598273"/>
              <a:ext cx="572273" cy="205544"/>
              <a:chOff x="322" y="890"/>
              <a:chExt cx="872" cy="339"/>
            </a:xfrm>
          </p:grpSpPr>
          <p:sp>
            <p:nvSpPr>
              <p:cNvPr id="504" name="Rectangle 95"/>
              <p:cNvSpPr>
                <a:spLocks noChangeArrowheads="1"/>
              </p:cNvSpPr>
              <p:nvPr/>
            </p:nvSpPr>
            <p:spPr bwMode="auto">
              <a:xfrm>
                <a:off x="322" y="1005"/>
                <a:ext cx="872" cy="22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5" name="Rectangle 96"/>
              <p:cNvSpPr>
                <a:spLocks noChangeArrowheads="1"/>
              </p:cNvSpPr>
              <p:nvPr/>
            </p:nvSpPr>
            <p:spPr bwMode="auto">
              <a:xfrm>
                <a:off x="394" y="1073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6" name="Rectangle 97"/>
              <p:cNvSpPr>
                <a:spLocks noChangeArrowheads="1"/>
              </p:cNvSpPr>
              <p:nvPr/>
            </p:nvSpPr>
            <p:spPr bwMode="auto">
              <a:xfrm>
                <a:off x="466" y="1073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7" name="Rectangle 98"/>
              <p:cNvSpPr>
                <a:spLocks noChangeArrowheads="1"/>
              </p:cNvSpPr>
              <p:nvPr/>
            </p:nvSpPr>
            <p:spPr bwMode="auto"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8" name="Rectangle 99"/>
              <p:cNvSpPr>
                <a:spLocks noChangeArrowheads="1"/>
              </p:cNvSpPr>
              <p:nvPr/>
            </p:nvSpPr>
            <p:spPr bwMode="auto"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9" name="AutoShape 100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92" name="AutoShape 102"/>
            <p:cNvSpPr>
              <a:spLocks noChangeArrowheads="1"/>
            </p:cNvSpPr>
            <p:nvPr/>
          </p:nvSpPr>
          <p:spPr bwMode="auto">
            <a:xfrm>
              <a:off x="1769312" y="2807147"/>
              <a:ext cx="2327536" cy="436229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3" name="Rectangle 103"/>
            <p:cNvSpPr>
              <a:spLocks noChangeArrowheads="1"/>
            </p:cNvSpPr>
            <p:nvPr/>
          </p:nvSpPr>
          <p:spPr bwMode="auto">
            <a:xfrm>
              <a:off x="3611821" y="3645593"/>
              <a:ext cx="155268" cy="134565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4" name="Freeform 104"/>
            <p:cNvSpPr>
              <a:spLocks/>
            </p:cNvSpPr>
            <p:nvPr/>
          </p:nvSpPr>
          <p:spPr bwMode="auto">
            <a:xfrm>
              <a:off x="3123837" y="3231546"/>
              <a:ext cx="563400" cy="405175"/>
            </a:xfrm>
            <a:custGeom>
              <a:avLst/>
              <a:gdLst>
                <a:gd name="T0" fmla="*/ 2147483647 w 381"/>
                <a:gd name="T1" fmla="*/ 2147483647 h 274"/>
                <a:gd name="T2" fmla="*/ 2147483647 w 381"/>
                <a:gd name="T3" fmla="*/ 2147483647 h 274"/>
                <a:gd name="T4" fmla="*/ 0 w 381"/>
                <a:gd name="T5" fmla="*/ 0 h 274"/>
                <a:gd name="T6" fmla="*/ 0 60000 65536"/>
                <a:gd name="T7" fmla="*/ 0 60000 65536"/>
                <a:gd name="T8" fmla="*/ 0 60000 65536"/>
                <a:gd name="T9" fmla="*/ 0 w 381"/>
                <a:gd name="T10" fmla="*/ 0 h 274"/>
                <a:gd name="T11" fmla="*/ 381 w 381"/>
                <a:gd name="T12" fmla="*/ 274 h 2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" h="274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95" name="Object 3"/>
            <p:cNvGraphicFramePr>
              <a:graphicFrameLocks noChangeAspect="1"/>
            </p:cNvGraphicFramePr>
            <p:nvPr/>
          </p:nvGraphicFramePr>
          <p:xfrm>
            <a:off x="2807387" y="3042267"/>
            <a:ext cx="456931" cy="344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4" name="Clip" r:id="rId4" imgW="681706" imgH="480401" progId="">
                    <p:embed/>
                  </p:oleObj>
                </mc:Choice>
                <mc:Fallback>
                  <p:oleObj name="Clip" r:id="rId4" imgW="681706" imgH="480401" progId="">
                    <p:embed/>
                    <p:pic>
                      <p:nvPicPr>
                        <p:cNvPr id="495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7387" y="3042267"/>
                          <a:ext cx="456931" cy="344546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6" name="Line 130"/>
            <p:cNvSpPr>
              <a:spLocks noChangeShapeType="1"/>
            </p:cNvSpPr>
            <p:nvPr/>
          </p:nvSpPr>
          <p:spPr bwMode="auto">
            <a:xfrm flipH="1">
              <a:off x="3391489" y="3703263"/>
              <a:ext cx="223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7" name="AutoShape 131"/>
            <p:cNvSpPr>
              <a:spLocks noChangeArrowheads="1"/>
            </p:cNvSpPr>
            <p:nvPr/>
          </p:nvSpPr>
          <p:spPr bwMode="auto">
            <a:xfrm>
              <a:off x="5019581" y="3086629"/>
              <a:ext cx="1123842" cy="243992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98" name="Group 136"/>
            <p:cNvGrpSpPr>
              <a:grpSpLocks/>
            </p:cNvGrpSpPr>
            <p:nvPr/>
          </p:nvGrpSpPr>
          <p:grpSpPr bwMode="auto">
            <a:xfrm>
              <a:off x="4296478" y="4170544"/>
              <a:ext cx="1271716" cy="1165246"/>
              <a:chOff x="2311" y="1806"/>
              <a:chExt cx="860" cy="788"/>
            </a:xfrm>
          </p:grpSpPr>
          <p:sp>
            <p:nvSpPr>
              <p:cNvPr id="502" name="Line 132"/>
              <p:cNvSpPr>
                <a:spLocks noChangeShapeType="1"/>
              </p:cNvSpPr>
              <p:nvPr/>
            </p:nvSpPr>
            <p:spPr bwMode="auto">
              <a:xfrm flipV="1">
                <a:off x="2671" y="1806"/>
                <a:ext cx="268" cy="43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3" name="Text Box 133"/>
              <p:cNvSpPr txBox="1">
                <a:spLocks noChangeArrowheads="1"/>
              </p:cNvSpPr>
              <p:nvPr/>
            </p:nvSpPr>
            <p:spPr bwMode="auto">
              <a:xfrm>
                <a:off x="2311" y="2226"/>
                <a:ext cx="860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85000"/>
                  </a:lnSpc>
                </a:pPr>
                <a:r>
                  <a: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2"/>
                  </a:rPr>
                  <a:t>DSL</a:t>
                </a:r>
              </a:p>
              <a:p>
                <a:pPr algn="ctr">
                  <a:lnSpc>
                    <a:spcPct val="85000"/>
                  </a:lnSpc>
                </a:pP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 Unicode MS" panose="020B0604020202020204" pitchFamily="34" charset="-122"/>
                  </a:rPr>
                  <a:t>接入复用器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499" name="Group 141"/>
            <p:cNvGrpSpPr>
              <a:grpSpLocks/>
            </p:cNvGrpSpPr>
            <p:nvPr/>
          </p:nvGrpSpPr>
          <p:grpSpPr bwMode="auto">
            <a:xfrm>
              <a:off x="1943803" y="3403080"/>
              <a:ext cx="598890" cy="600368"/>
              <a:chOff x="-44" y="1473"/>
              <a:chExt cx="981" cy="1105"/>
            </a:xfrm>
          </p:grpSpPr>
          <p:pic>
            <p:nvPicPr>
              <p:cNvPr id="500" name="Picture 142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1" name="Freeform 143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66" name="Text Box 45"/>
            <p:cNvSpPr txBox="1">
              <a:spLocks noChangeArrowheads="1"/>
            </p:cNvSpPr>
            <p:nvPr/>
          </p:nvSpPr>
          <p:spPr bwMode="auto">
            <a:xfrm>
              <a:off x="2384468" y="2751065"/>
              <a:ext cx="1302771" cy="32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家庭电话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7" name="Text Box 45"/>
            <p:cNvSpPr txBox="1">
              <a:spLocks noChangeArrowheads="1"/>
            </p:cNvSpPr>
            <p:nvPr/>
          </p:nvSpPr>
          <p:spPr bwMode="auto">
            <a:xfrm>
              <a:off x="1519469" y="3983542"/>
              <a:ext cx="1302770" cy="320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家庭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PC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599907" y="4322264"/>
            <a:ext cx="4420366" cy="28854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1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使用现有的电话线路连接到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DSL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中心局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24268" y="1680015"/>
            <a:ext cx="3127779" cy="300082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135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以电话线路为传输介质的传输技术组合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灯片编号占位符 2">
            <a:extLst>
              <a:ext uri="{FF2B5EF4-FFF2-40B4-BE49-F238E27FC236}">
                <a16:creationId xmlns:a16="http://schemas.microsoft.com/office/drawing/2014/main" id="{5E58DD7A-CF32-40B2-82BC-FCA4CD9E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AutoShape 5">
            <a:extLst>
              <a:ext uri="{FF2B5EF4-FFF2-40B4-BE49-F238E27FC236}">
                <a16:creationId xmlns:a16="http://schemas.microsoft.com/office/drawing/2014/main" id="{41E9EA4D-6E9A-44A9-A8F7-E52EC5404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E9F3070A-F269-4037-8518-BBC0833FD223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3789846484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565" name="Rectangle 9"/>
          <p:cNvSpPr>
            <a:spLocks noChangeArrowheads="1"/>
          </p:cNvSpPr>
          <p:nvPr/>
        </p:nvSpPr>
        <p:spPr bwMode="auto">
          <a:xfrm>
            <a:off x="1080000" y="1440000"/>
            <a:ext cx="1396215" cy="285176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电缆因特网接入</a:t>
            </a:r>
          </a:p>
        </p:txBody>
      </p:sp>
      <p:grpSp>
        <p:nvGrpSpPr>
          <p:cNvPr id="224" name="Group 37"/>
          <p:cNvGrpSpPr>
            <a:grpSpLocks/>
          </p:cNvGrpSpPr>
          <p:nvPr/>
        </p:nvGrpSpPr>
        <p:grpSpPr bwMode="auto">
          <a:xfrm>
            <a:off x="5161862" y="3137916"/>
            <a:ext cx="1532334" cy="719138"/>
            <a:chOff x="2505" y="826"/>
            <a:chExt cx="1287" cy="604"/>
          </a:xfrm>
        </p:grpSpPr>
        <p:sp>
          <p:nvSpPr>
            <p:cNvPr id="225" name="Line 38"/>
            <p:cNvSpPr>
              <a:spLocks noChangeShapeType="1"/>
            </p:cNvSpPr>
            <p:nvPr/>
          </p:nvSpPr>
          <p:spPr bwMode="auto">
            <a:xfrm flipH="1">
              <a:off x="2505" y="1115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6" name="Freeform 39"/>
            <p:cNvSpPr>
              <a:spLocks/>
            </p:cNvSpPr>
            <p:nvPr/>
          </p:nvSpPr>
          <p:spPr bwMode="auto">
            <a:xfrm>
              <a:off x="2548" y="826"/>
              <a:ext cx="562" cy="266"/>
            </a:xfrm>
            <a:custGeom>
              <a:avLst/>
              <a:gdLst>
                <a:gd name="T0" fmla="*/ 4 w 562"/>
                <a:gd name="T1" fmla="*/ 264 h 266"/>
                <a:gd name="T2" fmla="*/ 52 w 562"/>
                <a:gd name="T3" fmla="*/ 6 h 266"/>
                <a:gd name="T4" fmla="*/ 108 w 562"/>
                <a:gd name="T5" fmla="*/ 266 h 266"/>
                <a:gd name="T6" fmla="*/ 174 w 562"/>
                <a:gd name="T7" fmla="*/ 0 h 266"/>
                <a:gd name="T8" fmla="*/ 228 w 562"/>
                <a:gd name="T9" fmla="*/ 264 h 266"/>
                <a:gd name="T10" fmla="*/ 288 w 562"/>
                <a:gd name="T11" fmla="*/ 8 h 266"/>
                <a:gd name="T12" fmla="*/ 354 w 562"/>
                <a:gd name="T13" fmla="*/ 266 h 266"/>
                <a:gd name="T14" fmla="*/ 402 w 562"/>
                <a:gd name="T15" fmla="*/ 8 h 266"/>
                <a:gd name="T16" fmla="*/ 464 w 562"/>
                <a:gd name="T17" fmla="*/ 264 h 266"/>
                <a:gd name="T18" fmla="*/ 506 w 562"/>
                <a:gd name="T19" fmla="*/ 6 h 266"/>
                <a:gd name="T20" fmla="*/ 556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7" name="Freeform 40"/>
            <p:cNvSpPr>
              <a:spLocks/>
            </p:cNvSpPr>
            <p:nvPr/>
          </p:nvSpPr>
          <p:spPr bwMode="auto">
            <a:xfrm>
              <a:off x="3523" y="830"/>
              <a:ext cx="269" cy="266"/>
            </a:xfrm>
            <a:custGeom>
              <a:avLst/>
              <a:gdLst>
                <a:gd name="T0" fmla="*/ 0 w 562"/>
                <a:gd name="T1" fmla="*/ 264 h 266"/>
                <a:gd name="T2" fmla="*/ 0 w 562"/>
                <a:gd name="T3" fmla="*/ 6 h 266"/>
                <a:gd name="T4" fmla="*/ 0 w 562"/>
                <a:gd name="T5" fmla="*/ 266 h 266"/>
                <a:gd name="T6" fmla="*/ 0 w 562"/>
                <a:gd name="T7" fmla="*/ 0 h 266"/>
                <a:gd name="T8" fmla="*/ 0 w 562"/>
                <a:gd name="T9" fmla="*/ 264 h 266"/>
                <a:gd name="T10" fmla="*/ 0 w 562"/>
                <a:gd name="T11" fmla="*/ 8 h 266"/>
                <a:gd name="T12" fmla="*/ 0 w 562"/>
                <a:gd name="T13" fmla="*/ 266 h 266"/>
                <a:gd name="T14" fmla="*/ 0 w 562"/>
                <a:gd name="T15" fmla="*/ 8 h 266"/>
                <a:gd name="T16" fmla="*/ 0 w 562"/>
                <a:gd name="T17" fmla="*/ 264 h 266"/>
                <a:gd name="T18" fmla="*/ 0 w 562"/>
                <a:gd name="T19" fmla="*/ 6 h 266"/>
                <a:gd name="T20" fmla="*/ 0 w 562"/>
                <a:gd name="T21" fmla="*/ 266 h 2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62"/>
                <a:gd name="T34" fmla="*/ 0 h 266"/>
                <a:gd name="T35" fmla="*/ 562 w 562"/>
                <a:gd name="T36" fmla="*/ 266 h 26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62" h="266">
                  <a:moveTo>
                    <a:pt x="4" y="264"/>
                  </a:moveTo>
                  <a:cubicBezTo>
                    <a:pt x="4" y="212"/>
                    <a:pt x="0" y="4"/>
                    <a:pt x="52" y="6"/>
                  </a:cubicBezTo>
                  <a:cubicBezTo>
                    <a:pt x="106" y="4"/>
                    <a:pt x="58" y="266"/>
                    <a:pt x="108" y="266"/>
                  </a:cubicBezTo>
                  <a:cubicBezTo>
                    <a:pt x="158" y="266"/>
                    <a:pt x="126" y="0"/>
                    <a:pt x="174" y="0"/>
                  </a:cubicBezTo>
                  <a:cubicBezTo>
                    <a:pt x="222" y="0"/>
                    <a:pt x="184" y="266"/>
                    <a:pt x="228" y="264"/>
                  </a:cubicBezTo>
                  <a:cubicBezTo>
                    <a:pt x="272" y="262"/>
                    <a:pt x="244" y="8"/>
                    <a:pt x="288" y="8"/>
                  </a:cubicBezTo>
                  <a:cubicBezTo>
                    <a:pt x="332" y="8"/>
                    <a:pt x="304" y="266"/>
                    <a:pt x="354" y="266"/>
                  </a:cubicBezTo>
                  <a:cubicBezTo>
                    <a:pt x="404" y="266"/>
                    <a:pt x="336" y="8"/>
                    <a:pt x="402" y="8"/>
                  </a:cubicBezTo>
                  <a:cubicBezTo>
                    <a:pt x="468" y="8"/>
                    <a:pt x="416" y="266"/>
                    <a:pt x="464" y="264"/>
                  </a:cubicBezTo>
                  <a:cubicBezTo>
                    <a:pt x="512" y="262"/>
                    <a:pt x="450" y="4"/>
                    <a:pt x="506" y="6"/>
                  </a:cubicBezTo>
                  <a:cubicBezTo>
                    <a:pt x="562" y="8"/>
                    <a:pt x="546" y="192"/>
                    <a:pt x="556" y="26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8" name="Line 41"/>
            <p:cNvSpPr>
              <a:spLocks noChangeShapeType="1"/>
            </p:cNvSpPr>
            <p:nvPr/>
          </p:nvSpPr>
          <p:spPr bwMode="auto">
            <a:xfrm flipH="1">
              <a:off x="3433" y="1137"/>
              <a:ext cx="128" cy="2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29" name="Group 42"/>
          <p:cNvGrpSpPr>
            <a:grpSpLocks/>
          </p:cNvGrpSpPr>
          <p:nvPr/>
        </p:nvGrpSpPr>
        <p:grpSpPr bwMode="auto">
          <a:xfrm>
            <a:off x="4629653" y="3255788"/>
            <a:ext cx="2289572" cy="1610916"/>
            <a:chOff x="2606" y="951"/>
            <a:chExt cx="1923" cy="1353"/>
          </a:xfrm>
        </p:grpSpPr>
        <p:sp>
          <p:nvSpPr>
            <p:cNvPr id="230" name="Text Box 43"/>
            <p:cNvSpPr txBox="1">
              <a:spLocks noChangeArrowheads="1"/>
            </p:cNvSpPr>
            <p:nvPr/>
          </p:nvSpPr>
          <p:spPr bwMode="auto">
            <a:xfrm>
              <a:off x="3357" y="2071"/>
              <a:ext cx="6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200"/>
                <a:t>Channels</a:t>
              </a:r>
            </a:p>
          </p:txBody>
        </p:sp>
        <p:sp>
          <p:nvSpPr>
            <p:cNvPr id="231" name="Line 44"/>
            <p:cNvSpPr>
              <a:spLocks noChangeShapeType="1"/>
            </p:cNvSpPr>
            <p:nvPr/>
          </p:nvSpPr>
          <p:spPr bwMode="auto">
            <a:xfrm>
              <a:off x="2994" y="951"/>
              <a:ext cx="0" cy="9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2" name="Line 45"/>
            <p:cNvSpPr>
              <a:spLocks noChangeShapeType="1"/>
            </p:cNvSpPr>
            <p:nvPr/>
          </p:nvSpPr>
          <p:spPr bwMode="auto">
            <a:xfrm flipV="1">
              <a:off x="2988" y="1935"/>
              <a:ext cx="14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3" name="Text Box 46"/>
            <p:cNvSpPr txBox="1">
              <a:spLocks noChangeArrowheads="1"/>
            </p:cNvSpPr>
            <p:nvPr/>
          </p:nvSpPr>
          <p:spPr bwMode="auto">
            <a:xfrm>
              <a:off x="2958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V</a:t>
              </a:r>
            </a:p>
            <a:p>
              <a:pPr algn="ctr" eaLnBrk="1" hangingPunct="1"/>
              <a:r>
                <a:rPr lang="en-US" altLang="zh-CN" sz="750"/>
                <a:t>I</a:t>
              </a:r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E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</p:txBody>
        </p:sp>
        <p:sp>
          <p:nvSpPr>
            <p:cNvPr id="234" name="Line 47"/>
            <p:cNvSpPr>
              <a:spLocks noChangeShapeType="1"/>
            </p:cNvSpPr>
            <p:nvPr/>
          </p:nvSpPr>
          <p:spPr bwMode="auto">
            <a:xfrm>
              <a:off x="3150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35" name="Text Box 48"/>
            <p:cNvSpPr txBox="1">
              <a:spLocks noChangeArrowheads="1"/>
            </p:cNvSpPr>
            <p:nvPr/>
          </p:nvSpPr>
          <p:spPr bwMode="auto">
            <a:xfrm>
              <a:off x="3132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 dirty="0"/>
                <a:t>V</a:t>
              </a:r>
            </a:p>
            <a:p>
              <a:pPr algn="ctr" eaLnBrk="1" hangingPunct="1"/>
              <a:r>
                <a:rPr lang="en-US" altLang="zh-CN" sz="750" dirty="0"/>
                <a:t>I</a:t>
              </a:r>
            </a:p>
            <a:p>
              <a:pPr algn="ctr" eaLnBrk="1" hangingPunct="1"/>
              <a:r>
                <a:rPr lang="en-US" altLang="zh-CN" sz="750" dirty="0"/>
                <a:t>D</a:t>
              </a:r>
            </a:p>
            <a:p>
              <a:pPr algn="ctr" eaLnBrk="1" hangingPunct="1"/>
              <a:r>
                <a:rPr lang="en-US" altLang="zh-CN" sz="750" dirty="0"/>
                <a:t>E</a:t>
              </a:r>
            </a:p>
            <a:p>
              <a:pPr algn="ctr" eaLnBrk="1" hangingPunct="1"/>
              <a:r>
                <a:rPr lang="en-US" altLang="zh-CN" sz="750" dirty="0"/>
                <a:t>O</a:t>
              </a:r>
            </a:p>
          </p:txBody>
        </p:sp>
        <p:sp>
          <p:nvSpPr>
            <p:cNvPr id="236" name="Text Box 49"/>
            <p:cNvSpPr txBox="1">
              <a:spLocks noChangeArrowheads="1"/>
            </p:cNvSpPr>
            <p:nvPr/>
          </p:nvSpPr>
          <p:spPr bwMode="auto">
            <a:xfrm>
              <a:off x="3318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V</a:t>
              </a:r>
            </a:p>
            <a:p>
              <a:pPr algn="ctr" eaLnBrk="1" hangingPunct="1"/>
              <a:r>
                <a:rPr lang="en-US" altLang="zh-CN" sz="750"/>
                <a:t>I</a:t>
              </a:r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E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</p:txBody>
        </p:sp>
        <p:sp>
          <p:nvSpPr>
            <p:cNvPr id="237" name="Text Box 50"/>
            <p:cNvSpPr txBox="1">
              <a:spLocks noChangeArrowheads="1"/>
            </p:cNvSpPr>
            <p:nvPr/>
          </p:nvSpPr>
          <p:spPr bwMode="auto">
            <a:xfrm>
              <a:off x="3504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V</a:t>
              </a:r>
            </a:p>
            <a:p>
              <a:pPr algn="ctr" eaLnBrk="1" hangingPunct="1"/>
              <a:r>
                <a:rPr lang="en-US" altLang="zh-CN" sz="750"/>
                <a:t>I</a:t>
              </a:r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E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</p:txBody>
        </p:sp>
        <p:sp>
          <p:nvSpPr>
            <p:cNvPr id="238" name="Text Box 51"/>
            <p:cNvSpPr txBox="1">
              <a:spLocks noChangeArrowheads="1"/>
            </p:cNvSpPr>
            <p:nvPr/>
          </p:nvSpPr>
          <p:spPr bwMode="auto">
            <a:xfrm>
              <a:off x="3690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V</a:t>
              </a:r>
            </a:p>
            <a:p>
              <a:pPr algn="ctr" eaLnBrk="1" hangingPunct="1"/>
              <a:r>
                <a:rPr lang="en-US" altLang="zh-CN" sz="750"/>
                <a:t>I</a:t>
              </a:r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E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</p:txBody>
        </p:sp>
        <p:sp>
          <p:nvSpPr>
            <p:cNvPr id="239" name="Text Box 52"/>
            <p:cNvSpPr txBox="1">
              <a:spLocks noChangeArrowheads="1"/>
            </p:cNvSpPr>
            <p:nvPr/>
          </p:nvSpPr>
          <p:spPr bwMode="auto">
            <a:xfrm>
              <a:off x="3876" y="1408"/>
              <a:ext cx="218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V</a:t>
              </a:r>
            </a:p>
            <a:p>
              <a:pPr algn="ctr" eaLnBrk="1" hangingPunct="1"/>
              <a:r>
                <a:rPr lang="en-US" altLang="zh-CN" sz="750"/>
                <a:t>I</a:t>
              </a:r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E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</p:txBody>
        </p:sp>
        <p:sp>
          <p:nvSpPr>
            <p:cNvPr id="240" name="Text Box 53"/>
            <p:cNvSpPr txBox="1">
              <a:spLocks noChangeArrowheads="1"/>
            </p:cNvSpPr>
            <p:nvPr/>
          </p:nvSpPr>
          <p:spPr bwMode="auto">
            <a:xfrm>
              <a:off x="4039" y="1402"/>
              <a:ext cx="2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zh-CN" sz="750"/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A</a:t>
              </a:r>
            </a:p>
            <a:p>
              <a:pPr algn="ctr" eaLnBrk="1" hangingPunct="1"/>
              <a:r>
                <a:rPr lang="en-US" altLang="zh-CN" sz="750"/>
                <a:t>T</a:t>
              </a:r>
            </a:p>
            <a:p>
              <a:pPr algn="ctr" eaLnBrk="1" hangingPunct="1"/>
              <a:r>
                <a:rPr lang="en-US" altLang="zh-CN" sz="750"/>
                <a:t>A</a:t>
              </a:r>
            </a:p>
          </p:txBody>
        </p:sp>
        <p:sp>
          <p:nvSpPr>
            <p:cNvPr id="241" name="Text Box 54"/>
            <p:cNvSpPr txBox="1">
              <a:spLocks noChangeArrowheads="1"/>
            </p:cNvSpPr>
            <p:nvPr/>
          </p:nvSpPr>
          <p:spPr bwMode="auto">
            <a:xfrm>
              <a:off x="4183" y="1402"/>
              <a:ext cx="2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zh-CN" sz="750"/>
            </a:p>
            <a:p>
              <a:pPr algn="ctr" eaLnBrk="1" hangingPunct="1"/>
              <a:r>
                <a:rPr lang="en-US" altLang="zh-CN" sz="750"/>
                <a:t>D</a:t>
              </a:r>
            </a:p>
            <a:p>
              <a:pPr algn="ctr" eaLnBrk="1" hangingPunct="1"/>
              <a:r>
                <a:rPr lang="en-US" altLang="zh-CN" sz="750"/>
                <a:t>A</a:t>
              </a:r>
            </a:p>
            <a:p>
              <a:pPr algn="ctr" eaLnBrk="1" hangingPunct="1"/>
              <a:r>
                <a:rPr lang="en-US" altLang="zh-CN" sz="750"/>
                <a:t>T</a:t>
              </a:r>
            </a:p>
            <a:p>
              <a:pPr algn="ctr" eaLnBrk="1" hangingPunct="1"/>
              <a:r>
                <a:rPr lang="en-US" altLang="zh-CN" sz="750"/>
                <a:t>A</a:t>
              </a:r>
            </a:p>
          </p:txBody>
        </p:sp>
        <p:sp>
          <p:nvSpPr>
            <p:cNvPr id="242" name="Text Box 55"/>
            <p:cNvSpPr txBox="1">
              <a:spLocks noChangeArrowheads="1"/>
            </p:cNvSpPr>
            <p:nvPr/>
          </p:nvSpPr>
          <p:spPr bwMode="auto">
            <a:xfrm>
              <a:off x="4310" y="1114"/>
              <a:ext cx="218" cy="8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zh-CN" sz="750"/>
            </a:p>
            <a:p>
              <a:pPr algn="ctr" eaLnBrk="1" hangingPunct="1"/>
              <a:r>
                <a:rPr lang="en-US" altLang="zh-CN" sz="750"/>
                <a:t>C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  <a:p>
              <a:pPr algn="ctr" eaLnBrk="1" hangingPunct="1"/>
              <a:r>
                <a:rPr lang="en-US" altLang="zh-CN" sz="750"/>
                <a:t>N</a:t>
              </a:r>
            </a:p>
            <a:p>
              <a:pPr algn="ctr" eaLnBrk="1" hangingPunct="1"/>
              <a:r>
                <a:rPr lang="en-US" altLang="zh-CN" sz="750"/>
                <a:t>T</a:t>
              </a:r>
            </a:p>
            <a:p>
              <a:pPr algn="ctr" eaLnBrk="1" hangingPunct="1"/>
              <a:r>
                <a:rPr lang="en-US" altLang="zh-CN" sz="750"/>
                <a:t>R</a:t>
              </a:r>
            </a:p>
            <a:p>
              <a:pPr algn="ctr" eaLnBrk="1" hangingPunct="1"/>
              <a:r>
                <a:rPr lang="en-US" altLang="zh-CN" sz="750"/>
                <a:t>O</a:t>
              </a:r>
            </a:p>
            <a:p>
              <a:pPr algn="ctr" eaLnBrk="1" hangingPunct="1"/>
              <a:r>
                <a:rPr lang="en-US" altLang="zh-CN" sz="750"/>
                <a:t>L</a:t>
              </a:r>
            </a:p>
          </p:txBody>
        </p:sp>
        <p:sp>
          <p:nvSpPr>
            <p:cNvPr id="243" name="Line 56"/>
            <p:cNvSpPr>
              <a:spLocks noChangeShapeType="1"/>
            </p:cNvSpPr>
            <p:nvPr/>
          </p:nvSpPr>
          <p:spPr bwMode="auto">
            <a:xfrm>
              <a:off x="333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4" name="Line 57"/>
            <p:cNvSpPr>
              <a:spLocks noChangeShapeType="1"/>
            </p:cNvSpPr>
            <p:nvPr/>
          </p:nvSpPr>
          <p:spPr bwMode="auto">
            <a:xfrm>
              <a:off x="3514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5" name="Line 58"/>
            <p:cNvSpPr>
              <a:spLocks noChangeShapeType="1"/>
            </p:cNvSpPr>
            <p:nvPr/>
          </p:nvSpPr>
          <p:spPr bwMode="auto">
            <a:xfrm>
              <a:off x="3698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6" name="Line 59"/>
            <p:cNvSpPr>
              <a:spLocks noChangeShapeType="1"/>
            </p:cNvSpPr>
            <p:nvPr/>
          </p:nvSpPr>
          <p:spPr bwMode="auto">
            <a:xfrm>
              <a:off x="3886" y="186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7" name="Line 60"/>
            <p:cNvSpPr>
              <a:spLocks noChangeShapeType="1"/>
            </p:cNvSpPr>
            <p:nvPr/>
          </p:nvSpPr>
          <p:spPr bwMode="auto">
            <a:xfrm>
              <a:off x="4062" y="187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8" name="Line 61"/>
            <p:cNvSpPr>
              <a:spLocks noChangeShapeType="1"/>
            </p:cNvSpPr>
            <p:nvPr/>
          </p:nvSpPr>
          <p:spPr bwMode="auto">
            <a:xfrm>
              <a:off x="4218" y="1867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49" name="Line 62"/>
            <p:cNvSpPr>
              <a:spLocks noChangeShapeType="1"/>
            </p:cNvSpPr>
            <p:nvPr/>
          </p:nvSpPr>
          <p:spPr bwMode="auto">
            <a:xfrm>
              <a:off x="4362" y="185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0" name="Text Box 63"/>
            <p:cNvSpPr txBox="1">
              <a:spLocks noChangeArrowheads="1"/>
            </p:cNvSpPr>
            <p:nvPr/>
          </p:nvSpPr>
          <p:spPr bwMode="auto">
            <a:xfrm>
              <a:off x="2965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1</a:t>
              </a:r>
            </a:p>
          </p:txBody>
        </p:sp>
        <p:sp>
          <p:nvSpPr>
            <p:cNvPr id="251" name="Text Box 64"/>
            <p:cNvSpPr txBox="1">
              <a:spLocks noChangeArrowheads="1"/>
            </p:cNvSpPr>
            <p:nvPr/>
          </p:nvSpPr>
          <p:spPr bwMode="auto">
            <a:xfrm>
              <a:off x="3133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2</a:t>
              </a:r>
            </a:p>
          </p:txBody>
        </p:sp>
        <p:sp>
          <p:nvSpPr>
            <p:cNvPr id="252" name="Text Box 65"/>
            <p:cNvSpPr txBox="1">
              <a:spLocks noChangeArrowheads="1"/>
            </p:cNvSpPr>
            <p:nvPr/>
          </p:nvSpPr>
          <p:spPr bwMode="auto">
            <a:xfrm>
              <a:off x="3325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3</a:t>
              </a:r>
            </a:p>
          </p:txBody>
        </p:sp>
        <p:sp>
          <p:nvSpPr>
            <p:cNvPr id="253" name="Text Box 66"/>
            <p:cNvSpPr txBox="1">
              <a:spLocks noChangeArrowheads="1"/>
            </p:cNvSpPr>
            <p:nvPr/>
          </p:nvSpPr>
          <p:spPr bwMode="auto">
            <a:xfrm>
              <a:off x="3497" y="1960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4</a:t>
              </a:r>
            </a:p>
          </p:txBody>
        </p:sp>
        <p:sp>
          <p:nvSpPr>
            <p:cNvPr id="254" name="Text Box 67"/>
            <p:cNvSpPr txBox="1">
              <a:spLocks noChangeArrowheads="1"/>
            </p:cNvSpPr>
            <p:nvPr/>
          </p:nvSpPr>
          <p:spPr bwMode="auto">
            <a:xfrm>
              <a:off x="3685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5</a:t>
              </a:r>
            </a:p>
          </p:txBody>
        </p:sp>
        <p:sp>
          <p:nvSpPr>
            <p:cNvPr id="255" name="Text Box 68"/>
            <p:cNvSpPr txBox="1">
              <a:spLocks noChangeArrowheads="1"/>
            </p:cNvSpPr>
            <p:nvPr/>
          </p:nvSpPr>
          <p:spPr bwMode="auto">
            <a:xfrm>
              <a:off x="3873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6</a:t>
              </a:r>
            </a:p>
          </p:txBody>
        </p:sp>
        <p:sp>
          <p:nvSpPr>
            <p:cNvPr id="256" name="Text Box 69"/>
            <p:cNvSpPr txBox="1">
              <a:spLocks noChangeArrowheads="1"/>
            </p:cNvSpPr>
            <p:nvPr/>
          </p:nvSpPr>
          <p:spPr bwMode="auto">
            <a:xfrm>
              <a:off x="4037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7</a:t>
              </a:r>
            </a:p>
          </p:txBody>
        </p:sp>
        <p:sp>
          <p:nvSpPr>
            <p:cNvPr id="257" name="Text Box 70"/>
            <p:cNvSpPr txBox="1">
              <a:spLocks noChangeArrowheads="1"/>
            </p:cNvSpPr>
            <p:nvPr/>
          </p:nvSpPr>
          <p:spPr bwMode="auto">
            <a:xfrm>
              <a:off x="4185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8</a:t>
              </a:r>
            </a:p>
          </p:txBody>
        </p:sp>
        <p:sp>
          <p:nvSpPr>
            <p:cNvPr id="258" name="Text Box 71"/>
            <p:cNvSpPr txBox="1">
              <a:spLocks noChangeArrowheads="1"/>
            </p:cNvSpPr>
            <p:nvPr/>
          </p:nvSpPr>
          <p:spPr bwMode="auto">
            <a:xfrm>
              <a:off x="4329" y="1956"/>
              <a:ext cx="20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750"/>
                <a:t>9</a:t>
              </a:r>
            </a:p>
          </p:txBody>
        </p:sp>
        <p:sp>
          <p:nvSpPr>
            <p:cNvPr id="259" name="Freeform 72"/>
            <p:cNvSpPr>
              <a:spLocks/>
            </p:cNvSpPr>
            <p:nvPr/>
          </p:nvSpPr>
          <p:spPr bwMode="auto">
            <a:xfrm>
              <a:off x="2606" y="969"/>
              <a:ext cx="375" cy="969"/>
            </a:xfrm>
            <a:custGeom>
              <a:avLst/>
              <a:gdLst>
                <a:gd name="T0" fmla="*/ 375 w 375"/>
                <a:gd name="T1" fmla="*/ 0 h 969"/>
                <a:gd name="T2" fmla="*/ 0 w 375"/>
                <a:gd name="T3" fmla="*/ 485 h 969"/>
                <a:gd name="T4" fmla="*/ 375 w 375"/>
                <a:gd name="T5" fmla="*/ 969 h 969"/>
                <a:gd name="T6" fmla="*/ 375 w 375"/>
                <a:gd name="T7" fmla="*/ 0 h 9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5"/>
                <a:gd name="T13" fmla="*/ 0 h 969"/>
                <a:gd name="T14" fmla="*/ 375 w 375"/>
                <a:gd name="T15" fmla="*/ 969 h 9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5" h="969">
                  <a:moveTo>
                    <a:pt x="375" y="0"/>
                  </a:moveTo>
                  <a:lnTo>
                    <a:pt x="0" y="485"/>
                  </a:lnTo>
                  <a:lnTo>
                    <a:pt x="375" y="969"/>
                  </a:lnTo>
                  <a:lnTo>
                    <a:pt x="375" y="0"/>
                  </a:lnTo>
                  <a:close/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260" name="Group 73"/>
          <p:cNvGrpSpPr>
            <a:grpSpLocks/>
          </p:cNvGrpSpPr>
          <p:nvPr/>
        </p:nvGrpSpPr>
        <p:grpSpPr bwMode="auto">
          <a:xfrm flipV="1">
            <a:off x="3378306" y="2427113"/>
            <a:ext cx="1250156" cy="1546622"/>
            <a:chOff x="1511" y="1371"/>
            <a:chExt cx="1050" cy="1299"/>
          </a:xfrm>
        </p:grpSpPr>
        <p:grpSp>
          <p:nvGrpSpPr>
            <p:cNvPr id="261" name="Group 74"/>
            <p:cNvGrpSpPr>
              <a:grpSpLocks/>
            </p:cNvGrpSpPr>
            <p:nvPr/>
          </p:nvGrpSpPr>
          <p:grpSpPr bwMode="auto">
            <a:xfrm>
              <a:off x="1511" y="1371"/>
              <a:ext cx="1050" cy="198"/>
              <a:chOff x="1614" y="1494"/>
              <a:chExt cx="1050" cy="198"/>
            </a:xfrm>
          </p:grpSpPr>
          <p:sp>
            <p:nvSpPr>
              <p:cNvPr id="263" name="Rectangle 75"/>
              <p:cNvSpPr>
                <a:spLocks noChangeArrowheads="1"/>
              </p:cNvSpPr>
              <p:nvPr/>
            </p:nvSpPr>
            <p:spPr bwMode="auto">
              <a:xfrm>
                <a:off x="2358" y="1500"/>
                <a:ext cx="168" cy="17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4" name="Freeform 76"/>
              <p:cNvSpPr>
                <a:spLocks/>
              </p:cNvSpPr>
              <p:nvPr/>
            </p:nvSpPr>
            <p:spPr bwMode="auto">
              <a:xfrm>
                <a:off x="1614" y="1494"/>
                <a:ext cx="896" cy="198"/>
              </a:xfrm>
              <a:custGeom>
                <a:avLst/>
                <a:gdLst>
                  <a:gd name="T0" fmla="*/ 18 w 896"/>
                  <a:gd name="T1" fmla="*/ 0 h 198"/>
                  <a:gd name="T2" fmla="*/ 0 w 896"/>
                  <a:gd name="T3" fmla="*/ 96 h 198"/>
                  <a:gd name="T4" fmla="*/ 18 w 896"/>
                  <a:gd name="T5" fmla="*/ 198 h 198"/>
                  <a:gd name="T6" fmla="*/ 774 w 896"/>
                  <a:gd name="T7" fmla="*/ 198 h 198"/>
                  <a:gd name="T8" fmla="*/ 750 w 896"/>
                  <a:gd name="T9" fmla="*/ 90 h 198"/>
                  <a:gd name="T10" fmla="*/ 774 w 896"/>
                  <a:gd name="T11" fmla="*/ 0 h 198"/>
                  <a:gd name="T12" fmla="*/ 18 w 896"/>
                  <a:gd name="T13" fmla="*/ 0 h 19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6"/>
                  <a:gd name="T22" fmla="*/ 0 h 198"/>
                  <a:gd name="T23" fmla="*/ 896 w 896"/>
                  <a:gd name="T24" fmla="*/ 198 h 19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6" h="198">
                    <a:moveTo>
                      <a:pt x="18" y="0"/>
                    </a:moveTo>
                    <a:lnTo>
                      <a:pt x="0" y="96"/>
                    </a:lnTo>
                    <a:lnTo>
                      <a:pt x="18" y="198"/>
                    </a:lnTo>
                    <a:lnTo>
                      <a:pt x="774" y="198"/>
                    </a:lnTo>
                    <a:cubicBezTo>
                      <a:pt x="896" y="180"/>
                      <a:pt x="750" y="123"/>
                      <a:pt x="750" y="90"/>
                    </a:cubicBezTo>
                    <a:cubicBezTo>
                      <a:pt x="750" y="57"/>
                      <a:pt x="896" y="15"/>
                      <a:pt x="774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1"/>
                  </a:gs>
                  <a:gs pos="5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/>
              <a:lstStyle/>
              <a:p>
                <a:pPr>
                  <a:defRPr/>
                </a:pPr>
                <a:endParaRPr lang="en-US" sz="1350">
                  <a:latin typeface="Times New Roman" pitchFamily="18" charset="0"/>
                </a:endParaRPr>
              </a:p>
            </p:txBody>
          </p:sp>
          <p:sp>
            <p:nvSpPr>
              <p:cNvPr id="265" name="Oval 77"/>
              <p:cNvSpPr>
                <a:spLocks noChangeArrowheads="1"/>
              </p:cNvSpPr>
              <p:nvPr/>
            </p:nvSpPr>
            <p:spPr bwMode="auto">
              <a:xfrm>
                <a:off x="2502" y="1506"/>
                <a:ext cx="62" cy="16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" name="Line 78"/>
              <p:cNvSpPr>
                <a:spLocks noChangeShapeType="1"/>
              </p:cNvSpPr>
              <p:nvPr/>
            </p:nvSpPr>
            <p:spPr bwMode="auto">
              <a:xfrm>
                <a:off x="2526" y="1584"/>
                <a:ext cx="13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62" name="Freeform 79"/>
            <p:cNvSpPr>
              <a:spLocks/>
            </p:cNvSpPr>
            <p:nvPr/>
          </p:nvSpPr>
          <p:spPr bwMode="auto">
            <a:xfrm>
              <a:off x="1536" y="1563"/>
              <a:ext cx="1015" cy="1107"/>
            </a:xfrm>
            <a:custGeom>
              <a:avLst/>
              <a:gdLst>
                <a:gd name="T0" fmla="*/ 1015 w 1015"/>
                <a:gd name="T1" fmla="*/ 1107 h 1107"/>
                <a:gd name="T2" fmla="*/ 0 w 1015"/>
                <a:gd name="T3" fmla="*/ 0 h 1107"/>
                <a:gd name="T4" fmla="*/ 905 w 1015"/>
                <a:gd name="T5" fmla="*/ 0 h 1107"/>
                <a:gd name="T6" fmla="*/ 1015 w 1015"/>
                <a:gd name="T7" fmla="*/ 1107 h 11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5"/>
                <a:gd name="T13" fmla="*/ 0 h 1107"/>
                <a:gd name="T14" fmla="*/ 1015 w 1015"/>
                <a:gd name="T15" fmla="*/ 1107 h 11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5" h="1107">
                  <a:moveTo>
                    <a:pt x="1015" y="1107"/>
                  </a:moveTo>
                  <a:lnTo>
                    <a:pt x="0" y="0"/>
                  </a:lnTo>
                  <a:lnTo>
                    <a:pt x="905" y="0"/>
                  </a:lnTo>
                  <a:lnTo>
                    <a:pt x="1015" y="1107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zh-CN" altLang="en-US" sz="1350"/>
            </a:p>
          </p:txBody>
        </p:sp>
      </p:grpSp>
      <p:sp>
        <p:nvSpPr>
          <p:cNvPr id="270" name="Text Box 324"/>
          <p:cNvSpPr txBox="1">
            <a:spLocks noChangeArrowheads="1"/>
          </p:cNvSpPr>
          <p:nvPr/>
        </p:nvSpPr>
        <p:spPr bwMode="auto">
          <a:xfrm>
            <a:off x="1773738" y="4391459"/>
            <a:ext cx="3275910" cy="28854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zh-CN" altLang="en-US" sz="15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频分复用</a:t>
            </a:r>
            <a:r>
              <a:rPr lang="en-US" altLang="zh-CN" sz="15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按照频段分成不用的信道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12771" y="1678210"/>
            <a:ext cx="4998244" cy="2018245"/>
            <a:chOff x="2359694" y="2237613"/>
            <a:chExt cx="6664325" cy="2690993"/>
          </a:xfrm>
        </p:grpSpPr>
        <p:sp>
          <p:nvSpPr>
            <p:cNvPr id="107" name="Rectangle 60"/>
            <p:cNvSpPr>
              <a:spLocks noChangeArrowheads="1"/>
            </p:cNvSpPr>
            <p:nvPr/>
          </p:nvSpPr>
          <p:spPr bwMode="auto">
            <a:xfrm>
              <a:off x="2597819" y="2648775"/>
              <a:ext cx="1793875" cy="92551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108" name="Line 7"/>
            <p:cNvSpPr>
              <a:spLocks noChangeShapeType="1"/>
            </p:cNvSpPr>
            <p:nvPr/>
          </p:nvSpPr>
          <p:spPr bwMode="auto">
            <a:xfrm flipV="1">
              <a:off x="2899444" y="3199638"/>
              <a:ext cx="365125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109" name="Text Box 39"/>
            <p:cNvSpPr txBox="1">
              <a:spLocks noChangeArrowheads="1"/>
            </p:cNvSpPr>
            <p:nvPr/>
          </p:nvSpPr>
          <p:spPr bwMode="auto">
            <a:xfrm>
              <a:off x="3025313" y="3350450"/>
              <a:ext cx="846813" cy="4678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zh-CN" sz="1050"/>
                <a:t>cable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050"/>
                <a:t>modem</a:t>
              </a:r>
            </a:p>
          </p:txBody>
        </p:sp>
        <p:sp>
          <p:nvSpPr>
            <p:cNvPr id="110" name="Text Box 41"/>
            <p:cNvSpPr txBox="1">
              <a:spLocks noChangeArrowheads="1"/>
            </p:cNvSpPr>
            <p:nvPr/>
          </p:nvSpPr>
          <p:spPr bwMode="auto">
            <a:xfrm>
              <a:off x="3688922" y="3352038"/>
              <a:ext cx="784832" cy="295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分配器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1" name="Group 64"/>
            <p:cNvGrpSpPr>
              <a:grpSpLocks/>
            </p:cNvGrpSpPr>
            <p:nvPr/>
          </p:nvGrpSpPr>
          <p:grpSpPr bwMode="auto">
            <a:xfrm>
              <a:off x="3245519" y="3075813"/>
              <a:ext cx="614363" cy="220662"/>
              <a:chOff x="322" y="890"/>
              <a:chExt cx="872" cy="339"/>
            </a:xfrm>
          </p:grpSpPr>
          <p:sp>
            <p:nvSpPr>
              <p:cNvPr id="112" name="Rectangle 65"/>
              <p:cNvSpPr>
                <a:spLocks noChangeArrowheads="1"/>
              </p:cNvSpPr>
              <p:nvPr/>
            </p:nvSpPr>
            <p:spPr bwMode="auto">
              <a:xfrm>
                <a:off x="322" y="1005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13" name="Rectangle 66"/>
              <p:cNvSpPr>
                <a:spLocks noChangeArrowheads="1"/>
              </p:cNvSpPr>
              <p:nvPr/>
            </p:nvSpPr>
            <p:spPr bwMode="auto">
              <a:xfrm>
                <a:off x="394" y="1073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14" name="Rectangle 67"/>
              <p:cNvSpPr>
                <a:spLocks noChangeArrowheads="1"/>
              </p:cNvSpPr>
              <p:nvPr/>
            </p:nvSpPr>
            <p:spPr bwMode="auto">
              <a:xfrm>
                <a:off x="466" y="1073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15" name="Rectangle 68"/>
              <p:cNvSpPr>
                <a:spLocks noChangeArrowheads="1"/>
              </p:cNvSpPr>
              <p:nvPr/>
            </p:nvSpPr>
            <p:spPr bwMode="auto"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16" name="Rectangle 69"/>
              <p:cNvSpPr>
                <a:spLocks noChangeArrowheads="1"/>
              </p:cNvSpPr>
              <p:nvPr/>
            </p:nvSpPr>
            <p:spPr bwMode="auto"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117" name="AutoShape 70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sp>
          <p:nvSpPr>
            <p:cNvPr id="118" name="AutoShape 72"/>
            <p:cNvSpPr>
              <a:spLocks noChangeArrowheads="1"/>
            </p:cNvSpPr>
            <p:nvPr/>
          </p:nvSpPr>
          <p:spPr bwMode="auto">
            <a:xfrm>
              <a:off x="2359694" y="2237613"/>
              <a:ext cx="2268538" cy="468312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119" name="Rectangle 73"/>
            <p:cNvSpPr>
              <a:spLocks noChangeArrowheads="1"/>
            </p:cNvSpPr>
            <p:nvPr/>
          </p:nvSpPr>
          <p:spPr bwMode="auto">
            <a:xfrm>
              <a:off x="3975769" y="3137725"/>
              <a:ext cx="166688" cy="144463"/>
            </a:xfrm>
            <a:prstGeom prst="rect">
              <a:avLst/>
            </a:prstGeom>
            <a:solidFill>
              <a:srgbClr val="0000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sp>
          <p:nvSpPr>
            <p:cNvPr id="120" name="Freeform 74"/>
            <p:cNvSpPr>
              <a:spLocks/>
            </p:cNvSpPr>
            <p:nvPr/>
          </p:nvSpPr>
          <p:spPr bwMode="auto">
            <a:xfrm>
              <a:off x="3585244" y="2693225"/>
              <a:ext cx="479425" cy="434975"/>
            </a:xfrm>
            <a:custGeom>
              <a:avLst/>
              <a:gdLst>
                <a:gd name="T0" fmla="*/ 2147483647 w 381"/>
                <a:gd name="T1" fmla="*/ 2147483647 h 274"/>
                <a:gd name="T2" fmla="*/ 2147483647 w 381"/>
                <a:gd name="T3" fmla="*/ 2147483647 h 274"/>
                <a:gd name="T4" fmla="*/ 0 w 381"/>
                <a:gd name="T5" fmla="*/ 0 h 274"/>
                <a:gd name="T6" fmla="*/ 0 60000 65536"/>
                <a:gd name="T7" fmla="*/ 0 60000 65536"/>
                <a:gd name="T8" fmla="*/ 0 60000 65536"/>
                <a:gd name="T9" fmla="*/ 0 w 381"/>
                <a:gd name="T10" fmla="*/ 0 h 274"/>
                <a:gd name="T11" fmla="*/ 381 w 381"/>
                <a:gd name="T12" fmla="*/ 274 h 2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1" h="274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21" name="Line 95"/>
            <p:cNvSpPr>
              <a:spLocks noChangeShapeType="1"/>
            </p:cNvSpPr>
            <p:nvPr/>
          </p:nvSpPr>
          <p:spPr bwMode="auto">
            <a:xfrm flipH="1">
              <a:off x="3883694" y="3199638"/>
              <a:ext cx="239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122" name="Picture 96" descr="tv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0744" y="2353500"/>
              <a:ext cx="755650" cy="674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3" name="Group 117"/>
            <p:cNvGrpSpPr>
              <a:grpSpLocks/>
            </p:cNvGrpSpPr>
            <p:nvPr/>
          </p:nvGrpSpPr>
          <p:grpSpPr bwMode="auto">
            <a:xfrm>
              <a:off x="4617119" y="2467800"/>
              <a:ext cx="850900" cy="527050"/>
              <a:chOff x="-490" y="1664"/>
              <a:chExt cx="1429" cy="842"/>
            </a:xfrm>
          </p:grpSpPr>
          <p:sp>
            <p:nvSpPr>
              <p:cNvPr id="124" name="AutoShape 111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125" name="Group 116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26" name="Rectangle 99"/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27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grpSp>
              <p:nvGrpSpPr>
                <p:cNvPr id="128" name="Group 103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34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35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36" name="Rectangle 106"/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37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38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39" name="AutoShape 109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</p:grpSp>
            <p:pic>
              <p:nvPicPr>
                <p:cNvPr id="129" name="Picture 110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0" name="Rectangle 112"/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31" name="Freeform 113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2" name="Line 114"/>
                <p:cNvSpPr>
                  <a:spLocks noChangeShapeType="1"/>
                </p:cNvSpPr>
                <p:nvPr/>
              </p:nvSpPr>
              <p:spPr bwMode="auto">
                <a:xfrm flipH="1">
                  <a:off x="470" y="2270"/>
                  <a:ext cx="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pic>
              <p:nvPicPr>
                <p:cNvPr id="133" name="Picture 115" descr="tv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40" name="Group 118"/>
            <p:cNvGrpSpPr>
              <a:grpSpLocks/>
            </p:cNvGrpSpPr>
            <p:nvPr/>
          </p:nvGrpSpPr>
          <p:grpSpPr bwMode="auto">
            <a:xfrm>
              <a:off x="5518819" y="2461450"/>
              <a:ext cx="850900" cy="527050"/>
              <a:chOff x="-490" y="1664"/>
              <a:chExt cx="1429" cy="842"/>
            </a:xfrm>
          </p:grpSpPr>
          <p:sp>
            <p:nvSpPr>
              <p:cNvPr id="141" name="AutoShape 119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142" name="Group 120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43" name="Rectangle 121"/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4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grpSp>
              <p:nvGrpSpPr>
                <p:cNvPr id="145" name="Group 123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51" name="Rectangle 124"/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52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5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5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55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56" name="AutoShape 129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</p:grpSp>
            <p:pic>
              <p:nvPicPr>
                <p:cNvPr id="146" name="Picture 130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47" name="Rectangle 131"/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48" name="Freeform 132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9" name="Line 133"/>
                <p:cNvSpPr>
                  <a:spLocks noChangeShapeType="1"/>
                </p:cNvSpPr>
                <p:nvPr/>
              </p:nvSpPr>
              <p:spPr bwMode="auto">
                <a:xfrm flipH="1">
                  <a:off x="470" y="2270"/>
                  <a:ext cx="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pic>
              <p:nvPicPr>
                <p:cNvPr id="150" name="Picture 134" descr="tv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57" name="Group 135"/>
            <p:cNvGrpSpPr>
              <a:grpSpLocks/>
            </p:cNvGrpSpPr>
            <p:nvPr/>
          </p:nvGrpSpPr>
          <p:grpSpPr bwMode="auto">
            <a:xfrm>
              <a:off x="4704432" y="3307588"/>
              <a:ext cx="850900" cy="527050"/>
              <a:chOff x="-490" y="1664"/>
              <a:chExt cx="1429" cy="842"/>
            </a:xfrm>
          </p:grpSpPr>
          <p:sp>
            <p:nvSpPr>
              <p:cNvPr id="158" name="AutoShape 136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159" name="Group 137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60" name="Rectangle 138"/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61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grpSp>
              <p:nvGrpSpPr>
                <p:cNvPr id="162" name="Group 140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68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69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70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71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72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73" name="AutoShape 146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</p:grpSp>
            <p:pic>
              <p:nvPicPr>
                <p:cNvPr id="163" name="Picture 147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64" name="Rectangle 148"/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65" name="Freeform 149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66" name="Line 150"/>
                <p:cNvSpPr>
                  <a:spLocks noChangeShapeType="1"/>
                </p:cNvSpPr>
                <p:nvPr/>
              </p:nvSpPr>
              <p:spPr bwMode="auto">
                <a:xfrm flipH="1">
                  <a:off x="470" y="2270"/>
                  <a:ext cx="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pic>
              <p:nvPicPr>
                <p:cNvPr id="167" name="Picture 151" descr="tv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174" name="Group 152"/>
            <p:cNvGrpSpPr>
              <a:grpSpLocks/>
            </p:cNvGrpSpPr>
            <p:nvPr/>
          </p:nvGrpSpPr>
          <p:grpSpPr bwMode="auto">
            <a:xfrm>
              <a:off x="5571207" y="3317113"/>
              <a:ext cx="850900" cy="527050"/>
              <a:chOff x="-490" y="1664"/>
              <a:chExt cx="1429" cy="842"/>
            </a:xfrm>
          </p:grpSpPr>
          <p:sp>
            <p:nvSpPr>
              <p:cNvPr id="175" name="AutoShape 153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176" name="Group 154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77" name="Rectangle 155"/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78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grpSp>
              <p:nvGrpSpPr>
                <p:cNvPr id="179" name="Group 157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185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86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87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88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89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190" name="AutoShape 163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</p:grpSp>
            <p:pic>
              <p:nvPicPr>
                <p:cNvPr id="180" name="Picture 164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81" name="Rectangle 165"/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82" name="Freeform 166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3" name="Line 167"/>
                <p:cNvSpPr>
                  <a:spLocks noChangeShapeType="1"/>
                </p:cNvSpPr>
                <p:nvPr/>
              </p:nvSpPr>
              <p:spPr bwMode="auto">
                <a:xfrm flipH="1">
                  <a:off x="470" y="2270"/>
                  <a:ext cx="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pic>
              <p:nvPicPr>
                <p:cNvPr id="184" name="Picture 168" descr="tv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191" name="Line 169"/>
            <p:cNvSpPr>
              <a:spLocks noChangeShapeType="1"/>
            </p:cNvSpPr>
            <p:nvPr/>
          </p:nvSpPr>
          <p:spPr bwMode="auto">
            <a:xfrm>
              <a:off x="4158332" y="3210750"/>
              <a:ext cx="36909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192" name="Group 170"/>
            <p:cNvGrpSpPr>
              <a:grpSpLocks/>
            </p:cNvGrpSpPr>
            <p:nvPr/>
          </p:nvGrpSpPr>
          <p:grpSpPr bwMode="auto">
            <a:xfrm>
              <a:off x="6660232" y="2469388"/>
              <a:ext cx="850900" cy="527050"/>
              <a:chOff x="-490" y="1664"/>
              <a:chExt cx="1429" cy="842"/>
            </a:xfrm>
          </p:grpSpPr>
          <p:sp>
            <p:nvSpPr>
              <p:cNvPr id="193" name="AutoShape 171"/>
              <p:cNvSpPr>
                <a:spLocks noChangeArrowheads="1"/>
              </p:cNvSpPr>
              <p:nvPr/>
            </p:nvSpPr>
            <p:spPr bwMode="auto">
              <a:xfrm>
                <a:off x="-490" y="1664"/>
                <a:ext cx="1429" cy="294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194" name="Group 172"/>
              <p:cNvGrpSpPr>
                <a:grpSpLocks/>
              </p:cNvGrpSpPr>
              <p:nvPr/>
            </p:nvGrpSpPr>
            <p:grpSpPr bwMode="auto"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95" name="Rectangle 173"/>
                <p:cNvSpPr>
                  <a:spLocks noChangeArrowheads="1"/>
                </p:cNvSpPr>
                <p:nvPr/>
              </p:nvSpPr>
              <p:spPr bwMode="auto"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196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-150" y="2270"/>
                  <a:ext cx="230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grpSp>
              <p:nvGrpSpPr>
                <p:cNvPr id="197" name="Group 175"/>
                <p:cNvGrpSpPr>
                  <a:grpSpLocks/>
                </p:cNvGrpSpPr>
                <p:nvPr/>
              </p:nvGrpSpPr>
              <p:grpSpPr bwMode="auto">
                <a:xfrm>
                  <a:off x="68" y="2192"/>
                  <a:ext cx="387" cy="139"/>
                  <a:chOff x="322" y="890"/>
                  <a:chExt cx="872" cy="339"/>
                </a:xfrm>
              </p:grpSpPr>
              <p:sp>
                <p:nvSpPr>
                  <p:cNvPr id="203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204" name="Rectangle 177"/>
                  <p:cNvSpPr>
                    <a:spLocks noChangeArrowheads="1"/>
                  </p:cNvSpPr>
                  <p:nvPr/>
                </p:nvSpPr>
                <p:spPr bwMode="auto"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205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206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207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208" name="AutoShape 181"/>
                  <p:cNvSpPr>
                    <a:spLocks noChangeArrowheads="1"/>
                  </p:cNvSpPr>
                  <p:nvPr/>
                </p:nvSpPr>
                <p:spPr bwMode="auto">
                  <a:xfrm rot="10800000" flipH="1">
                    <a:off x="322" y="890"/>
                    <a:ext cx="859" cy="110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1 w 21600"/>
                      <a:gd name="T13" fmla="*/ 4516 h 21600"/>
                      <a:gd name="T14" fmla="*/ 17099 w 21600"/>
                      <a:gd name="T15" fmla="*/ 17084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 sz="1350"/>
                  </a:p>
                </p:txBody>
              </p:sp>
            </p:grpSp>
            <p:pic>
              <p:nvPicPr>
                <p:cNvPr id="198" name="Picture 182" descr="desktop_computer_stylized_small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9" name="Rectangle 183"/>
                <p:cNvSpPr>
                  <a:spLocks noChangeArrowheads="1"/>
                </p:cNvSpPr>
                <p:nvPr/>
              </p:nvSpPr>
              <p:spPr bwMode="auto"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200" name="Freeform 184"/>
                <p:cNvSpPr>
                  <a:spLocks/>
                </p:cNvSpPr>
                <p:nvPr/>
              </p:nvSpPr>
              <p:spPr bwMode="auto">
                <a:xfrm>
                  <a:off x="282" y="1951"/>
                  <a:ext cx="302" cy="274"/>
                </a:xfrm>
                <a:custGeom>
                  <a:avLst/>
                  <a:gdLst>
                    <a:gd name="T0" fmla="*/ 37 w 381"/>
                    <a:gd name="T1" fmla="*/ 274 h 274"/>
                    <a:gd name="T2" fmla="*/ 37 w 381"/>
                    <a:gd name="T3" fmla="*/ 130 h 274"/>
                    <a:gd name="T4" fmla="*/ 0 w 381"/>
                    <a:gd name="T5" fmla="*/ 0 h 274"/>
                    <a:gd name="T6" fmla="*/ 0 60000 65536"/>
                    <a:gd name="T7" fmla="*/ 0 60000 65536"/>
                    <a:gd name="T8" fmla="*/ 0 60000 65536"/>
                    <a:gd name="T9" fmla="*/ 0 w 381"/>
                    <a:gd name="T10" fmla="*/ 0 h 274"/>
                    <a:gd name="T11" fmla="*/ 381 w 381"/>
                    <a:gd name="T12" fmla="*/ 274 h 2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81" h="274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01" name="Line 185"/>
                <p:cNvSpPr>
                  <a:spLocks noChangeShapeType="1"/>
                </p:cNvSpPr>
                <p:nvPr/>
              </p:nvSpPr>
              <p:spPr bwMode="auto">
                <a:xfrm flipH="1">
                  <a:off x="470" y="2270"/>
                  <a:ext cx="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pic>
              <p:nvPicPr>
                <p:cNvPr id="202" name="Picture 186" descr="tv"/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09" name="Text Box 204"/>
            <p:cNvSpPr txBox="1">
              <a:spLocks noChangeArrowheads="1"/>
            </p:cNvSpPr>
            <p:nvPr/>
          </p:nvSpPr>
          <p:spPr bwMode="auto">
            <a:xfrm>
              <a:off x="6271294" y="2539238"/>
              <a:ext cx="55399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zh-CN" sz="1800">
                  <a:solidFill>
                    <a:srgbClr val="969696"/>
                  </a:solidFill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10" name="Line 205"/>
            <p:cNvSpPr>
              <a:spLocks noChangeShapeType="1"/>
            </p:cNvSpPr>
            <p:nvPr/>
          </p:nvSpPr>
          <p:spPr bwMode="auto">
            <a:xfrm flipH="1">
              <a:off x="5252119" y="2880550"/>
              <a:ext cx="3175" cy="333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1" name="Line 206"/>
            <p:cNvSpPr>
              <a:spLocks noChangeShapeType="1"/>
            </p:cNvSpPr>
            <p:nvPr/>
          </p:nvSpPr>
          <p:spPr bwMode="auto">
            <a:xfrm flipH="1">
              <a:off x="6156994" y="2880550"/>
              <a:ext cx="3175" cy="333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2" name="Line 207"/>
            <p:cNvSpPr>
              <a:spLocks noChangeShapeType="1"/>
            </p:cNvSpPr>
            <p:nvPr/>
          </p:nvSpPr>
          <p:spPr bwMode="auto">
            <a:xfrm flipH="1">
              <a:off x="7293644" y="2880550"/>
              <a:ext cx="3175" cy="333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3" name="Freeform 208"/>
            <p:cNvSpPr>
              <a:spLocks/>
            </p:cNvSpPr>
            <p:nvPr/>
          </p:nvSpPr>
          <p:spPr bwMode="auto">
            <a:xfrm>
              <a:off x="6242719" y="3217100"/>
              <a:ext cx="127000" cy="476250"/>
            </a:xfrm>
            <a:custGeom>
              <a:avLst/>
              <a:gdLst>
                <a:gd name="T0" fmla="*/ 0 w 80"/>
                <a:gd name="T1" fmla="*/ 2147483647 h 300"/>
                <a:gd name="T2" fmla="*/ 2147483647 w 80"/>
                <a:gd name="T3" fmla="*/ 2147483647 h 300"/>
                <a:gd name="T4" fmla="*/ 2147483647 w 80"/>
                <a:gd name="T5" fmla="*/ 0 h 300"/>
                <a:gd name="T6" fmla="*/ 0 60000 65536"/>
                <a:gd name="T7" fmla="*/ 0 60000 65536"/>
                <a:gd name="T8" fmla="*/ 0 60000 65536"/>
                <a:gd name="T9" fmla="*/ 0 w 80"/>
                <a:gd name="T10" fmla="*/ 0 h 300"/>
                <a:gd name="T11" fmla="*/ 80 w 80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300">
                  <a:moveTo>
                    <a:pt x="0" y="300"/>
                  </a:moveTo>
                  <a:lnTo>
                    <a:pt x="80" y="300"/>
                  </a:lnTo>
                  <a:lnTo>
                    <a:pt x="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4" name="Freeform 209"/>
            <p:cNvSpPr>
              <a:spLocks/>
            </p:cNvSpPr>
            <p:nvPr/>
          </p:nvSpPr>
          <p:spPr bwMode="auto">
            <a:xfrm>
              <a:off x="5375944" y="3210750"/>
              <a:ext cx="127000" cy="476250"/>
            </a:xfrm>
            <a:custGeom>
              <a:avLst/>
              <a:gdLst>
                <a:gd name="T0" fmla="*/ 0 w 80"/>
                <a:gd name="T1" fmla="*/ 2147483647 h 300"/>
                <a:gd name="T2" fmla="*/ 2147483647 w 80"/>
                <a:gd name="T3" fmla="*/ 2147483647 h 300"/>
                <a:gd name="T4" fmla="*/ 2147483647 w 80"/>
                <a:gd name="T5" fmla="*/ 0 h 300"/>
                <a:gd name="T6" fmla="*/ 0 60000 65536"/>
                <a:gd name="T7" fmla="*/ 0 60000 65536"/>
                <a:gd name="T8" fmla="*/ 0 60000 65536"/>
                <a:gd name="T9" fmla="*/ 0 w 80"/>
                <a:gd name="T10" fmla="*/ 0 h 300"/>
                <a:gd name="T11" fmla="*/ 80 w 80"/>
                <a:gd name="T12" fmla="*/ 300 h 3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300">
                  <a:moveTo>
                    <a:pt x="0" y="300"/>
                  </a:moveTo>
                  <a:lnTo>
                    <a:pt x="80" y="300"/>
                  </a:lnTo>
                  <a:lnTo>
                    <a:pt x="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5" name="Rectangle 44"/>
            <p:cNvSpPr>
              <a:spLocks noChangeArrowheads="1"/>
            </p:cNvSpPr>
            <p:nvPr/>
          </p:nvSpPr>
          <p:spPr bwMode="auto">
            <a:xfrm>
              <a:off x="7587332" y="2785300"/>
              <a:ext cx="955675" cy="7000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16" name="Text Box 45"/>
            <p:cNvSpPr txBox="1">
              <a:spLocks noChangeArrowheads="1"/>
            </p:cNvSpPr>
            <p:nvPr/>
          </p:nvSpPr>
          <p:spPr bwMode="auto">
            <a:xfrm>
              <a:off x="7098382" y="2248725"/>
              <a:ext cx="1925637" cy="3256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电缆头端汇入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Freeform 216"/>
            <p:cNvSpPr>
              <a:spLocks/>
            </p:cNvSpPr>
            <p:nvPr/>
          </p:nvSpPr>
          <p:spPr bwMode="auto">
            <a:xfrm>
              <a:off x="7844507" y="2967863"/>
              <a:ext cx="330200" cy="454025"/>
            </a:xfrm>
            <a:custGeom>
              <a:avLst/>
              <a:gdLst>
                <a:gd name="T0" fmla="*/ 0 w 318"/>
                <a:gd name="T1" fmla="*/ 2147483647 h 412"/>
                <a:gd name="T2" fmla="*/ 2147483647 w 318"/>
                <a:gd name="T3" fmla="*/ 2147483647 h 412"/>
                <a:gd name="T4" fmla="*/ 2147483647 w 318"/>
                <a:gd name="T5" fmla="*/ 0 h 412"/>
                <a:gd name="T6" fmla="*/ 2147483647 w 318"/>
                <a:gd name="T7" fmla="*/ 2147483647 h 412"/>
                <a:gd name="T8" fmla="*/ 2147483647 w 318"/>
                <a:gd name="T9" fmla="*/ 2147483647 h 412"/>
                <a:gd name="T10" fmla="*/ 2147483647 w 318"/>
                <a:gd name="T11" fmla="*/ 2147483647 h 412"/>
                <a:gd name="T12" fmla="*/ 2147483647 w 318"/>
                <a:gd name="T13" fmla="*/ 2147483647 h 412"/>
                <a:gd name="T14" fmla="*/ 2147483647 w 318"/>
                <a:gd name="T15" fmla="*/ 2147483647 h 412"/>
                <a:gd name="T16" fmla="*/ 0 w 318"/>
                <a:gd name="T17" fmla="*/ 2147483647 h 4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8"/>
                <a:gd name="T28" fmla="*/ 0 h 412"/>
                <a:gd name="T29" fmla="*/ 318 w 318"/>
                <a:gd name="T30" fmla="*/ 412 h 4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8" h="412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FF99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8" name="Freeform 217"/>
            <p:cNvSpPr>
              <a:spLocks/>
            </p:cNvSpPr>
            <p:nvPr/>
          </p:nvSpPr>
          <p:spPr bwMode="auto">
            <a:xfrm>
              <a:off x="7846094" y="2902775"/>
              <a:ext cx="366713" cy="406400"/>
            </a:xfrm>
            <a:custGeom>
              <a:avLst/>
              <a:gdLst>
                <a:gd name="T0" fmla="*/ 0 w 353"/>
                <a:gd name="T1" fmla="*/ 2147483647 h 369"/>
                <a:gd name="T2" fmla="*/ 2147483647 w 353"/>
                <a:gd name="T3" fmla="*/ 0 h 369"/>
                <a:gd name="T4" fmla="*/ 2147483647 w 353"/>
                <a:gd name="T5" fmla="*/ 0 h 369"/>
                <a:gd name="T6" fmla="*/ 2147483647 w 353"/>
                <a:gd name="T7" fmla="*/ 2147483647 h 369"/>
                <a:gd name="T8" fmla="*/ 2147483647 w 353"/>
                <a:gd name="T9" fmla="*/ 2147483647 h 369"/>
                <a:gd name="T10" fmla="*/ 2147483647 w 353"/>
                <a:gd name="T11" fmla="*/ 2147483647 h 369"/>
                <a:gd name="T12" fmla="*/ 2147483647 w 353"/>
                <a:gd name="T13" fmla="*/ 2147483647 h 369"/>
                <a:gd name="T14" fmla="*/ 2147483647 w 353"/>
                <a:gd name="T15" fmla="*/ 2147483647 h 369"/>
                <a:gd name="T16" fmla="*/ 2147483647 w 353"/>
                <a:gd name="T17" fmla="*/ 2147483647 h 369"/>
                <a:gd name="T18" fmla="*/ 2147483647 w 353"/>
                <a:gd name="T19" fmla="*/ 2147483647 h 369"/>
                <a:gd name="T20" fmla="*/ 0 w 353"/>
                <a:gd name="T21" fmla="*/ 2147483647 h 3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53"/>
                <a:gd name="T34" fmla="*/ 0 h 369"/>
                <a:gd name="T35" fmla="*/ 353 w 353"/>
                <a:gd name="T36" fmla="*/ 369 h 36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53" h="369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19" name="Line 218"/>
            <p:cNvSpPr>
              <a:spLocks noChangeShapeType="1"/>
            </p:cNvSpPr>
            <p:nvPr/>
          </p:nvSpPr>
          <p:spPr bwMode="auto">
            <a:xfrm flipH="1">
              <a:off x="8171532" y="3026600"/>
              <a:ext cx="34925" cy="68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0" name="Line 219"/>
            <p:cNvSpPr>
              <a:spLocks noChangeShapeType="1"/>
            </p:cNvSpPr>
            <p:nvPr/>
          </p:nvSpPr>
          <p:spPr bwMode="auto">
            <a:xfrm>
              <a:off x="7873082" y="3198050"/>
              <a:ext cx="268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1" name="Freeform 220"/>
            <p:cNvSpPr>
              <a:spLocks/>
            </p:cNvSpPr>
            <p:nvPr/>
          </p:nvSpPr>
          <p:spPr bwMode="auto">
            <a:xfrm>
              <a:off x="7866732" y="3021838"/>
              <a:ext cx="274637" cy="115887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2" name="Freeform 221"/>
            <p:cNvSpPr>
              <a:spLocks/>
            </p:cNvSpPr>
            <p:nvPr/>
          </p:nvSpPr>
          <p:spPr bwMode="auto">
            <a:xfrm flipV="1">
              <a:off x="7866732" y="3258375"/>
              <a:ext cx="274637" cy="114300"/>
            </a:xfrm>
            <a:custGeom>
              <a:avLst/>
              <a:gdLst>
                <a:gd name="T0" fmla="*/ 0 w 264"/>
                <a:gd name="T1" fmla="*/ 0 h 105"/>
                <a:gd name="T2" fmla="*/ 2147483647 w 264"/>
                <a:gd name="T3" fmla="*/ 0 h 105"/>
                <a:gd name="T4" fmla="*/ 2147483647 w 264"/>
                <a:gd name="T5" fmla="*/ 2147483647 h 105"/>
                <a:gd name="T6" fmla="*/ 2147483647 w 264"/>
                <a:gd name="T7" fmla="*/ 2147483647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4"/>
                <a:gd name="T13" fmla="*/ 0 h 105"/>
                <a:gd name="T14" fmla="*/ 264 w 264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4" h="105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23" name="AutoShape 225"/>
            <p:cNvSpPr>
              <a:spLocks noChangeArrowheads="1"/>
            </p:cNvSpPr>
            <p:nvPr/>
          </p:nvSpPr>
          <p:spPr bwMode="auto">
            <a:xfrm>
              <a:off x="7447632" y="2521775"/>
              <a:ext cx="1206500" cy="261938"/>
            </a:xfrm>
            <a:prstGeom prst="triangle">
              <a:avLst>
                <a:gd name="adj" fmla="val 50000"/>
              </a:avLst>
            </a:prstGeom>
            <a:noFill/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/>
            </a:p>
          </p:txBody>
        </p:sp>
        <p:grpSp>
          <p:nvGrpSpPr>
            <p:cNvPr id="267" name="Group 326"/>
            <p:cNvGrpSpPr>
              <a:grpSpLocks/>
            </p:cNvGrpSpPr>
            <p:nvPr/>
          </p:nvGrpSpPr>
          <p:grpSpPr bwMode="auto">
            <a:xfrm>
              <a:off x="2500982" y="2926588"/>
              <a:ext cx="609600" cy="609600"/>
              <a:chOff x="-44" y="1473"/>
              <a:chExt cx="981" cy="1105"/>
            </a:xfrm>
          </p:grpSpPr>
          <p:pic>
            <p:nvPicPr>
              <p:cNvPr id="268" name="Picture 32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9" name="Freeform 328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71" name="Group 128"/>
            <p:cNvGrpSpPr>
              <a:grpSpLocks/>
            </p:cNvGrpSpPr>
            <p:nvPr/>
          </p:nvGrpSpPr>
          <p:grpSpPr bwMode="auto">
            <a:xfrm>
              <a:off x="7668294" y="3978988"/>
              <a:ext cx="1244388" cy="949618"/>
              <a:chOff x="3240" y="1830"/>
              <a:chExt cx="1372" cy="1047"/>
            </a:xfrm>
          </p:grpSpPr>
          <p:sp>
            <p:nvSpPr>
              <p:cNvPr id="272" name="Freeform 129"/>
              <p:cNvSpPr>
                <a:spLocks/>
              </p:cNvSpPr>
              <p:nvPr/>
            </p:nvSpPr>
            <p:spPr bwMode="auto">
              <a:xfrm>
                <a:off x="3240" y="1830"/>
                <a:ext cx="1372" cy="723"/>
              </a:xfrm>
              <a:custGeom>
                <a:avLst/>
                <a:gdLst>
                  <a:gd name="T0" fmla="*/ 145855 w 765"/>
                  <a:gd name="T1" fmla="*/ 931 h 459"/>
                  <a:gd name="T2" fmla="*/ 99268 w 765"/>
                  <a:gd name="T3" fmla="*/ 6562 h 459"/>
                  <a:gd name="T4" fmla="*/ 32950 w 765"/>
                  <a:gd name="T5" fmla="*/ 9426 h 459"/>
                  <a:gd name="T6" fmla="*/ 4821 w 765"/>
                  <a:gd name="T7" fmla="*/ 31576 h 459"/>
                  <a:gd name="T8" fmla="*/ 61950 w 765"/>
                  <a:gd name="T9" fmla="*/ 41713 h 459"/>
                  <a:gd name="T10" fmla="*/ 119240 w 765"/>
                  <a:gd name="T11" fmla="*/ 40071 h 459"/>
                  <a:gd name="T12" fmla="*/ 201010 w 765"/>
                  <a:gd name="T13" fmla="*/ 41713 h 459"/>
                  <a:gd name="T14" fmla="*/ 240274 w 765"/>
                  <a:gd name="T15" fmla="*/ 40797 h 459"/>
                  <a:gd name="T16" fmla="*/ 258901 w 765"/>
                  <a:gd name="T17" fmla="*/ 34980 h 459"/>
                  <a:gd name="T18" fmla="*/ 258196 w 765"/>
                  <a:gd name="T19" fmla="*/ 14847 h 459"/>
                  <a:gd name="T20" fmla="*/ 227858 w 765"/>
                  <a:gd name="T21" fmla="*/ 3221 h 459"/>
                  <a:gd name="T22" fmla="*/ 145855 w 765"/>
                  <a:gd name="T23" fmla="*/ 931 h 45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65"/>
                  <a:gd name="T37" fmla="*/ 0 h 459"/>
                  <a:gd name="T38" fmla="*/ 765 w 765"/>
                  <a:gd name="T39" fmla="*/ 459 h 45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65" h="459">
                    <a:moveTo>
                      <a:pt x="424" y="10"/>
                    </a:moveTo>
                    <a:cubicBezTo>
                      <a:pt x="362" y="16"/>
                      <a:pt x="343" y="55"/>
                      <a:pt x="288" y="70"/>
                    </a:cubicBezTo>
                    <a:cubicBezTo>
                      <a:pt x="233" y="85"/>
                      <a:pt x="142" y="56"/>
                      <a:pt x="96" y="100"/>
                    </a:cubicBezTo>
                    <a:cubicBezTo>
                      <a:pt x="50" y="144"/>
                      <a:pt x="0" y="279"/>
                      <a:pt x="14" y="336"/>
                    </a:cubicBezTo>
                    <a:cubicBezTo>
                      <a:pt x="28" y="393"/>
                      <a:pt x="125" y="429"/>
                      <a:pt x="180" y="444"/>
                    </a:cubicBezTo>
                    <a:cubicBezTo>
                      <a:pt x="235" y="459"/>
                      <a:pt x="279" y="426"/>
                      <a:pt x="346" y="426"/>
                    </a:cubicBezTo>
                    <a:cubicBezTo>
                      <a:pt x="413" y="426"/>
                      <a:pt x="525" y="443"/>
                      <a:pt x="584" y="444"/>
                    </a:cubicBezTo>
                    <a:cubicBezTo>
                      <a:pt x="643" y="445"/>
                      <a:pt x="670" y="446"/>
                      <a:pt x="698" y="434"/>
                    </a:cubicBezTo>
                    <a:cubicBezTo>
                      <a:pt x="726" y="422"/>
                      <a:pt x="743" y="418"/>
                      <a:pt x="752" y="372"/>
                    </a:cubicBezTo>
                    <a:cubicBezTo>
                      <a:pt x="761" y="326"/>
                      <a:pt x="765" y="214"/>
                      <a:pt x="750" y="158"/>
                    </a:cubicBezTo>
                    <a:cubicBezTo>
                      <a:pt x="735" y="102"/>
                      <a:pt x="716" y="58"/>
                      <a:pt x="662" y="34"/>
                    </a:cubicBezTo>
                    <a:cubicBezTo>
                      <a:pt x="608" y="10"/>
                      <a:pt x="505" y="0"/>
                      <a:pt x="424" y="1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CCFF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3" name="Line 130"/>
              <p:cNvSpPr>
                <a:spLocks noChangeShapeType="1"/>
              </p:cNvSpPr>
              <p:nvPr/>
            </p:nvSpPr>
            <p:spPr bwMode="auto">
              <a:xfrm flipV="1">
                <a:off x="3763" y="2053"/>
                <a:ext cx="106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4" name="Line 131"/>
              <p:cNvSpPr>
                <a:spLocks noChangeShapeType="1"/>
              </p:cNvSpPr>
              <p:nvPr/>
            </p:nvSpPr>
            <p:spPr bwMode="auto">
              <a:xfrm>
                <a:off x="3616" y="2204"/>
                <a:ext cx="0" cy="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5" name="Line 132"/>
              <p:cNvSpPr>
                <a:spLocks noChangeShapeType="1"/>
              </p:cNvSpPr>
              <p:nvPr/>
            </p:nvSpPr>
            <p:spPr bwMode="auto">
              <a:xfrm flipV="1">
                <a:off x="3763" y="2114"/>
                <a:ext cx="226" cy="2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6" name="Line 133"/>
              <p:cNvSpPr>
                <a:spLocks noChangeShapeType="1"/>
              </p:cNvSpPr>
              <p:nvPr/>
            </p:nvSpPr>
            <p:spPr bwMode="auto">
              <a:xfrm>
                <a:off x="4076" y="2113"/>
                <a:ext cx="0" cy="1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7" name="Line 134"/>
              <p:cNvSpPr>
                <a:spLocks noChangeShapeType="1"/>
              </p:cNvSpPr>
              <p:nvPr/>
            </p:nvSpPr>
            <p:spPr bwMode="auto">
              <a:xfrm>
                <a:off x="3779" y="2380"/>
                <a:ext cx="1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8" name="Line 135"/>
              <p:cNvSpPr>
                <a:spLocks noChangeShapeType="1"/>
              </p:cNvSpPr>
              <p:nvPr/>
            </p:nvSpPr>
            <p:spPr bwMode="auto">
              <a:xfrm>
                <a:off x="4255" y="2372"/>
                <a:ext cx="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279" name="Group 136"/>
              <p:cNvGrpSpPr>
                <a:grpSpLocks/>
              </p:cNvGrpSpPr>
              <p:nvPr/>
            </p:nvGrpSpPr>
            <p:grpSpPr bwMode="auto">
              <a:xfrm>
                <a:off x="3860" y="1969"/>
                <a:ext cx="335" cy="148"/>
                <a:chOff x="4650" y="1129"/>
                <a:chExt cx="246" cy="95"/>
              </a:xfrm>
            </p:grpSpPr>
            <p:sp>
              <p:nvSpPr>
                <p:cNvPr id="309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0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1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12" name="Group 140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15" name="Freeform 141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16" name="Freeform 142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13" name="Line 143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4" name="Line 144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0" name="Group 145"/>
              <p:cNvGrpSpPr>
                <a:grpSpLocks/>
              </p:cNvGrpSpPr>
              <p:nvPr/>
            </p:nvGrpSpPr>
            <p:grpSpPr bwMode="auto">
              <a:xfrm>
                <a:off x="3922" y="2284"/>
                <a:ext cx="336" cy="154"/>
                <a:chOff x="4650" y="1129"/>
                <a:chExt cx="246" cy="95"/>
              </a:xfrm>
            </p:grpSpPr>
            <p:sp>
              <p:nvSpPr>
                <p:cNvPr id="301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04" name="Group 149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307" name="Freeform 15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08" name="Freeform 15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05" name="Line 152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6" name="Line 153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1" name="Group 154"/>
              <p:cNvGrpSpPr>
                <a:grpSpLocks/>
              </p:cNvGrpSpPr>
              <p:nvPr/>
            </p:nvGrpSpPr>
            <p:grpSpPr bwMode="auto">
              <a:xfrm>
                <a:off x="3443" y="2054"/>
                <a:ext cx="335" cy="149"/>
                <a:chOff x="4650" y="1129"/>
                <a:chExt cx="246" cy="95"/>
              </a:xfrm>
            </p:grpSpPr>
            <p:sp>
              <p:nvSpPr>
                <p:cNvPr id="293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96" name="Group 158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99" name="Freeform 159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00" name="Freeform 160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97" name="Line 161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8" name="Line 162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82" name="Group 163"/>
              <p:cNvGrpSpPr>
                <a:grpSpLocks/>
              </p:cNvGrpSpPr>
              <p:nvPr/>
            </p:nvGrpSpPr>
            <p:grpSpPr bwMode="auto">
              <a:xfrm>
                <a:off x="3452" y="2284"/>
                <a:ext cx="336" cy="148"/>
                <a:chOff x="4650" y="1129"/>
                <a:chExt cx="246" cy="95"/>
              </a:xfrm>
            </p:grpSpPr>
            <p:sp>
              <p:nvSpPr>
                <p:cNvPr id="285" name="Oval 407"/>
                <p:cNvSpPr>
                  <a:spLocks noChangeArrowheads="1"/>
                </p:cNvSpPr>
                <p:nvPr/>
              </p:nvSpPr>
              <p:spPr bwMode="auto">
                <a:xfrm>
                  <a:off x="4651" y="1171"/>
                  <a:ext cx="244" cy="53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651" y="1165"/>
                  <a:ext cx="245" cy="33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" name="Oval 411"/>
                <p:cNvSpPr>
                  <a:spLocks noChangeArrowheads="1"/>
                </p:cNvSpPr>
                <p:nvPr/>
              </p:nvSpPr>
              <p:spPr bwMode="auto">
                <a:xfrm>
                  <a:off x="4650" y="1129"/>
                  <a:ext cx="244" cy="6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88" name="Group 167"/>
                <p:cNvGrpSpPr>
                  <a:grpSpLocks/>
                </p:cNvGrpSpPr>
                <p:nvPr/>
              </p:nvGrpSpPr>
              <p:grpSpPr bwMode="auto"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291" name="Freeform 168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292" name="Freeform 169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12700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289" name="Line 170"/>
                <p:cNvSpPr>
                  <a:spLocks noChangeShapeType="1"/>
                </p:cNvSpPr>
                <p:nvPr/>
              </p:nvSpPr>
              <p:spPr bwMode="auto">
                <a:xfrm>
                  <a:off x="4651" y="1158"/>
                  <a:ext cx="0" cy="4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0" name="Line 171"/>
                <p:cNvSpPr>
                  <a:spLocks noChangeShapeType="1"/>
                </p:cNvSpPr>
                <p:nvPr/>
              </p:nvSpPr>
              <p:spPr bwMode="auto">
                <a:xfrm>
                  <a:off x="4894" y="1160"/>
                  <a:ext cx="0" cy="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3" name="Line 172"/>
              <p:cNvSpPr>
                <a:spLocks noChangeShapeType="1"/>
              </p:cNvSpPr>
              <p:nvPr/>
            </p:nvSpPr>
            <p:spPr bwMode="auto">
              <a:xfrm>
                <a:off x="4422" y="2370"/>
                <a:ext cx="153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4" name="Text Box 580"/>
              <p:cNvSpPr txBox="1">
                <a:spLocks noChangeArrowheads="1"/>
              </p:cNvSpPr>
              <p:nvPr/>
            </p:nvSpPr>
            <p:spPr bwMode="auto">
              <a:xfrm>
                <a:off x="3552" y="2436"/>
                <a:ext cx="1035" cy="4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zh-CN" altLang="en-US" sz="1350" dirty="0"/>
                  <a:t>因特网</a:t>
                </a:r>
                <a:endParaRPr lang="en-US" altLang="zh-CN" sz="1350" dirty="0"/>
              </a:p>
            </p:txBody>
          </p:sp>
        </p:grpSp>
        <p:sp>
          <p:nvSpPr>
            <p:cNvPr id="317" name="Freeform 174"/>
            <p:cNvSpPr>
              <a:spLocks/>
            </p:cNvSpPr>
            <p:nvPr/>
          </p:nvSpPr>
          <p:spPr bwMode="auto">
            <a:xfrm>
              <a:off x="8171423" y="3191522"/>
              <a:ext cx="206375" cy="927100"/>
            </a:xfrm>
            <a:custGeom>
              <a:avLst/>
              <a:gdLst>
                <a:gd name="T0" fmla="*/ 0 w 130"/>
                <a:gd name="T1" fmla="*/ 0 h 584"/>
                <a:gd name="T2" fmla="*/ 2147483647 w 130"/>
                <a:gd name="T3" fmla="*/ 0 h 584"/>
                <a:gd name="T4" fmla="*/ 2147483647 w 130"/>
                <a:gd name="T5" fmla="*/ 2147483647 h 584"/>
                <a:gd name="T6" fmla="*/ 0 60000 65536"/>
                <a:gd name="T7" fmla="*/ 0 60000 65536"/>
                <a:gd name="T8" fmla="*/ 0 60000 65536"/>
                <a:gd name="T9" fmla="*/ 0 w 130"/>
                <a:gd name="T10" fmla="*/ 0 h 584"/>
                <a:gd name="T11" fmla="*/ 130 w 130"/>
                <a:gd name="T12" fmla="*/ 584 h 5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0" h="584">
                  <a:moveTo>
                    <a:pt x="0" y="0"/>
                  </a:moveTo>
                  <a:lnTo>
                    <a:pt x="130" y="0"/>
                  </a:lnTo>
                  <a:lnTo>
                    <a:pt x="130" y="5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18" name="灯片编号占位符 2">
            <a:extLst>
              <a:ext uri="{FF2B5EF4-FFF2-40B4-BE49-F238E27FC236}">
                <a16:creationId xmlns:a16="http://schemas.microsoft.com/office/drawing/2014/main" id="{0DBE6C0A-6C44-4699-BD48-39BC50C97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9" name="AutoShape 5">
            <a:extLst>
              <a:ext uri="{FF2B5EF4-FFF2-40B4-BE49-F238E27FC236}">
                <a16:creationId xmlns:a16="http://schemas.microsoft.com/office/drawing/2014/main" id="{90F41C63-8C58-43B1-9A9D-55EB8C678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0" name="Rectangle 3">
            <a:extLst>
              <a:ext uri="{FF2B5EF4-FFF2-40B4-BE49-F238E27FC236}">
                <a16:creationId xmlns:a16="http://schemas.microsoft.com/office/drawing/2014/main" id="{ABF9601C-139E-4A4F-9609-8B829DC74994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1515413333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" grpId="0" animBg="1"/>
      <p:bldP spid="31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565" name="Rectangle 9"/>
          <p:cNvSpPr>
            <a:spLocks noChangeArrowheads="1"/>
          </p:cNvSpPr>
          <p:nvPr/>
        </p:nvSpPr>
        <p:spPr bwMode="auto">
          <a:xfrm>
            <a:off x="1080000" y="1440000"/>
            <a:ext cx="857607" cy="285176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家庭网络</a:t>
            </a:r>
          </a:p>
        </p:txBody>
      </p:sp>
      <p:sp>
        <p:nvSpPr>
          <p:cNvPr id="107" name="AutoShape 99"/>
          <p:cNvSpPr>
            <a:spLocks noChangeArrowheads="1"/>
          </p:cNvSpPr>
          <p:nvPr/>
        </p:nvSpPr>
        <p:spPr bwMode="auto">
          <a:xfrm>
            <a:off x="2353811" y="1437624"/>
            <a:ext cx="4237434" cy="576263"/>
          </a:xfrm>
          <a:prstGeom prst="triangle">
            <a:avLst>
              <a:gd name="adj" fmla="val 50000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Text Box 26"/>
          <p:cNvSpPr txBox="1">
            <a:spLocks noChangeArrowheads="1"/>
          </p:cNvSpPr>
          <p:nvPr/>
        </p:nvSpPr>
        <p:spPr bwMode="auto">
          <a:xfrm>
            <a:off x="6200157" y="2869871"/>
            <a:ext cx="2243038" cy="44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to/from 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headend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or central office</a:t>
            </a:r>
          </a:p>
        </p:txBody>
      </p:sp>
      <p:sp>
        <p:nvSpPr>
          <p:cNvPr id="109" name="Rectangle 87"/>
          <p:cNvSpPr>
            <a:spLocks noChangeArrowheads="1"/>
          </p:cNvSpPr>
          <p:nvPr/>
        </p:nvSpPr>
        <p:spPr bwMode="auto">
          <a:xfrm>
            <a:off x="2680042" y="2003172"/>
            <a:ext cx="3586163" cy="199667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0" name="Group 105"/>
          <p:cNvGrpSpPr>
            <a:grpSpLocks/>
          </p:cNvGrpSpPr>
          <p:nvPr/>
        </p:nvGrpSpPr>
        <p:grpSpPr bwMode="auto">
          <a:xfrm>
            <a:off x="5004143" y="3008059"/>
            <a:ext cx="1584722" cy="271463"/>
            <a:chOff x="2434" y="2109"/>
            <a:chExt cx="1331" cy="228"/>
          </a:xfrm>
        </p:grpSpPr>
        <p:grpSp>
          <p:nvGrpSpPr>
            <p:cNvPr id="111" name="Group 91"/>
            <p:cNvGrpSpPr>
              <a:grpSpLocks/>
            </p:cNvGrpSpPr>
            <p:nvPr/>
          </p:nvGrpSpPr>
          <p:grpSpPr bwMode="auto">
            <a:xfrm>
              <a:off x="2722" y="2109"/>
              <a:ext cx="642" cy="228"/>
              <a:chOff x="322" y="890"/>
              <a:chExt cx="872" cy="339"/>
            </a:xfrm>
          </p:grpSpPr>
          <p:sp>
            <p:nvSpPr>
              <p:cNvPr id="114" name="Rectangle 92"/>
              <p:cNvSpPr>
                <a:spLocks noChangeArrowheads="1"/>
              </p:cNvSpPr>
              <p:nvPr/>
            </p:nvSpPr>
            <p:spPr bwMode="auto">
              <a:xfrm>
                <a:off x="323" y="1004"/>
                <a:ext cx="871" cy="22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Rectangle 93"/>
              <p:cNvSpPr>
                <a:spLocks noChangeArrowheads="1"/>
              </p:cNvSpPr>
              <p:nvPr/>
            </p:nvSpPr>
            <p:spPr bwMode="auto">
              <a:xfrm>
                <a:off x="393" y="1073"/>
                <a:ext cx="57" cy="57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Rectangle 94"/>
              <p:cNvSpPr>
                <a:spLocks noChangeArrowheads="1"/>
              </p:cNvSpPr>
              <p:nvPr/>
            </p:nvSpPr>
            <p:spPr bwMode="auto">
              <a:xfrm>
                <a:off x="467" y="1073"/>
                <a:ext cx="56" cy="57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Rectangle 95"/>
              <p:cNvSpPr>
                <a:spLocks noChangeArrowheads="1"/>
              </p:cNvSpPr>
              <p:nvPr/>
            </p:nvSpPr>
            <p:spPr bwMode="auto">
              <a:xfrm>
                <a:off x="541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Rectangle 96"/>
              <p:cNvSpPr>
                <a:spLocks noChangeArrowheads="1"/>
              </p:cNvSpPr>
              <p:nvPr/>
            </p:nvSpPr>
            <p:spPr bwMode="auto">
              <a:xfrm>
                <a:off x="615" y="1071"/>
                <a:ext cx="56" cy="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AutoShape 97"/>
              <p:cNvSpPr>
                <a:spLocks noChangeArrowheads="1"/>
              </p:cNvSpPr>
              <p:nvPr/>
            </p:nvSpPr>
            <p:spPr bwMode="auto">
              <a:xfrm rot="10800000" flipH="1">
                <a:off x="322" y="890"/>
                <a:ext cx="859" cy="11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1 w 21600"/>
                  <a:gd name="T13" fmla="*/ 4516 h 21600"/>
                  <a:gd name="T14" fmla="*/ 17099 w 21600"/>
                  <a:gd name="T15" fmla="*/ 1708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2" name="Line 102"/>
            <p:cNvSpPr>
              <a:spLocks noChangeShapeType="1"/>
            </p:cNvSpPr>
            <p:nvPr/>
          </p:nvSpPr>
          <p:spPr bwMode="auto">
            <a:xfrm flipH="1">
              <a:off x="3361" y="2258"/>
              <a:ext cx="4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04"/>
            <p:cNvSpPr>
              <a:spLocks noChangeShapeType="1"/>
            </p:cNvSpPr>
            <p:nvPr/>
          </p:nvSpPr>
          <p:spPr bwMode="auto">
            <a:xfrm flipH="1">
              <a:off x="2434" y="2261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0" name="Group 107"/>
          <p:cNvGrpSpPr>
            <a:grpSpLocks/>
          </p:cNvGrpSpPr>
          <p:nvPr/>
        </p:nvGrpSpPr>
        <p:grpSpPr bwMode="auto">
          <a:xfrm>
            <a:off x="4243332" y="2989009"/>
            <a:ext cx="798910" cy="341709"/>
            <a:chOff x="2356" y="1300"/>
            <a:chExt cx="555" cy="194"/>
          </a:xfrm>
        </p:grpSpPr>
        <p:sp>
          <p:nvSpPr>
            <p:cNvPr id="121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24" name="Group 111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27" name="Freeform 112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Freeform 113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5" name="Line 114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15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9" name="Line 116"/>
          <p:cNvSpPr>
            <a:spLocks noChangeShapeType="1"/>
          </p:cNvSpPr>
          <p:nvPr/>
        </p:nvSpPr>
        <p:spPr bwMode="auto">
          <a:xfrm flipH="1">
            <a:off x="3614682" y="3166412"/>
            <a:ext cx="61674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0" name="Group 119"/>
          <p:cNvGrpSpPr>
            <a:grpSpLocks/>
          </p:cNvGrpSpPr>
          <p:nvPr/>
        </p:nvGrpSpPr>
        <p:grpSpPr bwMode="auto">
          <a:xfrm>
            <a:off x="3149149" y="2731834"/>
            <a:ext cx="801290" cy="615553"/>
            <a:chOff x="2967" y="478"/>
            <a:chExt cx="788" cy="625"/>
          </a:xfrm>
        </p:grpSpPr>
        <p:pic>
          <p:nvPicPr>
            <p:cNvPr id="131" name="Picture 120" descr="access_point_stylized_smal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121" descr="antenna_radiation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" name="Line 122"/>
          <p:cNvSpPr>
            <a:spLocks noChangeShapeType="1"/>
          </p:cNvSpPr>
          <p:nvPr/>
        </p:nvSpPr>
        <p:spPr bwMode="auto">
          <a:xfrm flipH="1" flipV="1">
            <a:off x="4605282" y="2643728"/>
            <a:ext cx="0" cy="3512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4" name="Group 138"/>
          <p:cNvGrpSpPr>
            <a:grpSpLocks/>
          </p:cNvGrpSpPr>
          <p:nvPr/>
        </p:nvGrpSpPr>
        <p:grpSpPr bwMode="auto">
          <a:xfrm>
            <a:off x="5835199" y="3346201"/>
            <a:ext cx="2265761" cy="554832"/>
            <a:chOff x="3399" y="2333"/>
            <a:chExt cx="1903" cy="466"/>
          </a:xfrm>
        </p:grpSpPr>
        <p:sp>
          <p:nvSpPr>
            <p:cNvPr id="135" name="Text Box 39"/>
            <p:cNvSpPr txBox="1">
              <a:spLocks noChangeArrowheads="1"/>
            </p:cNvSpPr>
            <p:nvPr/>
          </p:nvSpPr>
          <p:spPr bwMode="auto">
            <a:xfrm>
              <a:off x="3399" y="2597"/>
              <a:ext cx="190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cable or DSL 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调制解调器</a:t>
              </a:r>
              <a:endParaRPr lang="en-US" altLang="zh-CN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29"/>
            <p:cNvSpPr>
              <a:spLocks noChangeShapeType="1"/>
            </p:cNvSpPr>
            <p:nvPr/>
          </p:nvSpPr>
          <p:spPr bwMode="auto">
            <a:xfrm>
              <a:off x="3449" y="2333"/>
              <a:ext cx="0" cy="334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7" name="Group 139"/>
          <p:cNvGrpSpPr>
            <a:grpSpLocks/>
          </p:cNvGrpSpPr>
          <p:nvPr/>
        </p:nvGrpSpPr>
        <p:grpSpPr bwMode="auto">
          <a:xfrm>
            <a:off x="4850553" y="3340243"/>
            <a:ext cx="2530079" cy="1072754"/>
            <a:chOff x="2572" y="2328"/>
            <a:chExt cx="2125" cy="901"/>
          </a:xfrm>
        </p:grpSpPr>
        <p:sp>
          <p:nvSpPr>
            <p:cNvPr id="138" name="Text Box 39"/>
            <p:cNvSpPr txBox="1">
              <a:spLocks noChangeArrowheads="1"/>
            </p:cNvSpPr>
            <p:nvPr/>
          </p:nvSpPr>
          <p:spPr bwMode="auto">
            <a:xfrm>
              <a:off x="2572" y="3027"/>
              <a:ext cx="212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防火墙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网络地址转换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33"/>
            <p:cNvSpPr>
              <a:spLocks noChangeShapeType="1"/>
            </p:cNvSpPr>
            <p:nvPr/>
          </p:nvSpPr>
          <p:spPr bwMode="auto">
            <a:xfrm>
              <a:off x="2645" y="2328"/>
              <a:ext cx="0" cy="699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0" name="Group 141"/>
          <p:cNvGrpSpPr>
            <a:grpSpLocks/>
          </p:cNvGrpSpPr>
          <p:nvPr/>
        </p:nvGrpSpPr>
        <p:grpSpPr bwMode="auto">
          <a:xfrm>
            <a:off x="3599204" y="4001039"/>
            <a:ext cx="2195513" cy="696406"/>
            <a:chOff x="1312" y="2532"/>
            <a:chExt cx="1844" cy="807"/>
          </a:xfrm>
        </p:grpSpPr>
        <p:sp>
          <p:nvSpPr>
            <p:cNvPr id="141" name="Line 134"/>
            <p:cNvSpPr>
              <a:spLocks noChangeShapeType="1"/>
            </p:cNvSpPr>
            <p:nvPr/>
          </p:nvSpPr>
          <p:spPr bwMode="auto">
            <a:xfrm>
              <a:off x="2064" y="2532"/>
              <a:ext cx="0" cy="503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Text Box 39"/>
            <p:cNvSpPr txBox="1">
              <a:spLocks noChangeArrowheads="1"/>
            </p:cNvSpPr>
            <p:nvPr/>
          </p:nvSpPr>
          <p:spPr bwMode="auto">
            <a:xfrm>
              <a:off x="1312" y="3056"/>
              <a:ext cx="184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有线</a:t>
              </a:r>
              <a:r>
                <a:rPr lang="zh-CN" altLang="en-US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以太网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(100 Mbps)</a:t>
              </a:r>
            </a:p>
          </p:txBody>
        </p:sp>
      </p:grpSp>
      <p:grpSp>
        <p:nvGrpSpPr>
          <p:cNvPr id="143" name="Group 140"/>
          <p:cNvGrpSpPr>
            <a:grpSpLocks/>
          </p:cNvGrpSpPr>
          <p:nvPr/>
        </p:nvGrpSpPr>
        <p:grpSpPr bwMode="auto">
          <a:xfrm>
            <a:off x="2254988" y="3362865"/>
            <a:ext cx="1475184" cy="1157287"/>
            <a:chOff x="392" y="2347"/>
            <a:chExt cx="1239" cy="972"/>
          </a:xfrm>
        </p:grpSpPr>
        <p:sp>
          <p:nvSpPr>
            <p:cNvPr id="144" name="Line 136"/>
            <p:cNvSpPr>
              <a:spLocks noChangeShapeType="1"/>
            </p:cNvSpPr>
            <p:nvPr/>
          </p:nvSpPr>
          <p:spPr bwMode="auto">
            <a:xfrm>
              <a:off x="1360" y="2347"/>
              <a:ext cx="0" cy="658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Text Box 39"/>
            <p:cNvSpPr txBox="1">
              <a:spLocks noChangeArrowheads="1"/>
            </p:cNvSpPr>
            <p:nvPr/>
          </p:nvSpPr>
          <p:spPr bwMode="auto">
            <a:xfrm>
              <a:off x="392" y="2990"/>
              <a:ext cx="1239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无限接入点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(54 Mbps)</a:t>
              </a:r>
            </a:p>
          </p:txBody>
        </p:sp>
      </p:grpSp>
      <p:sp>
        <p:nvSpPr>
          <p:cNvPr id="146" name="Text Box 142"/>
          <p:cNvSpPr txBox="1">
            <a:spLocks noChangeArrowheads="1"/>
          </p:cNvSpPr>
          <p:nvPr/>
        </p:nvSpPr>
        <p:spPr bwMode="auto">
          <a:xfrm>
            <a:off x="2239062" y="2257057"/>
            <a:ext cx="8002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无线设备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7" name="Group 143"/>
          <p:cNvGrpSpPr>
            <a:grpSpLocks/>
          </p:cNvGrpSpPr>
          <p:nvPr/>
        </p:nvGrpSpPr>
        <p:grpSpPr bwMode="auto">
          <a:xfrm>
            <a:off x="2826489" y="2034128"/>
            <a:ext cx="550069" cy="569119"/>
            <a:chOff x="2751" y="1851"/>
            <a:chExt cx="462" cy="478"/>
          </a:xfrm>
        </p:grpSpPr>
        <p:pic>
          <p:nvPicPr>
            <p:cNvPr id="148" name="Picture 144" descr="iphone_stylized_smal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9" name="Picture 145" descr="antenna_radiation_stylize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0" name="Line 146"/>
          <p:cNvSpPr>
            <a:spLocks noChangeShapeType="1"/>
          </p:cNvSpPr>
          <p:nvPr/>
        </p:nvSpPr>
        <p:spPr bwMode="auto">
          <a:xfrm>
            <a:off x="4548132" y="3328337"/>
            <a:ext cx="9525" cy="1631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Oval 147"/>
          <p:cNvSpPr>
            <a:spLocks noChangeArrowheads="1"/>
          </p:cNvSpPr>
          <p:nvPr/>
        </p:nvSpPr>
        <p:spPr bwMode="auto">
          <a:xfrm>
            <a:off x="2749098" y="2669922"/>
            <a:ext cx="2519363" cy="788194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zh-CN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2" name="Group 150"/>
          <p:cNvGrpSpPr>
            <a:grpSpLocks/>
          </p:cNvGrpSpPr>
          <p:nvPr/>
        </p:nvGrpSpPr>
        <p:grpSpPr bwMode="auto">
          <a:xfrm>
            <a:off x="1709682" y="3217612"/>
            <a:ext cx="1064420" cy="634604"/>
            <a:chOff x="-66" y="2225"/>
            <a:chExt cx="894" cy="533"/>
          </a:xfrm>
        </p:grpSpPr>
        <p:sp>
          <p:nvSpPr>
            <p:cNvPr id="153" name="Text Box 148"/>
            <p:cNvSpPr txBox="1">
              <a:spLocks noChangeArrowheads="1"/>
            </p:cNvSpPr>
            <p:nvPr/>
          </p:nvSpPr>
          <p:spPr bwMode="auto">
            <a:xfrm>
              <a:off x="-66" y="2415"/>
              <a:ext cx="839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通常集成在一个盒子里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49"/>
            <p:cNvSpPr>
              <a:spLocks noChangeShapeType="1"/>
            </p:cNvSpPr>
            <p:nvPr/>
          </p:nvSpPr>
          <p:spPr bwMode="auto">
            <a:xfrm flipV="1">
              <a:off x="590" y="2225"/>
              <a:ext cx="238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5" name="Group 151"/>
          <p:cNvGrpSpPr>
            <a:grpSpLocks/>
          </p:cNvGrpSpPr>
          <p:nvPr/>
        </p:nvGrpSpPr>
        <p:grpSpPr bwMode="auto">
          <a:xfrm>
            <a:off x="3573011" y="1743615"/>
            <a:ext cx="715565" cy="770334"/>
            <a:chOff x="877" y="1008"/>
            <a:chExt cx="2747" cy="2591"/>
          </a:xfrm>
        </p:grpSpPr>
        <p:pic>
          <p:nvPicPr>
            <p:cNvPr id="156" name="Picture 152" descr="antenna_stylized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7" name="Picture 153" descr="laptop_keyboar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" name="Freeform 154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59" name="Picture 155" descr="screen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0" name="Freeform 156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Freeform 157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Freeform 158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Freeform 159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Freeform 160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Freeform 161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66" name="Group 162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73" name="Freeform 163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Freeform 164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Freeform 165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Freeform 166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Freeform 167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Freeform 168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7" name="Freeform 169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Freeform 170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Freeform 171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Freeform 172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Freeform 173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Freeform 174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9" name="Group 175"/>
          <p:cNvGrpSpPr>
            <a:grpSpLocks/>
          </p:cNvGrpSpPr>
          <p:nvPr/>
        </p:nvGrpSpPr>
        <p:grpSpPr bwMode="auto">
          <a:xfrm>
            <a:off x="4150463" y="2092468"/>
            <a:ext cx="842963" cy="646510"/>
            <a:chOff x="-44" y="1473"/>
            <a:chExt cx="981" cy="1105"/>
          </a:xfrm>
        </p:grpSpPr>
        <p:pic>
          <p:nvPicPr>
            <p:cNvPr id="180" name="Picture 176" descr="desktop_computer_stylized_medium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1" name="Freeform 17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2" name="Group 178"/>
          <p:cNvGrpSpPr>
            <a:grpSpLocks/>
          </p:cNvGrpSpPr>
          <p:nvPr/>
        </p:nvGrpSpPr>
        <p:grpSpPr bwMode="auto">
          <a:xfrm>
            <a:off x="4106411" y="3447399"/>
            <a:ext cx="636984" cy="534591"/>
            <a:chOff x="-44" y="1473"/>
            <a:chExt cx="981" cy="1105"/>
          </a:xfrm>
        </p:grpSpPr>
        <p:pic>
          <p:nvPicPr>
            <p:cNvPr id="183" name="Picture 179" descr="desktop_computer_stylized_medium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" name="Freeform 18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5" name="Text Box 142"/>
          <p:cNvSpPr txBox="1">
            <a:spLocks noChangeArrowheads="1"/>
          </p:cNvSpPr>
          <p:nvPr/>
        </p:nvSpPr>
        <p:spPr bwMode="auto">
          <a:xfrm>
            <a:off x="3211891" y="1851967"/>
            <a:ext cx="4427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</a:p>
        </p:txBody>
      </p:sp>
      <p:sp>
        <p:nvSpPr>
          <p:cNvPr id="84" name="灯片编号占位符 2">
            <a:extLst>
              <a:ext uri="{FF2B5EF4-FFF2-40B4-BE49-F238E27FC236}">
                <a16:creationId xmlns:a16="http://schemas.microsoft.com/office/drawing/2014/main" id="{4559A235-0023-4626-A6CE-71ABE169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AutoShape 5">
            <a:extLst>
              <a:ext uri="{FF2B5EF4-FFF2-40B4-BE49-F238E27FC236}">
                <a16:creationId xmlns:a16="http://schemas.microsoft.com/office/drawing/2014/main" id="{CDFC44FA-2DE3-49A9-8454-9EDE312F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9621A49F-207D-482B-B8F3-28059D36250A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3424296095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565" name="Rectangle 9"/>
          <p:cNvSpPr>
            <a:spLocks noChangeArrowheads="1"/>
          </p:cNvSpPr>
          <p:nvPr/>
        </p:nvSpPr>
        <p:spPr bwMode="auto">
          <a:xfrm>
            <a:off x="1080000" y="1440000"/>
            <a:ext cx="857607" cy="285176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企业网络</a:t>
            </a:r>
          </a:p>
        </p:txBody>
      </p:sp>
      <p:sp>
        <p:nvSpPr>
          <p:cNvPr id="88" name="Line 2"/>
          <p:cNvSpPr>
            <a:spLocks noChangeShapeType="1"/>
          </p:cNvSpPr>
          <p:nvPr/>
        </p:nvSpPr>
        <p:spPr bwMode="auto">
          <a:xfrm>
            <a:off x="2853929" y="3347375"/>
            <a:ext cx="0" cy="3512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3"/>
          <p:cNvSpPr>
            <a:spLocks noChangeShapeType="1"/>
          </p:cNvSpPr>
          <p:nvPr/>
        </p:nvSpPr>
        <p:spPr bwMode="auto">
          <a:xfrm>
            <a:off x="3168254" y="3353327"/>
            <a:ext cx="0" cy="41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Line 4"/>
          <p:cNvSpPr>
            <a:spLocks noChangeShapeType="1"/>
          </p:cNvSpPr>
          <p:nvPr/>
        </p:nvSpPr>
        <p:spPr bwMode="auto">
          <a:xfrm flipH="1">
            <a:off x="2401491" y="3333087"/>
            <a:ext cx="52268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Group 51"/>
          <p:cNvGrpSpPr>
            <a:grpSpLocks/>
          </p:cNvGrpSpPr>
          <p:nvPr/>
        </p:nvGrpSpPr>
        <p:grpSpPr bwMode="auto">
          <a:xfrm>
            <a:off x="2702719" y="3112821"/>
            <a:ext cx="789385" cy="266700"/>
            <a:chOff x="4410" y="1365"/>
            <a:chExt cx="663" cy="224"/>
          </a:xfrm>
        </p:grpSpPr>
        <p:sp>
          <p:nvSpPr>
            <p:cNvPr id="92" name="Rectangle 52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AutoShape 53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54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55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56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Line 59"/>
          <p:cNvSpPr>
            <a:spLocks noChangeShapeType="1"/>
          </p:cNvSpPr>
          <p:nvPr/>
        </p:nvSpPr>
        <p:spPr bwMode="auto">
          <a:xfrm flipH="1">
            <a:off x="2021681" y="3167590"/>
            <a:ext cx="79652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Line 61"/>
          <p:cNvSpPr>
            <a:spLocks noChangeShapeType="1"/>
          </p:cNvSpPr>
          <p:nvPr/>
        </p:nvSpPr>
        <p:spPr bwMode="auto">
          <a:xfrm flipV="1">
            <a:off x="2982516" y="2704438"/>
            <a:ext cx="0" cy="4024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9" name="Group 62"/>
          <p:cNvGrpSpPr>
            <a:grpSpLocks/>
          </p:cNvGrpSpPr>
          <p:nvPr/>
        </p:nvGrpSpPr>
        <p:grpSpPr bwMode="auto">
          <a:xfrm>
            <a:off x="2757488" y="2365109"/>
            <a:ext cx="654844" cy="470297"/>
            <a:chOff x="2967" y="478"/>
            <a:chExt cx="788" cy="625"/>
          </a:xfrm>
        </p:grpSpPr>
        <p:pic>
          <p:nvPicPr>
            <p:cNvPr id="100" name="Picture 63" descr="access_point_stylized_smal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64" descr="antenna_radiation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2" name="Group 65"/>
          <p:cNvGrpSpPr>
            <a:grpSpLocks/>
          </p:cNvGrpSpPr>
          <p:nvPr/>
        </p:nvGrpSpPr>
        <p:grpSpPr bwMode="auto">
          <a:xfrm>
            <a:off x="3250406" y="1881715"/>
            <a:ext cx="466725" cy="529829"/>
            <a:chOff x="877" y="1008"/>
            <a:chExt cx="2747" cy="2591"/>
          </a:xfrm>
        </p:grpSpPr>
        <p:pic>
          <p:nvPicPr>
            <p:cNvPr id="103" name="Picture 66" descr="antenna_stylized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7" descr="laptop_keyboar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5" name="Freeform 68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6" name="Picture 69" descr="screen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" name="Freeform 70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Freeform 71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Freeform 72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Freeform 73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Freeform 74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Freeform 75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2" name="Group 76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99" name="Freeform 77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Freeform 78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Freeform 79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Freeform 80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Freeform 81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Freeform 82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93" name="Freeform 83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Freeform 84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Freeform 85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Freeform 86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Freeform 87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8" name="Freeform 88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5" name="Group 89"/>
          <p:cNvGrpSpPr>
            <a:grpSpLocks/>
          </p:cNvGrpSpPr>
          <p:nvPr/>
        </p:nvGrpSpPr>
        <p:grpSpPr bwMode="auto">
          <a:xfrm>
            <a:off x="2102644" y="2091265"/>
            <a:ext cx="425054" cy="469106"/>
            <a:chOff x="877" y="1008"/>
            <a:chExt cx="2747" cy="2591"/>
          </a:xfrm>
        </p:grpSpPr>
        <p:pic>
          <p:nvPicPr>
            <p:cNvPr id="206" name="Picture 90" descr="antenna_stylized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7" name="Picture 91" descr="laptop_keyboard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92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09" name="Picture 93" descr="screen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0" name="Freeform 94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Freeform 95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Freeform 96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Freeform 97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Freeform 98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Freeform 99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6" name="Group 100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23" name="Freeform 101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Freeform 102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5" name="Freeform 103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Freeform 104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Freeform 105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Freeform 106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7" name="Freeform 107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Freeform 108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Freeform 109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110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111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Freeform 112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9" name="Group 113"/>
          <p:cNvGrpSpPr>
            <a:grpSpLocks/>
          </p:cNvGrpSpPr>
          <p:nvPr/>
        </p:nvGrpSpPr>
        <p:grpSpPr bwMode="auto">
          <a:xfrm>
            <a:off x="2663429" y="1860283"/>
            <a:ext cx="476250" cy="461963"/>
            <a:chOff x="877" y="1008"/>
            <a:chExt cx="2747" cy="2591"/>
          </a:xfrm>
        </p:grpSpPr>
        <p:pic>
          <p:nvPicPr>
            <p:cNvPr id="230" name="Picture 114" descr="antenna_stylized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1" name="Picture 115" descr="laptop_keyboar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16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33" name="Picture 117" descr="screen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4" name="Freeform 118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5" name="Freeform 119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6" name="Freeform 120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7" name="Freeform 121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8" name="Freeform 122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Freeform 123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0" name="Group 124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47" name="Freeform 125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Freeform 126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Freeform 127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Freeform 128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Freeform 129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Freeform 130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1" name="Freeform 131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2" name="Freeform 132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3" name="Freeform 133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4" name="Freeform 134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" name="Freeform 135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6" name="Freeform 136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3" name="Group 296"/>
          <p:cNvGrpSpPr>
            <a:grpSpLocks/>
          </p:cNvGrpSpPr>
          <p:nvPr/>
        </p:nvGrpSpPr>
        <p:grpSpPr bwMode="auto">
          <a:xfrm>
            <a:off x="4512469" y="2346059"/>
            <a:ext cx="875110" cy="359569"/>
            <a:chOff x="2356" y="1300"/>
            <a:chExt cx="555" cy="194"/>
          </a:xfrm>
        </p:grpSpPr>
        <p:sp>
          <p:nvSpPr>
            <p:cNvPr id="254" name="Oval 407"/>
            <p:cNvSpPr>
              <a:spLocks noChangeArrowheads="1"/>
            </p:cNvSpPr>
            <p:nvPr/>
          </p:nvSpPr>
          <p:spPr bwMode="auto">
            <a:xfrm>
              <a:off x="2357" y="1385"/>
              <a:ext cx="551" cy="109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5" name="Rectangle 410"/>
            <p:cNvSpPr>
              <a:spLocks noChangeArrowheads="1"/>
            </p:cNvSpPr>
            <p:nvPr/>
          </p:nvSpPr>
          <p:spPr bwMode="auto">
            <a:xfrm>
              <a:off x="2357" y="1374"/>
              <a:ext cx="554" cy="66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" name="Oval 411"/>
            <p:cNvSpPr>
              <a:spLocks noChangeArrowheads="1"/>
            </p:cNvSpPr>
            <p:nvPr/>
          </p:nvSpPr>
          <p:spPr bwMode="auto">
            <a:xfrm>
              <a:off x="2356" y="1300"/>
              <a:ext cx="551" cy="127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57" name="Group 300"/>
            <p:cNvGrpSpPr>
              <a:grpSpLocks/>
            </p:cNvGrpSpPr>
            <p:nvPr/>
          </p:nvGrpSpPr>
          <p:grpSpPr bwMode="auto"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260" name="Freeform 301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Freeform 302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8" name="Line 303"/>
            <p:cNvSpPr>
              <a:spLocks noChangeShapeType="1"/>
            </p:cNvSpPr>
            <p:nvPr/>
          </p:nvSpPr>
          <p:spPr bwMode="auto">
            <a:xfrm>
              <a:off x="2357" y="1361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9" name="Line 304"/>
            <p:cNvSpPr>
              <a:spLocks noChangeShapeType="1"/>
            </p:cNvSpPr>
            <p:nvPr/>
          </p:nvSpPr>
          <p:spPr bwMode="auto">
            <a:xfrm>
              <a:off x="2907" y="1363"/>
              <a:ext cx="0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62" name="Line 305"/>
          <p:cNvSpPr>
            <a:spLocks noChangeShapeType="1"/>
          </p:cNvSpPr>
          <p:nvPr/>
        </p:nvSpPr>
        <p:spPr bwMode="auto">
          <a:xfrm flipV="1">
            <a:off x="3274219" y="2541322"/>
            <a:ext cx="1251347" cy="5750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Line 306"/>
          <p:cNvSpPr>
            <a:spLocks noChangeShapeType="1"/>
          </p:cNvSpPr>
          <p:nvPr/>
        </p:nvSpPr>
        <p:spPr bwMode="auto">
          <a:xfrm>
            <a:off x="4636294" y="3211643"/>
            <a:ext cx="0" cy="4893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Line 340"/>
          <p:cNvSpPr>
            <a:spLocks noChangeShapeType="1"/>
          </p:cNvSpPr>
          <p:nvPr/>
        </p:nvSpPr>
        <p:spPr bwMode="auto">
          <a:xfrm>
            <a:off x="4922044" y="3205690"/>
            <a:ext cx="0" cy="4893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5" name="Group 230"/>
          <p:cNvGrpSpPr>
            <a:grpSpLocks/>
          </p:cNvGrpSpPr>
          <p:nvPr/>
        </p:nvGrpSpPr>
        <p:grpSpPr bwMode="auto">
          <a:xfrm>
            <a:off x="4514850" y="3670034"/>
            <a:ext cx="273844" cy="575072"/>
            <a:chOff x="4140" y="429"/>
            <a:chExt cx="1425" cy="2396"/>
          </a:xfrm>
        </p:grpSpPr>
        <p:sp>
          <p:nvSpPr>
            <p:cNvPr id="266" name="Freeform 23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7" name="Rectangle 23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8" name="Freeform 23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Freeform 23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Rectangle 23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1" name="Group 23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6" name="AutoShape 23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AutoShape 23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2" name="Rectangle 23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3" name="Group 24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4" name="AutoShape 24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5" name="AutoShape 24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4" name="Rectangle 24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Rectangle 24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6" name="Group 24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2" name="AutoShape 24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AutoShape 24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7" name="Freeform 24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8" name="Group 24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0" name="AutoShape 25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AutoShape 25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79" name="Rectangle 25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0" name="Freeform 25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Freeform 25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Oval 25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Freeform 25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AutoShape 25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AutoShape 25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Oval 25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Oval 26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Oval 26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Rectangle 26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8" name="Line 342"/>
          <p:cNvSpPr>
            <a:spLocks noChangeShapeType="1"/>
          </p:cNvSpPr>
          <p:nvPr/>
        </p:nvSpPr>
        <p:spPr bwMode="auto">
          <a:xfrm>
            <a:off x="3454004" y="3364044"/>
            <a:ext cx="377428" cy="24884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" name="Text Box 343"/>
          <p:cNvSpPr txBox="1">
            <a:spLocks noChangeArrowheads="1"/>
          </p:cNvSpPr>
          <p:nvPr/>
        </p:nvSpPr>
        <p:spPr bwMode="auto">
          <a:xfrm>
            <a:off x="3604006" y="3611694"/>
            <a:ext cx="826251" cy="44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以太网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交换机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0" name="Line 344"/>
          <p:cNvSpPr>
            <a:spLocks noChangeShapeType="1"/>
          </p:cNvSpPr>
          <p:nvPr/>
        </p:nvSpPr>
        <p:spPr bwMode="auto">
          <a:xfrm>
            <a:off x="5170885" y="3923637"/>
            <a:ext cx="394097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1" name="Text Box 345"/>
          <p:cNvSpPr txBox="1">
            <a:spLocks noChangeArrowheads="1"/>
          </p:cNvSpPr>
          <p:nvPr/>
        </p:nvSpPr>
        <p:spPr bwMode="auto">
          <a:xfrm>
            <a:off x="5467020" y="3804440"/>
            <a:ext cx="1531188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企业应用服务器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2" name="Text Box 346"/>
          <p:cNvSpPr txBox="1">
            <a:spLocks noChangeArrowheads="1"/>
          </p:cNvSpPr>
          <p:nvPr/>
        </p:nvSpPr>
        <p:spPr bwMode="auto">
          <a:xfrm>
            <a:off x="5890669" y="3196165"/>
            <a:ext cx="1146469" cy="288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企业路由器</a:t>
            </a: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3" name="Line 347"/>
          <p:cNvSpPr>
            <a:spLocks noChangeShapeType="1"/>
          </p:cNvSpPr>
          <p:nvPr/>
        </p:nvSpPr>
        <p:spPr bwMode="auto">
          <a:xfrm>
            <a:off x="5319713" y="2734203"/>
            <a:ext cx="754856" cy="49768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Line 348"/>
          <p:cNvSpPr>
            <a:spLocks noChangeShapeType="1"/>
          </p:cNvSpPr>
          <p:nvPr/>
        </p:nvSpPr>
        <p:spPr bwMode="auto">
          <a:xfrm>
            <a:off x="5374481" y="2481790"/>
            <a:ext cx="728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5" name="Line 349"/>
          <p:cNvSpPr>
            <a:spLocks noChangeShapeType="1"/>
          </p:cNvSpPr>
          <p:nvPr/>
        </p:nvSpPr>
        <p:spPr bwMode="auto">
          <a:xfrm>
            <a:off x="6147197" y="2479409"/>
            <a:ext cx="7286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6" name="Line 350"/>
          <p:cNvSpPr>
            <a:spLocks noChangeShapeType="1"/>
          </p:cNvSpPr>
          <p:nvPr/>
        </p:nvSpPr>
        <p:spPr bwMode="auto">
          <a:xfrm>
            <a:off x="5689998" y="2546084"/>
            <a:ext cx="377428" cy="248841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" name="Text Box 351"/>
          <p:cNvSpPr txBox="1">
            <a:spLocks noChangeArrowheads="1"/>
          </p:cNvSpPr>
          <p:nvPr/>
        </p:nvSpPr>
        <p:spPr bwMode="auto">
          <a:xfrm>
            <a:off x="5984687" y="2554515"/>
            <a:ext cx="1381725" cy="48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外部连接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to </a:t>
            </a:r>
          </a:p>
          <a:p>
            <a:pPr algn="ctr">
              <a:lnSpc>
                <a:spcPct val="85000"/>
              </a:lnSpc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ISP (Internet)</a:t>
            </a:r>
          </a:p>
        </p:txBody>
      </p:sp>
      <p:grpSp>
        <p:nvGrpSpPr>
          <p:cNvPr id="308" name="Group 353"/>
          <p:cNvGrpSpPr>
            <a:grpSpLocks/>
          </p:cNvGrpSpPr>
          <p:nvPr/>
        </p:nvGrpSpPr>
        <p:grpSpPr bwMode="auto">
          <a:xfrm>
            <a:off x="4488657" y="2935418"/>
            <a:ext cx="789385" cy="266700"/>
            <a:chOff x="4410" y="1365"/>
            <a:chExt cx="663" cy="224"/>
          </a:xfrm>
        </p:grpSpPr>
        <p:sp>
          <p:nvSpPr>
            <p:cNvPr id="309" name="Rectangle 354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0" name="AutoShape 355"/>
            <p:cNvSpPr>
              <a:spLocks noChangeArrowheads="1"/>
            </p:cNvSpPr>
            <p:nvPr/>
          </p:nvSpPr>
          <p:spPr bwMode="auto">
            <a:xfrm>
              <a:off x="4410" y="1368"/>
              <a:ext cx="663" cy="135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1" name="Freeform 356"/>
            <p:cNvSpPr>
              <a:spLocks/>
            </p:cNvSpPr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24"/>
                <a:gd name="T17" fmla="*/ 169 w 169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2" name="Freeform 357"/>
            <p:cNvSpPr>
              <a:spLocks/>
            </p:cNvSpPr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693 h 63"/>
                <a:gd name="T2" fmla="*/ 13798 w 280"/>
                <a:gd name="T3" fmla="*/ 674 h 63"/>
                <a:gd name="T4" fmla="*/ 81432 w 280"/>
                <a:gd name="T5" fmla="*/ 0 h 63"/>
                <a:gd name="T6" fmla="*/ 103965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0"/>
                <a:gd name="T13" fmla="*/ 0 h 63"/>
                <a:gd name="T14" fmla="*/ 280 w 280"/>
                <a:gd name="T15" fmla="*/ 63 h 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3" name="Freeform 358"/>
            <p:cNvSpPr>
              <a:spLocks/>
            </p:cNvSpPr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93"/>
                <a:gd name="T14" fmla="*/ 293 w 293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4" name="Line 359"/>
          <p:cNvSpPr>
            <a:spLocks noChangeShapeType="1"/>
          </p:cNvSpPr>
          <p:nvPr/>
        </p:nvSpPr>
        <p:spPr bwMode="auto">
          <a:xfrm>
            <a:off x="4927997" y="2706818"/>
            <a:ext cx="0" cy="22264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5" name="Group 360"/>
          <p:cNvGrpSpPr>
            <a:grpSpLocks/>
          </p:cNvGrpSpPr>
          <p:nvPr/>
        </p:nvGrpSpPr>
        <p:grpSpPr bwMode="auto">
          <a:xfrm>
            <a:off x="4844654" y="3665272"/>
            <a:ext cx="273844" cy="575072"/>
            <a:chOff x="4140" y="429"/>
            <a:chExt cx="1425" cy="2396"/>
          </a:xfrm>
        </p:grpSpPr>
        <p:sp>
          <p:nvSpPr>
            <p:cNvPr id="316" name="Freeform 361"/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7" name="Rectangle 362"/>
            <p:cNvSpPr>
              <a:spLocks noChangeArrowheads="1"/>
            </p:cNvSpPr>
            <p:nvPr/>
          </p:nvSpPr>
          <p:spPr bwMode="auto">
            <a:xfrm>
              <a:off x="4208" y="429"/>
              <a:ext cx="1047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8" name="Freeform 363"/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9" name="Freeform 364"/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0" name="Rectangle 365"/>
            <p:cNvSpPr>
              <a:spLocks noChangeArrowheads="1"/>
            </p:cNvSpPr>
            <p:nvPr/>
          </p:nvSpPr>
          <p:spPr bwMode="auto">
            <a:xfrm>
              <a:off x="4214" y="692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1" name="Group 366"/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46" name="AutoShape 367"/>
              <p:cNvSpPr>
                <a:spLocks noChangeArrowheads="1"/>
              </p:cNvSpPr>
              <p:nvPr/>
            </p:nvSpPr>
            <p:spPr bwMode="auto">
              <a:xfrm>
                <a:off x="612" y="2567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AutoShape 368"/>
              <p:cNvSpPr>
                <a:spLocks noChangeArrowheads="1"/>
              </p:cNvSpPr>
              <p:nvPr/>
            </p:nvSpPr>
            <p:spPr bwMode="auto">
              <a:xfrm>
                <a:off x="627" y="2581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2" name="Rectangle 369"/>
            <p:cNvSpPr>
              <a:spLocks noChangeArrowheads="1"/>
            </p:cNvSpPr>
            <p:nvPr/>
          </p:nvSpPr>
          <p:spPr bwMode="auto">
            <a:xfrm>
              <a:off x="4227" y="1019"/>
              <a:ext cx="595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3" name="Group 370"/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4" name="AutoShape 371"/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AutoShape 372"/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4" name="Rectangle 373"/>
            <p:cNvSpPr>
              <a:spLocks noChangeArrowheads="1"/>
            </p:cNvSpPr>
            <p:nvPr/>
          </p:nvSpPr>
          <p:spPr bwMode="auto">
            <a:xfrm>
              <a:off x="4214" y="135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5" name="Rectangle 374"/>
            <p:cNvSpPr>
              <a:spLocks noChangeArrowheads="1"/>
            </p:cNvSpPr>
            <p:nvPr/>
          </p:nvSpPr>
          <p:spPr bwMode="auto">
            <a:xfrm>
              <a:off x="4227" y="1654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6" name="Group 375"/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2" name="AutoShape 376"/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AutoShape 377"/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5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7" name="Freeform 378"/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8" name="Group 379"/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0" name="AutoShape 380"/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AutoShape 381"/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29" name="Rectangle 382"/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0" name="Freeform 383"/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1" name="Freeform 384"/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7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2" name="Oval 385"/>
            <p:cNvSpPr>
              <a:spLocks noChangeArrowheads="1"/>
            </p:cNvSpPr>
            <p:nvPr/>
          </p:nvSpPr>
          <p:spPr bwMode="auto">
            <a:xfrm>
              <a:off x="5515" y="2612"/>
              <a:ext cx="50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3" name="Freeform 386"/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4" name="AutoShape 387"/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5" name="AutoShape 388"/>
            <p:cNvSpPr>
              <a:spLocks noChangeArrowheads="1"/>
            </p:cNvSpPr>
            <p:nvPr/>
          </p:nvSpPr>
          <p:spPr bwMode="auto">
            <a:xfrm>
              <a:off x="4208" y="2711"/>
              <a:ext cx="1066" cy="8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6" name="Oval 389"/>
            <p:cNvSpPr>
              <a:spLocks noChangeArrowheads="1"/>
            </p:cNvSpPr>
            <p:nvPr/>
          </p:nvSpPr>
          <p:spPr bwMode="auto">
            <a:xfrm>
              <a:off x="4307" y="2383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7" name="Oval 390"/>
            <p:cNvSpPr>
              <a:spLocks noChangeArrowheads="1"/>
            </p:cNvSpPr>
            <p:nvPr/>
          </p:nvSpPr>
          <p:spPr bwMode="auto">
            <a:xfrm>
              <a:off x="4487" y="2383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8" name="Oval 391"/>
            <p:cNvSpPr>
              <a:spLocks noChangeArrowheads="1"/>
            </p:cNvSpPr>
            <p:nvPr/>
          </p:nvSpPr>
          <p:spPr bwMode="auto">
            <a:xfrm>
              <a:off x="4660" y="2379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9" name="Rectangle 392"/>
            <p:cNvSpPr>
              <a:spLocks noChangeArrowheads="1"/>
            </p:cNvSpPr>
            <p:nvPr/>
          </p:nvSpPr>
          <p:spPr bwMode="auto">
            <a:xfrm>
              <a:off x="5063" y="1833"/>
              <a:ext cx="87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8" name="Line 393"/>
          <p:cNvSpPr>
            <a:spLocks noChangeShapeType="1"/>
          </p:cNvSpPr>
          <p:nvPr/>
        </p:nvSpPr>
        <p:spPr bwMode="auto">
          <a:xfrm flipH="1">
            <a:off x="3919538" y="3246171"/>
            <a:ext cx="591741" cy="377429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9" name="Group 395"/>
          <p:cNvGrpSpPr>
            <a:grpSpLocks/>
          </p:cNvGrpSpPr>
          <p:nvPr/>
        </p:nvGrpSpPr>
        <p:grpSpPr bwMode="auto">
          <a:xfrm>
            <a:off x="1645444" y="2883031"/>
            <a:ext cx="542925" cy="498872"/>
            <a:chOff x="-44" y="1473"/>
            <a:chExt cx="981" cy="1105"/>
          </a:xfrm>
        </p:grpSpPr>
        <p:pic>
          <p:nvPicPr>
            <p:cNvPr id="350" name="Picture 396" descr="desktop_computer_stylized_mediu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1" name="Freeform 397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2" name="Group 398"/>
          <p:cNvGrpSpPr>
            <a:grpSpLocks/>
          </p:cNvGrpSpPr>
          <p:nvPr/>
        </p:nvGrpSpPr>
        <p:grpSpPr bwMode="auto">
          <a:xfrm>
            <a:off x="1940719" y="3219978"/>
            <a:ext cx="542925" cy="498872"/>
            <a:chOff x="-44" y="1473"/>
            <a:chExt cx="981" cy="1105"/>
          </a:xfrm>
        </p:grpSpPr>
        <p:pic>
          <p:nvPicPr>
            <p:cNvPr id="353" name="Picture 399" descr="desktop_computer_stylized_mediu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4" name="Freeform 400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5" name="Group 401"/>
          <p:cNvGrpSpPr>
            <a:grpSpLocks/>
          </p:cNvGrpSpPr>
          <p:nvPr/>
        </p:nvGrpSpPr>
        <p:grpSpPr bwMode="auto">
          <a:xfrm>
            <a:off x="2399110" y="3652174"/>
            <a:ext cx="542925" cy="498872"/>
            <a:chOff x="-44" y="1473"/>
            <a:chExt cx="981" cy="1105"/>
          </a:xfrm>
        </p:grpSpPr>
        <p:pic>
          <p:nvPicPr>
            <p:cNvPr id="356" name="Picture 402" descr="desktop_computer_stylized_mediu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7" name="Freeform 403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8" name="Group 404"/>
          <p:cNvGrpSpPr>
            <a:grpSpLocks/>
          </p:cNvGrpSpPr>
          <p:nvPr/>
        </p:nvGrpSpPr>
        <p:grpSpPr bwMode="auto">
          <a:xfrm>
            <a:off x="2828925" y="3662890"/>
            <a:ext cx="542925" cy="498872"/>
            <a:chOff x="-44" y="1473"/>
            <a:chExt cx="981" cy="1105"/>
          </a:xfrm>
        </p:grpSpPr>
        <p:pic>
          <p:nvPicPr>
            <p:cNvPr id="359" name="Picture 405" descr="desktop_computer_stylized_medium"/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0" name="Freeform 406"/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1" name="Content Placeholder 52"/>
          <p:cNvSpPr txBox="1">
            <a:spLocks/>
          </p:cNvSpPr>
          <p:nvPr/>
        </p:nvSpPr>
        <p:spPr bwMode="auto">
          <a:xfrm>
            <a:off x="3189358" y="4396779"/>
            <a:ext cx="3198671" cy="28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eaLnBrk="1" hangingPunct="1">
              <a:buSzPct val="65000"/>
              <a:buNone/>
            </a:pPr>
            <a:r>
              <a:rPr lang="en-US" altLang="zh-CN" sz="13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Mbps, 100Mbps, 1Gbps, 10Gbps</a:t>
            </a:r>
          </a:p>
        </p:txBody>
      </p:sp>
      <p:sp>
        <p:nvSpPr>
          <p:cNvPr id="362" name="灯片编号占位符 2">
            <a:extLst>
              <a:ext uri="{FF2B5EF4-FFF2-40B4-BE49-F238E27FC236}">
                <a16:creationId xmlns:a16="http://schemas.microsoft.com/office/drawing/2014/main" id="{EAE901DB-B9CC-49BF-93CA-2EF43D6C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19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3" name="AutoShape 5">
            <a:extLst>
              <a:ext uri="{FF2B5EF4-FFF2-40B4-BE49-F238E27FC236}">
                <a16:creationId xmlns:a16="http://schemas.microsoft.com/office/drawing/2014/main" id="{B4F1A58D-7D14-44E1-A5BF-0709ABC4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4" name="Rectangle 3">
            <a:extLst>
              <a:ext uri="{FF2B5EF4-FFF2-40B4-BE49-F238E27FC236}">
                <a16:creationId xmlns:a16="http://schemas.microsoft.com/office/drawing/2014/main" id="{FC0C67DC-6D5E-4C2D-81F7-C9CFD921B57B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1714334326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 animBg="1"/>
      <p:bldP spid="36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565" name="Rectangle 9"/>
          <p:cNvSpPr>
            <a:spLocks noChangeArrowheads="1"/>
          </p:cNvSpPr>
          <p:nvPr/>
        </p:nvSpPr>
        <p:spPr bwMode="auto">
          <a:xfrm>
            <a:off x="1080000" y="1440000"/>
            <a:ext cx="857607" cy="285176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9056" tIns="34529" rIns="69056" bIns="34529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无线接入</a:t>
            </a:r>
          </a:p>
        </p:txBody>
      </p:sp>
      <p:sp>
        <p:nvSpPr>
          <p:cNvPr id="362" name="Rectangle 3"/>
          <p:cNvSpPr>
            <a:spLocks noChangeArrowheads="1"/>
          </p:cNvSpPr>
          <p:nvPr/>
        </p:nvSpPr>
        <p:spPr bwMode="auto">
          <a:xfrm>
            <a:off x="1709014" y="1853425"/>
            <a:ext cx="2708057" cy="110456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局域无线网：</a:t>
            </a:r>
            <a:endParaRPr lang="en-US" altLang="zh-CN" sz="1350" i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短距离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(100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ft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802.11b/g (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11Mbps , 54 Mbps</a:t>
            </a:r>
          </a:p>
        </p:txBody>
      </p:sp>
      <p:sp>
        <p:nvSpPr>
          <p:cNvPr id="363" name="Rectangle 3"/>
          <p:cNvSpPr>
            <a:spLocks noChangeArrowheads="1"/>
          </p:cNvSpPr>
          <p:nvPr/>
        </p:nvSpPr>
        <p:spPr bwMode="auto">
          <a:xfrm>
            <a:off x="4788025" y="1858572"/>
            <a:ext cx="3168351" cy="107994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广域无线网：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通信运营商提供接入，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10km</a:t>
            </a:r>
            <a:endParaRPr lang="en-US" altLang="ja-JP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1-10 Mbps </a:t>
            </a:r>
          </a:p>
          <a:p>
            <a:pPr>
              <a:spcBef>
                <a:spcPts val="600"/>
              </a:spcBef>
              <a:buClr>
                <a:srgbClr val="000099"/>
              </a:buClr>
              <a:buFont typeface="Wingdings" panose="05000000000000000000" pitchFamily="2" charset="2"/>
              <a:buChar char="§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3G, 4G:  LTE</a:t>
            </a:r>
          </a:p>
        </p:txBody>
      </p:sp>
      <p:grpSp>
        <p:nvGrpSpPr>
          <p:cNvPr id="364" name="Group 85"/>
          <p:cNvGrpSpPr>
            <a:grpSpLocks/>
          </p:cNvGrpSpPr>
          <p:nvPr/>
        </p:nvGrpSpPr>
        <p:grpSpPr bwMode="auto">
          <a:xfrm>
            <a:off x="2018630" y="3234443"/>
            <a:ext cx="1865710" cy="1171575"/>
            <a:chOff x="2889" y="1631"/>
            <a:chExt cx="980" cy="743"/>
          </a:xfrm>
        </p:grpSpPr>
        <p:sp>
          <p:nvSpPr>
            <p:cNvPr id="365" name="Rectangle 86"/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AutoShape 87"/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solidFill>
                  <a:srgbClr val="00CC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7" name="Line 110"/>
          <p:cNvSpPr>
            <a:spLocks noChangeShapeType="1"/>
          </p:cNvSpPr>
          <p:nvPr/>
        </p:nvSpPr>
        <p:spPr bwMode="auto">
          <a:xfrm>
            <a:off x="3252117" y="4288147"/>
            <a:ext cx="0" cy="1654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" name="Line 116"/>
          <p:cNvSpPr>
            <a:spLocks noChangeShapeType="1"/>
          </p:cNvSpPr>
          <p:nvPr/>
        </p:nvSpPr>
        <p:spPr bwMode="auto">
          <a:xfrm flipV="1">
            <a:off x="2802061" y="4186944"/>
            <a:ext cx="215504" cy="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9" name="Group 228"/>
          <p:cNvGrpSpPr>
            <a:grpSpLocks/>
          </p:cNvGrpSpPr>
          <p:nvPr/>
        </p:nvGrpSpPr>
        <p:grpSpPr bwMode="auto">
          <a:xfrm>
            <a:off x="3009229" y="4069072"/>
            <a:ext cx="500063" cy="213122"/>
            <a:chOff x="4650" y="1129"/>
            <a:chExt cx="246" cy="95"/>
          </a:xfrm>
        </p:grpSpPr>
        <p:sp>
          <p:nvSpPr>
            <p:cNvPr id="370" name="Oval 407"/>
            <p:cNvSpPr>
              <a:spLocks noChangeArrowheads="1"/>
            </p:cNvSpPr>
            <p:nvPr/>
          </p:nvSpPr>
          <p:spPr bwMode="auto">
            <a:xfrm>
              <a:off x="4651" y="1171"/>
              <a:ext cx="244" cy="53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1" name="Rectangle 410"/>
            <p:cNvSpPr>
              <a:spLocks noChangeArrowheads="1"/>
            </p:cNvSpPr>
            <p:nvPr/>
          </p:nvSpPr>
          <p:spPr bwMode="auto">
            <a:xfrm>
              <a:off x="4651" y="1165"/>
              <a:ext cx="245" cy="33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2" name="Oval 411"/>
            <p:cNvSpPr>
              <a:spLocks noChangeArrowheads="1"/>
            </p:cNvSpPr>
            <p:nvPr/>
          </p:nvSpPr>
          <p:spPr bwMode="auto">
            <a:xfrm>
              <a:off x="4650" y="1129"/>
              <a:ext cx="244" cy="62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3" name="Group 232"/>
            <p:cNvGrpSpPr>
              <a:grpSpLocks/>
            </p:cNvGrpSpPr>
            <p:nvPr/>
          </p:nvGrpSpPr>
          <p:grpSpPr bwMode="auto">
            <a:xfrm>
              <a:off x="4699" y="1145"/>
              <a:ext cx="138" cy="29"/>
              <a:chOff x="2468" y="1332"/>
              <a:chExt cx="310" cy="60"/>
            </a:xfrm>
          </p:grpSpPr>
          <p:sp>
            <p:nvSpPr>
              <p:cNvPr id="376" name="Freeform 233"/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7" name="Freeform 234"/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74" name="Line 235"/>
            <p:cNvSpPr>
              <a:spLocks noChangeShapeType="1"/>
            </p:cNvSpPr>
            <p:nvPr/>
          </p:nvSpPr>
          <p:spPr bwMode="auto">
            <a:xfrm>
              <a:off x="4651" y="1158"/>
              <a:ext cx="0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Line 236"/>
            <p:cNvSpPr>
              <a:spLocks noChangeShapeType="1"/>
            </p:cNvSpPr>
            <p:nvPr/>
          </p:nvSpPr>
          <p:spPr bwMode="auto">
            <a:xfrm>
              <a:off x="4894" y="1160"/>
              <a:ext cx="0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8" name="Group 246"/>
          <p:cNvGrpSpPr>
            <a:grpSpLocks/>
          </p:cNvGrpSpPr>
          <p:nvPr/>
        </p:nvGrpSpPr>
        <p:grpSpPr bwMode="auto">
          <a:xfrm>
            <a:off x="2444873" y="3894050"/>
            <a:ext cx="647700" cy="441722"/>
            <a:chOff x="2967" y="478"/>
            <a:chExt cx="788" cy="625"/>
          </a:xfrm>
        </p:grpSpPr>
        <p:pic>
          <p:nvPicPr>
            <p:cNvPr id="379" name="Picture 247" descr="access_point_stylized_smal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0" name="Picture 248" descr="antenna_radiation_stylized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1" name="Group 390"/>
          <p:cNvGrpSpPr>
            <a:grpSpLocks/>
          </p:cNvGrpSpPr>
          <p:nvPr/>
        </p:nvGrpSpPr>
        <p:grpSpPr bwMode="auto">
          <a:xfrm>
            <a:off x="2380579" y="3317787"/>
            <a:ext cx="567929" cy="511969"/>
            <a:chOff x="877" y="1008"/>
            <a:chExt cx="2747" cy="2591"/>
          </a:xfrm>
        </p:grpSpPr>
        <p:pic>
          <p:nvPicPr>
            <p:cNvPr id="382" name="Picture 391" descr="antenna_stylized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3" name="Picture 392" descr="laptop_keyboard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4" name="Freeform 393"/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4 w 2982"/>
                <a:gd name="T1" fmla="*/ 0 h 2442"/>
                <a:gd name="T2" fmla="*/ 0 w 2982"/>
                <a:gd name="T3" fmla="*/ 4 h 2442"/>
                <a:gd name="T4" fmla="*/ 16 w 2982"/>
                <a:gd name="T5" fmla="*/ 5 h 2442"/>
                <a:gd name="T6" fmla="*/ 20 w 2982"/>
                <a:gd name="T7" fmla="*/ 1 h 2442"/>
                <a:gd name="T8" fmla="*/ 4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85" name="Picture 394" descr="screen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6" name="Freeform 395"/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17 w 2528"/>
                <a:gd name="T3" fmla="*/ 1 h 455"/>
                <a:gd name="T4" fmla="*/ 16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7" name="Freeform 396"/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4 w 702"/>
                <a:gd name="T1" fmla="*/ 0 h 1893"/>
                <a:gd name="T2" fmla="*/ 0 w 702"/>
                <a:gd name="T3" fmla="*/ 4 h 1893"/>
                <a:gd name="T4" fmla="*/ 1 w 702"/>
                <a:gd name="T5" fmla="*/ 4 h 1893"/>
                <a:gd name="T6" fmla="*/ 5 w 702"/>
                <a:gd name="T7" fmla="*/ 1 h 1893"/>
                <a:gd name="T8" fmla="*/ 4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8" name="Freeform 397"/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5 w 756"/>
                <a:gd name="T1" fmla="*/ 0 h 2184"/>
                <a:gd name="T2" fmla="*/ 1 w 756"/>
                <a:gd name="T3" fmla="*/ 5 h 2184"/>
                <a:gd name="T4" fmla="*/ 0 w 756"/>
                <a:gd name="T5" fmla="*/ 5 h 2184"/>
                <a:gd name="T6" fmla="*/ 4 w 756"/>
                <a:gd name="T7" fmla="*/ 1 h 2184"/>
                <a:gd name="T8" fmla="*/ 5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9" name="Freeform 398"/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16 w 2773"/>
                <a:gd name="T5" fmla="*/ 2 h 738"/>
                <a:gd name="T6" fmla="*/ 16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0" name="Freeform 399"/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12 w 637"/>
                <a:gd name="T1" fmla="*/ 0 h 1659"/>
                <a:gd name="T2" fmla="*/ 12 w 637"/>
                <a:gd name="T3" fmla="*/ 0 h 1659"/>
                <a:gd name="T4" fmla="*/ 1 w 637"/>
                <a:gd name="T5" fmla="*/ 59 h 1659"/>
                <a:gd name="T6" fmla="*/ 0 w 637"/>
                <a:gd name="T7" fmla="*/ 57 h 1659"/>
                <a:gd name="T8" fmla="*/ 1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1" name="Freeform 400"/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2 h 550"/>
                <a:gd name="T4" fmla="*/ 42 w 2216"/>
                <a:gd name="T5" fmla="*/ 20 h 550"/>
                <a:gd name="T6" fmla="*/ 42 w 2216"/>
                <a:gd name="T7" fmla="*/ 17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2" name="Group 401"/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99" name="Freeform 402"/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0" name="Freeform 403"/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1" name="Freeform 404"/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2" name="Freeform 405"/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3" name="Freeform 406"/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4" name="Freeform 407"/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3" name="Freeform 408"/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10 h 792"/>
                <a:gd name="T2" fmla="*/ 9 w 990"/>
                <a:gd name="T3" fmla="*/ 0 h 792"/>
                <a:gd name="T4" fmla="*/ 9 w 990"/>
                <a:gd name="T5" fmla="*/ 1 h 792"/>
                <a:gd name="T6" fmla="*/ 0 w 990"/>
                <a:gd name="T7" fmla="*/ 10 h 792"/>
                <a:gd name="T8" fmla="*/ 1 w 990"/>
                <a:gd name="T9" fmla="*/ 1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4" name="Freeform 409"/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22 w 2532"/>
                <a:gd name="T5" fmla="*/ 9 h 723"/>
                <a:gd name="T6" fmla="*/ 22 w 2532"/>
                <a:gd name="T7" fmla="*/ 10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5" name="Freeform 410"/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2 h 147"/>
                <a:gd name="T4" fmla="*/ 0 w 26"/>
                <a:gd name="T5" fmla="*/ 2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6" name="Freeform 411"/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0 w 1176"/>
                <a:gd name="T1" fmla="*/ 0 h 606"/>
                <a:gd name="T2" fmla="*/ 0 w 1176"/>
                <a:gd name="T3" fmla="*/ 8 h 606"/>
                <a:gd name="T4" fmla="*/ 1 w 1176"/>
                <a:gd name="T5" fmla="*/ 8 h 606"/>
                <a:gd name="T6" fmla="*/ 10 w 1176"/>
                <a:gd name="T7" fmla="*/ 1 h 606"/>
                <a:gd name="T8" fmla="*/ 1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7" name="Freeform 412"/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2 w 2532"/>
                <a:gd name="T5" fmla="*/ 6 h 723"/>
                <a:gd name="T6" fmla="*/ 12 w 2532"/>
                <a:gd name="T7" fmla="*/ 6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8" name="Freeform 413"/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 h 723"/>
                <a:gd name="T6" fmla="*/ 0 w 2532"/>
                <a:gd name="T7" fmla="*/ 9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5" name="Group 445"/>
          <p:cNvGrpSpPr>
            <a:grpSpLocks/>
          </p:cNvGrpSpPr>
          <p:nvPr/>
        </p:nvGrpSpPr>
        <p:grpSpPr bwMode="auto">
          <a:xfrm>
            <a:off x="5159499" y="3219822"/>
            <a:ext cx="2032397" cy="1463278"/>
            <a:chOff x="3652" y="2846"/>
            <a:chExt cx="1253" cy="934"/>
          </a:xfrm>
        </p:grpSpPr>
        <p:sp>
          <p:nvSpPr>
            <p:cNvPr id="406" name="Freeform 84"/>
            <p:cNvSpPr>
              <a:spLocks/>
            </p:cNvSpPr>
            <p:nvPr/>
          </p:nvSpPr>
          <p:spPr bwMode="auto">
            <a:xfrm>
              <a:off x="3652" y="2949"/>
              <a:ext cx="1094" cy="675"/>
            </a:xfrm>
            <a:custGeom>
              <a:avLst/>
              <a:gdLst>
                <a:gd name="T0" fmla="*/ 1116 w 1036"/>
                <a:gd name="T1" fmla="*/ 11 h 675"/>
                <a:gd name="T2" fmla="*/ 673 w 1036"/>
                <a:gd name="T3" fmla="*/ 53 h 675"/>
                <a:gd name="T4" fmla="*/ 356 w 1036"/>
                <a:gd name="T5" fmla="*/ 129 h 675"/>
                <a:gd name="T6" fmla="*/ 264 w 1036"/>
                <a:gd name="T7" fmla="*/ 229 h 675"/>
                <a:gd name="T8" fmla="*/ 37 w 1036"/>
                <a:gd name="T9" fmla="*/ 297 h 675"/>
                <a:gd name="T10" fmla="*/ 29 w 1036"/>
                <a:gd name="T11" fmla="*/ 459 h 675"/>
                <a:gd name="T12" fmla="*/ 227 w 1036"/>
                <a:gd name="T13" fmla="*/ 489 h 675"/>
                <a:gd name="T14" fmla="*/ 792 w 1036"/>
                <a:gd name="T15" fmla="*/ 489 h 675"/>
                <a:gd name="T16" fmla="*/ 1030 w 1036"/>
                <a:gd name="T17" fmla="*/ 555 h 675"/>
                <a:gd name="T18" fmla="*/ 1296 w 1036"/>
                <a:gd name="T19" fmla="*/ 657 h 675"/>
                <a:gd name="T20" fmla="*/ 1499 w 1036"/>
                <a:gd name="T21" fmla="*/ 661 h 675"/>
                <a:gd name="T22" fmla="*/ 1640 w 1036"/>
                <a:gd name="T23" fmla="*/ 603 h 675"/>
                <a:gd name="T24" fmla="*/ 1711 w 1036"/>
                <a:gd name="T25" fmla="*/ 445 h 675"/>
                <a:gd name="T26" fmla="*/ 1755 w 1036"/>
                <a:gd name="T27" fmla="*/ 291 h 675"/>
                <a:gd name="T28" fmla="*/ 1760 w 1036"/>
                <a:gd name="T29" fmla="*/ 107 h 675"/>
                <a:gd name="T30" fmla="*/ 1610 w 1036"/>
                <a:gd name="T31" fmla="*/ 17 h 675"/>
                <a:gd name="T32" fmla="*/ 1337 w 1036"/>
                <a:gd name="T33" fmla="*/ 3 h 675"/>
                <a:gd name="T34" fmla="*/ 1116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7" name="Line 93"/>
            <p:cNvSpPr>
              <a:spLocks noChangeShapeType="1"/>
            </p:cNvSpPr>
            <p:nvPr/>
          </p:nvSpPr>
          <p:spPr bwMode="auto">
            <a:xfrm>
              <a:off x="4337" y="3386"/>
              <a:ext cx="96" cy="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08" name="Picture 133" descr="car_icon_small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0" y="2956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09" name="Group 134"/>
            <p:cNvGrpSpPr>
              <a:grpSpLocks/>
            </p:cNvGrpSpPr>
            <p:nvPr/>
          </p:nvGrpSpPr>
          <p:grpSpPr bwMode="auto">
            <a:xfrm>
              <a:off x="3911" y="2846"/>
              <a:ext cx="262" cy="243"/>
              <a:chOff x="2751" y="1851"/>
              <a:chExt cx="462" cy="478"/>
            </a:xfrm>
          </p:grpSpPr>
          <p:pic>
            <p:nvPicPr>
              <p:cNvPr id="463" name="Picture 135" descr="iphone_stylized_small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64" name="Picture 136" descr="antenna_radiation_stylized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10" name="Group 252"/>
            <p:cNvGrpSpPr>
              <a:grpSpLocks/>
            </p:cNvGrpSpPr>
            <p:nvPr/>
          </p:nvGrpSpPr>
          <p:grpSpPr bwMode="auto">
            <a:xfrm>
              <a:off x="4193" y="3034"/>
              <a:ext cx="288" cy="398"/>
              <a:chOff x="742" y="2409"/>
              <a:chExt cx="576" cy="881"/>
            </a:xfrm>
          </p:grpSpPr>
          <p:grpSp>
            <p:nvGrpSpPr>
              <p:cNvPr id="445" name="Group 253"/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4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9" name="Line 271"/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0" name="Line 272"/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1" name="Line 273"/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2" name="Line 274"/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3" name="Line 275"/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4" name="Line 276"/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5" name="Line 277"/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6" name="Line 278"/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7" name="Line 279"/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8" name="Line 280"/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59" name="Line 281"/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0" name="Line 282"/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1" name="Line 283"/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62" name="Line 284"/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pic>
            <p:nvPicPr>
              <p:cNvPr id="446" name="Picture 269" descr="cell_tower_radiation copy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7" name="Oval 270"/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5" cy="67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1" name="Group 342"/>
            <p:cNvGrpSpPr>
              <a:grpSpLocks/>
            </p:cNvGrpSpPr>
            <p:nvPr/>
          </p:nvGrpSpPr>
          <p:grpSpPr bwMode="auto">
            <a:xfrm>
              <a:off x="3715" y="3159"/>
              <a:ext cx="337" cy="257"/>
              <a:chOff x="877" y="1008"/>
              <a:chExt cx="2747" cy="2591"/>
            </a:xfrm>
          </p:grpSpPr>
          <p:pic>
            <p:nvPicPr>
              <p:cNvPr id="422" name="Picture 343" descr="antenna_stylized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23" name="Picture 344" descr="laptop_keyboard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4" name="Freeform 345"/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25" name="Picture 346" descr="screen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6" name="Freeform 347"/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7" name="Freeform 348"/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Freeform 349"/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9" name="Freeform 350"/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Freeform 351"/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Freeform 352"/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32" name="Group 353"/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439" name="Freeform 354"/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0" name="Freeform 355"/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1" name="Freeform 356"/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2" name="Freeform 357"/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3" name="Freeform 358"/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44" name="Freeform 359"/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33" name="Freeform 360"/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Freeform 361"/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5" name="Freeform 362"/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Freeform 363"/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Freeform 364"/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Freeform 365"/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2" name="Group 237"/>
            <p:cNvGrpSpPr>
              <a:grpSpLocks/>
            </p:cNvGrpSpPr>
            <p:nvPr/>
          </p:nvGrpSpPr>
          <p:grpSpPr bwMode="auto">
            <a:xfrm>
              <a:off x="4377" y="3439"/>
              <a:ext cx="246" cy="107"/>
              <a:chOff x="4650" y="1129"/>
              <a:chExt cx="246" cy="95"/>
            </a:xfrm>
          </p:grpSpPr>
          <p:sp>
            <p:nvSpPr>
              <p:cNvPr id="414" name="Oval 407"/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5" name="Rectangle 410"/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6" name="Oval 411"/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417" name="Group 241"/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420" name="Freeform 24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21" name="Freeform 24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418" name="Line 244"/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" name="Line 245"/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13" name="Line 444"/>
            <p:cNvSpPr>
              <a:spLocks noChangeShapeType="1"/>
            </p:cNvSpPr>
            <p:nvPr/>
          </p:nvSpPr>
          <p:spPr bwMode="auto">
            <a:xfrm>
              <a:off x="4514" y="354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5" name="Text Box 446"/>
          <p:cNvSpPr txBox="1">
            <a:spLocks noChangeArrowheads="1"/>
          </p:cNvSpPr>
          <p:nvPr/>
        </p:nvSpPr>
        <p:spPr bwMode="auto">
          <a:xfrm>
            <a:off x="2833017" y="4471503"/>
            <a:ext cx="106317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to Internet</a:t>
            </a:r>
          </a:p>
        </p:txBody>
      </p:sp>
      <p:sp>
        <p:nvSpPr>
          <p:cNvPr id="466" name="Text Box 447"/>
          <p:cNvSpPr txBox="1">
            <a:spLocks noChangeArrowheads="1"/>
          </p:cNvSpPr>
          <p:nvPr/>
        </p:nvSpPr>
        <p:spPr bwMode="auto">
          <a:xfrm>
            <a:off x="6333455" y="4579515"/>
            <a:ext cx="106317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1350" i="1">
                <a:latin typeface="微软雅黑" panose="020B0503020204020204" pitchFamily="34" charset="-122"/>
                <a:ea typeface="微软雅黑" panose="020B0503020204020204" pitchFamily="34" charset="-122"/>
              </a:rPr>
              <a:t>to Internet</a:t>
            </a:r>
          </a:p>
        </p:txBody>
      </p:sp>
      <p:sp>
        <p:nvSpPr>
          <p:cNvPr id="110" name="灯片编号占位符 2">
            <a:extLst>
              <a:ext uri="{FF2B5EF4-FFF2-40B4-BE49-F238E27FC236}">
                <a16:creationId xmlns:a16="http://schemas.microsoft.com/office/drawing/2014/main" id="{9CC94C10-AAA7-4622-A338-242E1FCE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AutoShape 5">
            <a:extLst>
              <a:ext uri="{FF2B5EF4-FFF2-40B4-BE49-F238E27FC236}">
                <a16:creationId xmlns:a16="http://schemas.microsoft.com/office/drawing/2014/main" id="{B99F048B-0D47-4CF9-B899-8423E9BD7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9023410B-22F7-489B-8B48-36299637D75A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372092502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1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dirty="0"/>
              <a:t>1.2 </a:t>
            </a:r>
            <a:r>
              <a:rPr lang="zh-CN" altLang="en-US" dirty="0"/>
              <a:t>网络边缘</a:t>
            </a:r>
            <a:endParaRPr lang="en-US" altLang="zh-CN"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361734" y="1267984"/>
            <a:ext cx="3519004" cy="382359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引导型媒体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双绞线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五类：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100-1000Mbps;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六类：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10Gbps</a:t>
            </a: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同轴电缆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10-100Mbps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光纤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10-100G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抗干扰性强</a:t>
            </a:r>
            <a:endParaRPr lang="en-US" altLang="zh-CN" sz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非引导型媒体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陆地无线电信道</a:t>
            </a:r>
            <a:endParaRPr lang="en-US" altLang="zh-CN" sz="135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体域网：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1-2m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局域网：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10-100m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广域网：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10km</a:t>
            </a:r>
          </a:p>
          <a:p>
            <a:pPr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35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卫星无线电信道</a:t>
            </a:r>
            <a:endParaRPr lang="en-US" altLang="zh-CN" sz="135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同步卫星：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36000km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280ms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的时延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近地卫星：需要解决覆盖问题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  <a:buSzPct val="75000"/>
            </a:pP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350" y="1267984"/>
            <a:ext cx="902009" cy="674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 descr="coax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818" y="1431809"/>
            <a:ext cx="1876425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f-pic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065" y="2420151"/>
            <a:ext cx="1353433" cy="83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Group 306"/>
          <p:cNvGrpSpPr>
            <a:grpSpLocks/>
          </p:cNvGrpSpPr>
          <p:nvPr/>
        </p:nvGrpSpPr>
        <p:grpSpPr bwMode="auto">
          <a:xfrm>
            <a:off x="6952227" y="2897304"/>
            <a:ext cx="1713291" cy="1375474"/>
            <a:chOff x="3375" y="1055"/>
            <a:chExt cx="1165" cy="931"/>
          </a:xfrm>
        </p:grpSpPr>
        <p:sp>
          <p:nvSpPr>
            <p:cNvPr id="15" name="AutoShape 5"/>
            <p:cNvSpPr>
              <a:spLocks noChangeArrowheads="1"/>
            </p:cNvSpPr>
            <p:nvPr/>
          </p:nvSpPr>
          <p:spPr bwMode="auto">
            <a:xfrm>
              <a:off x="3375" y="1055"/>
              <a:ext cx="1165" cy="931"/>
            </a:xfrm>
            <a:prstGeom prst="hexagon">
              <a:avLst>
                <a:gd name="adj" fmla="val 31284"/>
                <a:gd name="vf" fmla="val 11547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16" name="Group 105"/>
            <p:cNvGrpSpPr>
              <a:grpSpLocks/>
            </p:cNvGrpSpPr>
            <p:nvPr/>
          </p:nvGrpSpPr>
          <p:grpSpPr bwMode="auto">
            <a:xfrm>
              <a:off x="3880" y="1159"/>
              <a:ext cx="268" cy="495"/>
              <a:chOff x="3796" y="1043"/>
              <a:chExt cx="865" cy="1237"/>
            </a:xfrm>
          </p:grpSpPr>
          <p:sp>
            <p:nvSpPr>
              <p:cNvPr id="23" name="Line 106"/>
              <p:cNvSpPr>
                <a:spLocks noChangeShapeType="1"/>
              </p:cNvSpPr>
              <p:nvPr/>
            </p:nvSpPr>
            <p:spPr bwMode="auto">
              <a:xfrm flipH="1">
                <a:off x="3992" y="1481"/>
                <a:ext cx="235" cy="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4" name="Line 107"/>
              <p:cNvSpPr>
                <a:spLocks noChangeShapeType="1"/>
              </p:cNvSpPr>
              <p:nvPr/>
            </p:nvSpPr>
            <p:spPr bwMode="auto">
              <a:xfrm>
                <a:off x="4227" y="1481"/>
                <a:ext cx="236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5" name="Line 108"/>
              <p:cNvSpPr>
                <a:spLocks noChangeShapeType="1"/>
              </p:cNvSpPr>
              <p:nvPr/>
            </p:nvSpPr>
            <p:spPr bwMode="auto">
              <a:xfrm>
                <a:off x="3992" y="2201"/>
                <a:ext cx="235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6" name="Line 109"/>
              <p:cNvSpPr>
                <a:spLocks noChangeShapeType="1"/>
              </p:cNvSpPr>
              <p:nvPr/>
            </p:nvSpPr>
            <p:spPr bwMode="auto">
              <a:xfrm flipH="1">
                <a:off x="4227" y="2201"/>
                <a:ext cx="236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7" name="Line 110"/>
              <p:cNvSpPr>
                <a:spLocks noChangeShapeType="1"/>
              </p:cNvSpPr>
              <p:nvPr/>
            </p:nvSpPr>
            <p:spPr bwMode="auto">
              <a:xfrm>
                <a:off x="4227" y="1497"/>
                <a:ext cx="0" cy="7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8" name="Line 111"/>
              <p:cNvSpPr>
                <a:spLocks noChangeShapeType="1"/>
              </p:cNvSpPr>
              <p:nvPr/>
            </p:nvSpPr>
            <p:spPr bwMode="auto">
              <a:xfrm flipV="1">
                <a:off x="3992" y="2127"/>
                <a:ext cx="235" cy="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29" name="Line 112"/>
              <p:cNvSpPr>
                <a:spLocks noChangeShapeType="1"/>
              </p:cNvSpPr>
              <p:nvPr/>
            </p:nvSpPr>
            <p:spPr bwMode="auto">
              <a:xfrm flipH="1" flipV="1">
                <a:off x="4227" y="2127"/>
                <a:ext cx="236" cy="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0" name="Line 113"/>
              <p:cNvSpPr>
                <a:spLocks noChangeShapeType="1"/>
              </p:cNvSpPr>
              <p:nvPr/>
            </p:nvSpPr>
            <p:spPr bwMode="auto">
              <a:xfrm>
                <a:off x="4092" y="1890"/>
                <a:ext cx="135" cy="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1" name="Line 114"/>
              <p:cNvSpPr>
                <a:spLocks noChangeShapeType="1"/>
              </p:cNvSpPr>
              <p:nvPr/>
            </p:nvSpPr>
            <p:spPr bwMode="auto">
              <a:xfrm flipV="1">
                <a:off x="4227" y="1890"/>
                <a:ext cx="143" cy="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2" name="Line 115"/>
              <p:cNvSpPr>
                <a:spLocks noChangeShapeType="1"/>
              </p:cNvSpPr>
              <p:nvPr/>
            </p:nvSpPr>
            <p:spPr bwMode="auto">
              <a:xfrm>
                <a:off x="4047" y="1996"/>
                <a:ext cx="175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3" name="Line 116"/>
              <p:cNvSpPr>
                <a:spLocks noChangeShapeType="1"/>
              </p:cNvSpPr>
              <p:nvPr/>
            </p:nvSpPr>
            <p:spPr bwMode="auto">
              <a:xfrm flipV="1">
                <a:off x="4227" y="2012"/>
                <a:ext cx="176" cy="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4" name="Line 117"/>
              <p:cNvSpPr>
                <a:spLocks noChangeShapeType="1"/>
              </p:cNvSpPr>
              <p:nvPr/>
            </p:nvSpPr>
            <p:spPr bwMode="auto">
              <a:xfrm flipV="1">
                <a:off x="4227" y="1782"/>
                <a:ext cx="90" cy="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5" name="Line 118"/>
              <p:cNvSpPr>
                <a:spLocks noChangeShapeType="1"/>
              </p:cNvSpPr>
              <p:nvPr/>
            </p:nvSpPr>
            <p:spPr bwMode="auto">
              <a:xfrm flipV="1">
                <a:off x="4227" y="1632"/>
                <a:ext cx="57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6" name="Line 119"/>
              <p:cNvSpPr>
                <a:spLocks noChangeShapeType="1"/>
              </p:cNvSpPr>
              <p:nvPr/>
            </p:nvSpPr>
            <p:spPr bwMode="auto">
              <a:xfrm>
                <a:off x="4126" y="1772"/>
                <a:ext cx="109" cy="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37" name="Line 120"/>
              <p:cNvSpPr>
                <a:spLocks noChangeShapeType="1"/>
              </p:cNvSpPr>
              <p:nvPr/>
            </p:nvSpPr>
            <p:spPr bwMode="auto">
              <a:xfrm>
                <a:off x="4175" y="1625"/>
                <a:ext cx="63" cy="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grpSp>
            <p:nvGrpSpPr>
              <p:cNvPr id="38" name="Group 121"/>
              <p:cNvGrpSpPr>
                <a:grpSpLocks/>
              </p:cNvGrpSpPr>
              <p:nvPr/>
            </p:nvGrpSpPr>
            <p:grpSpPr bwMode="auto">
              <a:xfrm>
                <a:off x="4269" y="1415"/>
                <a:ext cx="392" cy="137"/>
                <a:chOff x="4227" y="1360"/>
                <a:chExt cx="863" cy="270"/>
              </a:xfrm>
            </p:grpSpPr>
            <p:sp>
              <p:nvSpPr>
                <p:cNvPr id="49" name="Line 122"/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0" name="Line 12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1" name="Line 124"/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52" name="Line 12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9" name="Group 126"/>
              <p:cNvGrpSpPr>
                <a:grpSpLocks/>
              </p:cNvGrpSpPr>
              <p:nvPr/>
            </p:nvGrpSpPr>
            <p:grpSpPr bwMode="auto">
              <a:xfrm rot="5700496">
                <a:off x="4053" y="1170"/>
                <a:ext cx="392" cy="137"/>
                <a:chOff x="4227" y="1360"/>
                <a:chExt cx="863" cy="270"/>
              </a:xfrm>
            </p:grpSpPr>
            <p:sp>
              <p:nvSpPr>
                <p:cNvPr id="45" name="Line 127"/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6" name="Line 128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7" name="Line 129"/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8" name="Line 130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40" name="Group 131"/>
              <p:cNvGrpSpPr>
                <a:grpSpLocks/>
              </p:cNvGrpSpPr>
              <p:nvPr/>
            </p:nvGrpSpPr>
            <p:grpSpPr bwMode="auto">
              <a:xfrm rot="10800000">
                <a:off x="3796" y="1402"/>
                <a:ext cx="392" cy="137"/>
                <a:chOff x="4227" y="1360"/>
                <a:chExt cx="863" cy="270"/>
              </a:xfrm>
            </p:grpSpPr>
            <p:sp>
              <p:nvSpPr>
                <p:cNvPr id="41" name="Line 132"/>
                <p:cNvSpPr>
                  <a:spLocks noChangeShapeType="1"/>
                </p:cNvSpPr>
                <p:nvPr/>
              </p:nvSpPr>
              <p:spPr bwMode="auto">
                <a:xfrm>
                  <a:off x="4227" y="1604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2" name="Line 133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464" y="1205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3" name="Line 134"/>
                <p:cNvSpPr>
                  <a:spLocks noChangeShapeType="1"/>
                </p:cNvSpPr>
                <p:nvPr/>
              </p:nvSpPr>
              <p:spPr bwMode="auto">
                <a:xfrm rot="6361956">
                  <a:off x="4602" y="1393"/>
                  <a:ext cx="189" cy="203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  <p:sp>
              <p:nvSpPr>
                <p:cNvPr id="44" name="Line 135"/>
                <p:cNvSpPr>
                  <a:spLocks noChangeShapeType="1"/>
                </p:cNvSpPr>
                <p:nvPr/>
              </p:nvSpPr>
              <p:spPr bwMode="auto">
                <a:xfrm rot="6361956" flipH="1" flipV="1">
                  <a:off x="4745" y="1286"/>
                  <a:ext cx="189" cy="500"/>
                </a:xfrm>
                <a:prstGeom prst="line">
                  <a:avLst/>
                </a:prstGeom>
                <a:noFill/>
                <a:ln w="317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350"/>
                </a:p>
              </p:txBody>
            </p:sp>
          </p:grpSp>
        </p:grpSp>
        <p:pic>
          <p:nvPicPr>
            <p:cNvPr id="17" name="Picture 244" descr="imgyjavg[1]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9" y="1275"/>
              <a:ext cx="27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" name="Group 249"/>
            <p:cNvGrpSpPr>
              <a:grpSpLocks/>
            </p:cNvGrpSpPr>
            <p:nvPr/>
          </p:nvGrpSpPr>
          <p:grpSpPr bwMode="auto">
            <a:xfrm>
              <a:off x="3755" y="1749"/>
              <a:ext cx="524" cy="114"/>
              <a:chOff x="3072" y="739"/>
              <a:chExt cx="652" cy="146"/>
            </a:xfrm>
          </p:grpSpPr>
          <p:pic>
            <p:nvPicPr>
              <p:cNvPr id="20" name="Picture 250" descr="lgv_fqmg[1]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" name="Line 251"/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" name="Line 252"/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pic>
          <p:nvPicPr>
            <p:cNvPr id="19" name="Picture 260" descr="imgyjavg[1]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4" y="1553"/>
              <a:ext cx="27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53" name="Picture 4" descr="170px-Bluetooth_sv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978" y="3368061"/>
            <a:ext cx="569119" cy="79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oup 119"/>
          <p:cNvGrpSpPr>
            <a:grpSpLocks/>
          </p:cNvGrpSpPr>
          <p:nvPr/>
        </p:nvGrpSpPr>
        <p:grpSpPr bwMode="auto">
          <a:xfrm>
            <a:off x="5675961" y="3853240"/>
            <a:ext cx="801290" cy="615553"/>
            <a:chOff x="2967" y="478"/>
            <a:chExt cx="788" cy="625"/>
          </a:xfrm>
        </p:grpSpPr>
        <p:pic>
          <p:nvPicPr>
            <p:cNvPr id="55" name="Picture 120" descr="access_point_stylized_small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121" descr="antenna_radiation_stylized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" name="灯片编号占位符 2">
            <a:extLst>
              <a:ext uri="{FF2B5EF4-FFF2-40B4-BE49-F238E27FC236}">
                <a16:creationId xmlns:a16="http://schemas.microsoft.com/office/drawing/2014/main" id="{8A6A948E-33D7-42CF-A64F-02BB72AD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AutoShape 5">
            <a:extLst>
              <a:ext uri="{FF2B5EF4-FFF2-40B4-BE49-F238E27FC236}">
                <a16:creationId xmlns:a16="http://schemas.microsoft.com/office/drawing/2014/main" id="{6B78693C-75DB-4233-8C12-D54A30F99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CCD27515-F0F3-4659-9FB0-A14B56CD8DC6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</a:p>
        </p:txBody>
      </p:sp>
    </p:spTree>
    <p:extLst>
      <p:ext uri="{BB962C8B-B14F-4D97-AF65-F5344CB8AC3E}">
        <p14:creationId xmlns:p14="http://schemas.microsoft.com/office/powerpoint/2010/main" val="1104465360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8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DD492D-30F5-4565-B353-56F5BFD90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80" y="1567955"/>
            <a:ext cx="2448272" cy="432000"/>
          </a:xfrm>
          <a:effectLst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1.1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啥是因特网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91880" y="2298872"/>
            <a:ext cx="2448272" cy="432000"/>
          </a:xfrm>
          <a:effectLst/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1.2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网络的边缘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1E674D-6363-40C7-BBFE-696566E8CAD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91880" y="3028732"/>
            <a:ext cx="2448272" cy="43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1.3 </a:t>
            </a:r>
            <a:r>
              <a:rPr lang="zh-CN" altLang="en-US" sz="2400" dirty="0"/>
              <a:t>网络的核心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4440A35-57D9-4443-BC06-8C740618D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8373806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66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36784" y="969464"/>
            <a:ext cx="4911024" cy="278650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网络核心：互联设备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的有机组合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defRPr/>
            </a:pP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根本问题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数据在网络中如何传输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circuit switching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dedicated circuit per call: telephone net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packet-switching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 sent thru net in discrete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chunks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278773" name="Rectangle 245"/>
          <p:cNvSpPr>
            <a:spLocks noChangeArrowheads="1"/>
          </p:cNvSpPr>
          <p:nvPr/>
        </p:nvSpPr>
        <p:spPr bwMode="auto">
          <a:xfrm>
            <a:off x="621620" y="3792041"/>
            <a:ext cx="502850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问题：通信链路和核心节点如何被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多个通信实体</a:t>
            </a:r>
            <a:r>
              <a:rPr lang="zh-CN" altLang="en-US" sz="1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合理地使用？</a:t>
            </a:r>
          </a:p>
        </p:txBody>
      </p:sp>
      <p:grpSp>
        <p:nvGrpSpPr>
          <p:cNvPr id="247" name="组合 246"/>
          <p:cNvGrpSpPr/>
          <p:nvPr/>
        </p:nvGrpSpPr>
        <p:grpSpPr>
          <a:xfrm>
            <a:off x="5508104" y="1131590"/>
            <a:ext cx="2655094" cy="3375422"/>
            <a:chOff x="5202238" y="1590675"/>
            <a:chExt cx="3540125" cy="4500563"/>
          </a:xfrm>
        </p:grpSpPr>
        <p:sp>
          <p:nvSpPr>
            <p:cNvPr id="248" name="Freeform 637"/>
            <p:cNvSpPr>
              <a:spLocks/>
            </p:cNvSpPr>
            <p:nvPr/>
          </p:nvSpPr>
          <p:spPr bwMode="auto">
            <a:xfrm>
              <a:off x="5202238" y="1712913"/>
              <a:ext cx="1736725" cy="1071562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9" name="Group 638"/>
            <p:cNvGrpSpPr>
              <a:grpSpLocks/>
            </p:cNvGrpSpPr>
            <p:nvPr/>
          </p:nvGrpSpPr>
          <p:grpSpPr bwMode="auto">
            <a:xfrm>
              <a:off x="5370513" y="3048000"/>
              <a:ext cx="1458912" cy="933450"/>
              <a:chOff x="2889" y="1631"/>
              <a:chExt cx="980" cy="743"/>
            </a:xfrm>
          </p:grpSpPr>
          <p:sp>
            <p:nvSpPr>
              <p:cNvPr id="747" name="Rectangle 639"/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748" name="AutoShape 640"/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250" name="Freeform 641"/>
            <p:cNvSpPr>
              <a:spLocks/>
            </p:cNvSpPr>
            <p:nvPr/>
          </p:nvSpPr>
          <p:spPr bwMode="auto">
            <a:xfrm>
              <a:off x="5364163" y="4425950"/>
              <a:ext cx="3225800" cy="1665288"/>
            </a:xfrm>
            <a:custGeom>
              <a:avLst/>
              <a:gdLst>
                <a:gd name="T0" fmla="*/ 2147483647 w 2032"/>
                <a:gd name="T1" fmla="*/ 2147483647 h 1049"/>
                <a:gd name="T2" fmla="*/ 2147483647 w 2032"/>
                <a:gd name="T3" fmla="*/ 2147483647 h 1049"/>
                <a:gd name="T4" fmla="*/ 2147483647 w 2032"/>
                <a:gd name="T5" fmla="*/ 2147483647 h 1049"/>
                <a:gd name="T6" fmla="*/ 2147483647 w 2032"/>
                <a:gd name="T7" fmla="*/ 2147483647 h 1049"/>
                <a:gd name="T8" fmla="*/ 2147483647 w 2032"/>
                <a:gd name="T9" fmla="*/ 2147483647 h 1049"/>
                <a:gd name="T10" fmla="*/ 2147483647 w 2032"/>
                <a:gd name="T11" fmla="*/ 2147483647 h 1049"/>
                <a:gd name="T12" fmla="*/ 2147483647 w 2032"/>
                <a:gd name="T13" fmla="*/ 2147483647 h 1049"/>
                <a:gd name="T14" fmla="*/ 2147483647 w 2032"/>
                <a:gd name="T15" fmla="*/ 2147483647 h 1049"/>
                <a:gd name="T16" fmla="*/ 2147483647 w 2032"/>
                <a:gd name="T17" fmla="*/ 2147483647 h 1049"/>
                <a:gd name="T18" fmla="*/ 2147483647 w 2032"/>
                <a:gd name="T19" fmla="*/ 2147483647 h 1049"/>
                <a:gd name="T20" fmla="*/ 2147483647 w 2032"/>
                <a:gd name="T21" fmla="*/ 2147483647 h 1049"/>
                <a:gd name="T22" fmla="*/ 2147483647 w 2032"/>
                <a:gd name="T23" fmla="*/ 2147483647 h 1049"/>
                <a:gd name="T24" fmla="*/ 2147483647 w 2032"/>
                <a:gd name="T25" fmla="*/ 2147483647 h 1049"/>
                <a:gd name="T26" fmla="*/ 2147483647 w 2032"/>
                <a:gd name="T27" fmla="*/ 2147483647 h 1049"/>
                <a:gd name="T28" fmla="*/ 2147483647 w 2032"/>
                <a:gd name="T29" fmla="*/ 2147483647 h 1049"/>
                <a:gd name="T30" fmla="*/ 2147483647 w 2032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1" name="Line 642"/>
            <p:cNvSpPr>
              <a:spLocks noChangeShapeType="1"/>
            </p:cNvSpPr>
            <p:nvPr/>
          </p:nvSpPr>
          <p:spPr bwMode="auto">
            <a:xfrm rot="16200000">
              <a:off x="7845425" y="5162551"/>
              <a:ext cx="523875" cy="13970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2" name="Line 643"/>
            <p:cNvSpPr>
              <a:spLocks noChangeShapeType="1"/>
            </p:cNvSpPr>
            <p:nvPr/>
          </p:nvSpPr>
          <p:spPr bwMode="auto">
            <a:xfrm rot="5400000" flipV="1">
              <a:off x="7991475" y="5443538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3" name="Line 644"/>
            <p:cNvSpPr>
              <a:spLocks noChangeShapeType="1"/>
            </p:cNvSpPr>
            <p:nvPr/>
          </p:nvSpPr>
          <p:spPr bwMode="auto">
            <a:xfrm rot="16200000">
              <a:off x="8177213" y="5119688"/>
              <a:ext cx="0" cy="11430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4" name="Line 646"/>
            <p:cNvSpPr>
              <a:spLocks noChangeShapeType="1"/>
            </p:cNvSpPr>
            <p:nvPr/>
          </p:nvSpPr>
          <p:spPr bwMode="auto">
            <a:xfrm>
              <a:off x="6100763" y="4776788"/>
              <a:ext cx="212725" cy="984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5" name="Line 647"/>
            <p:cNvSpPr>
              <a:spLocks noChangeShapeType="1"/>
            </p:cNvSpPr>
            <p:nvPr/>
          </p:nvSpPr>
          <p:spPr bwMode="auto">
            <a:xfrm flipV="1">
              <a:off x="5842000" y="5040313"/>
              <a:ext cx="390525" cy="730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6" name="Line 650"/>
            <p:cNvSpPr>
              <a:spLocks noChangeShapeType="1"/>
            </p:cNvSpPr>
            <p:nvPr/>
          </p:nvSpPr>
          <p:spPr bwMode="auto">
            <a:xfrm flipH="1">
              <a:off x="6267450" y="5087938"/>
              <a:ext cx="103188" cy="1841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7" name="Line 651"/>
            <p:cNvSpPr>
              <a:spLocks noChangeShapeType="1"/>
            </p:cNvSpPr>
            <p:nvPr/>
          </p:nvSpPr>
          <p:spPr bwMode="auto">
            <a:xfrm flipH="1" flipV="1">
              <a:off x="6548438" y="5100638"/>
              <a:ext cx="114300" cy="1730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8" name="Line 652"/>
            <p:cNvSpPr>
              <a:spLocks noChangeShapeType="1"/>
            </p:cNvSpPr>
            <p:nvPr/>
          </p:nvSpPr>
          <p:spPr bwMode="auto">
            <a:xfrm>
              <a:off x="6743700" y="5056188"/>
              <a:ext cx="503238" cy="2698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59" name="Line 654"/>
            <p:cNvSpPr>
              <a:spLocks noChangeShapeType="1"/>
            </p:cNvSpPr>
            <p:nvPr/>
          </p:nvSpPr>
          <p:spPr bwMode="auto">
            <a:xfrm>
              <a:off x="6046788" y="3582988"/>
              <a:ext cx="234950" cy="7461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0" name="Line 655"/>
            <p:cNvSpPr>
              <a:spLocks noChangeShapeType="1"/>
            </p:cNvSpPr>
            <p:nvPr/>
          </p:nvSpPr>
          <p:spPr bwMode="auto">
            <a:xfrm flipV="1">
              <a:off x="5891213" y="3736975"/>
              <a:ext cx="168275" cy="31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61" name="Group 656"/>
            <p:cNvGrpSpPr>
              <a:grpSpLocks/>
            </p:cNvGrpSpPr>
            <p:nvPr/>
          </p:nvGrpSpPr>
          <p:grpSpPr bwMode="auto">
            <a:xfrm>
              <a:off x="5611813" y="3503613"/>
              <a:ext cx="506412" cy="352425"/>
              <a:chOff x="2967" y="478"/>
              <a:chExt cx="788" cy="625"/>
            </a:xfrm>
          </p:grpSpPr>
          <p:pic>
            <p:nvPicPr>
              <p:cNvPr id="745" name="Picture 657" descr="access_point_stylized_small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6" name="Picture 658" descr="antenna_radiation_stylized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62" name="Freeform 659"/>
            <p:cNvSpPr>
              <a:spLocks/>
            </p:cNvSpPr>
            <p:nvPr/>
          </p:nvSpPr>
          <p:spPr bwMode="auto">
            <a:xfrm>
              <a:off x="7015163" y="3530600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3" name="Freeform 660"/>
            <p:cNvSpPr>
              <a:spLocks/>
            </p:cNvSpPr>
            <p:nvPr/>
          </p:nvSpPr>
          <p:spPr bwMode="auto">
            <a:xfrm>
              <a:off x="7011988" y="2005013"/>
              <a:ext cx="1730375" cy="1125537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4" name="Line 661"/>
            <p:cNvSpPr>
              <a:spLocks noChangeShapeType="1"/>
            </p:cNvSpPr>
            <p:nvPr/>
          </p:nvSpPr>
          <p:spPr bwMode="auto">
            <a:xfrm>
              <a:off x="7396163" y="3816350"/>
              <a:ext cx="163512" cy="120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5" name="Line 662"/>
            <p:cNvSpPr>
              <a:spLocks noChangeShapeType="1"/>
            </p:cNvSpPr>
            <p:nvPr/>
          </p:nvSpPr>
          <p:spPr bwMode="auto">
            <a:xfrm>
              <a:off x="7493000" y="3736975"/>
              <a:ext cx="279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6" name="Line 663"/>
            <p:cNvSpPr>
              <a:spLocks noChangeShapeType="1"/>
            </p:cNvSpPr>
            <p:nvPr/>
          </p:nvSpPr>
          <p:spPr bwMode="auto">
            <a:xfrm flipV="1">
              <a:off x="7729538" y="3822700"/>
              <a:ext cx="134937" cy="1047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7" name="Line 664"/>
            <p:cNvSpPr>
              <a:spLocks noChangeShapeType="1"/>
            </p:cNvSpPr>
            <p:nvPr/>
          </p:nvSpPr>
          <p:spPr bwMode="auto">
            <a:xfrm>
              <a:off x="6723063" y="2590800"/>
              <a:ext cx="509587" cy="31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8" name="Line 665"/>
            <p:cNvSpPr>
              <a:spLocks noChangeShapeType="1"/>
            </p:cNvSpPr>
            <p:nvPr/>
          </p:nvSpPr>
          <p:spPr bwMode="auto">
            <a:xfrm>
              <a:off x="7358063" y="4700588"/>
              <a:ext cx="390525" cy="18415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69" name="Line 666"/>
            <p:cNvSpPr>
              <a:spLocks noChangeShapeType="1"/>
            </p:cNvSpPr>
            <p:nvPr/>
          </p:nvSpPr>
          <p:spPr bwMode="auto">
            <a:xfrm flipV="1">
              <a:off x="6737350" y="4687888"/>
              <a:ext cx="322263" cy="1984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0" name="Line 667"/>
            <p:cNvSpPr>
              <a:spLocks noChangeShapeType="1"/>
            </p:cNvSpPr>
            <p:nvPr/>
          </p:nvSpPr>
          <p:spPr bwMode="auto">
            <a:xfrm flipV="1">
              <a:off x="6780213" y="4979988"/>
              <a:ext cx="97155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1" name="Line 668"/>
            <p:cNvSpPr>
              <a:spLocks noChangeShapeType="1"/>
            </p:cNvSpPr>
            <p:nvPr/>
          </p:nvSpPr>
          <p:spPr bwMode="auto">
            <a:xfrm flipV="1">
              <a:off x="7577138" y="2495550"/>
              <a:ext cx="123825" cy="8731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2" name="Line 669"/>
            <p:cNvSpPr>
              <a:spLocks noChangeShapeType="1"/>
            </p:cNvSpPr>
            <p:nvPr/>
          </p:nvSpPr>
          <p:spPr bwMode="auto">
            <a:xfrm>
              <a:off x="7405688" y="2668588"/>
              <a:ext cx="0" cy="825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3" name="Line 670"/>
            <p:cNvSpPr>
              <a:spLocks noChangeShapeType="1"/>
            </p:cNvSpPr>
            <p:nvPr/>
          </p:nvSpPr>
          <p:spPr bwMode="auto">
            <a:xfrm flipV="1">
              <a:off x="7580313" y="2562225"/>
              <a:ext cx="263525" cy="28892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4" name="Line 671"/>
            <p:cNvSpPr>
              <a:spLocks noChangeShapeType="1"/>
            </p:cNvSpPr>
            <p:nvPr/>
          </p:nvSpPr>
          <p:spPr bwMode="auto">
            <a:xfrm>
              <a:off x="7942263" y="2563813"/>
              <a:ext cx="0" cy="1968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5" name="Line 672"/>
            <p:cNvSpPr>
              <a:spLocks noChangeShapeType="1"/>
            </p:cNvSpPr>
            <p:nvPr/>
          </p:nvSpPr>
          <p:spPr bwMode="auto">
            <a:xfrm>
              <a:off x="7596188" y="2870200"/>
              <a:ext cx="18891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6" name="Line 673"/>
            <p:cNvSpPr>
              <a:spLocks noChangeShapeType="1"/>
            </p:cNvSpPr>
            <p:nvPr/>
          </p:nvSpPr>
          <p:spPr bwMode="auto">
            <a:xfrm>
              <a:off x="8150225" y="2860675"/>
              <a:ext cx="1778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7" name="Line 674"/>
            <p:cNvSpPr>
              <a:spLocks noChangeShapeType="1"/>
            </p:cNvSpPr>
            <p:nvPr/>
          </p:nvSpPr>
          <p:spPr bwMode="auto">
            <a:xfrm flipH="1">
              <a:off x="7299325" y="2936875"/>
              <a:ext cx="98425" cy="7048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8" name="Line 675"/>
            <p:cNvSpPr>
              <a:spLocks noChangeShapeType="1"/>
            </p:cNvSpPr>
            <p:nvPr/>
          </p:nvSpPr>
          <p:spPr bwMode="auto">
            <a:xfrm flipH="1">
              <a:off x="7888288" y="2936875"/>
              <a:ext cx="111125" cy="7270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9" name="Line 676"/>
            <p:cNvSpPr>
              <a:spLocks noChangeShapeType="1"/>
            </p:cNvSpPr>
            <p:nvPr/>
          </p:nvSpPr>
          <p:spPr bwMode="auto">
            <a:xfrm flipV="1">
              <a:off x="7272338" y="4078288"/>
              <a:ext cx="227012" cy="43656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0" name="Line 677"/>
            <p:cNvSpPr>
              <a:spLocks noChangeShapeType="1"/>
            </p:cNvSpPr>
            <p:nvPr/>
          </p:nvSpPr>
          <p:spPr bwMode="auto">
            <a:xfrm>
              <a:off x="8345488" y="2859088"/>
              <a:ext cx="1778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81" name="Group 678"/>
            <p:cNvGrpSpPr>
              <a:grpSpLocks/>
            </p:cNvGrpSpPr>
            <p:nvPr/>
          </p:nvGrpSpPr>
          <p:grpSpPr bwMode="auto">
            <a:xfrm>
              <a:off x="6053138" y="1846263"/>
              <a:ext cx="468312" cy="620712"/>
              <a:chOff x="1653" y="3023"/>
              <a:chExt cx="622" cy="911"/>
            </a:xfrm>
          </p:grpSpPr>
          <p:sp>
            <p:nvSpPr>
              <p:cNvPr id="728" name="Line 270"/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29" name="Line 271"/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0" name="Line 272"/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1" name="Line 273"/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2" name="Line 274"/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3" name="Line 275"/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4" name="Line 276"/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5" name="Line 277"/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6" name="Line 278"/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7" name="Line 279"/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8" name="Line 280"/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39" name="Line 281"/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40" name="Line 282"/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41" name="Line 283"/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42" name="Line 284"/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  <p:sp>
            <p:nvSpPr>
              <p:cNvPr id="743" name="Oval 694"/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pic>
            <p:nvPicPr>
              <p:cNvPr id="744" name="Picture 695" descr="cell_tower_radiation_gray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82" name="Group 696"/>
            <p:cNvGrpSpPr>
              <a:grpSpLocks/>
            </p:cNvGrpSpPr>
            <p:nvPr/>
          </p:nvGrpSpPr>
          <p:grpSpPr bwMode="auto">
            <a:xfrm>
              <a:off x="6289675" y="2406650"/>
              <a:ext cx="454025" cy="254000"/>
              <a:chOff x="3843" y="1516"/>
              <a:chExt cx="286" cy="160"/>
            </a:xfrm>
          </p:grpSpPr>
          <p:sp>
            <p:nvSpPr>
              <p:cNvPr id="719" name="Line 697"/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20" name="Oval 407"/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1" name="Rectangle 410"/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2" name="Oval 411"/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23" name="Group 701"/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726" name="Freeform 70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7" name="Freeform 70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724" name="Line 704"/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25" name="Line 705"/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3" name="Group 706"/>
            <p:cNvGrpSpPr>
              <a:grpSpLocks/>
            </p:cNvGrpSpPr>
            <p:nvPr/>
          </p:nvGrpSpPr>
          <p:grpSpPr bwMode="auto">
            <a:xfrm>
              <a:off x="7202488" y="2493963"/>
              <a:ext cx="390525" cy="174625"/>
              <a:chOff x="4334" y="1470"/>
              <a:chExt cx="246" cy="107"/>
            </a:xfrm>
          </p:grpSpPr>
          <p:sp>
            <p:nvSpPr>
              <p:cNvPr id="71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1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14" name="Group 710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717" name="Freeform 711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18" name="Freeform 712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715" name="Line 713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16" name="Line 714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4" name="Group 715"/>
            <p:cNvGrpSpPr>
              <a:grpSpLocks/>
            </p:cNvGrpSpPr>
            <p:nvPr/>
          </p:nvGrpSpPr>
          <p:grpSpPr bwMode="auto">
            <a:xfrm>
              <a:off x="7213600" y="2757488"/>
              <a:ext cx="390525" cy="174625"/>
              <a:chOff x="4334" y="1470"/>
              <a:chExt cx="246" cy="107"/>
            </a:xfrm>
          </p:grpSpPr>
          <p:sp>
            <p:nvSpPr>
              <p:cNvPr id="70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06" name="Group 719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709" name="Freeform 72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10" name="Freeform 72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707" name="Line 722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08" name="Line 723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5" name="Group 724"/>
            <p:cNvGrpSpPr>
              <a:grpSpLocks/>
            </p:cNvGrpSpPr>
            <p:nvPr/>
          </p:nvGrpSpPr>
          <p:grpSpPr bwMode="auto">
            <a:xfrm>
              <a:off x="7762875" y="2759075"/>
              <a:ext cx="390525" cy="174625"/>
              <a:chOff x="4334" y="1470"/>
              <a:chExt cx="246" cy="107"/>
            </a:xfrm>
          </p:grpSpPr>
          <p:sp>
            <p:nvSpPr>
              <p:cNvPr id="69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98" name="Group 728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701" name="Freeform 729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02" name="Freeform 730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9" name="Line 731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00" name="Line 732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6" name="Group 733"/>
            <p:cNvGrpSpPr>
              <a:grpSpLocks/>
            </p:cNvGrpSpPr>
            <p:nvPr/>
          </p:nvGrpSpPr>
          <p:grpSpPr bwMode="auto">
            <a:xfrm>
              <a:off x="7689850" y="2393950"/>
              <a:ext cx="390525" cy="174625"/>
              <a:chOff x="4334" y="1470"/>
              <a:chExt cx="246" cy="107"/>
            </a:xfrm>
          </p:grpSpPr>
          <p:sp>
            <p:nvSpPr>
              <p:cNvPr id="68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90" name="Group 737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93" name="Freeform 7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94" name="Freeform 7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1" name="Line 740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92" name="Line 741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87" name="Group 742"/>
            <p:cNvGrpSpPr>
              <a:grpSpLocks/>
            </p:cNvGrpSpPr>
            <p:nvPr/>
          </p:nvGrpSpPr>
          <p:grpSpPr bwMode="auto">
            <a:xfrm>
              <a:off x="7737475" y="3644900"/>
              <a:ext cx="492125" cy="206375"/>
              <a:chOff x="4334" y="1470"/>
              <a:chExt cx="246" cy="107"/>
            </a:xfrm>
          </p:grpSpPr>
          <p:sp>
            <p:nvSpPr>
              <p:cNvPr id="67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82" name="Group 74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85" name="Freeform 74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86" name="Freeform 74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83" name="Line 74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84" name="Line 75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88" name="Line 751"/>
            <p:cNvSpPr>
              <a:spLocks noChangeShapeType="1"/>
            </p:cNvSpPr>
            <p:nvPr/>
          </p:nvSpPr>
          <p:spPr bwMode="auto">
            <a:xfrm>
              <a:off x="6427788" y="3743325"/>
              <a:ext cx="67945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89" name="Group 752"/>
            <p:cNvGrpSpPr>
              <a:grpSpLocks/>
            </p:cNvGrpSpPr>
            <p:nvPr/>
          </p:nvGrpSpPr>
          <p:grpSpPr bwMode="auto">
            <a:xfrm>
              <a:off x="7086600" y="3632200"/>
              <a:ext cx="492125" cy="206375"/>
              <a:chOff x="4334" y="1470"/>
              <a:chExt cx="246" cy="107"/>
            </a:xfrm>
          </p:grpSpPr>
          <p:sp>
            <p:nvSpPr>
              <p:cNvPr id="671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2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3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74" name="Group 756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77" name="Freeform 757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78" name="Freeform 758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75" name="Line 759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76" name="Line 760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0" name="Group 761"/>
            <p:cNvGrpSpPr>
              <a:grpSpLocks/>
            </p:cNvGrpSpPr>
            <p:nvPr/>
          </p:nvGrpSpPr>
          <p:grpSpPr bwMode="auto">
            <a:xfrm>
              <a:off x="7591425" y="4806950"/>
              <a:ext cx="622300" cy="244475"/>
              <a:chOff x="4334" y="1470"/>
              <a:chExt cx="246" cy="107"/>
            </a:xfrm>
          </p:grpSpPr>
          <p:sp>
            <p:nvSpPr>
              <p:cNvPr id="663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4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5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66" name="Group 765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69" name="Freeform 76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70" name="Freeform 76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67" name="Line 768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8" name="Line 769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1" name="Group 770"/>
            <p:cNvGrpSpPr>
              <a:grpSpLocks/>
            </p:cNvGrpSpPr>
            <p:nvPr/>
          </p:nvGrpSpPr>
          <p:grpSpPr bwMode="auto">
            <a:xfrm>
              <a:off x="6965950" y="4508500"/>
              <a:ext cx="622300" cy="244475"/>
              <a:chOff x="4334" y="1470"/>
              <a:chExt cx="246" cy="107"/>
            </a:xfrm>
          </p:grpSpPr>
          <p:sp>
            <p:nvSpPr>
              <p:cNvPr id="655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7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58" name="Group 774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61" name="Freeform 775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62" name="Freeform 776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59" name="Line 777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60" name="Line 778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2" name="Group 779"/>
            <p:cNvGrpSpPr>
              <a:grpSpLocks/>
            </p:cNvGrpSpPr>
            <p:nvPr/>
          </p:nvGrpSpPr>
          <p:grpSpPr bwMode="auto">
            <a:xfrm>
              <a:off x="6242050" y="4851400"/>
              <a:ext cx="622300" cy="244475"/>
              <a:chOff x="4334" y="1470"/>
              <a:chExt cx="246" cy="107"/>
            </a:xfrm>
          </p:grpSpPr>
          <p:sp>
            <p:nvSpPr>
              <p:cNvPr id="647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8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9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50" name="Group 783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53" name="Freeform 78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54" name="Freeform 78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51" name="Line 786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52" name="Line 787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3" name="Group 788"/>
            <p:cNvGrpSpPr>
              <a:grpSpLocks/>
            </p:cNvGrpSpPr>
            <p:nvPr/>
          </p:nvGrpSpPr>
          <p:grpSpPr bwMode="auto">
            <a:xfrm>
              <a:off x="6051550" y="3644900"/>
              <a:ext cx="390525" cy="171450"/>
              <a:chOff x="4334" y="1470"/>
              <a:chExt cx="246" cy="107"/>
            </a:xfrm>
          </p:grpSpPr>
          <p:sp>
            <p:nvSpPr>
              <p:cNvPr id="639" name="Oval 407"/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0" name="Rectangle 410"/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1" name="Oval 411"/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42" name="Group 792"/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645" name="Freeform 793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46" name="Freeform 794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43" name="Line 795"/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44" name="Line 796"/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94" name="Group 797"/>
            <p:cNvGrpSpPr>
              <a:grpSpLocks/>
            </p:cNvGrpSpPr>
            <p:nvPr/>
          </p:nvGrpSpPr>
          <p:grpSpPr bwMode="auto">
            <a:xfrm>
              <a:off x="7161213" y="5005388"/>
              <a:ext cx="446087" cy="422275"/>
              <a:chOff x="5072" y="3611"/>
              <a:chExt cx="459" cy="380"/>
            </a:xfrm>
          </p:grpSpPr>
          <p:grpSp>
            <p:nvGrpSpPr>
              <p:cNvPr id="625" name="Group 798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27" name="Freeform 799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8" name="Freeform 800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9" name="Freeform 801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0" name="Freeform 802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1" name="Freeform 803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2" name="Freeform 804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3" name="Freeform 805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4" name="Freeform 806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5" name="Freeform 807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6" name="Freeform 808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7" name="Freeform 809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38" name="Freeform 810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pic>
            <p:nvPicPr>
              <p:cNvPr id="626" name="Picture 811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5" name="Group 812"/>
            <p:cNvGrpSpPr>
              <a:grpSpLocks/>
            </p:cNvGrpSpPr>
            <p:nvPr/>
          </p:nvGrpSpPr>
          <p:grpSpPr bwMode="auto">
            <a:xfrm>
              <a:off x="5638800" y="3509963"/>
              <a:ext cx="398463" cy="358775"/>
              <a:chOff x="5072" y="3611"/>
              <a:chExt cx="459" cy="380"/>
            </a:xfrm>
          </p:grpSpPr>
          <p:grpSp>
            <p:nvGrpSpPr>
              <p:cNvPr id="611" name="Group 813"/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613" name="Freeform 814"/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4" name="Freeform 815"/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5" name="Freeform 816"/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6" name="Freeform 817"/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7" name="Freeform 818"/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8" name="Freeform 819"/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19" name="Freeform 820"/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0" name="Freeform 821"/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1" name="Freeform 822"/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2" name="Freeform 823"/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3" name="Freeform 824"/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624" name="Freeform 825"/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pic>
            <p:nvPicPr>
              <p:cNvPr id="612" name="Picture 826" descr="access_point_stylized_gray_small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96" name="Line 827"/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297" name="Group 828"/>
            <p:cNvGrpSpPr>
              <a:grpSpLocks/>
            </p:cNvGrpSpPr>
            <p:nvPr/>
          </p:nvGrpSpPr>
          <p:grpSpPr bwMode="auto">
            <a:xfrm>
              <a:off x="5254625" y="2038350"/>
              <a:ext cx="504825" cy="401638"/>
              <a:chOff x="2896" y="396"/>
              <a:chExt cx="1848" cy="1887"/>
            </a:xfrm>
          </p:grpSpPr>
          <p:pic>
            <p:nvPicPr>
              <p:cNvPr id="588" name="Picture 829" descr="laptop_keyboard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2966" y="1553"/>
                <a:ext cx="1526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9" name="Freeform 830"/>
              <p:cNvSpPr>
                <a:spLocks/>
              </p:cNvSpPr>
              <p:nvPr/>
            </p:nvSpPr>
            <p:spPr bwMode="auto">
              <a:xfrm>
                <a:off x="3472" y="844"/>
                <a:ext cx="1228" cy="953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90" name="Picture 831" descr="screen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2" y="868"/>
                <a:ext cx="1117" cy="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1" name="Freeform 832"/>
              <p:cNvSpPr>
                <a:spLocks/>
              </p:cNvSpPr>
              <p:nvPr/>
            </p:nvSpPr>
            <p:spPr bwMode="auto">
              <a:xfrm>
                <a:off x="3695" y="816"/>
                <a:ext cx="1042" cy="177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2" name="Freeform 833"/>
              <p:cNvSpPr>
                <a:spLocks/>
              </p:cNvSpPr>
              <p:nvPr/>
            </p:nvSpPr>
            <p:spPr bwMode="auto">
              <a:xfrm>
                <a:off x="3461" y="814"/>
                <a:ext cx="289" cy="739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3" name="Freeform 834"/>
              <p:cNvSpPr>
                <a:spLocks/>
              </p:cNvSpPr>
              <p:nvPr/>
            </p:nvSpPr>
            <p:spPr bwMode="auto">
              <a:xfrm>
                <a:off x="4418" y="946"/>
                <a:ext cx="311" cy="853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4" name="Freeform 835"/>
              <p:cNvSpPr>
                <a:spLocks/>
              </p:cNvSpPr>
              <p:nvPr/>
            </p:nvSpPr>
            <p:spPr bwMode="auto">
              <a:xfrm>
                <a:off x="3457" y="1515"/>
                <a:ext cx="1143" cy="288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5" name="Freeform 836"/>
              <p:cNvSpPr>
                <a:spLocks/>
              </p:cNvSpPr>
              <p:nvPr/>
            </p:nvSpPr>
            <p:spPr bwMode="auto">
              <a:xfrm>
                <a:off x="4452" y="954"/>
                <a:ext cx="292" cy="855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2 h 1659"/>
                  <a:gd name="T6" fmla="*/ 0 w 637"/>
                  <a:gd name="T7" fmla="*/ 2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6" name="Freeform 837"/>
              <p:cNvSpPr>
                <a:spLocks/>
              </p:cNvSpPr>
              <p:nvPr/>
            </p:nvSpPr>
            <p:spPr bwMode="auto">
              <a:xfrm>
                <a:off x="3459" y="1553"/>
                <a:ext cx="1016" cy="284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7" name="Freeform 838"/>
              <p:cNvSpPr>
                <a:spLocks/>
              </p:cNvSpPr>
              <p:nvPr/>
            </p:nvSpPr>
            <p:spPr bwMode="auto">
              <a:xfrm>
                <a:off x="3442" y="1857"/>
                <a:ext cx="345" cy="169"/>
              </a:xfrm>
              <a:custGeom>
                <a:avLst/>
                <a:gdLst>
                  <a:gd name="T0" fmla="*/ 0 w 752"/>
                  <a:gd name="T1" fmla="*/ 0 h 327"/>
                  <a:gd name="T2" fmla="*/ 0 w 752"/>
                  <a:gd name="T3" fmla="*/ 1 h 327"/>
                  <a:gd name="T4" fmla="*/ 0 w 752"/>
                  <a:gd name="T5" fmla="*/ 1 h 327"/>
                  <a:gd name="T6" fmla="*/ 0 w 752"/>
                  <a:gd name="T7" fmla="*/ 1 h 327"/>
                  <a:gd name="T8" fmla="*/ 0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8" name="Freeform 839"/>
              <p:cNvSpPr>
                <a:spLocks/>
              </p:cNvSpPr>
              <p:nvPr/>
            </p:nvSpPr>
            <p:spPr bwMode="auto">
              <a:xfrm>
                <a:off x="3449" y="1860"/>
                <a:ext cx="333" cy="160"/>
              </a:xfrm>
              <a:custGeom>
                <a:avLst/>
                <a:gdLst>
                  <a:gd name="T0" fmla="*/ 0 w 726"/>
                  <a:gd name="T1" fmla="*/ 0 h 311"/>
                  <a:gd name="T2" fmla="*/ 0 w 726"/>
                  <a:gd name="T3" fmla="*/ 1 h 311"/>
                  <a:gd name="T4" fmla="*/ 0 w 726"/>
                  <a:gd name="T5" fmla="*/ 1 h 311"/>
                  <a:gd name="T6" fmla="*/ 0 w 726"/>
                  <a:gd name="T7" fmla="*/ 1 h 311"/>
                  <a:gd name="T8" fmla="*/ 0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9" name="Freeform 840"/>
              <p:cNvSpPr>
                <a:spLocks/>
              </p:cNvSpPr>
              <p:nvPr/>
            </p:nvSpPr>
            <p:spPr bwMode="auto">
              <a:xfrm>
                <a:off x="3473" y="1923"/>
                <a:ext cx="119" cy="52"/>
              </a:xfrm>
              <a:custGeom>
                <a:avLst/>
                <a:gdLst>
                  <a:gd name="T0" fmla="*/ 0 w 258"/>
                  <a:gd name="T1" fmla="*/ 1 h 100"/>
                  <a:gd name="T2" fmla="*/ 0 w 258"/>
                  <a:gd name="T3" fmla="*/ 0 h 100"/>
                  <a:gd name="T4" fmla="*/ 0 w 258"/>
                  <a:gd name="T5" fmla="*/ 1 h 100"/>
                  <a:gd name="T6" fmla="*/ 0 w 258"/>
                  <a:gd name="T7" fmla="*/ 1 h 100"/>
                  <a:gd name="T8" fmla="*/ 0 w 258"/>
                  <a:gd name="T9" fmla="*/ 1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0" name="Freeform 841"/>
              <p:cNvSpPr>
                <a:spLocks/>
              </p:cNvSpPr>
              <p:nvPr/>
            </p:nvSpPr>
            <p:spPr bwMode="auto">
              <a:xfrm>
                <a:off x="3469" y="1947"/>
                <a:ext cx="89" cy="32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1" name="Freeform 842"/>
              <p:cNvSpPr>
                <a:spLocks/>
              </p:cNvSpPr>
              <p:nvPr/>
            </p:nvSpPr>
            <p:spPr bwMode="auto">
              <a:xfrm>
                <a:off x="3570" y="1956"/>
                <a:ext cx="119" cy="53"/>
              </a:xfrm>
              <a:custGeom>
                <a:avLst/>
                <a:gdLst>
                  <a:gd name="T0" fmla="*/ 0 w 258"/>
                  <a:gd name="T1" fmla="*/ 1 h 102"/>
                  <a:gd name="T2" fmla="*/ 0 w 258"/>
                  <a:gd name="T3" fmla="*/ 0 h 102"/>
                  <a:gd name="T4" fmla="*/ 0 w 258"/>
                  <a:gd name="T5" fmla="*/ 1 h 102"/>
                  <a:gd name="T6" fmla="*/ 0 w 258"/>
                  <a:gd name="T7" fmla="*/ 1 h 102"/>
                  <a:gd name="T8" fmla="*/ 0 w 258"/>
                  <a:gd name="T9" fmla="*/ 1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2" name="Freeform 843"/>
              <p:cNvSpPr>
                <a:spLocks/>
              </p:cNvSpPr>
              <p:nvPr/>
            </p:nvSpPr>
            <p:spPr bwMode="auto">
              <a:xfrm>
                <a:off x="3566" y="1981"/>
                <a:ext cx="89" cy="33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3" name="Freeform 844"/>
              <p:cNvSpPr>
                <a:spLocks/>
              </p:cNvSpPr>
              <p:nvPr/>
            </p:nvSpPr>
            <p:spPr bwMode="auto">
              <a:xfrm>
                <a:off x="4032" y="1882"/>
                <a:ext cx="418" cy="37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4" name="Freeform 845"/>
              <p:cNvSpPr>
                <a:spLocks/>
              </p:cNvSpPr>
              <p:nvPr/>
            </p:nvSpPr>
            <p:spPr bwMode="auto">
              <a:xfrm>
                <a:off x="2966" y="1912"/>
                <a:ext cx="1069" cy="338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5" name="Freeform 846"/>
              <p:cNvSpPr>
                <a:spLocks/>
              </p:cNvSpPr>
              <p:nvPr/>
            </p:nvSpPr>
            <p:spPr bwMode="auto">
              <a:xfrm>
                <a:off x="2967" y="1850"/>
                <a:ext cx="12" cy="68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6" name="Freeform 847"/>
              <p:cNvSpPr>
                <a:spLocks/>
              </p:cNvSpPr>
              <p:nvPr/>
            </p:nvSpPr>
            <p:spPr bwMode="auto">
              <a:xfrm>
                <a:off x="2968" y="1571"/>
                <a:ext cx="496" cy="283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7" name="Freeform 848"/>
              <p:cNvSpPr>
                <a:spLocks/>
              </p:cNvSpPr>
              <p:nvPr/>
            </p:nvSpPr>
            <p:spPr bwMode="auto">
              <a:xfrm>
                <a:off x="3001" y="1864"/>
                <a:ext cx="1013" cy="32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8" name="Freeform 849"/>
              <p:cNvSpPr>
                <a:spLocks/>
              </p:cNvSpPr>
              <p:nvPr/>
            </p:nvSpPr>
            <p:spPr bwMode="auto">
              <a:xfrm flipV="1">
                <a:off x="4013" y="1841"/>
                <a:ext cx="413" cy="33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9" name="Freeform 850"/>
              <p:cNvSpPr>
                <a:spLocks/>
              </p:cNvSpPr>
              <p:nvPr/>
            </p:nvSpPr>
            <p:spPr bwMode="auto">
              <a:xfrm>
                <a:off x="3530" y="862"/>
                <a:ext cx="1124" cy="872"/>
              </a:xfrm>
              <a:custGeom>
                <a:avLst/>
                <a:gdLst>
                  <a:gd name="T0" fmla="*/ 214 w 1124"/>
                  <a:gd name="T1" fmla="*/ 0 h 872"/>
                  <a:gd name="T2" fmla="*/ 1124 w 1124"/>
                  <a:gd name="T3" fmla="*/ 128 h 872"/>
                  <a:gd name="T4" fmla="*/ 884 w 1124"/>
                  <a:gd name="T5" fmla="*/ 872 h 872"/>
                  <a:gd name="T6" fmla="*/ 0 w 1124"/>
                  <a:gd name="T7" fmla="*/ 656 h 872"/>
                  <a:gd name="T8" fmla="*/ 214 w 1124"/>
                  <a:gd name="T9" fmla="*/ 0 h 8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4"/>
                  <a:gd name="T16" fmla="*/ 0 h 872"/>
                  <a:gd name="T17" fmla="*/ 1124 w 1124"/>
                  <a:gd name="T18" fmla="*/ 872 h 8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4" h="872">
                    <a:moveTo>
                      <a:pt x="214" y="0"/>
                    </a:moveTo>
                    <a:lnTo>
                      <a:pt x="1124" y="128"/>
                    </a:lnTo>
                    <a:lnTo>
                      <a:pt x="884" y="872"/>
                    </a:lnTo>
                    <a:lnTo>
                      <a:pt x="0" y="656"/>
                    </a:lnTo>
                    <a:lnTo>
                      <a:pt x="2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1000"/>
                    </a:srgbClr>
                  </a:gs>
                  <a:gs pos="100000">
                    <a:srgbClr val="666666">
                      <a:alpha val="79999"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610" name="Picture 851" descr="grayed_radiation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96" y="396"/>
                <a:ext cx="1808" cy="1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8" name="Group 852"/>
            <p:cNvGrpSpPr>
              <a:grpSpLocks/>
            </p:cNvGrpSpPr>
            <p:nvPr/>
          </p:nvGrpSpPr>
          <p:grpSpPr bwMode="auto">
            <a:xfrm>
              <a:off x="5537200" y="3054350"/>
              <a:ext cx="504825" cy="401638"/>
              <a:chOff x="2896" y="396"/>
              <a:chExt cx="1848" cy="1887"/>
            </a:xfrm>
          </p:grpSpPr>
          <p:pic>
            <p:nvPicPr>
              <p:cNvPr id="565" name="Picture 853" descr="laptop_keyboard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2966" y="1553"/>
                <a:ext cx="1526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6" name="Freeform 854"/>
              <p:cNvSpPr>
                <a:spLocks/>
              </p:cNvSpPr>
              <p:nvPr/>
            </p:nvSpPr>
            <p:spPr bwMode="auto">
              <a:xfrm>
                <a:off x="3472" y="844"/>
                <a:ext cx="1228" cy="953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67" name="Picture 855" descr="screen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2" y="868"/>
                <a:ext cx="1117" cy="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8" name="Freeform 856"/>
              <p:cNvSpPr>
                <a:spLocks/>
              </p:cNvSpPr>
              <p:nvPr/>
            </p:nvSpPr>
            <p:spPr bwMode="auto">
              <a:xfrm>
                <a:off x="3695" y="816"/>
                <a:ext cx="1042" cy="177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9" name="Freeform 857"/>
              <p:cNvSpPr>
                <a:spLocks/>
              </p:cNvSpPr>
              <p:nvPr/>
            </p:nvSpPr>
            <p:spPr bwMode="auto">
              <a:xfrm>
                <a:off x="3461" y="814"/>
                <a:ext cx="289" cy="739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0" name="Freeform 858"/>
              <p:cNvSpPr>
                <a:spLocks/>
              </p:cNvSpPr>
              <p:nvPr/>
            </p:nvSpPr>
            <p:spPr bwMode="auto">
              <a:xfrm>
                <a:off x="4418" y="946"/>
                <a:ext cx="311" cy="853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1" name="Freeform 859"/>
              <p:cNvSpPr>
                <a:spLocks/>
              </p:cNvSpPr>
              <p:nvPr/>
            </p:nvSpPr>
            <p:spPr bwMode="auto">
              <a:xfrm>
                <a:off x="3457" y="1515"/>
                <a:ext cx="1143" cy="288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2" name="Freeform 860"/>
              <p:cNvSpPr>
                <a:spLocks/>
              </p:cNvSpPr>
              <p:nvPr/>
            </p:nvSpPr>
            <p:spPr bwMode="auto">
              <a:xfrm>
                <a:off x="4452" y="954"/>
                <a:ext cx="292" cy="855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2 h 1659"/>
                  <a:gd name="T6" fmla="*/ 0 w 637"/>
                  <a:gd name="T7" fmla="*/ 2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3" name="Freeform 861"/>
              <p:cNvSpPr>
                <a:spLocks/>
              </p:cNvSpPr>
              <p:nvPr/>
            </p:nvSpPr>
            <p:spPr bwMode="auto">
              <a:xfrm>
                <a:off x="3459" y="1553"/>
                <a:ext cx="1016" cy="284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4" name="Freeform 862"/>
              <p:cNvSpPr>
                <a:spLocks/>
              </p:cNvSpPr>
              <p:nvPr/>
            </p:nvSpPr>
            <p:spPr bwMode="auto">
              <a:xfrm>
                <a:off x="3442" y="1857"/>
                <a:ext cx="345" cy="169"/>
              </a:xfrm>
              <a:custGeom>
                <a:avLst/>
                <a:gdLst>
                  <a:gd name="T0" fmla="*/ 0 w 752"/>
                  <a:gd name="T1" fmla="*/ 0 h 327"/>
                  <a:gd name="T2" fmla="*/ 0 w 752"/>
                  <a:gd name="T3" fmla="*/ 1 h 327"/>
                  <a:gd name="T4" fmla="*/ 0 w 752"/>
                  <a:gd name="T5" fmla="*/ 1 h 327"/>
                  <a:gd name="T6" fmla="*/ 0 w 752"/>
                  <a:gd name="T7" fmla="*/ 1 h 327"/>
                  <a:gd name="T8" fmla="*/ 0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5" name="Freeform 863"/>
              <p:cNvSpPr>
                <a:spLocks/>
              </p:cNvSpPr>
              <p:nvPr/>
            </p:nvSpPr>
            <p:spPr bwMode="auto">
              <a:xfrm>
                <a:off x="3449" y="1860"/>
                <a:ext cx="333" cy="160"/>
              </a:xfrm>
              <a:custGeom>
                <a:avLst/>
                <a:gdLst>
                  <a:gd name="T0" fmla="*/ 0 w 726"/>
                  <a:gd name="T1" fmla="*/ 0 h 311"/>
                  <a:gd name="T2" fmla="*/ 0 w 726"/>
                  <a:gd name="T3" fmla="*/ 1 h 311"/>
                  <a:gd name="T4" fmla="*/ 0 w 726"/>
                  <a:gd name="T5" fmla="*/ 1 h 311"/>
                  <a:gd name="T6" fmla="*/ 0 w 726"/>
                  <a:gd name="T7" fmla="*/ 1 h 311"/>
                  <a:gd name="T8" fmla="*/ 0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6" name="Freeform 864"/>
              <p:cNvSpPr>
                <a:spLocks/>
              </p:cNvSpPr>
              <p:nvPr/>
            </p:nvSpPr>
            <p:spPr bwMode="auto">
              <a:xfrm>
                <a:off x="3473" y="1923"/>
                <a:ext cx="119" cy="52"/>
              </a:xfrm>
              <a:custGeom>
                <a:avLst/>
                <a:gdLst>
                  <a:gd name="T0" fmla="*/ 0 w 258"/>
                  <a:gd name="T1" fmla="*/ 1 h 100"/>
                  <a:gd name="T2" fmla="*/ 0 w 258"/>
                  <a:gd name="T3" fmla="*/ 0 h 100"/>
                  <a:gd name="T4" fmla="*/ 0 w 258"/>
                  <a:gd name="T5" fmla="*/ 1 h 100"/>
                  <a:gd name="T6" fmla="*/ 0 w 258"/>
                  <a:gd name="T7" fmla="*/ 1 h 100"/>
                  <a:gd name="T8" fmla="*/ 0 w 258"/>
                  <a:gd name="T9" fmla="*/ 1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7" name="Freeform 865"/>
              <p:cNvSpPr>
                <a:spLocks/>
              </p:cNvSpPr>
              <p:nvPr/>
            </p:nvSpPr>
            <p:spPr bwMode="auto">
              <a:xfrm>
                <a:off x="3469" y="1947"/>
                <a:ext cx="89" cy="32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8" name="Freeform 866"/>
              <p:cNvSpPr>
                <a:spLocks/>
              </p:cNvSpPr>
              <p:nvPr/>
            </p:nvSpPr>
            <p:spPr bwMode="auto">
              <a:xfrm>
                <a:off x="3570" y="1956"/>
                <a:ext cx="119" cy="53"/>
              </a:xfrm>
              <a:custGeom>
                <a:avLst/>
                <a:gdLst>
                  <a:gd name="T0" fmla="*/ 0 w 258"/>
                  <a:gd name="T1" fmla="*/ 1 h 102"/>
                  <a:gd name="T2" fmla="*/ 0 w 258"/>
                  <a:gd name="T3" fmla="*/ 0 h 102"/>
                  <a:gd name="T4" fmla="*/ 0 w 258"/>
                  <a:gd name="T5" fmla="*/ 1 h 102"/>
                  <a:gd name="T6" fmla="*/ 0 w 258"/>
                  <a:gd name="T7" fmla="*/ 1 h 102"/>
                  <a:gd name="T8" fmla="*/ 0 w 258"/>
                  <a:gd name="T9" fmla="*/ 1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9" name="Freeform 867"/>
              <p:cNvSpPr>
                <a:spLocks/>
              </p:cNvSpPr>
              <p:nvPr/>
            </p:nvSpPr>
            <p:spPr bwMode="auto">
              <a:xfrm>
                <a:off x="3566" y="1981"/>
                <a:ext cx="89" cy="33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0" name="Freeform 868"/>
              <p:cNvSpPr>
                <a:spLocks/>
              </p:cNvSpPr>
              <p:nvPr/>
            </p:nvSpPr>
            <p:spPr bwMode="auto">
              <a:xfrm>
                <a:off x="4032" y="1882"/>
                <a:ext cx="418" cy="37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1" name="Freeform 869"/>
              <p:cNvSpPr>
                <a:spLocks/>
              </p:cNvSpPr>
              <p:nvPr/>
            </p:nvSpPr>
            <p:spPr bwMode="auto">
              <a:xfrm>
                <a:off x="2966" y="1912"/>
                <a:ext cx="1069" cy="338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2" name="Freeform 870"/>
              <p:cNvSpPr>
                <a:spLocks/>
              </p:cNvSpPr>
              <p:nvPr/>
            </p:nvSpPr>
            <p:spPr bwMode="auto">
              <a:xfrm>
                <a:off x="2967" y="1850"/>
                <a:ext cx="12" cy="68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3" name="Freeform 871"/>
              <p:cNvSpPr>
                <a:spLocks/>
              </p:cNvSpPr>
              <p:nvPr/>
            </p:nvSpPr>
            <p:spPr bwMode="auto">
              <a:xfrm>
                <a:off x="2968" y="1571"/>
                <a:ext cx="496" cy="283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4" name="Freeform 872"/>
              <p:cNvSpPr>
                <a:spLocks/>
              </p:cNvSpPr>
              <p:nvPr/>
            </p:nvSpPr>
            <p:spPr bwMode="auto">
              <a:xfrm>
                <a:off x="3001" y="1864"/>
                <a:ext cx="1013" cy="32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5" name="Freeform 873"/>
              <p:cNvSpPr>
                <a:spLocks/>
              </p:cNvSpPr>
              <p:nvPr/>
            </p:nvSpPr>
            <p:spPr bwMode="auto">
              <a:xfrm flipV="1">
                <a:off x="4013" y="1841"/>
                <a:ext cx="413" cy="33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6" name="Freeform 874"/>
              <p:cNvSpPr>
                <a:spLocks/>
              </p:cNvSpPr>
              <p:nvPr/>
            </p:nvSpPr>
            <p:spPr bwMode="auto">
              <a:xfrm>
                <a:off x="3530" y="862"/>
                <a:ext cx="1124" cy="872"/>
              </a:xfrm>
              <a:custGeom>
                <a:avLst/>
                <a:gdLst>
                  <a:gd name="T0" fmla="*/ 214 w 1124"/>
                  <a:gd name="T1" fmla="*/ 0 h 872"/>
                  <a:gd name="T2" fmla="*/ 1124 w 1124"/>
                  <a:gd name="T3" fmla="*/ 128 h 872"/>
                  <a:gd name="T4" fmla="*/ 884 w 1124"/>
                  <a:gd name="T5" fmla="*/ 872 h 872"/>
                  <a:gd name="T6" fmla="*/ 0 w 1124"/>
                  <a:gd name="T7" fmla="*/ 656 h 872"/>
                  <a:gd name="T8" fmla="*/ 214 w 1124"/>
                  <a:gd name="T9" fmla="*/ 0 h 8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4"/>
                  <a:gd name="T16" fmla="*/ 0 h 872"/>
                  <a:gd name="T17" fmla="*/ 1124 w 1124"/>
                  <a:gd name="T18" fmla="*/ 872 h 8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4" h="872">
                    <a:moveTo>
                      <a:pt x="214" y="0"/>
                    </a:moveTo>
                    <a:lnTo>
                      <a:pt x="1124" y="128"/>
                    </a:lnTo>
                    <a:lnTo>
                      <a:pt x="884" y="872"/>
                    </a:lnTo>
                    <a:lnTo>
                      <a:pt x="0" y="656"/>
                    </a:lnTo>
                    <a:lnTo>
                      <a:pt x="2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1000"/>
                    </a:srgbClr>
                  </a:gs>
                  <a:gs pos="100000">
                    <a:srgbClr val="666666">
                      <a:alpha val="79999"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87" name="Picture 875" descr="grayed_radiation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96" y="396"/>
                <a:ext cx="1808" cy="1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99" name="Group 876"/>
            <p:cNvGrpSpPr>
              <a:grpSpLocks/>
            </p:cNvGrpSpPr>
            <p:nvPr/>
          </p:nvGrpSpPr>
          <p:grpSpPr bwMode="auto">
            <a:xfrm>
              <a:off x="6959600" y="5495925"/>
              <a:ext cx="504825" cy="401638"/>
              <a:chOff x="2896" y="396"/>
              <a:chExt cx="1848" cy="1887"/>
            </a:xfrm>
          </p:grpSpPr>
          <p:pic>
            <p:nvPicPr>
              <p:cNvPr id="542" name="Picture 877" descr="laptop_keyboard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2966" y="1553"/>
                <a:ext cx="1526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3" name="Freeform 878"/>
              <p:cNvSpPr>
                <a:spLocks/>
              </p:cNvSpPr>
              <p:nvPr/>
            </p:nvSpPr>
            <p:spPr bwMode="auto">
              <a:xfrm>
                <a:off x="3472" y="844"/>
                <a:ext cx="1228" cy="953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44" name="Picture 879" descr="screen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2" y="868"/>
                <a:ext cx="1117" cy="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5" name="Freeform 880"/>
              <p:cNvSpPr>
                <a:spLocks/>
              </p:cNvSpPr>
              <p:nvPr/>
            </p:nvSpPr>
            <p:spPr bwMode="auto">
              <a:xfrm>
                <a:off x="3695" y="816"/>
                <a:ext cx="1042" cy="177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6" name="Freeform 881"/>
              <p:cNvSpPr>
                <a:spLocks/>
              </p:cNvSpPr>
              <p:nvPr/>
            </p:nvSpPr>
            <p:spPr bwMode="auto">
              <a:xfrm>
                <a:off x="3461" y="814"/>
                <a:ext cx="289" cy="739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7" name="Freeform 882"/>
              <p:cNvSpPr>
                <a:spLocks/>
              </p:cNvSpPr>
              <p:nvPr/>
            </p:nvSpPr>
            <p:spPr bwMode="auto">
              <a:xfrm>
                <a:off x="4418" y="946"/>
                <a:ext cx="311" cy="853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8" name="Freeform 883"/>
              <p:cNvSpPr>
                <a:spLocks/>
              </p:cNvSpPr>
              <p:nvPr/>
            </p:nvSpPr>
            <p:spPr bwMode="auto">
              <a:xfrm>
                <a:off x="3457" y="1515"/>
                <a:ext cx="1143" cy="288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9" name="Freeform 884"/>
              <p:cNvSpPr>
                <a:spLocks/>
              </p:cNvSpPr>
              <p:nvPr/>
            </p:nvSpPr>
            <p:spPr bwMode="auto">
              <a:xfrm>
                <a:off x="4452" y="954"/>
                <a:ext cx="292" cy="855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2 h 1659"/>
                  <a:gd name="T6" fmla="*/ 0 w 637"/>
                  <a:gd name="T7" fmla="*/ 2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0" name="Freeform 885"/>
              <p:cNvSpPr>
                <a:spLocks/>
              </p:cNvSpPr>
              <p:nvPr/>
            </p:nvSpPr>
            <p:spPr bwMode="auto">
              <a:xfrm>
                <a:off x="3459" y="1553"/>
                <a:ext cx="1016" cy="284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1" name="Freeform 886"/>
              <p:cNvSpPr>
                <a:spLocks/>
              </p:cNvSpPr>
              <p:nvPr/>
            </p:nvSpPr>
            <p:spPr bwMode="auto">
              <a:xfrm>
                <a:off x="3442" y="1857"/>
                <a:ext cx="345" cy="169"/>
              </a:xfrm>
              <a:custGeom>
                <a:avLst/>
                <a:gdLst>
                  <a:gd name="T0" fmla="*/ 0 w 752"/>
                  <a:gd name="T1" fmla="*/ 0 h 327"/>
                  <a:gd name="T2" fmla="*/ 0 w 752"/>
                  <a:gd name="T3" fmla="*/ 1 h 327"/>
                  <a:gd name="T4" fmla="*/ 0 w 752"/>
                  <a:gd name="T5" fmla="*/ 1 h 327"/>
                  <a:gd name="T6" fmla="*/ 0 w 752"/>
                  <a:gd name="T7" fmla="*/ 1 h 327"/>
                  <a:gd name="T8" fmla="*/ 0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2" name="Freeform 887"/>
              <p:cNvSpPr>
                <a:spLocks/>
              </p:cNvSpPr>
              <p:nvPr/>
            </p:nvSpPr>
            <p:spPr bwMode="auto">
              <a:xfrm>
                <a:off x="3449" y="1860"/>
                <a:ext cx="333" cy="160"/>
              </a:xfrm>
              <a:custGeom>
                <a:avLst/>
                <a:gdLst>
                  <a:gd name="T0" fmla="*/ 0 w 726"/>
                  <a:gd name="T1" fmla="*/ 0 h 311"/>
                  <a:gd name="T2" fmla="*/ 0 w 726"/>
                  <a:gd name="T3" fmla="*/ 1 h 311"/>
                  <a:gd name="T4" fmla="*/ 0 w 726"/>
                  <a:gd name="T5" fmla="*/ 1 h 311"/>
                  <a:gd name="T6" fmla="*/ 0 w 726"/>
                  <a:gd name="T7" fmla="*/ 1 h 311"/>
                  <a:gd name="T8" fmla="*/ 0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3" name="Freeform 888"/>
              <p:cNvSpPr>
                <a:spLocks/>
              </p:cNvSpPr>
              <p:nvPr/>
            </p:nvSpPr>
            <p:spPr bwMode="auto">
              <a:xfrm>
                <a:off x="3473" y="1923"/>
                <a:ext cx="119" cy="52"/>
              </a:xfrm>
              <a:custGeom>
                <a:avLst/>
                <a:gdLst>
                  <a:gd name="T0" fmla="*/ 0 w 258"/>
                  <a:gd name="T1" fmla="*/ 1 h 100"/>
                  <a:gd name="T2" fmla="*/ 0 w 258"/>
                  <a:gd name="T3" fmla="*/ 0 h 100"/>
                  <a:gd name="T4" fmla="*/ 0 w 258"/>
                  <a:gd name="T5" fmla="*/ 1 h 100"/>
                  <a:gd name="T6" fmla="*/ 0 w 258"/>
                  <a:gd name="T7" fmla="*/ 1 h 100"/>
                  <a:gd name="T8" fmla="*/ 0 w 258"/>
                  <a:gd name="T9" fmla="*/ 1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4" name="Freeform 889"/>
              <p:cNvSpPr>
                <a:spLocks/>
              </p:cNvSpPr>
              <p:nvPr/>
            </p:nvSpPr>
            <p:spPr bwMode="auto">
              <a:xfrm>
                <a:off x="3469" y="1947"/>
                <a:ext cx="89" cy="32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5" name="Freeform 890"/>
              <p:cNvSpPr>
                <a:spLocks/>
              </p:cNvSpPr>
              <p:nvPr/>
            </p:nvSpPr>
            <p:spPr bwMode="auto">
              <a:xfrm>
                <a:off x="3570" y="1956"/>
                <a:ext cx="119" cy="53"/>
              </a:xfrm>
              <a:custGeom>
                <a:avLst/>
                <a:gdLst>
                  <a:gd name="T0" fmla="*/ 0 w 258"/>
                  <a:gd name="T1" fmla="*/ 1 h 102"/>
                  <a:gd name="T2" fmla="*/ 0 w 258"/>
                  <a:gd name="T3" fmla="*/ 0 h 102"/>
                  <a:gd name="T4" fmla="*/ 0 w 258"/>
                  <a:gd name="T5" fmla="*/ 1 h 102"/>
                  <a:gd name="T6" fmla="*/ 0 w 258"/>
                  <a:gd name="T7" fmla="*/ 1 h 102"/>
                  <a:gd name="T8" fmla="*/ 0 w 258"/>
                  <a:gd name="T9" fmla="*/ 1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6" name="Freeform 891"/>
              <p:cNvSpPr>
                <a:spLocks/>
              </p:cNvSpPr>
              <p:nvPr/>
            </p:nvSpPr>
            <p:spPr bwMode="auto">
              <a:xfrm>
                <a:off x="3566" y="1981"/>
                <a:ext cx="89" cy="33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7" name="Freeform 892"/>
              <p:cNvSpPr>
                <a:spLocks/>
              </p:cNvSpPr>
              <p:nvPr/>
            </p:nvSpPr>
            <p:spPr bwMode="auto">
              <a:xfrm>
                <a:off x="4032" y="1882"/>
                <a:ext cx="418" cy="37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8" name="Freeform 893"/>
              <p:cNvSpPr>
                <a:spLocks/>
              </p:cNvSpPr>
              <p:nvPr/>
            </p:nvSpPr>
            <p:spPr bwMode="auto">
              <a:xfrm>
                <a:off x="2966" y="1912"/>
                <a:ext cx="1069" cy="338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9" name="Freeform 894"/>
              <p:cNvSpPr>
                <a:spLocks/>
              </p:cNvSpPr>
              <p:nvPr/>
            </p:nvSpPr>
            <p:spPr bwMode="auto">
              <a:xfrm>
                <a:off x="2967" y="1850"/>
                <a:ext cx="12" cy="68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0" name="Freeform 895"/>
              <p:cNvSpPr>
                <a:spLocks/>
              </p:cNvSpPr>
              <p:nvPr/>
            </p:nvSpPr>
            <p:spPr bwMode="auto">
              <a:xfrm>
                <a:off x="2968" y="1571"/>
                <a:ext cx="496" cy="283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1" name="Freeform 896"/>
              <p:cNvSpPr>
                <a:spLocks/>
              </p:cNvSpPr>
              <p:nvPr/>
            </p:nvSpPr>
            <p:spPr bwMode="auto">
              <a:xfrm>
                <a:off x="3001" y="1864"/>
                <a:ext cx="1013" cy="32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2" name="Freeform 897"/>
              <p:cNvSpPr>
                <a:spLocks/>
              </p:cNvSpPr>
              <p:nvPr/>
            </p:nvSpPr>
            <p:spPr bwMode="auto">
              <a:xfrm flipV="1">
                <a:off x="4013" y="1841"/>
                <a:ext cx="413" cy="33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3" name="Freeform 898"/>
              <p:cNvSpPr>
                <a:spLocks/>
              </p:cNvSpPr>
              <p:nvPr/>
            </p:nvSpPr>
            <p:spPr bwMode="auto">
              <a:xfrm>
                <a:off x="3530" y="862"/>
                <a:ext cx="1124" cy="872"/>
              </a:xfrm>
              <a:custGeom>
                <a:avLst/>
                <a:gdLst>
                  <a:gd name="T0" fmla="*/ 214 w 1124"/>
                  <a:gd name="T1" fmla="*/ 0 h 872"/>
                  <a:gd name="T2" fmla="*/ 1124 w 1124"/>
                  <a:gd name="T3" fmla="*/ 128 h 872"/>
                  <a:gd name="T4" fmla="*/ 884 w 1124"/>
                  <a:gd name="T5" fmla="*/ 872 h 872"/>
                  <a:gd name="T6" fmla="*/ 0 w 1124"/>
                  <a:gd name="T7" fmla="*/ 656 h 872"/>
                  <a:gd name="T8" fmla="*/ 214 w 1124"/>
                  <a:gd name="T9" fmla="*/ 0 h 8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4"/>
                  <a:gd name="T16" fmla="*/ 0 h 872"/>
                  <a:gd name="T17" fmla="*/ 1124 w 1124"/>
                  <a:gd name="T18" fmla="*/ 872 h 8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4" h="872">
                    <a:moveTo>
                      <a:pt x="214" y="0"/>
                    </a:moveTo>
                    <a:lnTo>
                      <a:pt x="1124" y="128"/>
                    </a:lnTo>
                    <a:lnTo>
                      <a:pt x="884" y="872"/>
                    </a:lnTo>
                    <a:lnTo>
                      <a:pt x="0" y="656"/>
                    </a:lnTo>
                    <a:lnTo>
                      <a:pt x="2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1000"/>
                    </a:srgbClr>
                  </a:gs>
                  <a:gs pos="100000">
                    <a:srgbClr val="666666">
                      <a:alpha val="79999"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64" name="Picture 899" descr="grayed_radiation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96" y="396"/>
                <a:ext cx="1808" cy="1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00" name="Group 900"/>
            <p:cNvGrpSpPr>
              <a:grpSpLocks/>
            </p:cNvGrpSpPr>
            <p:nvPr/>
          </p:nvGrpSpPr>
          <p:grpSpPr bwMode="auto">
            <a:xfrm>
              <a:off x="7378700" y="5524500"/>
              <a:ext cx="504825" cy="401638"/>
              <a:chOff x="2896" y="396"/>
              <a:chExt cx="1848" cy="1887"/>
            </a:xfrm>
          </p:grpSpPr>
          <p:pic>
            <p:nvPicPr>
              <p:cNvPr id="519" name="Picture 901" descr="laptop_keyboard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2966" y="1553"/>
                <a:ext cx="1526" cy="7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0" name="Freeform 902"/>
              <p:cNvSpPr>
                <a:spLocks/>
              </p:cNvSpPr>
              <p:nvPr/>
            </p:nvSpPr>
            <p:spPr bwMode="auto">
              <a:xfrm>
                <a:off x="3472" y="844"/>
                <a:ext cx="1228" cy="953"/>
              </a:xfrm>
              <a:custGeom>
                <a:avLst/>
                <a:gdLst>
                  <a:gd name="T0" fmla="*/ 0 w 2982"/>
                  <a:gd name="T1" fmla="*/ 0 h 2442"/>
                  <a:gd name="T2" fmla="*/ 0 w 2982"/>
                  <a:gd name="T3" fmla="*/ 0 h 2442"/>
                  <a:gd name="T4" fmla="*/ 0 w 2982"/>
                  <a:gd name="T5" fmla="*/ 0 h 2442"/>
                  <a:gd name="T6" fmla="*/ 0 w 2982"/>
                  <a:gd name="T7" fmla="*/ 0 h 2442"/>
                  <a:gd name="T8" fmla="*/ 0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21" name="Picture 903" descr="screen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32" y="868"/>
                <a:ext cx="1117" cy="8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22" name="Freeform 904"/>
              <p:cNvSpPr>
                <a:spLocks/>
              </p:cNvSpPr>
              <p:nvPr/>
            </p:nvSpPr>
            <p:spPr bwMode="auto">
              <a:xfrm>
                <a:off x="3695" y="816"/>
                <a:ext cx="1042" cy="177"/>
              </a:xfrm>
              <a:custGeom>
                <a:avLst/>
                <a:gdLst>
                  <a:gd name="T0" fmla="*/ 0 w 2528"/>
                  <a:gd name="T1" fmla="*/ 0 h 455"/>
                  <a:gd name="T2" fmla="*/ 0 w 2528"/>
                  <a:gd name="T3" fmla="*/ 0 h 455"/>
                  <a:gd name="T4" fmla="*/ 0 w 2528"/>
                  <a:gd name="T5" fmla="*/ 0 h 455"/>
                  <a:gd name="T6" fmla="*/ 0 w 2528"/>
                  <a:gd name="T7" fmla="*/ 0 h 455"/>
                  <a:gd name="T8" fmla="*/ 0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3" name="Freeform 905"/>
              <p:cNvSpPr>
                <a:spLocks/>
              </p:cNvSpPr>
              <p:nvPr/>
            </p:nvSpPr>
            <p:spPr bwMode="auto">
              <a:xfrm>
                <a:off x="3461" y="814"/>
                <a:ext cx="289" cy="739"/>
              </a:xfrm>
              <a:custGeom>
                <a:avLst/>
                <a:gdLst>
                  <a:gd name="T0" fmla="*/ 0 w 702"/>
                  <a:gd name="T1" fmla="*/ 0 h 1893"/>
                  <a:gd name="T2" fmla="*/ 0 w 702"/>
                  <a:gd name="T3" fmla="*/ 0 h 1893"/>
                  <a:gd name="T4" fmla="*/ 0 w 702"/>
                  <a:gd name="T5" fmla="*/ 0 h 1893"/>
                  <a:gd name="T6" fmla="*/ 0 w 702"/>
                  <a:gd name="T7" fmla="*/ 0 h 1893"/>
                  <a:gd name="T8" fmla="*/ 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4" name="Freeform 906"/>
              <p:cNvSpPr>
                <a:spLocks/>
              </p:cNvSpPr>
              <p:nvPr/>
            </p:nvSpPr>
            <p:spPr bwMode="auto">
              <a:xfrm>
                <a:off x="4418" y="946"/>
                <a:ext cx="311" cy="853"/>
              </a:xfrm>
              <a:custGeom>
                <a:avLst/>
                <a:gdLst>
                  <a:gd name="T0" fmla="*/ 0 w 756"/>
                  <a:gd name="T1" fmla="*/ 0 h 2184"/>
                  <a:gd name="T2" fmla="*/ 0 w 756"/>
                  <a:gd name="T3" fmla="*/ 0 h 2184"/>
                  <a:gd name="T4" fmla="*/ 0 w 756"/>
                  <a:gd name="T5" fmla="*/ 0 h 2184"/>
                  <a:gd name="T6" fmla="*/ 0 w 756"/>
                  <a:gd name="T7" fmla="*/ 0 h 2184"/>
                  <a:gd name="T8" fmla="*/ 0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5" name="Freeform 907"/>
              <p:cNvSpPr>
                <a:spLocks/>
              </p:cNvSpPr>
              <p:nvPr/>
            </p:nvSpPr>
            <p:spPr bwMode="auto">
              <a:xfrm>
                <a:off x="3457" y="1515"/>
                <a:ext cx="1143" cy="288"/>
              </a:xfrm>
              <a:custGeom>
                <a:avLst/>
                <a:gdLst>
                  <a:gd name="T0" fmla="*/ 0 w 2773"/>
                  <a:gd name="T1" fmla="*/ 0 h 738"/>
                  <a:gd name="T2" fmla="*/ 0 w 2773"/>
                  <a:gd name="T3" fmla="*/ 0 h 738"/>
                  <a:gd name="T4" fmla="*/ 0 w 2773"/>
                  <a:gd name="T5" fmla="*/ 0 h 738"/>
                  <a:gd name="T6" fmla="*/ 0 w 2773"/>
                  <a:gd name="T7" fmla="*/ 0 h 738"/>
                  <a:gd name="T8" fmla="*/ 0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6" name="Freeform 908"/>
              <p:cNvSpPr>
                <a:spLocks/>
              </p:cNvSpPr>
              <p:nvPr/>
            </p:nvSpPr>
            <p:spPr bwMode="auto">
              <a:xfrm>
                <a:off x="4452" y="954"/>
                <a:ext cx="292" cy="855"/>
              </a:xfrm>
              <a:custGeom>
                <a:avLst/>
                <a:gdLst>
                  <a:gd name="T0" fmla="*/ 0 w 637"/>
                  <a:gd name="T1" fmla="*/ 0 h 1659"/>
                  <a:gd name="T2" fmla="*/ 0 w 637"/>
                  <a:gd name="T3" fmla="*/ 0 h 1659"/>
                  <a:gd name="T4" fmla="*/ 0 w 637"/>
                  <a:gd name="T5" fmla="*/ 2 h 1659"/>
                  <a:gd name="T6" fmla="*/ 0 w 637"/>
                  <a:gd name="T7" fmla="*/ 2 h 1659"/>
                  <a:gd name="T8" fmla="*/ 0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7" name="Freeform 909"/>
              <p:cNvSpPr>
                <a:spLocks/>
              </p:cNvSpPr>
              <p:nvPr/>
            </p:nvSpPr>
            <p:spPr bwMode="auto">
              <a:xfrm>
                <a:off x="3459" y="1553"/>
                <a:ext cx="1016" cy="284"/>
              </a:xfrm>
              <a:custGeom>
                <a:avLst/>
                <a:gdLst>
                  <a:gd name="T0" fmla="*/ 0 w 2216"/>
                  <a:gd name="T1" fmla="*/ 0 h 550"/>
                  <a:gd name="T2" fmla="*/ 0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2"/>
                  </a:gs>
                  <a:gs pos="100000">
                    <a:srgbClr val="DDDDDD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8" name="Freeform 910"/>
              <p:cNvSpPr>
                <a:spLocks/>
              </p:cNvSpPr>
              <p:nvPr/>
            </p:nvSpPr>
            <p:spPr bwMode="auto">
              <a:xfrm>
                <a:off x="3442" y="1857"/>
                <a:ext cx="345" cy="169"/>
              </a:xfrm>
              <a:custGeom>
                <a:avLst/>
                <a:gdLst>
                  <a:gd name="T0" fmla="*/ 0 w 752"/>
                  <a:gd name="T1" fmla="*/ 0 h 327"/>
                  <a:gd name="T2" fmla="*/ 0 w 752"/>
                  <a:gd name="T3" fmla="*/ 1 h 327"/>
                  <a:gd name="T4" fmla="*/ 0 w 752"/>
                  <a:gd name="T5" fmla="*/ 1 h 327"/>
                  <a:gd name="T6" fmla="*/ 0 w 752"/>
                  <a:gd name="T7" fmla="*/ 1 h 327"/>
                  <a:gd name="T8" fmla="*/ 0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9" name="Freeform 911"/>
              <p:cNvSpPr>
                <a:spLocks/>
              </p:cNvSpPr>
              <p:nvPr/>
            </p:nvSpPr>
            <p:spPr bwMode="auto">
              <a:xfrm>
                <a:off x="3449" y="1860"/>
                <a:ext cx="333" cy="160"/>
              </a:xfrm>
              <a:custGeom>
                <a:avLst/>
                <a:gdLst>
                  <a:gd name="T0" fmla="*/ 0 w 726"/>
                  <a:gd name="T1" fmla="*/ 0 h 311"/>
                  <a:gd name="T2" fmla="*/ 0 w 726"/>
                  <a:gd name="T3" fmla="*/ 1 h 311"/>
                  <a:gd name="T4" fmla="*/ 0 w 726"/>
                  <a:gd name="T5" fmla="*/ 1 h 311"/>
                  <a:gd name="T6" fmla="*/ 0 w 726"/>
                  <a:gd name="T7" fmla="*/ 1 h 311"/>
                  <a:gd name="T8" fmla="*/ 0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0" name="Freeform 912"/>
              <p:cNvSpPr>
                <a:spLocks/>
              </p:cNvSpPr>
              <p:nvPr/>
            </p:nvSpPr>
            <p:spPr bwMode="auto">
              <a:xfrm>
                <a:off x="3473" y="1923"/>
                <a:ext cx="119" cy="52"/>
              </a:xfrm>
              <a:custGeom>
                <a:avLst/>
                <a:gdLst>
                  <a:gd name="T0" fmla="*/ 0 w 258"/>
                  <a:gd name="T1" fmla="*/ 1 h 100"/>
                  <a:gd name="T2" fmla="*/ 0 w 258"/>
                  <a:gd name="T3" fmla="*/ 0 h 100"/>
                  <a:gd name="T4" fmla="*/ 0 w 258"/>
                  <a:gd name="T5" fmla="*/ 1 h 100"/>
                  <a:gd name="T6" fmla="*/ 0 w 258"/>
                  <a:gd name="T7" fmla="*/ 1 h 100"/>
                  <a:gd name="T8" fmla="*/ 0 w 258"/>
                  <a:gd name="T9" fmla="*/ 1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1" name="Freeform 913"/>
              <p:cNvSpPr>
                <a:spLocks/>
              </p:cNvSpPr>
              <p:nvPr/>
            </p:nvSpPr>
            <p:spPr bwMode="auto">
              <a:xfrm>
                <a:off x="3469" y="1947"/>
                <a:ext cx="89" cy="32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2" name="Freeform 914"/>
              <p:cNvSpPr>
                <a:spLocks/>
              </p:cNvSpPr>
              <p:nvPr/>
            </p:nvSpPr>
            <p:spPr bwMode="auto">
              <a:xfrm>
                <a:off x="3570" y="1956"/>
                <a:ext cx="119" cy="53"/>
              </a:xfrm>
              <a:custGeom>
                <a:avLst/>
                <a:gdLst>
                  <a:gd name="T0" fmla="*/ 0 w 258"/>
                  <a:gd name="T1" fmla="*/ 1 h 102"/>
                  <a:gd name="T2" fmla="*/ 0 w 258"/>
                  <a:gd name="T3" fmla="*/ 0 h 102"/>
                  <a:gd name="T4" fmla="*/ 0 w 258"/>
                  <a:gd name="T5" fmla="*/ 1 h 102"/>
                  <a:gd name="T6" fmla="*/ 0 w 258"/>
                  <a:gd name="T7" fmla="*/ 1 h 102"/>
                  <a:gd name="T8" fmla="*/ 0 w 258"/>
                  <a:gd name="T9" fmla="*/ 1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3" name="Freeform 915"/>
              <p:cNvSpPr>
                <a:spLocks/>
              </p:cNvSpPr>
              <p:nvPr/>
            </p:nvSpPr>
            <p:spPr bwMode="auto">
              <a:xfrm>
                <a:off x="3566" y="1981"/>
                <a:ext cx="89" cy="33"/>
              </a:xfrm>
              <a:custGeom>
                <a:avLst/>
                <a:gdLst>
                  <a:gd name="T0" fmla="*/ 0 w 194"/>
                  <a:gd name="T1" fmla="*/ 0 h 63"/>
                  <a:gd name="T2" fmla="*/ 0 w 194"/>
                  <a:gd name="T3" fmla="*/ 1 h 63"/>
                  <a:gd name="T4" fmla="*/ 0 w 194"/>
                  <a:gd name="T5" fmla="*/ 1 h 63"/>
                  <a:gd name="T6" fmla="*/ 0 w 194"/>
                  <a:gd name="T7" fmla="*/ 1 h 63"/>
                  <a:gd name="T8" fmla="*/ 0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4" name="Freeform 916"/>
              <p:cNvSpPr>
                <a:spLocks/>
              </p:cNvSpPr>
              <p:nvPr/>
            </p:nvSpPr>
            <p:spPr bwMode="auto">
              <a:xfrm>
                <a:off x="4032" y="1882"/>
                <a:ext cx="418" cy="371"/>
              </a:xfrm>
              <a:custGeom>
                <a:avLst/>
                <a:gdLst>
                  <a:gd name="T0" fmla="*/ 0 w 990"/>
                  <a:gd name="T1" fmla="*/ 0 h 792"/>
                  <a:gd name="T2" fmla="*/ 0 w 990"/>
                  <a:gd name="T3" fmla="*/ 0 h 792"/>
                  <a:gd name="T4" fmla="*/ 0 w 990"/>
                  <a:gd name="T5" fmla="*/ 0 h 792"/>
                  <a:gd name="T6" fmla="*/ 0 w 990"/>
                  <a:gd name="T7" fmla="*/ 0 h 792"/>
                  <a:gd name="T8" fmla="*/ 0 w 990"/>
                  <a:gd name="T9" fmla="*/ 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5" name="Freeform 917"/>
              <p:cNvSpPr>
                <a:spLocks/>
              </p:cNvSpPr>
              <p:nvPr/>
            </p:nvSpPr>
            <p:spPr bwMode="auto">
              <a:xfrm>
                <a:off x="2966" y="1912"/>
                <a:ext cx="1069" cy="338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6" name="Freeform 918"/>
              <p:cNvSpPr>
                <a:spLocks/>
              </p:cNvSpPr>
              <p:nvPr/>
            </p:nvSpPr>
            <p:spPr bwMode="auto">
              <a:xfrm>
                <a:off x="2967" y="1850"/>
                <a:ext cx="12" cy="68"/>
              </a:xfrm>
              <a:custGeom>
                <a:avLst/>
                <a:gdLst>
                  <a:gd name="T0" fmla="*/ 0 w 26"/>
                  <a:gd name="T1" fmla="*/ 0 h 147"/>
                  <a:gd name="T2" fmla="*/ 0 w 26"/>
                  <a:gd name="T3" fmla="*/ 0 h 147"/>
                  <a:gd name="T4" fmla="*/ 0 w 26"/>
                  <a:gd name="T5" fmla="*/ 0 h 147"/>
                  <a:gd name="T6" fmla="*/ 0 w 26"/>
                  <a:gd name="T7" fmla="*/ 0 h 147"/>
                  <a:gd name="T8" fmla="*/ 0 w 26"/>
                  <a:gd name="T9" fmla="*/ 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7" name="Freeform 919"/>
              <p:cNvSpPr>
                <a:spLocks/>
              </p:cNvSpPr>
              <p:nvPr/>
            </p:nvSpPr>
            <p:spPr bwMode="auto">
              <a:xfrm>
                <a:off x="2968" y="1571"/>
                <a:ext cx="496" cy="283"/>
              </a:xfrm>
              <a:custGeom>
                <a:avLst/>
                <a:gdLst>
                  <a:gd name="T0" fmla="*/ 0 w 1176"/>
                  <a:gd name="T1" fmla="*/ 0 h 606"/>
                  <a:gd name="T2" fmla="*/ 0 w 1176"/>
                  <a:gd name="T3" fmla="*/ 0 h 606"/>
                  <a:gd name="T4" fmla="*/ 0 w 1176"/>
                  <a:gd name="T5" fmla="*/ 0 h 606"/>
                  <a:gd name="T6" fmla="*/ 0 w 1176"/>
                  <a:gd name="T7" fmla="*/ 0 h 606"/>
                  <a:gd name="T8" fmla="*/ 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8" name="Freeform 920"/>
              <p:cNvSpPr>
                <a:spLocks/>
              </p:cNvSpPr>
              <p:nvPr/>
            </p:nvSpPr>
            <p:spPr bwMode="auto">
              <a:xfrm>
                <a:off x="3001" y="1864"/>
                <a:ext cx="1013" cy="32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9" name="Freeform 921"/>
              <p:cNvSpPr>
                <a:spLocks/>
              </p:cNvSpPr>
              <p:nvPr/>
            </p:nvSpPr>
            <p:spPr bwMode="auto">
              <a:xfrm flipV="1">
                <a:off x="4013" y="1841"/>
                <a:ext cx="413" cy="33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0 h 723"/>
                  <a:gd name="T6" fmla="*/ 0 w 2532"/>
                  <a:gd name="T7" fmla="*/ 0 h 723"/>
                  <a:gd name="T8" fmla="*/ 0 w 2532"/>
                  <a:gd name="T9" fmla="*/ 0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B2B2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0" name="Freeform 922"/>
              <p:cNvSpPr>
                <a:spLocks/>
              </p:cNvSpPr>
              <p:nvPr/>
            </p:nvSpPr>
            <p:spPr bwMode="auto">
              <a:xfrm>
                <a:off x="3530" y="862"/>
                <a:ext cx="1124" cy="872"/>
              </a:xfrm>
              <a:custGeom>
                <a:avLst/>
                <a:gdLst>
                  <a:gd name="T0" fmla="*/ 214 w 1124"/>
                  <a:gd name="T1" fmla="*/ 0 h 872"/>
                  <a:gd name="T2" fmla="*/ 1124 w 1124"/>
                  <a:gd name="T3" fmla="*/ 128 h 872"/>
                  <a:gd name="T4" fmla="*/ 884 w 1124"/>
                  <a:gd name="T5" fmla="*/ 872 h 872"/>
                  <a:gd name="T6" fmla="*/ 0 w 1124"/>
                  <a:gd name="T7" fmla="*/ 656 h 872"/>
                  <a:gd name="T8" fmla="*/ 214 w 1124"/>
                  <a:gd name="T9" fmla="*/ 0 h 8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4"/>
                  <a:gd name="T16" fmla="*/ 0 h 872"/>
                  <a:gd name="T17" fmla="*/ 1124 w 1124"/>
                  <a:gd name="T18" fmla="*/ 872 h 87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4" h="872">
                    <a:moveTo>
                      <a:pt x="214" y="0"/>
                    </a:moveTo>
                    <a:lnTo>
                      <a:pt x="1124" y="128"/>
                    </a:lnTo>
                    <a:lnTo>
                      <a:pt x="884" y="872"/>
                    </a:lnTo>
                    <a:lnTo>
                      <a:pt x="0" y="656"/>
                    </a:lnTo>
                    <a:lnTo>
                      <a:pt x="2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81000"/>
                    </a:srgbClr>
                  </a:gs>
                  <a:gs pos="100000">
                    <a:srgbClr val="666666">
                      <a:alpha val="79999"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pic>
            <p:nvPicPr>
              <p:cNvPr id="541" name="Picture 923" descr="grayed_radiation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96" y="396"/>
                <a:ext cx="1808" cy="1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01" name="Group 924"/>
            <p:cNvGrpSpPr>
              <a:grpSpLocks/>
            </p:cNvGrpSpPr>
            <p:nvPr/>
          </p:nvGrpSpPr>
          <p:grpSpPr bwMode="auto">
            <a:xfrm>
              <a:off x="5349875" y="1590675"/>
              <a:ext cx="617538" cy="387350"/>
              <a:chOff x="2920" y="972"/>
              <a:chExt cx="389" cy="244"/>
            </a:xfrm>
          </p:grpSpPr>
          <p:grpSp>
            <p:nvGrpSpPr>
              <p:cNvPr id="507" name="Group 925"/>
              <p:cNvGrpSpPr>
                <a:grpSpLocks/>
              </p:cNvGrpSpPr>
              <p:nvPr/>
            </p:nvGrpSpPr>
            <p:grpSpPr bwMode="auto">
              <a:xfrm>
                <a:off x="3085" y="1027"/>
                <a:ext cx="102" cy="189"/>
                <a:chOff x="3436" y="1504"/>
                <a:chExt cx="393" cy="942"/>
              </a:xfrm>
            </p:grpSpPr>
            <p:pic>
              <p:nvPicPr>
                <p:cNvPr id="509" name="Picture 926" descr="iphone_stylized_small"/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36" y="1504"/>
                  <a:ext cx="393" cy="9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10" name="Freeform 927"/>
                <p:cNvSpPr>
                  <a:spLocks/>
                </p:cNvSpPr>
                <p:nvPr/>
              </p:nvSpPr>
              <p:spPr bwMode="auto">
                <a:xfrm>
                  <a:off x="3484" y="1523"/>
                  <a:ext cx="339" cy="906"/>
                </a:xfrm>
                <a:custGeom>
                  <a:avLst/>
                  <a:gdLst>
                    <a:gd name="T0" fmla="*/ 6 w 339"/>
                    <a:gd name="T1" fmla="*/ 31 h 906"/>
                    <a:gd name="T2" fmla="*/ 38 w 339"/>
                    <a:gd name="T3" fmla="*/ 0 h 906"/>
                    <a:gd name="T4" fmla="*/ 323 w 339"/>
                    <a:gd name="T5" fmla="*/ 45 h 906"/>
                    <a:gd name="T6" fmla="*/ 338 w 339"/>
                    <a:gd name="T7" fmla="*/ 85 h 906"/>
                    <a:gd name="T8" fmla="*/ 339 w 339"/>
                    <a:gd name="T9" fmla="*/ 813 h 906"/>
                    <a:gd name="T10" fmla="*/ 312 w 339"/>
                    <a:gd name="T11" fmla="*/ 865 h 906"/>
                    <a:gd name="T12" fmla="*/ 29 w 339"/>
                    <a:gd name="T13" fmla="*/ 906 h 906"/>
                    <a:gd name="T14" fmla="*/ 0 w 339"/>
                    <a:gd name="T15" fmla="*/ 876 h 906"/>
                    <a:gd name="T16" fmla="*/ 6 w 339"/>
                    <a:gd name="T17" fmla="*/ 31 h 9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39"/>
                    <a:gd name="T28" fmla="*/ 0 h 906"/>
                    <a:gd name="T29" fmla="*/ 339 w 339"/>
                    <a:gd name="T30" fmla="*/ 906 h 90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39" h="906">
                      <a:moveTo>
                        <a:pt x="6" y="31"/>
                      </a:moveTo>
                      <a:lnTo>
                        <a:pt x="38" y="0"/>
                      </a:lnTo>
                      <a:lnTo>
                        <a:pt x="323" y="45"/>
                      </a:lnTo>
                      <a:lnTo>
                        <a:pt x="338" y="85"/>
                      </a:lnTo>
                      <a:lnTo>
                        <a:pt x="339" y="813"/>
                      </a:lnTo>
                      <a:lnTo>
                        <a:pt x="312" y="865"/>
                      </a:lnTo>
                      <a:lnTo>
                        <a:pt x="29" y="906"/>
                      </a:lnTo>
                      <a:lnTo>
                        <a:pt x="0" y="876"/>
                      </a:lnTo>
                      <a:lnTo>
                        <a:pt x="6" y="31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>
                        <a:alpha val="82001"/>
                      </a:srgbClr>
                    </a:gs>
                    <a:gs pos="100000">
                      <a:srgbClr val="666666">
                        <a:alpha val="82001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grpSp>
              <p:nvGrpSpPr>
                <p:cNvPr id="511" name="Group 928"/>
                <p:cNvGrpSpPr>
                  <a:grpSpLocks/>
                </p:cNvGrpSpPr>
                <p:nvPr/>
              </p:nvGrpSpPr>
              <p:grpSpPr bwMode="auto">
                <a:xfrm>
                  <a:off x="3511" y="1689"/>
                  <a:ext cx="289" cy="576"/>
                  <a:chOff x="3511" y="1689"/>
                  <a:chExt cx="289" cy="576"/>
                </a:xfrm>
              </p:grpSpPr>
              <p:sp>
                <p:nvSpPr>
                  <p:cNvPr id="512" name="Freeform 929"/>
                  <p:cNvSpPr>
                    <a:spLocks/>
                  </p:cNvSpPr>
                  <p:nvPr/>
                </p:nvSpPr>
                <p:spPr bwMode="auto">
                  <a:xfrm>
                    <a:off x="3519" y="2175"/>
                    <a:ext cx="66" cy="90"/>
                  </a:xfrm>
                  <a:custGeom>
                    <a:avLst/>
                    <a:gdLst>
                      <a:gd name="T0" fmla="*/ 0 w 66"/>
                      <a:gd name="T1" fmla="*/ 5 h 90"/>
                      <a:gd name="T2" fmla="*/ 66 w 66"/>
                      <a:gd name="T3" fmla="*/ 0 h 90"/>
                      <a:gd name="T4" fmla="*/ 65 w 66"/>
                      <a:gd name="T5" fmla="*/ 80 h 90"/>
                      <a:gd name="T6" fmla="*/ 2 w 66"/>
                      <a:gd name="T7" fmla="*/ 90 h 90"/>
                      <a:gd name="T8" fmla="*/ 0 w 66"/>
                      <a:gd name="T9" fmla="*/ 5 h 9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90"/>
                      <a:gd name="T17" fmla="*/ 66 w 66"/>
                      <a:gd name="T18" fmla="*/ 90 h 9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90">
                        <a:moveTo>
                          <a:pt x="0" y="5"/>
                        </a:moveTo>
                        <a:lnTo>
                          <a:pt x="66" y="0"/>
                        </a:lnTo>
                        <a:lnTo>
                          <a:pt x="65" y="80"/>
                        </a:lnTo>
                        <a:lnTo>
                          <a:pt x="2" y="90"/>
                        </a:ln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13" name="Freeform 930"/>
                  <p:cNvSpPr>
                    <a:spLocks/>
                  </p:cNvSpPr>
                  <p:nvPr/>
                </p:nvSpPr>
                <p:spPr bwMode="auto">
                  <a:xfrm>
                    <a:off x="3593" y="2166"/>
                    <a:ext cx="69" cy="89"/>
                  </a:xfrm>
                  <a:custGeom>
                    <a:avLst/>
                    <a:gdLst>
                      <a:gd name="T0" fmla="*/ 3 w 69"/>
                      <a:gd name="T1" fmla="*/ 8 h 89"/>
                      <a:gd name="T2" fmla="*/ 66 w 69"/>
                      <a:gd name="T3" fmla="*/ 0 h 89"/>
                      <a:gd name="T4" fmla="*/ 69 w 69"/>
                      <a:gd name="T5" fmla="*/ 80 h 89"/>
                      <a:gd name="T6" fmla="*/ 0 w 69"/>
                      <a:gd name="T7" fmla="*/ 89 h 89"/>
                      <a:gd name="T8" fmla="*/ 3 w 69"/>
                      <a:gd name="T9" fmla="*/ 8 h 8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9"/>
                      <a:gd name="T16" fmla="*/ 0 h 89"/>
                      <a:gd name="T17" fmla="*/ 69 w 69"/>
                      <a:gd name="T18" fmla="*/ 89 h 8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9" h="89">
                        <a:moveTo>
                          <a:pt x="3" y="8"/>
                        </a:moveTo>
                        <a:lnTo>
                          <a:pt x="66" y="0"/>
                        </a:lnTo>
                        <a:lnTo>
                          <a:pt x="69" y="80"/>
                        </a:lnTo>
                        <a:lnTo>
                          <a:pt x="0" y="89"/>
                        </a:lnTo>
                        <a:lnTo>
                          <a:pt x="3" y="8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14" name="Freeform 931"/>
                  <p:cNvSpPr>
                    <a:spLocks/>
                  </p:cNvSpPr>
                  <p:nvPr/>
                </p:nvSpPr>
                <p:spPr bwMode="auto">
                  <a:xfrm>
                    <a:off x="3665" y="2162"/>
                    <a:ext cx="62" cy="82"/>
                  </a:xfrm>
                  <a:custGeom>
                    <a:avLst/>
                    <a:gdLst>
                      <a:gd name="T0" fmla="*/ 0 w 62"/>
                      <a:gd name="T1" fmla="*/ 6 h 82"/>
                      <a:gd name="T2" fmla="*/ 61 w 62"/>
                      <a:gd name="T3" fmla="*/ 0 h 82"/>
                      <a:gd name="T4" fmla="*/ 62 w 62"/>
                      <a:gd name="T5" fmla="*/ 75 h 82"/>
                      <a:gd name="T6" fmla="*/ 3 w 62"/>
                      <a:gd name="T7" fmla="*/ 82 h 82"/>
                      <a:gd name="T8" fmla="*/ 0 w 62"/>
                      <a:gd name="T9" fmla="*/ 6 h 8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2"/>
                      <a:gd name="T16" fmla="*/ 0 h 82"/>
                      <a:gd name="T17" fmla="*/ 62 w 62"/>
                      <a:gd name="T18" fmla="*/ 82 h 8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2" h="82">
                        <a:moveTo>
                          <a:pt x="0" y="6"/>
                        </a:moveTo>
                        <a:lnTo>
                          <a:pt x="61" y="0"/>
                        </a:lnTo>
                        <a:lnTo>
                          <a:pt x="62" y="75"/>
                        </a:lnTo>
                        <a:lnTo>
                          <a:pt x="3" y="82"/>
                        </a:lnTo>
                        <a:lnTo>
                          <a:pt x="0" y="6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15" name="Freeform 932"/>
                  <p:cNvSpPr>
                    <a:spLocks/>
                  </p:cNvSpPr>
                  <p:nvPr/>
                </p:nvSpPr>
                <p:spPr bwMode="auto">
                  <a:xfrm>
                    <a:off x="3734" y="2154"/>
                    <a:ext cx="66" cy="84"/>
                  </a:xfrm>
                  <a:custGeom>
                    <a:avLst/>
                    <a:gdLst>
                      <a:gd name="T0" fmla="*/ 1 w 66"/>
                      <a:gd name="T1" fmla="*/ 6 h 84"/>
                      <a:gd name="T2" fmla="*/ 66 w 66"/>
                      <a:gd name="T3" fmla="*/ 0 h 84"/>
                      <a:gd name="T4" fmla="*/ 63 w 66"/>
                      <a:gd name="T5" fmla="*/ 77 h 84"/>
                      <a:gd name="T6" fmla="*/ 0 w 66"/>
                      <a:gd name="T7" fmla="*/ 84 h 84"/>
                      <a:gd name="T8" fmla="*/ 1 w 66"/>
                      <a:gd name="T9" fmla="*/ 6 h 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6"/>
                      <a:gd name="T16" fmla="*/ 0 h 84"/>
                      <a:gd name="T17" fmla="*/ 66 w 66"/>
                      <a:gd name="T18" fmla="*/ 84 h 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6" h="84">
                        <a:moveTo>
                          <a:pt x="1" y="6"/>
                        </a:moveTo>
                        <a:lnTo>
                          <a:pt x="66" y="0"/>
                        </a:lnTo>
                        <a:lnTo>
                          <a:pt x="63" y="77"/>
                        </a:lnTo>
                        <a:lnTo>
                          <a:pt x="0" y="84"/>
                        </a:lnTo>
                        <a:lnTo>
                          <a:pt x="1" y="6"/>
                        </a:lnTo>
                        <a:close/>
                      </a:path>
                    </a:pathLst>
                  </a:custGeom>
                  <a:solidFill>
                    <a:srgbClr val="B2B2B2"/>
                  </a:solidFill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516" name="Rectangle 933"/>
                  <p:cNvSpPr>
                    <a:spLocks noChangeArrowheads="1"/>
                  </p:cNvSpPr>
                  <p:nvPr/>
                </p:nvSpPr>
                <p:spPr bwMode="auto">
                  <a:xfrm>
                    <a:off x="3513" y="1688"/>
                    <a:ext cx="54" cy="40"/>
                  </a:xfrm>
                  <a:prstGeom prst="rect">
                    <a:avLst/>
                  </a:prstGeom>
                  <a:solidFill>
                    <a:schemeClr val="bg2"/>
                  </a:solidFill>
                  <a:ln w="9525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517" name="Rectangle 934"/>
                  <p:cNvSpPr>
                    <a:spLocks noChangeArrowheads="1"/>
                  </p:cNvSpPr>
                  <p:nvPr/>
                </p:nvSpPr>
                <p:spPr bwMode="auto">
                  <a:xfrm>
                    <a:off x="3501" y="1738"/>
                    <a:ext cx="92" cy="50"/>
                  </a:xfrm>
                  <a:prstGeom prst="rect">
                    <a:avLst/>
                  </a:prstGeom>
                  <a:solidFill>
                    <a:schemeClr val="bg2"/>
                  </a:solidFill>
                  <a:ln w="9525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zh-CN" altLang="zh-CN" sz="1800"/>
                  </a:p>
                </p:txBody>
              </p:sp>
              <p:sp>
                <p:nvSpPr>
                  <p:cNvPr id="518" name="Freeform 935"/>
                  <p:cNvSpPr>
                    <a:spLocks/>
                  </p:cNvSpPr>
                  <p:nvPr/>
                </p:nvSpPr>
                <p:spPr bwMode="auto">
                  <a:xfrm>
                    <a:off x="3515" y="1794"/>
                    <a:ext cx="261" cy="204"/>
                  </a:xfrm>
                  <a:custGeom>
                    <a:avLst/>
                    <a:gdLst>
                      <a:gd name="T0" fmla="*/ 0 w 261"/>
                      <a:gd name="T1" fmla="*/ 0 h 204"/>
                      <a:gd name="T2" fmla="*/ 0 w 261"/>
                      <a:gd name="T3" fmla="*/ 204 h 204"/>
                      <a:gd name="T4" fmla="*/ 259 w 261"/>
                      <a:gd name="T5" fmla="*/ 201 h 204"/>
                      <a:gd name="T6" fmla="*/ 261 w 261"/>
                      <a:gd name="T7" fmla="*/ 12 h 204"/>
                      <a:gd name="T8" fmla="*/ 0 w 261"/>
                      <a:gd name="T9" fmla="*/ 0 h 20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1"/>
                      <a:gd name="T16" fmla="*/ 0 h 204"/>
                      <a:gd name="T17" fmla="*/ 261 w 261"/>
                      <a:gd name="T18" fmla="*/ 204 h 20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1" h="204">
                        <a:moveTo>
                          <a:pt x="0" y="0"/>
                        </a:moveTo>
                        <a:lnTo>
                          <a:pt x="0" y="204"/>
                        </a:lnTo>
                        <a:lnTo>
                          <a:pt x="259" y="201"/>
                        </a:lnTo>
                        <a:lnTo>
                          <a:pt x="261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DDDDD"/>
                  </a:solidFill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</p:grpSp>
          <p:pic>
            <p:nvPicPr>
              <p:cNvPr id="508" name="Picture 936" descr="grayed_radiation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0" y="972"/>
                <a:ext cx="389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02" name="Picture 937" descr="car_grayed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6838" y="1670050"/>
              <a:ext cx="75406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3" name="Group 938"/>
            <p:cNvGrpSpPr>
              <a:grpSpLocks/>
            </p:cNvGrpSpPr>
            <p:nvPr/>
          </p:nvGrpSpPr>
          <p:grpSpPr bwMode="auto">
            <a:xfrm>
              <a:off x="5662613" y="4538663"/>
              <a:ext cx="463550" cy="398462"/>
              <a:chOff x="3987" y="-51"/>
              <a:chExt cx="1252" cy="983"/>
            </a:xfrm>
          </p:grpSpPr>
          <p:pic>
            <p:nvPicPr>
              <p:cNvPr id="505" name="Picture 939" descr="desktop_computer_stylized_small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987" y="-51"/>
                <a:ext cx="1252" cy="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6" name="Freeform 940"/>
              <p:cNvSpPr>
                <a:spLocks/>
              </p:cNvSpPr>
              <p:nvPr/>
            </p:nvSpPr>
            <p:spPr bwMode="auto">
              <a:xfrm>
                <a:off x="4507" y="37"/>
                <a:ext cx="640" cy="459"/>
              </a:xfrm>
              <a:custGeom>
                <a:avLst/>
                <a:gdLst>
                  <a:gd name="T0" fmla="*/ 43 w 714"/>
                  <a:gd name="T1" fmla="*/ 1 h 714"/>
                  <a:gd name="T2" fmla="*/ 239 w 714"/>
                  <a:gd name="T3" fmla="*/ 0 h 714"/>
                  <a:gd name="T4" fmla="*/ 190 w 714"/>
                  <a:gd name="T5" fmla="*/ 9 h 714"/>
                  <a:gd name="T6" fmla="*/ 0 w 714"/>
                  <a:gd name="T7" fmla="*/ 7 h 714"/>
                  <a:gd name="T8" fmla="*/ 43 w 714"/>
                  <a:gd name="T9" fmla="*/ 1 h 7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4"/>
                  <a:gd name="T16" fmla="*/ 0 h 714"/>
                  <a:gd name="T17" fmla="*/ 714 w 714"/>
                  <a:gd name="T18" fmla="*/ 714 h 7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4" h="714">
                    <a:moveTo>
                      <a:pt x="126" y="36"/>
                    </a:moveTo>
                    <a:lnTo>
                      <a:pt x="714" y="0"/>
                    </a:lnTo>
                    <a:lnTo>
                      <a:pt x="564" y="714"/>
                    </a:lnTo>
                    <a:lnTo>
                      <a:pt x="0" y="570"/>
                    </a:lnTo>
                    <a:lnTo>
                      <a:pt x="126" y="36"/>
                    </a:lnTo>
                    <a:close/>
                  </a:path>
                </a:pathLst>
              </a:custGeom>
              <a:solidFill>
                <a:srgbClr val="EAEAEA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04" name="Group 941"/>
            <p:cNvGrpSpPr>
              <a:grpSpLocks/>
            </p:cNvGrpSpPr>
            <p:nvPr/>
          </p:nvGrpSpPr>
          <p:grpSpPr bwMode="auto">
            <a:xfrm>
              <a:off x="5500688" y="4938713"/>
              <a:ext cx="463550" cy="398462"/>
              <a:chOff x="3987" y="-51"/>
              <a:chExt cx="1252" cy="983"/>
            </a:xfrm>
          </p:grpSpPr>
          <p:pic>
            <p:nvPicPr>
              <p:cNvPr id="503" name="Picture 942" descr="desktop_computer_stylized_small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987" y="-51"/>
                <a:ext cx="1252" cy="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4" name="Freeform 943"/>
              <p:cNvSpPr>
                <a:spLocks/>
              </p:cNvSpPr>
              <p:nvPr/>
            </p:nvSpPr>
            <p:spPr bwMode="auto">
              <a:xfrm>
                <a:off x="4507" y="37"/>
                <a:ext cx="640" cy="459"/>
              </a:xfrm>
              <a:custGeom>
                <a:avLst/>
                <a:gdLst>
                  <a:gd name="T0" fmla="*/ 43 w 714"/>
                  <a:gd name="T1" fmla="*/ 1 h 714"/>
                  <a:gd name="T2" fmla="*/ 239 w 714"/>
                  <a:gd name="T3" fmla="*/ 0 h 714"/>
                  <a:gd name="T4" fmla="*/ 190 w 714"/>
                  <a:gd name="T5" fmla="*/ 9 h 714"/>
                  <a:gd name="T6" fmla="*/ 0 w 714"/>
                  <a:gd name="T7" fmla="*/ 7 h 714"/>
                  <a:gd name="T8" fmla="*/ 43 w 714"/>
                  <a:gd name="T9" fmla="*/ 1 h 7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4"/>
                  <a:gd name="T16" fmla="*/ 0 h 714"/>
                  <a:gd name="T17" fmla="*/ 714 w 714"/>
                  <a:gd name="T18" fmla="*/ 714 h 7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4" h="714">
                    <a:moveTo>
                      <a:pt x="126" y="36"/>
                    </a:moveTo>
                    <a:lnTo>
                      <a:pt x="714" y="0"/>
                    </a:lnTo>
                    <a:lnTo>
                      <a:pt x="564" y="714"/>
                    </a:lnTo>
                    <a:lnTo>
                      <a:pt x="0" y="570"/>
                    </a:lnTo>
                    <a:lnTo>
                      <a:pt x="126" y="36"/>
                    </a:lnTo>
                    <a:close/>
                  </a:path>
                </a:pathLst>
              </a:custGeom>
              <a:solidFill>
                <a:srgbClr val="EAEAEA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05" name="Group 944"/>
            <p:cNvGrpSpPr>
              <a:grpSpLocks/>
            </p:cNvGrpSpPr>
            <p:nvPr/>
          </p:nvGrpSpPr>
          <p:grpSpPr bwMode="auto">
            <a:xfrm>
              <a:off x="5957888" y="5186363"/>
              <a:ext cx="463550" cy="398462"/>
              <a:chOff x="3987" y="-51"/>
              <a:chExt cx="1252" cy="983"/>
            </a:xfrm>
          </p:grpSpPr>
          <p:pic>
            <p:nvPicPr>
              <p:cNvPr id="501" name="Picture 945" descr="desktop_computer_stylized_small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987" y="-51"/>
                <a:ext cx="1252" cy="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2" name="Freeform 946"/>
              <p:cNvSpPr>
                <a:spLocks/>
              </p:cNvSpPr>
              <p:nvPr/>
            </p:nvSpPr>
            <p:spPr bwMode="auto">
              <a:xfrm>
                <a:off x="4507" y="37"/>
                <a:ext cx="640" cy="459"/>
              </a:xfrm>
              <a:custGeom>
                <a:avLst/>
                <a:gdLst>
                  <a:gd name="T0" fmla="*/ 43 w 714"/>
                  <a:gd name="T1" fmla="*/ 1 h 714"/>
                  <a:gd name="T2" fmla="*/ 239 w 714"/>
                  <a:gd name="T3" fmla="*/ 0 h 714"/>
                  <a:gd name="T4" fmla="*/ 190 w 714"/>
                  <a:gd name="T5" fmla="*/ 9 h 714"/>
                  <a:gd name="T6" fmla="*/ 0 w 714"/>
                  <a:gd name="T7" fmla="*/ 7 h 714"/>
                  <a:gd name="T8" fmla="*/ 43 w 714"/>
                  <a:gd name="T9" fmla="*/ 1 h 7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4"/>
                  <a:gd name="T16" fmla="*/ 0 h 714"/>
                  <a:gd name="T17" fmla="*/ 714 w 714"/>
                  <a:gd name="T18" fmla="*/ 714 h 7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4" h="714">
                    <a:moveTo>
                      <a:pt x="126" y="36"/>
                    </a:moveTo>
                    <a:lnTo>
                      <a:pt x="714" y="0"/>
                    </a:lnTo>
                    <a:lnTo>
                      <a:pt x="564" y="714"/>
                    </a:lnTo>
                    <a:lnTo>
                      <a:pt x="0" y="570"/>
                    </a:lnTo>
                    <a:lnTo>
                      <a:pt x="126" y="36"/>
                    </a:lnTo>
                    <a:close/>
                  </a:path>
                </a:pathLst>
              </a:custGeom>
              <a:solidFill>
                <a:srgbClr val="EAEAEA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06" name="Group 947"/>
            <p:cNvGrpSpPr>
              <a:grpSpLocks/>
            </p:cNvGrpSpPr>
            <p:nvPr/>
          </p:nvGrpSpPr>
          <p:grpSpPr bwMode="auto">
            <a:xfrm>
              <a:off x="6396038" y="5224463"/>
              <a:ext cx="463550" cy="398462"/>
              <a:chOff x="3987" y="-51"/>
              <a:chExt cx="1252" cy="983"/>
            </a:xfrm>
          </p:grpSpPr>
          <p:pic>
            <p:nvPicPr>
              <p:cNvPr id="499" name="Picture 948" descr="desktop_computer_stylized_small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987" y="-51"/>
                <a:ext cx="1252" cy="9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0" name="Freeform 949"/>
              <p:cNvSpPr>
                <a:spLocks/>
              </p:cNvSpPr>
              <p:nvPr/>
            </p:nvSpPr>
            <p:spPr bwMode="auto">
              <a:xfrm>
                <a:off x="4507" y="37"/>
                <a:ext cx="640" cy="459"/>
              </a:xfrm>
              <a:custGeom>
                <a:avLst/>
                <a:gdLst>
                  <a:gd name="T0" fmla="*/ 43 w 714"/>
                  <a:gd name="T1" fmla="*/ 1 h 714"/>
                  <a:gd name="T2" fmla="*/ 239 w 714"/>
                  <a:gd name="T3" fmla="*/ 0 h 714"/>
                  <a:gd name="T4" fmla="*/ 190 w 714"/>
                  <a:gd name="T5" fmla="*/ 9 h 714"/>
                  <a:gd name="T6" fmla="*/ 0 w 714"/>
                  <a:gd name="T7" fmla="*/ 7 h 714"/>
                  <a:gd name="T8" fmla="*/ 43 w 714"/>
                  <a:gd name="T9" fmla="*/ 1 h 7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4"/>
                  <a:gd name="T16" fmla="*/ 0 h 714"/>
                  <a:gd name="T17" fmla="*/ 714 w 714"/>
                  <a:gd name="T18" fmla="*/ 714 h 7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4" h="714">
                    <a:moveTo>
                      <a:pt x="126" y="36"/>
                    </a:moveTo>
                    <a:lnTo>
                      <a:pt x="714" y="0"/>
                    </a:lnTo>
                    <a:lnTo>
                      <a:pt x="564" y="714"/>
                    </a:lnTo>
                    <a:lnTo>
                      <a:pt x="0" y="570"/>
                    </a:lnTo>
                    <a:lnTo>
                      <a:pt x="126" y="36"/>
                    </a:lnTo>
                    <a:close/>
                  </a:path>
                </a:pathLst>
              </a:custGeom>
              <a:solidFill>
                <a:srgbClr val="EAEAEA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07" name="Group 950"/>
            <p:cNvGrpSpPr>
              <a:grpSpLocks/>
            </p:cNvGrpSpPr>
            <p:nvPr/>
          </p:nvGrpSpPr>
          <p:grpSpPr bwMode="auto">
            <a:xfrm>
              <a:off x="8186738" y="5014913"/>
              <a:ext cx="249237" cy="555625"/>
              <a:chOff x="1115" y="2770"/>
              <a:chExt cx="589" cy="1034"/>
            </a:xfrm>
          </p:grpSpPr>
          <p:sp>
            <p:nvSpPr>
              <p:cNvPr id="467" name="Freeform 951"/>
              <p:cNvSpPr>
                <a:spLocks/>
              </p:cNvSpPr>
              <p:nvPr/>
            </p:nvSpPr>
            <p:spPr bwMode="auto">
              <a:xfrm>
                <a:off x="1581" y="2772"/>
                <a:ext cx="117" cy="986"/>
              </a:xfrm>
              <a:custGeom>
                <a:avLst/>
                <a:gdLst>
                  <a:gd name="T0" fmla="*/ 0 w 354"/>
                  <a:gd name="T1" fmla="*/ 0 h 2742"/>
                  <a:gd name="T2" fmla="*/ 0 w 354"/>
                  <a:gd name="T3" fmla="*/ 0 h 2742"/>
                  <a:gd name="T4" fmla="*/ 0 w 354"/>
                  <a:gd name="T5" fmla="*/ 0 h 2742"/>
                  <a:gd name="T6" fmla="*/ 0 w 354"/>
                  <a:gd name="T7" fmla="*/ 0 h 2742"/>
                  <a:gd name="T8" fmla="*/ 0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8" name="Rectangle 952"/>
              <p:cNvSpPr>
                <a:spLocks noChangeArrowheads="1"/>
              </p:cNvSpPr>
              <p:nvPr/>
            </p:nvSpPr>
            <p:spPr bwMode="auto">
              <a:xfrm>
                <a:off x="1141" y="2770"/>
                <a:ext cx="435" cy="987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69" name="Freeform 953"/>
              <p:cNvSpPr>
                <a:spLocks/>
              </p:cNvSpPr>
              <p:nvPr/>
            </p:nvSpPr>
            <p:spPr bwMode="auto">
              <a:xfrm>
                <a:off x="1603" y="2831"/>
                <a:ext cx="70" cy="913"/>
              </a:xfrm>
              <a:custGeom>
                <a:avLst/>
                <a:gdLst>
                  <a:gd name="T0" fmla="*/ 0 w 211"/>
                  <a:gd name="T1" fmla="*/ 0 h 2537"/>
                  <a:gd name="T2" fmla="*/ 0 w 211"/>
                  <a:gd name="T3" fmla="*/ 0 h 2537"/>
                  <a:gd name="T4" fmla="*/ 0 w 211"/>
                  <a:gd name="T5" fmla="*/ 0 h 2537"/>
                  <a:gd name="T6" fmla="*/ 0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0" name="Freeform 954"/>
              <p:cNvSpPr>
                <a:spLocks/>
              </p:cNvSpPr>
              <p:nvPr/>
            </p:nvSpPr>
            <p:spPr bwMode="auto">
              <a:xfrm>
                <a:off x="1588" y="3293"/>
                <a:ext cx="109" cy="81"/>
              </a:xfrm>
              <a:custGeom>
                <a:avLst/>
                <a:gdLst>
                  <a:gd name="T0" fmla="*/ 0 w 328"/>
                  <a:gd name="T1" fmla="*/ 0 h 226"/>
                  <a:gd name="T2" fmla="*/ 0 w 328"/>
                  <a:gd name="T3" fmla="*/ 0 h 226"/>
                  <a:gd name="T4" fmla="*/ 0 w 328"/>
                  <a:gd name="T5" fmla="*/ 0 h 226"/>
                  <a:gd name="T6" fmla="*/ 0 w 328"/>
                  <a:gd name="T7" fmla="*/ 0 h 226"/>
                  <a:gd name="T8" fmla="*/ 0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1" name="Rectangle 955"/>
              <p:cNvSpPr>
                <a:spLocks noChangeArrowheads="1"/>
              </p:cNvSpPr>
              <p:nvPr/>
            </p:nvSpPr>
            <p:spPr bwMode="auto">
              <a:xfrm>
                <a:off x="1145" y="2885"/>
                <a:ext cx="248" cy="1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72" name="Group 956"/>
              <p:cNvGrpSpPr>
                <a:grpSpLocks/>
              </p:cNvGrpSpPr>
              <p:nvPr/>
            </p:nvGrpSpPr>
            <p:grpSpPr bwMode="auto">
              <a:xfrm>
                <a:off x="1367" y="2873"/>
                <a:ext cx="240" cy="63"/>
                <a:chOff x="614" y="2568"/>
                <a:chExt cx="725" cy="139"/>
              </a:xfrm>
            </p:grpSpPr>
            <p:sp>
              <p:nvSpPr>
                <p:cNvPr id="497" name="AutoShape 957"/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98" name="AutoShape 958"/>
                <p:cNvSpPr>
                  <a:spLocks noChangeArrowheads="1"/>
                </p:cNvSpPr>
                <p:nvPr/>
              </p:nvSpPr>
              <p:spPr bwMode="auto">
                <a:xfrm>
                  <a:off x="623" y="2582"/>
                  <a:ext cx="691" cy="10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73" name="Rectangle 959"/>
              <p:cNvSpPr>
                <a:spLocks noChangeArrowheads="1"/>
              </p:cNvSpPr>
              <p:nvPr/>
            </p:nvSpPr>
            <p:spPr bwMode="auto">
              <a:xfrm>
                <a:off x="1149" y="3024"/>
                <a:ext cx="248" cy="21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74" name="Group 960"/>
              <p:cNvGrpSpPr>
                <a:grpSpLocks/>
              </p:cNvGrpSpPr>
              <p:nvPr/>
            </p:nvGrpSpPr>
            <p:grpSpPr bwMode="auto">
              <a:xfrm>
                <a:off x="1366" y="3014"/>
                <a:ext cx="240" cy="58"/>
                <a:chOff x="614" y="2568"/>
                <a:chExt cx="725" cy="139"/>
              </a:xfrm>
            </p:grpSpPr>
            <p:sp>
              <p:nvSpPr>
                <p:cNvPr id="495" name="AutoShape 961"/>
                <p:cNvSpPr>
                  <a:spLocks noChangeArrowheads="1"/>
                </p:cNvSpPr>
                <p:nvPr/>
              </p:nvSpPr>
              <p:spPr bwMode="auto">
                <a:xfrm>
                  <a:off x="615" y="2571"/>
                  <a:ext cx="725" cy="13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96" name="AutoShape 962"/>
                <p:cNvSpPr>
                  <a:spLocks noChangeArrowheads="1"/>
                </p:cNvSpPr>
                <p:nvPr/>
              </p:nvSpPr>
              <p:spPr bwMode="auto">
                <a:xfrm>
                  <a:off x="626" y="2585"/>
                  <a:ext cx="691" cy="10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75" name="Rectangle 963"/>
              <p:cNvSpPr>
                <a:spLocks noChangeArrowheads="1"/>
              </p:cNvSpPr>
              <p:nvPr/>
            </p:nvSpPr>
            <p:spPr bwMode="auto">
              <a:xfrm>
                <a:off x="1149" y="3172"/>
                <a:ext cx="244" cy="21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76" name="Rectangle 964"/>
              <p:cNvSpPr>
                <a:spLocks noChangeArrowheads="1"/>
              </p:cNvSpPr>
              <p:nvPr/>
            </p:nvSpPr>
            <p:spPr bwMode="auto">
              <a:xfrm>
                <a:off x="1153" y="3299"/>
                <a:ext cx="244" cy="21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77" name="Group 965"/>
              <p:cNvGrpSpPr>
                <a:grpSpLocks/>
              </p:cNvGrpSpPr>
              <p:nvPr/>
            </p:nvGrpSpPr>
            <p:grpSpPr bwMode="auto">
              <a:xfrm>
                <a:off x="1361" y="3287"/>
                <a:ext cx="240" cy="65"/>
                <a:chOff x="614" y="2568"/>
                <a:chExt cx="725" cy="139"/>
              </a:xfrm>
            </p:grpSpPr>
            <p:sp>
              <p:nvSpPr>
                <p:cNvPr id="493" name="AutoShape 966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94" name="AutoShape 967"/>
                <p:cNvSpPr>
                  <a:spLocks noChangeArrowheads="1"/>
                </p:cNvSpPr>
                <p:nvPr/>
              </p:nvSpPr>
              <p:spPr bwMode="auto">
                <a:xfrm>
                  <a:off x="630" y="2587"/>
                  <a:ext cx="691" cy="10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78" name="Freeform 968"/>
              <p:cNvSpPr>
                <a:spLocks/>
              </p:cNvSpPr>
              <p:nvPr/>
            </p:nvSpPr>
            <p:spPr bwMode="auto">
              <a:xfrm>
                <a:off x="1590" y="3169"/>
                <a:ext cx="108" cy="81"/>
              </a:xfrm>
              <a:custGeom>
                <a:avLst/>
                <a:gdLst>
                  <a:gd name="T0" fmla="*/ 0 w 328"/>
                  <a:gd name="T1" fmla="*/ 0 h 226"/>
                  <a:gd name="T2" fmla="*/ 0 w 328"/>
                  <a:gd name="T3" fmla="*/ 0 h 226"/>
                  <a:gd name="T4" fmla="*/ 0 w 328"/>
                  <a:gd name="T5" fmla="*/ 0 h 226"/>
                  <a:gd name="T6" fmla="*/ 0 w 328"/>
                  <a:gd name="T7" fmla="*/ 0 h 226"/>
                  <a:gd name="T8" fmla="*/ 0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79" name="Group 969"/>
              <p:cNvGrpSpPr>
                <a:grpSpLocks/>
              </p:cNvGrpSpPr>
              <p:nvPr/>
            </p:nvGrpSpPr>
            <p:grpSpPr bwMode="auto">
              <a:xfrm>
                <a:off x="1363" y="3158"/>
                <a:ext cx="240" cy="60"/>
                <a:chOff x="614" y="2568"/>
                <a:chExt cx="725" cy="139"/>
              </a:xfrm>
            </p:grpSpPr>
            <p:sp>
              <p:nvSpPr>
                <p:cNvPr id="491" name="AutoShape 970"/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5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92" name="AutoShape 971"/>
                <p:cNvSpPr>
                  <a:spLocks noChangeArrowheads="1"/>
                </p:cNvSpPr>
                <p:nvPr/>
              </p:nvSpPr>
              <p:spPr bwMode="auto">
                <a:xfrm>
                  <a:off x="624" y="2579"/>
                  <a:ext cx="691" cy="11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80" name="Rectangle 972"/>
              <p:cNvSpPr>
                <a:spLocks noChangeArrowheads="1"/>
              </p:cNvSpPr>
              <p:nvPr/>
            </p:nvSpPr>
            <p:spPr bwMode="auto">
              <a:xfrm>
                <a:off x="1573" y="2770"/>
                <a:ext cx="30" cy="9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81" name="Freeform 973"/>
              <p:cNvSpPr>
                <a:spLocks/>
              </p:cNvSpPr>
              <p:nvPr/>
            </p:nvSpPr>
            <p:spPr bwMode="auto">
              <a:xfrm>
                <a:off x="1599" y="3019"/>
                <a:ext cx="98" cy="92"/>
              </a:xfrm>
              <a:custGeom>
                <a:avLst/>
                <a:gdLst>
                  <a:gd name="T0" fmla="*/ 0 w 296"/>
                  <a:gd name="T1" fmla="*/ 0 h 256"/>
                  <a:gd name="T2" fmla="*/ 0 w 296"/>
                  <a:gd name="T3" fmla="*/ 0 h 256"/>
                  <a:gd name="T4" fmla="*/ 0 w 296"/>
                  <a:gd name="T5" fmla="*/ 0 h 256"/>
                  <a:gd name="T6" fmla="*/ 0 w 296"/>
                  <a:gd name="T7" fmla="*/ 0 h 256"/>
                  <a:gd name="T8" fmla="*/ 0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2" name="Freeform 974"/>
              <p:cNvSpPr>
                <a:spLocks/>
              </p:cNvSpPr>
              <p:nvPr/>
            </p:nvSpPr>
            <p:spPr bwMode="auto">
              <a:xfrm>
                <a:off x="1601" y="2878"/>
                <a:ext cx="101" cy="104"/>
              </a:xfrm>
              <a:custGeom>
                <a:avLst/>
                <a:gdLst>
                  <a:gd name="T0" fmla="*/ 0 w 304"/>
                  <a:gd name="T1" fmla="*/ 0 h 288"/>
                  <a:gd name="T2" fmla="*/ 0 w 304"/>
                  <a:gd name="T3" fmla="*/ 0 h 288"/>
                  <a:gd name="T4" fmla="*/ 0 w 304"/>
                  <a:gd name="T5" fmla="*/ 0 h 288"/>
                  <a:gd name="T6" fmla="*/ 0 w 304"/>
                  <a:gd name="T7" fmla="*/ 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3" name="Oval 975"/>
              <p:cNvSpPr>
                <a:spLocks noChangeArrowheads="1"/>
              </p:cNvSpPr>
              <p:nvPr/>
            </p:nvSpPr>
            <p:spPr bwMode="auto">
              <a:xfrm>
                <a:off x="1685" y="3712"/>
                <a:ext cx="19" cy="41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84" name="Freeform 976"/>
              <p:cNvSpPr>
                <a:spLocks/>
              </p:cNvSpPr>
              <p:nvPr/>
            </p:nvSpPr>
            <p:spPr bwMode="auto">
              <a:xfrm>
                <a:off x="1595" y="3713"/>
                <a:ext cx="102" cy="86"/>
              </a:xfrm>
              <a:custGeom>
                <a:avLst/>
                <a:gdLst>
                  <a:gd name="T0" fmla="*/ 0 w 306"/>
                  <a:gd name="T1" fmla="*/ 0 h 240"/>
                  <a:gd name="T2" fmla="*/ 0 w 306"/>
                  <a:gd name="T3" fmla="*/ 0 h 240"/>
                  <a:gd name="T4" fmla="*/ 0 w 306"/>
                  <a:gd name="T5" fmla="*/ 0 h 240"/>
                  <a:gd name="T6" fmla="*/ 0 w 306"/>
                  <a:gd name="T7" fmla="*/ 0 h 240"/>
                  <a:gd name="T8" fmla="*/ 0 w 306"/>
                  <a:gd name="T9" fmla="*/ 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5" name="AutoShape 977"/>
              <p:cNvSpPr>
                <a:spLocks noChangeArrowheads="1"/>
              </p:cNvSpPr>
              <p:nvPr/>
            </p:nvSpPr>
            <p:spPr bwMode="auto">
              <a:xfrm>
                <a:off x="1115" y="3742"/>
                <a:ext cx="495" cy="62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86" name="AutoShape 978"/>
              <p:cNvSpPr>
                <a:spLocks noChangeArrowheads="1"/>
              </p:cNvSpPr>
              <p:nvPr/>
            </p:nvSpPr>
            <p:spPr bwMode="auto">
              <a:xfrm>
                <a:off x="1141" y="3754"/>
                <a:ext cx="443" cy="3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87" name="Oval 979"/>
              <p:cNvSpPr>
                <a:spLocks noChangeArrowheads="1"/>
              </p:cNvSpPr>
              <p:nvPr/>
            </p:nvSpPr>
            <p:spPr bwMode="auto">
              <a:xfrm>
                <a:off x="1183" y="3612"/>
                <a:ext cx="68" cy="62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88" name="Oval 980"/>
              <p:cNvSpPr>
                <a:spLocks noChangeArrowheads="1"/>
              </p:cNvSpPr>
              <p:nvPr/>
            </p:nvSpPr>
            <p:spPr bwMode="auto">
              <a:xfrm>
                <a:off x="1258" y="3615"/>
                <a:ext cx="68" cy="59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489" name="Oval 981"/>
              <p:cNvSpPr>
                <a:spLocks noChangeArrowheads="1"/>
              </p:cNvSpPr>
              <p:nvPr/>
            </p:nvSpPr>
            <p:spPr bwMode="auto">
              <a:xfrm>
                <a:off x="1333" y="3612"/>
                <a:ext cx="64" cy="62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90" name="Rectangle 982"/>
              <p:cNvSpPr>
                <a:spLocks noChangeArrowheads="1"/>
              </p:cNvSpPr>
              <p:nvPr/>
            </p:nvSpPr>
            <p:spPr bwMode="auto">
              <a:xfrm>
                <a:off x="1498" y="3376"/>
                <a:ext cx="34" cy="328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</p:grpSp>
        <p:grpSp>
          <p:nvGrpSpPr>
            <p:cNvPr id="308" name="Group 983"/>
            <p:cNvGrpSpPr>
              <a:grpSpLocks/>
            </p:cNvGrpSpPr>
            <p:nvPr/>
          </p:nvGrpSpPr>
          <p:grpSpPr bwMode="auto">
            <a:xfrm>
              <a:off x="7900988" y="5224463"/>
              <a:ext cx="230187" cy="498475"/>
              <a:chOff x="1115" y="2770"/>
              <a:chExt cx="589" cy="1034"/>
            </a:xfrm>
          </p:grpSpPr>
          <p:sp>
            <p:nvSpPr>
              <p:cNvPr id="435" name="Freeform 984"/>
              <p:cNvSpPr>
                <a:spLocks/>
              </p:cNvSpPr>
              <p:nvPr/>
            </p:nvSpPr>
            <p:spPr bwMode="auto">
              <a:xfrm>
                <a:off x="1581" y="2772"/>
                <a:ext cx="117" cy="986"/>
              </a:xfrm>
              <a:custGeom>
                <a:avLst/>
                <a:gdLst>
                  <a:gd name="T0" fmla="*/ 0 w 354"/>
                  <a:gd name="T1" fmla="*/ 0 h 2742"/>
                  <a:gd name="T2" fmla="*/ 0 w 354"/>
                  <a:gd name="T3" fmla="*/ 0 h 2742"/>
                  <a:gd name="T4" fmla="*/ 0 w 354"/>
                  <a:gd name="T5" fmla="*/ 0 h 2742"/>
                  <a:gd name="T6" fmla="*/ 0 w 354"/>
                  <a:gd name="T7" fmla="*/ 0 h 2742"/>
                  <a:gd name="T8" fmla="*/ 0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6" name="Rectangle 985"/>
              <p:cNvSpPr>
                <a:spLocks noChangeArrowheads="1"/>
              </p:cNvSpPr>
              <p:nvPr/>
            </p:nvSpPr>
            <p:spPr bwMode="auto">
              <a:xfrm>
                <a:off x="1143" y="2770"/>
                <a:ext cx="431" cy="985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100000">
                    <a:srgbClr val="C0C0C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37" name="Freeform 986"/>
              <p:cNvSpPr>
                <a:spLocks/>
              </p:cNvSpPr>
              <p:nvPr/>
            </p:nvSpPr>
            <p:spPr bwMode="auto">
              <a:xfrm>
                <a:off x="1603" y="2831"/>
                <a:ext cx="70" cy="913"/>
              </a:xfrm>
              <a:custGeom>
                <a:avLst/>
                <a:gdLst>
                  <a:gd name="T0" fmla="*/ 0 w 211"/>
                  <a:gd name="T1" fmla="*/ 0 h 2537"/>
                  <a:gd name="T2" fmla="*/ 0 w 211"/>
                  <a:gd name="T3" fmla="*/ 0 h 2537"/>
                  <a:gd name="T4" fmla="*/ 0 w 211"/>
                  <a:gd name="T5" fmla="*/ 0 h 2537"/>
                  <a:gd name="T6" fmla="*/ 0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8" name="Freeform 987"/>
              <p:cNvSpPr>
                <a:spLocks/>
              </p:cNvSpPr>
              <p:nvPr/>
            </p:nvSpPr>
            <p:spPr bwMode="auto">
              <a:xfrm>
                <a:off x="1588" y="3293"/>
                <a:ext cx="109" cy="81"/>
              </a:xfrm>
              <a:custGeom>
                <a:avLst/>
                <a:gdLst>
                  <a:gd name="T0" fmla="*/ 0 w 328"/>
                  <a:gd name="T1" fmla="*/ 0 h 226"/>
                  <a:gd name="T2" fmla="*/ 0 w 328"/>
                  <a:gd name="T3" fmla="*/ 0 h 226"/>
                  <a:gd name="T4" fmla="*/ 0 w 328"/>
                  <a:gd name="T5" fmla="*/ 0 h 226"/>
                  <a:gd name="T6" fmla="*/ 0 w 328"/>
                  <a:gd name="T7" fmla="*/ 0 h 226"/>
                  <a:gd name="T8" fmla="*/ 0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9" name="Rectangle 988"/>
              <p:cNvSpPr>
                <a:spLocks noChangeArrowheads="1"/>
              </p:cNvSpPr>
              <p:nvPr/>
            </p:nvSpPr>
            <p:spPr bwMode="auto">
              <a:xfrm>
                <a:off x="1143" y="2885"/>
                <a:ext cx="248" cy="2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40" name="Group 989"/>
              <p:cNvGrpSpPr>
                <a:grpSpLocks/>
              </p:cNvGrpSpPr>
              <p:nvPr/>
            </p:nvGrpSpPr>
            <p:grpSpPr bwMode="auto">
              <a:xfrm>
                <a:off x="1367" y="2873"/>
                <a:ext cx="240" cy="63"/>
                <a:chOff x="614" y="2568"/>
                <a:chExt cx="725" cy="139"/>
              </a:xfrm>
            </p:grpSpPr>
            <p:sp>
              <p:nvSpPr>
                <p:cNvPr id="465" name="AutoShape 990"/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4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66" name="AutoShape 991"/>
                <p:cNvSpPr>
                  <a:spLocks noChangeArrowheads="1"/>
                </p:cNvSpPr>
                <p:nvPr/>
              </p:nvSpPr>
              <p:spPr bwMode="auto">
                <a:xfrm>
                  <a:off x="626" y="2581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41" name="Rectangle 992"/>
              <p:cNvSpPr>
                <a:spLocks noChangeArrowheads="1"/>
              </p:cNvSpPr>
              <p:nvPr/>
            </p:nvSpPr>
            <p:spPr bwMode="auto">
              <a:xfrm>
                <a:off x="1152" y="3024"/>
                <a:ext cx="244" cy="23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42" name="Group 993"/>
              <p:cNvGrpSpPr>
                <a:grpSpLocks/>
              </p:cNvGrpSpPr>
              <p:nvPr/>
            </p:nvGrpSpPr>
            <p:grpSpPr bwMode="auto">
              <a:xfrm>
                <a:off x="1366" y="3014"/>
                <a:ext cx="240" cy="58"/>
                <a:chOff x="614" y="2568"/>
                <a:chExt cx="725" cy="139"/>
              </a:xfrm>
            </p:grpSpPr>
            <p:sp>
              <p:nvSpPr>
                <p:cNvPr id="463" name="AutoShape 994"/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64" name="AutoShape 995"/>
                <p:cNvSpPr>
                  <a:spLocks noChangeArrowheads="1"/>
                </p:cNvSpPr>
                <p:nvPr/>
              </p:nvSpPr>
              <p:spPr bwMode="auto">
                <a:xfrm>
                  <a:off x="629" y="2583"/>
                  <a:ext cx="699" cy="11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43" name="Rectangle 996"/>
              <p:cNvSpPr>
                <a:spLocks noChangeArrowheads="1"/>
              </p:cNvSpPr>
              <p:nvPr/>
            </p:nvSpPr>
            <p:spPr bwMode="auto">
              <a:xfrm>
                <a:off x="1147" y="3172"/>
                <a:ext cx="244" cy="2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44" name="Rectangle 997"/>
              <p:cNvSpPr>
                <a:spLocks noChangeArrowheads="1"/>
              </p:cNvSpPr>
              <p:nvPr/>
            </p:nvSpPr>
            <p:spPr bwMode="auto">
              <a:xfrm>
                <a:off x="1152" y="3300"/>
                <a:ext cx="248" cy="20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grpSp>
            <p:nvGrpSpPr>
              <p:cNvPr id="445" name="Group 998"/>
              <p:cNvGrpSpPr>
                <a:grpSpLocks/>
              </p:cNvGrpSpPr>
              <p:nvPr/>
            </p:nvGrpSpPr>
            <p:grpSpPr bwMode="auto">
              <a:xfrm>
                <a:off x="1361" y="3287"/>
                <a:ext cx="240" cy="65"/>
                <a:chOff x="614" y="2568"/>
                <a:chExt cx="725" cy="139"/>
              </a:xfrm>
            </p:grpSpPr>
            <p:sp>
              <p:nvSpPr>
                <p:cNvPr id="461" name="AutoShape 999"/>
                <p:cNvSpPr>
                  <a:spLocks noChangeArrowheads="1"/>
                </p:cNvSpPr>
                <p:nvPr/>
              </p:nvSpPr>
              <p:spPr bwMode="auto">
                <a:xfrm>
                  <a:off x="619" y="2568"/>
                  <a:ext cx="724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62" name="AutoShape 1000"/>
                <p:cNvSpPr>
                  <a:spLocks noChangeArrowheads="1"/>
                </p:cNvSpPr>
                <p:nvPr/>
              </p:nvSpPr>
              <p:spPr bwMode="auto">
                <a:xfrm>
                  <a:off x="632" y="2582"/>
                  <a:ext cx="699" cy="11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46" name="Freeform 1001"/>
              <p:cNvSpPr>
                <a:spLocks/>
              </p:cNvSpPr>
              <p:nvPr/>
            </p:nvSpPr>
            <p:spPr bwMode="auto">
              <a:xfrm>
                <a:off x="1590" y="3169"/>
                <a:ext cx="108" cy="81"/>
              </a:xfrm>
              <a:custGeom>
                <a:avLst/>
                <a:gdLst>
                  <a:gd name="T0" fmla="*/ 0 w 328"/>
                  <a:gd name="T1" fmla="*/ 0 h 226"/>
                  <a:gd name="T2" fmla="*/ 0 w 328"/>
                  <a:gd name="T3" fmla="*/ 0 h 226"/>
                  <a:gd name="T4" fmla="*/ 0 w 328"/>
                  <a:gd name="T5" fmla="*/ 0 h 226"/>
                  <a:gd name="T6" fmla="*/ 0 w 328"/>
                  <a:gd name="T7" fmla="*/ 0 h 226"/>
                  <a:gd name="T8" fmla="*/ 0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grpSp>
            <p:nvGrpSpPr>
              <p:cNvPr id="447" name="Group 1002"/>
              <p:cNvGrpSpPr>
                <a:grpSpLocks/>
              </p:cNvGrpSpPr>
              <p:nvPr/>
            </p:nvGrpSpPr>
            <p:grpSpPr bwMode="auto">
              <a:xfrm>
                <a:off x="1363" y="3158"/>
                <a:ext cx="240" cy="60"/>
                <a:chOff x="614" y="2568"/>
                <a:chExt cx="725" cy="139"/>
              </a:xfrm>
            </p:grpSpPr>
            <p:sp>
              <p:nvSpPr>
                <p:cNvPr id="459" name="AutoShape 1003"/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4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  <p:sp>
              <p:nvSpPr>
                <p:cNvPr id="460" name="AutoShape 1004"/>
                <p:cNvSpPr>
                  <a:spLocks noChangeArrowheads="1"/>
                </p:cNvSpPr>
                <p:nvPr/>
              </p:nvSpPr>
              <p:spPr bwMode="auto">
                <a:xfrm>
                  <a:off x="626" y="2585"/>
                  <a:ext cx="699" cy="10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/>
                </a:p>
              </p:txBody>
            </p:sp>
          </p:grpSp>
          <p:sp>
            <p:nvSpPr>
              <p:cNvPr id="448" name="Rectangle 1005"/>
              <p:cNvSpPr>
                <a:spLocks noChangeArrowheads="1"/>
              </p:cNvSpPr>
              <p:nvPr/>
            </p:nvSpPr>
            <p:spPr bwMode="auto">
              <a:xfrm>
                <a:off x="1574" y="2770"/>
                <a:ext cx="28" cy="9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49" name="Freeform 1006"/>
              <p:cNvSpPr>
                <a:spLocks/>
              </p:cNvSpPr>
              <p:nvPr/>
            </p:nvSpPr>
            <p:spPr bwMode="auto">
              <a:xfrm>
                <a:off x="1599" y="3019"/>
                <a:ext cx="98" cy="92"/>
              </a:xfrm>
              <a:custGeom>
                <a:avLst/>
                <a:gdLst>
                  <a:gd name="T0" fmla="*/ 0 w 296"/>
                  <a:gd name="T1" fmla="*/ 0 h 256"/>
                  <a:gd name="T2" fmla="*/ 0 w 296"/>
                  <a:gd name="T3" fmla="*/ 0 h 256"/>
                  <a:gd name="T4" fmla="*/ 0 w 296"/>
                  <a:gd name="T5" fmla="*/ 0 h 256"/>
                  <a:gd name="T6" fmla="*/ 0 w 296"/>
                  <a:gd name="T7" fmla="*/ 0 h 256"/>
                  <a:gd name="T8" fmla="*/ 0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0" name="Freeform 1007"/>
              <p:cNvSpPr>
                <a:spLocks/>
              </p:cNvSpPr>
              <p:nvPr/>
            </p:nvSpPr>
            <p:spPr bwMode="auto">
              <a:xfrm>
                <a:off x="1601" y="2878"/>
                <a:ext cx="101" cy="104"/>
              </a:xfrm>
              <a:custGeom>
                <a:avLst/>
                <a:gdLst>
                  <a:gd name="T0" fmla="*/ 0 w 304"/>
                  <a:gd name="T1" fmla="*/ 0 h 288"/>
                  <a:gd name="T2" fmla="*/ 0 w 304"/>
                  <a:gd name="T3" fmla="*/ 0 h 288"/>
                  <a:gd name="T4" fmla="*/ 0 w 304"/>
                  <a:gd name="T5" fmla="*/ 0 h 288"/>
                  <a:gd name="T6" fmla="*/ 0 w 304"/>
                  <a:gd name="T7" fmla="*/ 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1" name="Oval 1008"/>
              <p:cNvSpPr>
                <a:spLocks noChangeArrowheads="1"/>
              </p:cNvSpPr>
              <p:nvPr/>
            </p:nvSpPr>
            <p:spPr bwMode="auto">
              <a:xfrm>
                <a:off x="1684" y="3712"/>
                <a:ext cx="20" cy="4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52" name="Freeform 1009"/>
              <p:cNvSpPr>
                <a:spLocks/>
              </p:cNvSpPr>
              <p:nvPr/>
            </p:nvSpPr>
            <p:spPr bwMode="auto">
              <a:xfrm>
                <a:off x="1595" y="3713"/>
                <a:ext cx="102" cy="86"/>
              </a:xfrm>
              <a:custGeom>
                <a:avLst/>
                <a:gdLst>
                  <a:gd name="T0" fmla="*/ 0 w 306"/>
                  <a:gd name="T1" fmla="*/ 0 h 240"/>
                  <a:gd name="T2" fmla="*/ 0 w 306"/>
                  <a:gd name="T3" fmla="*/ 0 h 240"/>
                  <a:gd name="T4" fmla="*/ 0 w 306"/>
                  <a:gd name="T5" fmla="*/ 0 h 240"/>
                  <a:gd name="T6" fmla="*/ 0 w 306"/>
                  <a:gd name="T7" fmla="*/ 0 h 240"/>
                  <a:gd name="T8" fmla="*/ 0 w 306"/>
                  <a:gd name="T9" fmla="*/ 0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3" name="AutoShape 1010"/>
              <p:cNvSpPr>
                <a:spLocks noChangeArrowheads="1"/>
              </p:cNvSpPr>
              <p:nvPr/>
            </p:nvSpPr>
            <p:spPr bwMode="auto">
              <a:xfrm>
                <a:off x="1115" y="3741"/>
                <a:ext cx="496" cy="63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54" name="AutoShape 1011"/>
              <p:cNvSpPr>
                <a:spLocks noChangeArrowheads="1"/>
              </p:cNvSpPr>
              <p:nvPr/>
            </p:nvSpPr>
            <p:spPr bwMode="auto">
              <a:xfrm>
                <a:off x="1143" y="3755"/>
                <a:ext cx="443" cy="3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55" name="Oval 1012"/>
              <p:cNvSpPr>
                <a:spLocks noChangeArrowheads="1"/>
              </p:cNvSpPr>
              <p:nvPr/>
            </p:nvSpPr>
            <p:spPr bwMode="auto">
              <a:xfrm>
                <a:off x="1184" y="3613"/>
                <a:ext cx="65" cy="6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56" name="Oval 1013"/>
              <p:cNvSpPr>
                <a:spLocks noChangeArrowheads="1"/>
              </p:cNvSpPr>
              <p:nvPr/>
            </p:nvSpPr>
            <p:spPr bwMode="auto">
              <a:xfrm>
                <a:off x="1257" y="3613"/>
                <a:ext cx="65" cy="63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/>
                <a:endParaRPr lang="zh-CN" altLang="zh-CN" sz="1350">
                  <a:solidFill>
                    <a:srgbClr val="FF0000"/>
                  </a:solidFill>
                </a:endParaRPr>
              </a:p>
            </p:txBody>
          </p:sp>
          <p:sp>
            <p:nvSpPr>
              <p:cNvPr id="457" name="Oval 1014"/>
              <p:cNvSpPr>
                <a:spLocks noChangeArrowheads="1"/>
              </p:cNvSpPr>
              <p:nvPr/>
            </p:nvSpPr>
            <p:spPr bwMode="auto">
              <a:xfrm>
                <a:off x="1330" y="3613"/>
                <a:ext cx="65" cy="59"/>
              </a:xfrm>
              <a:prstGeom prst="ellipse">
                <a:avLst/>
              </a:prstGeom>
              <a:solidFill>
                <a:srgbClr val="DDDDDD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  <p:sp>
            <p:nvSpPr>
              <p:cNvPr id="458" name="Rectangle 1015"/>
              <p:cNvSpPr>
                <a:spLocks noChangeArrowheads="1"/>
              </p:cNvSpPr>
              <p:nvPr/>
            </p:nvSpPr>
            <p:spPr bwMode="auto">
              <a:xfrm>
                <a:off x="1497" y="3376"/>
                <a:ext cx="32" cy="329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/>
              </a:p>
            </p:txBody>
          </p:sp>
        </p:grpSp>
        <p:grpSp>
          <p:nvGrpSpPr>
            <p:cNvPr id="309" name="Group 1016"/>
            <p:cNvGrpSpPr>
              <a:grpSpLocks/>
            </p:cNvGrpSpPr>
            <p:nvPr/>
          </p:nvGrpSpPr>
          <p:grpSpPr bwMode="auto">
            <a:xfrm>
              <a:off x="7389813" y="3911600"/>
              <a:ext cx="506412" cy="209550"/>
              <a:chOff x="4655" y="2464"/>
              <a:chExt cx="319" cy="132"/>
            </a:xfrm>
          </p:grpSpPr>
          <p:grpSp>
            <p:nvGrpSpPr>
              <p:cNvPr id="418" name="Group 1017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427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8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29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30" name="Group 1021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433" name="Freeform 102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434" name="Freeform 102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431" name="Line 1024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32" name="Line 1025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19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0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1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22" name="Group 1029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425" name="Freeform 103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26" name="Freeform 103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23" name="Line 1032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4" name="Line 1033"/>
              <p:cNvSpPr>
                <a:spLocks noChangeShapeType="1"/>
              </p:cNvSpPr>
              <p:nvPr/>
            </p:nvSpPr>
            <p:spPr bwMode="auto">
              <a:xfrm>
                <a:off x="4972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0" name="Group 1034"/>
            <p:cNvGrpSpPr>
              <a:grpSpLocks/>
            </p:cNvGrpSpPr>
            <p:nvPr/>
          </p:nvGrpSpPr>
          <p:grpSpPr bwMode="auto">
            <a:xfrm>
              <a:off x="7081838" y="3629025"/>
              <a:ext cx="506412" cy="209550"/>
              <a:chOff x="4655" y="2464"/>
              <a:chExt cx="319" cy="132"/>
            </a:xfrm>
          </p:grpSpPr>
          <p:grpSp>
            <p:nvGrpSpPr>
              <p:cNvPr id="401" name="Group 1035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410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13" name="Group 1039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416" name="Freeform 104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417" name="Freeform 104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414" name="Line 1042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15" name="Line 1043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02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3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4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05" name="Group 1047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408" name="Freeform 104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409" name="Freeform 104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406" name="Line 1050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7" name="Line 1051"/>
              <p:cNvSpPr>
                <a:spLocks noChangeShapeType="1"/>
              </p:cNvSpPr>
              <p:nvPr/>
            </p:nvSpPr>
            <p:spPr bwMode="auto">
              <a:xfrm>
                <a:off x="4972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1" name="Group 1052"/>
            <p:cNvGrpSpPr>
              <a:grpSpLocks/>
            </p:cNvGrpSpPr>
            <p:nvPr/>
          </p:nvGrpSpPr>
          <p:grpSpPr bwMode="auto">
            <a:xfrm>
              <a:off x="7732713" y="3641725"/>
              <a:ext cx="506412" cy="209550"/>
              <a:chOff x="4655" y="2464"/>
              <a:chExt cx="319" cy="132"/>
            </a:xfrm>
          </p:grpSpPr>
          <p:grpSp>
            <p:nvGrpSpPr>
              <p:cNvPr id="384" name="Group 1053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393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4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95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96" name="Group 1057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399" name="Freeform 1058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400" name="Freeform 1059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97" name="Line 1060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98" name="Line 1061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4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85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6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7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88" name="Group 1065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391" name="Freeform 1066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92" name="Freeform 1067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89" name="Line 1068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0" name="Line 1069"/>
              <p:cNvSpPr>
                <a:spLocks noChangeShapeType="1"/>
              </p:cNvSpPr>
              <p:nvPr/>
            </p:nvSpPr>
            <p:spPr bwMode="auto">
              <a:xfrm>
                <a:off x="4972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2" name="Group 1070"/>
            <p:cNvGrpSpPr>
              <a:grpSpLocks/>
            </p:cNvGrpSpPr>
            <p:nvPr/>
          </p:nvGrpSpPr>
          <p:grpSpPr bwMode="auto">
            <a:xfrm>
              <a:off x="7202488" y="2486025"/>
              <a:ext cx="392112" cy="180975"/>
              <a:chOff x="4655" y="2464"/>
              <a:chExt cx="319" cy="132"/>
            </a:xfrm>
          </p:grpSpPr>
          <p:grpSp>
            <p:nvGrpSpPr>
              <p:cNvPr id="367" name="Group 1071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376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7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78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79" name="Group 1075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382" name="Freeform 1076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83" name="Freeform 1077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80" name="Line 1078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81" name="Line 1079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68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0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71" name="Group 1083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374" name="Freeform 1084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75" name="Freeform 1085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72" name="Line 1086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3" name="Line 1087"/>
              <p:cNvSpPr>
                <a:spLocks noChangeShapeType="1"/>
              </p:cNvSpPr>
              <p:nvPr/>
            </p:nvSpPr>
            <p:spPr bwMode="auto">
              <a:xfrm>
                <a:off x="4971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3" name="Group 1088"/>
            <p:cNvGrpSpPr>
              <a:grpSpLocks/>
            </p:cNvGrpSpPr>
            <p:nvPr/>
          </p:nvGrpSpPr>
          <p:grpSpPr bwMode="auto">
            <a:xfrm>
              <a:off x="7205663" y="2752725"/>
              <a:ext cx="407987" cy="180975"/>
              <a:chOff x="4655" y="2464"/>
              <a:chExt cx="319" cy="132"/>
            </a:xfrm>
          </p:grpSpPr>
          <p:grpSp>
            <p:nvGrpSpPr>
              <p:cNvPr id="350" name="Group 1089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359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0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1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62" name="Group 1093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365" name="Freeform 1094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66" name="Freeform 1095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63" name="Line 1096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64" name="Line 1097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51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2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3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54" name="Group 1101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357" name="Freeform 1102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58" name="Freeform 1103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55" name="Line 1104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6" name="Line 1105"/>
              <p:cNvSpPr>
                <a:spLocks noChangeShapeType="1"/>
              </p:cNvSpPr>
              <p:nvPr/>
            </p:nvSpPr>
            <p:spPr bwMode="auto">
              <a:xfrm>
                <a:off x="4972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4" name="Group 1106"/>
            <p:cNvGrpSpPr>
              <a:grpSpLocks/>
            </p:cNvGrpSpPr>
            <p:nvPr/>
          </p:nvGrpSpPr>
          <p:grpSpPr bwMode="auto">
            <a:xfrm>
              <a:off x="7758113" y="2749550"/>
              <a:ext cx="407987" cy="180975"/>
              <a:chOff x="4655" y="2464"/>
              <a:chExt cx="319" cy="132"/>
            </a:xfrm>
          </p:grpSpPr>
          <p:grpSp>
            <p:nvGrpSpPr>
              <p:cNvPr id="333" name="Group 1107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342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3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4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45" name="Group 1111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348" name="Freeform 1112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49" name="Freeform 1113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46" name="Line 1114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47" name="Line 1115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34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5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6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37" name="Group 1119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340" name="Freeform 1120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41" name="Freeform 1121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38" name="Line 1122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9" name="Line 1123"/>
              <p:cNvSpPr>
                <a:spLocks noChangeShapeType="1"/>
              </p:cNvSpPr>
              <p:nvPr/>
            </p:nvSpPr>
            <p:spPr bwMode="auto">
              <a:xfrm>
                <a:off x="4972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315" name="Group 1124"/>
            <p:cNvGrpSpPr>
              <a:grpSpLocks/>
            </p:cNvGrpSpPr>
            <p:nvPr/>
          </p:nvGrpSpPr>
          <p:grpSpPr bwMode="auto">
            <a:xfrm>
              <a:off x="7688263" y="2390775"/>
              <a:ext cx="392112" cy="180975"/>
              <a:chOff x="4655" y="2464"/>
              <a:chExt cx="319" cy="132"/>
            </a:xfrm>
          </p:grpSpPr>
          <p:grpSp>
            <p:nvGrpSpPr>
              <p:cNvPr id="316" name="Group 1125"/>
              <p:cNvGrpSpPr>
                <a:grpSpLocks/>
              </p:cNvGrpSpPr>
              <p:nvPr/>
            </p:nvGrpSpPr>
            <p:grpSpPr bwMode="auto">
              <a:xfrm>
                <a:off x="4660" y="2464"/>
                <a:ext cx="310" cy="130"/>
                <a:chOff x="4334" y="1470"/>
                <a:chExt cx="246" cy="107"/>
              </a:xfrm>
            </p:grpSpPr>
            <p:sp>
              <p:nvSpPr>
                <p:cNvPr id="325" name="Oval 407"/>
                <p:cNvSpPr>
                  <a:spLocks noChangeArrowheads="1"/>
                </p:cNvSpPr>
                <p:nvPr/>
              </p:nvSpPr>
              <p:spPr bwMode="auto">
                <a:xfrm>
                  <a:off x="4335" y="1517"/>
                  <a:ext cx="244" cy="6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6" name="Rectangle 410"/>
                <p:cNvSpPr>
                  <a:spLocks noChangeArrowheads="1"/>
                </p:cNvSpPr>
                <p:nvPr/>
              </p:nvSpPr>
              <p:spPr bwMode="auto">
                <a:xfrm>
                  <a:off x="4335" y="1511"/>
                  <a:ext cx="245" cy="37"/>
                </a:xfrm>
                <a:prstGeom prst="rect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/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7" name="Oval 411"/>
                <p:cNvSpPr>
                  <a:spLocks noChangeArrowheads="1"/>
                </p:cNvSpPr>
                <p:nvPr/>
              </p:nvSpPr>
              <p:spPr bwMode="auto">
                <a:xfrm>
                  <a:off x="4334" y="1470"/>
                  <a:ext cx="244" cy="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zh-CN" altLang="zh-CN" sz="18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28" name="Group 1129"/>
                <p:cNvGrpSpPr>
                  <a:grpSpLocks/>
                </p:cNvGrpSpPr>
                <p:nvPr/>
              </p:nvGrpSpPr>
              <p:grpSpPr bwMode="auto">
                <a:xfrm>
                  <a:off x="4383" y="1488"/>
                  <a:ext cx="138" cy="33"/>
                  <a:chOff x="2468" y="1332"/>
                  <a:chExt cx="310" cy="60"/>
                </a:xfrm>
              </p:grpSpPr>
              <p:sp>
                <p:nvSpPr>
                  <p:cNvPr id="331" name="Freeform 1130"/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  <p:sp>
                <p:nvSpPr>
                  <p:cNvPr id="332" name="Freeform 1131"/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gradFill rotWithShape="1">
                    <a:gsLst>
                      <a:gs pos="0">
                        <a:schemeClr val="folHlink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 w="12700" cmpd="sng">
                    <a:solidFill>
                      <a:schemeClr val="bg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350"/>
                  </a:p>
                </p:txBody>
              </p:sp>
            </p:grpSp>
            <p:sp>
              <p:nvSpPr>
                <p:cNvPr id="329" name="Line 1132"/>
                <p:cNvSpPr>
                  <a:spLocks noChangeShapeType="1"/>
                </p:cNvSpPr>
                <p:nvPr/>
              </p:nvSpPr>
              <p:spPr bwMode="auto">
                <a:xfrm>
                  <a:off x="4335" y="1503"/>
                  <a:ext cx="0" cy="47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30" name="Line 1133"/>
                <p:cNvSpPr>
                  <a:spLocks noChangeShapeType="1"/>
                </p:cNvSpPr>
                <p:nvPr/>
              </p:nvSpPr>
              <p:spPr bwMode="auto">
                <a:xfrm>
                  <a:off x="4578" y="1505"/>
                  <a:ext cx="0" cy="46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17" name="Oval 407"/>
              <p:cNvSpPr>
                <a:spLocks noChangeArrowheads="1"/>
              </p:cNvSpPr>
              <p:nvPr/>
            </p:nvSpPr>
            <p:spPr bwMode="auto">
              <a:xfrm>
                <a:off x="4656" y="2522"/>
                <a:ext cx="316" cy="74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" name="Rectangle 410"/>
              <p:cNvSpPr>
                <a:spLocks noChangeArrowheads="1"/>
              </p:cNvSpPr>
              <p:nvPr/>
            </p:nvSpPr>
            <p:spPr bwMode="auto">
              <a:xfrm>
                <a:off x="4656" y="2514"/>
                <a:ext cx="318" cy="45"/>
              </a:xfrm>
              <a:prstGeom prst="rect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" name="Oval 411"/>
              <p:cNvSpPr>
                <a:spLocks noChangeArrowheads="1"/>
              </p:cNvSpPr>
              <p:nvPr/>
            </p:nvSpPr>
            <p:spPr bwMode="auto">
              <a:xfrm>
                <a:off x="4655" y="2464"/>
                <a:ext cx="317" cy="86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0" name="Group 1137"/>
              <p:cNvGrpSpPr>
                <a:grpSpLocks/>
              </p:cNvGrpSpPr>
              <p:nvPr/>
            </p:nvGrpSpPr>
            <p:grpSpPr bwMode="auto">
              <a:xfrm>
                <a:off x="4719" y="2486"/>
                <a:ext cx="179" cy="41"/>
                <a:chOff x="2468" y="1332"/>
                <a:chExt cx="310" cy="60"/>
              </a:xfrm>
            </p:grpSpPr>
            <p:sp>
              <p:nvSpPr>
                <p:cNvPr id="323" name="Freeform 1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24" name="Freeform 1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21" name="Line 1140"/>
              <p:cNvSpPr>
                <a:spLocks noChangeShapeType="1"/>
              </p:cNvSpPr>
              <p:nvPr/>
            </p:nvSpPr>
            <p:spPr bwMode="auto">
              <a:xfrm>
                <a:off x="4656" y="2506"/>
                <a:ext cx="0" cy="5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2" name="Line 1141"/>
              <p:cNvSpPr>
                <a:spLocks noChangeShapeType="1"/>
              </p:cNvSpPr>
              <p:nvPr/>
            </p:nvSpPr>
            <p:spPr bwMode="auto">
              <a:xfrm>
                <a:off x="4971" y="2507"/>
                <a:ext cx="0" cy="5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sp>
        <p:nvSpPr>
          <p:cNvPr id="749" name="灯片编号占位符 2">
            <a:extLst>
              <a:ext uri="{FF2B5EF4-FFF2-40B4-BE49-F238E27FC236}">
                <a16:creationId xmlns:a16="http://schemas.microsoft.com/office/drawing/2014/main" id="{3505FA1B-E4CB-460F-8C1A-841EFE2A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0" name="AutoShape 5">
            <a:extLst>
              <a:ext uri="{FF2B5EF4-FFF2-40B4-BE49-F238E27FC236}">
                <a16:creationId xmlns:a16="http://schemas.microsoft.com/office/drawing/2014/main" id="{84379668-2792-45C7-81AC-04E106A5C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" name="图片 2" descr="图片包含 游戏机&#10;&#10;描述已自动生成">
            <a:extLst>
              <a:ext uri="{FF2B5EF4-FFF2-40B4-BE49-F238E27FC236}">
                <a16:creationId xmlns:a16="http://schemas.microsoft.com/office/drawing/2014/main" id="{7B403B33-597D-423D-BEA0-34B6681E0BD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10" y="3753334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8443918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8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8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8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8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8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8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7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773" grpId="0"/>
      <p:bldP spid="750" grpId="0" animBg="1"/>
      <p:bldP spid="75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00042" name="Rectangle 10"/>
          <p:cNvSpPr>
            <a:spLocks noChangeArrowheads="1"/>
          </p:cNvSpPr>
          <p:nvPr/>
        </p:nvSpPr>
        <p:spPr bwMode="auto">
          <a:xfrm>
            <a:off x="1023142" y="1347574"/>
            <a:ext cx="7097713" cy="1257240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135000">
              <a:spcBef>
                <a:spcPts val="6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电路交换是一种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的方式</a:t>
            </a:r>
          </a:p>
          <a:p>
            <a:pPr marL="135000">
              <a:spcBef>
                <a:spcPts val="6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在通信的全部时间内，通话的两个用户始终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占用端到端的固定传输带宽</a:t>
            </a:r>
          </a:p>
          <a:p>
            <a:pPr marL="135000">
              <a:spcBef>
                <a:spcPts val="6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使用电路交换来传输计算机数据时，线路的传输效率往往很低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000">
              <a:spcBef>
                <a:spcPts val="600"/>
              </a:spcBef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通信资源被划分成小片</a:t>
            </a:r>
          </a:p>
        </p:txBody>
      </p:sp>
      <p:pic>
        <p:nvPicPr>
          <p:cNvPr id="300043" name="Picture 11" descr="电路交换示意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968" y="2651930"/>
            <a:ext cx="5834063" cy="2271713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0044" name="Group 12"/>
          <p:cNvGrpSpPr>
            <a:grpSpLocks/>
          </p:cNvGrpSpPr>
          <p:nvPr/>
        </p:nvGrpSpPr>
        <p:grpSpPr bwMode="auto">
          <a:xfrm>
            <a:off x="2540794" y="3206761"/>
            <a:ext cx="3942160" cy="914400"/>
            <a:chOff x="1170" y="2459"/>
            <a:chExt cx="3311" cy="768"/>
          </a:xfrm>
        </p:grpSpPr>
        <p:sp>
          <p:nvSpPr>
            <p:cNvPr id="28686" name="Line 13"/>
            <p:cNvSpPr>
              <a:spLocks noChangeShapeType="1"/>
            </p:cNvSpPr>
            <p:nvPr/>
          </p:nvSpPr>
          <p:spPr bwMode="auto">
            <a:xfrm>
              <a:off x="1170" y="2843"/>
              <a:ext cx="467" cy="16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87" name="Line 14"/>
            <p:cNvSpPr>
              <a:spLocks noChangeShapeType="1"/>
            </p:cNvSpPr>
            <p:nvPr/>
          </p:nvSpPr>
          <p:spPr bwMode="auto">
            <a:xfrm flipV="1">
              <a:off x="1646" y="2459"/>
              <a:ext cx="549" cy="557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88" name="Line 15"/>
            <p:cNvSpPr>
              <a:spLocks noChangeShapeType="1"/>
            </p:cNvSpPr>
            <p:nvPr/>
          </p:nvSpPr>
          <p:spPr bwMode="auto">
            <a:xfrm>
              <a:off x="2203" y="2468"/>
              <a:ext cx="467" cy="16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89" name="Line 16"/>
            <p:cNvSpPr>
              <a:spLocks noChangeShapeType="1"/>
            </p:cNvSpPr>
            <p:nvPr/>
          </p:nvSpPr>
          <p:spPr bwMode="auto">
            <a:xfrm>
              <a:off x="3099" y="3062"/>
              <a:ext cx="467" cy="16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90" name="Line 17"/>
            <p:cNvSpPr>
              <a:spLocks noChangeShapeType="1"/>
            </p:cNvSpPr>
            <p:nvPr/>
          </p:nvSpPr>
          <p:spPr bwMode="auto">
            <a:xfrm>
              <a:off x="3995" y="2842"/>
              <a:ext cx="486" cy="83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91" name="Line 18"/>
            <p:cNvSpPr>
              <a:spLocks noChangeShapeType="1"/>
            </p:cNvSpPr>
            <p:nvPr/>
          </p:nvSpPr>
          <p:spPr bwMode="auto">
            <a:xfrm flipH="1" flipV="1">
              <a:off x="2680" y="2623"/>
              <a:ext cx="402" cy="42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692" name="Line 19"/>
            <p:cNvSpPr>
              <a:spLocks noChangeShapeType="1"/>
            </p:cNvSpPr>
            <p:nvPr/>
          </p:nvSpPr>
          <p:spPr bwMode="auto">
            <a:xfrm flipV="1">
              <a:off x="3584" y="2833"/>
              <a:ext cx="440" cy="365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3F5CD82C-CBAE-4F48-8FFD-A93B909B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29BC8774-1A3B-4D17-A813-FB0DC6186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6CBA470-5A0E-4A00-BCD7-BD09AA47A83B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</a:p>
        </p:txBody>
      </p:sp>
    </p:spTree>
    <p:extLst>
      <p:ext uri="{BB962C8B-B14F-4D97-AF65-F5344CB8AC3E}">
        <p14:creationId xmlns:p14="http://schemas.microsoft.com/office/powerpoint/2010/main" val="2312503592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13" dur="500" fill="hold"/>
                                        <p:tgtEl>
                                          <p:spTgt spid="3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0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0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0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0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304135" name="Group 7"/>
          <p:cNvGrpSpPr>
            <a:grpSpLocks/>
          </p:cNvGrpSpPr>
          <p:nvPr/>
        </p:nvGrpSpPr>
        <p:grpSpPr bwMode="auto">
          <a:xfrm>
            <a:off x="1671637" y="1418314"/>
            <a:ext cx="5195888" cy="1593056"/>
            <a:chOff x="484" y="1081"/>
            <a:chExt cx="4364" cy="1338"/>
          </a:xfrm>
        </p:grpSpPr>
        <p:sp>
          <p:nvSpPr>
            <p:cNvPr id="30824" name="Text Box 8"/>
            <p:cNvSpPr txBox="1">
              <a:spLocks noChangeArrowheads="1"/>
            </p:cNvSpPr>
            <p:nvPr/>
          </p:nvSpPr>
          <p:spPr bwMode="auto">
            <a:xfrm>
              <a:off x="484" y="1081"/>
              <a:ext cx="1275" cy="27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FDM(</a:t>
              </a:r>
              <a:r>
                <a:rPr lang="zh-CN" altLang="en-US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分频复用</a:t>
              </a:r>
              <a:r>
                <a:rPr lang="en-US" altLang="zh-CN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lang="fr-FR" altLang="zh-CN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825" name="Group 9"/>
            <p:cNvGrpSpPr>
              <a:grpSpLocks/>
            </p:cNvGrpSpPr>
            <p:nvPr/>
          </p:nvGrpSpPr>
          <p:grpSpPr bwMode="auto">
            <a:xfrm>
              <a:off x="801" y="1392"/>
              <a:ext cx="4047" cy="1027"/>
              <a:chOff x="801" y="1392"/>
              <a:chExt cx="4047" cy="1027"/>
            </a:xfrm>
          </p:grpSpPr>
          <p:sp>
            <p:nvSpPr>
              <p:cNvPr id="30826" name="Line 10"/>
              <p:cNvSpPr>
                <a:spLocks noChangeShapeType="1"/>
              </p:cNvSpPr>
              <p:nvPr/>
            </p:nvSpPr>
            <p:spPr bwMode="auto">
              <a:xfrm flipV="1">
                <a:off x="1728" y="1392"/>
                <a:ext cx="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27" name="Text Box 11"/>
              <p:cNvSpPr txBox="1">
                <a:spLocks noChangeArrowheads="1"/>
              </p:cNvSpPr>
              <p:nvPr/>
            </p:nvSpPr>
            <p:spPr bwMode="auto">
              <a:xfrm>
                <a:off x="801" y="1682"/>
                <a:ext cx="84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frequency</a:t>
                </a:r>
                <a:endParaRPr lang="fr-FR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28" name="Line 12"/>
              <p:cNvSpPr>
                <a:spLocks noChangeShapeType="1"/>
              </p:cNvSpPr>
              <p:nvPr/>
            </p:nvSpPr>
            <p:spPr bwMode="auto">
              <a:xfrm>
                <a:off x="1728" y="2208"/>
                <a:ext cx="3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29" name="Text Box 13"/>
              <p:cNvSpPr txBox="1">
                <a:spLocks noChangeArrowheads="1"/>
              </p:cNvSpPr>
              <p:nvPr/>
            </p:nvSpPr>
            <p:spPr bwMode="auto">
              <a:xfrm>
                <a:off x="3054" y="2167"/>
                <a:ext cx="46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35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time</a:t>
                </a:r>
                <a:endParaRPr lang="fr-FR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30" name="Rectangle 14"/>
              <p:cNvSpPr>
                <a:spLocks noChangeArrowheads="1"/>
              </p:cNvSpPr>
              <p:nvPr/>
            </p:nvSpPr>
            <p:spPr bwMode="auto">
              <a:xfrm>
                <a:off x="1776" y="1584"/>
                <a:ext cx="2880" cy="57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04143" name="Rectangle 15"/>
          <p:cNvSpPr>
            <a:spLocks noChangeArrowheads="1"/>
          </p:cNvSpPr>
          <p:nvPr/>
        </p:nvSpPr>
        <p:spPr bwMode="auto">
          <a:xfrm>
            <a:off x="3200400" y="2026722"/>
            <a:ext cx="3429000" cy="17145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144" name="Rectangle 16"/>
          <p:cNvSpPr>
            <a:spLocks noChangeArrowheads="1"/>
          </p:cNvSpPr>
          <p:nvPr/>
        </p:nvSpPr>
        <p:spPr bwMode="auto">
          <a:xfrm>
            <a:off x="3200400" y="2198172"/>
            <a:ext cx="3429000" cy="17145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145" name="Rectangle 17"/>
          <p:cNvSpPr>
            <a:spLocks noChangeArrowheads="1"/>
          </p:cNvSpPr>
          <p:nvPr/>
        </p:nvSpPr>
        <p:spPr bwMode="auto">
          <a:xfrm>
            <a:off x="3200400" y="2369622"/>
            <a:ext cx="3429000" cy="17145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146" name="Rectangle 18"/>
          <p:cNvSpPr>
            <a:spLocks noChangeArrowheads="1"/>
          </p:cNvSpPr>
          <p:nvPr/>
        </p:nvSpPr>
        <p:spPr bwMode="auto">
          <a:xfrm>
            <a:off x="3200400" y="2541072"/>
            <a:ext cx="3429000" cy="17145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4147" name="Group 19"/>
          <p:cNvGrpSpPr>
            <a:grpSpLocks/>
          </p:cNvGrpSpPr>
          <p:nvPr/>
        </p:nvGrpSpPr>
        <p:grpSpPr bwMode="auto">
          <a:xfrm>
            <a:off x="1671637" y="3099197"/>
            <a:ext cx="5186363" cy="1666874"/>
            <a:chOff x="492" y="2603"/>
            <a:chExt cx="4356" cy="1400"/>
          </a:xfrm>
        </p:grpSpPr>
        <p:sp>
          <p:nvSpPr>
            <p:cNvPr id="30818" name="Text Box 20"/>
            <p:cNvSpPr txBox="1">
              <a:spLocks noChangeArrowheads="1"/>
            </p:cNvSpPr>
            <p:nvPr/>
          </p:nvSpPr>
          <p:spPr bwMode="auto">
            <a:xfrm>
              <a:off x="492" y="2603"/>
              <a:ext cx="1282" cy="27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TDM</a:t>
              </a:r>
              <a:r>
                <a:rPr lang="fr-FR" altLang="zh-CN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fr-FR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</a:t>
              </a:r>
              <a:r>
                <a:rPr lang="zh-CN" altLang="fr-FR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时复用</a:t>
              </a:r>
              <a:r>
                <a:rPr lang="fr-FR" altLang="zh-CN" sz="15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30819" name="Line 21"/>
            <p:cNvSpPr>
              <a:spLocks noChangeShapeType="1"/>
            </p:cNvSpPr>
            <p:nvPr/>
          </p:nvSpPr>
          <p:spPr bwMode="auto">
            <a:xfrm flipV="1">
              <a:off x="1728" y="2977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20" name="Text Box 22"/>
            <p:cNvSpPr txBox="1">
              <a:spLocks noChangeArrowheads="1"/>
            </p:cNvSpPr>
            <p:nvPr/>
          </p:nvSpPr>
          <p:spPr bwMode="auto">
            <a:xfrm>
              <a:off x="809" y="3272"/>
              <a:ext cx="84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frequency</a:t>
              </a:r>
              <a:endPara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21" name="Line 23"/>
            <p:cNvSpPr>
              <a:spLocks noChangeShapeType="1"/>
            </p:cNvSpPr>
            <p:nvPr/>
          </p:nvSpPr>
          <p:spPr bwMode="auto">
            <a:xfrm>
              <a:off x="1728" y="3793"/>
              <a:ext cx="31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22" name="Text Box 24"/>
            <p:cNvSpPr txBox="1">
              <a:spLocks noChangeArrowheads="1"/>
            </p:cNvSpPr>
            <p:nvPr/>
          </p:nvSpPr>
          <p:spPr bwMode="auto">
            <a:xfrm>
              <a:off x="3056" y="3751"/>
              <a:ext cx="46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time</a:t>
              </a:r>
              <a:endPara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23" name="Rectangle 25"/>
            <p:cNvSpPr>
              <a:spLocks noChangeArrowheads="1"/>
            </p:cNvSpPr>
            <p:nvPr/>
          </p:nvSpPr>
          <p:spPr bwMode="auto">
            <a:xfrm>
              <a:off x="1776" y="3168"/>
              <a:ext cx="2880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54" name="Group 26"/>
          <p:cNvGrpSpPr>
            <a:grpSpLocks/>
          </p:cNvGrpSpPr>
          <p:nvPr/>
        </p:nvGrpSpPr>
        <p:grpSpPr bwMode="auto">
          <a:xfrm>
            <a:off x="3200400" y="3759882"/>
            <a:ext cx="2914650" cy="685800"/>
            <a:chOff x="1776" y="3168"/>
            <a:chExt cx="2448" cy="576"/>
          </a:xfrm>
        </p:grpSpPr>
        <p:sp>
          <p:nvSpPr>
            <p:cNvPr id="30813" name="Rectangle 27"/>
            <p:cNvSpPr>
              <a:spLocks noChangeArrowheads="1"/>
            </p:cNvSpPr>
            <p:nvPr/>
          </p:nvSpPr>
          <p:spPr bwMode="auto">
            <a:xfrm>
              <a:off x="1776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4" name="Rectangle 28"/>
            <p:cNvSpPr>
              <a:spLocks noChangeArrowheads="1"/>
            </p:cNvSpPr>
            <p:nvPr/>
          </p:nvSpPr>
          <p:spPr bwMode="auto">
            <a:xfrm>
              <a:off x="2352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5" name="Rectangle 29"/>
            <p:cNvSpPr>
              <a:spLocks noChangeArrowheads="1"/>
            </p:cNvSpPr>
            <p:nvPr/>
          </p:nvSpPr>
          <p:spPr bwMode="auto">
            <a:xfrm>
              <a:off x="2928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6" name="Rectangle 30"/>
            <p:cNvSpPr>
              <a:spLocks noChangeArrowheads="1"/>
            </p:cNvSpPr>
            <p:nvPr/>
          </p:nvSpPr>
          <p:spPr bwMode="auto">
            <a:xfrm>
              <a:off x="3504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7" name="Rectangle 31"/>
            <p:cNvSpPr>
              <a:spLocks noChangeArrowheads="1"/>
            </p:cNvSpPr>
            <p:nvPr/>
          </p:nvSpPr>
          <p:spPr bwMode="auto">
            <a:xfrm>
              <a:off x="4080" y="3168"/>
              <a:ext cx="144" cy="576"/>
            </a:xfrm>
            <a:prstGeom prst="re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60" name="Group 32"/>
          <p:cNvGrpSpPr>
            <a:grpSpLocks/>
          </p:cNvGrpSpPr>
          <p:nvPr/>
        </p:nvGrpSpPr>
        <p:grpSpPr bwMode="auto">
          <a:xfrm>
            <a:off x="3371850" y="3759882"/>
            <a:ext cx="2914650" cy="685800"/>
            <a:chOff x="1920" y="3168"/>
            <a:chExt cx="2448" cy="576"/>
          </a:xfrm>
        </p:grpSpPr>
        <p:sp>
          <p:nvSpPr>
            <p:cNvPr id="30808" name="Rectangle 33"/>
            <p:cNvSpPr>
              <a:spLocks noChangeArrowheads="1"/>
            </p:cNvSpPr>
            <p:nvPr/>
          </p:nvSpPr>
          <p:spPr bwMode="auto">
            <a:xfrm>
              <a:off x="1920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9" name="Rectangle 34"/>
            <p:cNvSpPr>
              <a:spLocks noChangeArrowheads="1"/>
            </p:cNvSpPr>
            <p:nvPr/>
          </p:nvSpPr>
          <p:spPr bwMode="auto">
            <a:xfrm>
              <a:off x="2496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0" name="Rectangle 35"/>
            <p:cNvSpPr>
              <a:spLocks noChangeArrowheads="1"/>
            </p:cNvSpPr>
            <p:nvPr/>
          </p:nvSpPr>
          <p:spPr bwMode="auto">
            <a:xfrm>
              <a:off x="3072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1" name="Rectangle 36"/>
            <p:cNvSpPr>
              <a:spLocks noChangeArrowheads="1"/>
            </p:cNvSpPr>
            <p:nvPr/>
          </p:nvSpPr>
          <p:spPr bwMode="auto">
            <a:xfrm>
              <a:off x="3648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12" name="Rectangle 37"/>
            <p:cNvSpPr>
              <a:spLocks noChangeArrowheads="1"/>
            </p:cNvSpPr>
            <p:nvPr/>
          </p:nvSpPr>
          <p:spPr bwMode="auto">
            <a:xfrm>
              <a:off x="4224" y="3168"/>
              <a:ext cx="144" cy="576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66" name="Group 38"/>
          <p:cNvGrpSpPr>
            <a:grpSpLocks/>
          </p:cNvGrpSpPr>
          <p:nvPr/>
        </p:nvGrpSpPr>
        <p:grpSpPr bwMode="auto">
          <a:xfrm>
            <a:off x="3543300" y="3759882"/>
            <a:ext cx="2914650" cy="685800"/>
            <a:chOff x="2064" y="3168"/>
            <a:chExt cx="2448" cy="576"/>
          </a:xfrm>
        </p:grpSpPr>
        <p:sp>
          <p:nvSpPr>
            <p:cNvPr id="30803" name="Rectangle 39"/>
            <p:cNvSpPr>
              <a:spLocks noChangeArrowheads="1"/>
            </p:cNvSpPr>
            <p:nvPr/>
          </p:nvSpPr>
          <p:spPr bwMode="auto">
            <a:xfrm>
              <a:off x="2064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4" name="Rectangle 40"/>
            <p:cNvSpPr>
              <a:spLocks noChangeArrowheads="1"/>
            </p:cNvSpPr>
            <p:nvPr/>
          </p:nvSpPr>
          <p:spPr bwMode="auto">
            <a:xfrm>
              <a:off x="2640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5" name="Rectangle 41"/>
            <p:cNvSpPr>
              <a:spLocks noChangeArrowheads="1"/>
            </p:cNvSpPr>
            <p:nvPr/>
          </p:nvSpPr>
          <p:spPr bwMode="auto">
            <a:xfrm>
              <a:off x="3216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6" name="Rectangle 42"/>
            <p:cNvSpPr>
              <a:spLocks noChangeArrowheads="1"/>
            </p:cNvSpPr>
            <p:nvPr/>
          </p:nvSpPr>
          <p:spPr bwMode="auto">
            <a:xfrm>
              <a:off x="3792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7" name="Rectangle 43"/>
            <p:cNvSpPr>
              <a:spLocks noChangeArrowheads="1"/>
            </p:cNvSpPr>
            <p:nvPr/>
          </p:nvSpPr>
          <p:spPr bwMode="auto">
            <a:xfrm>
              <a:off x="4368" y="3168"/>
              <a:ext cx="144" cy="57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72" name="Group 44"/>
          <p:cNvGrpSpPr>
            <a:grpSpLocks/>
          </p:cNvGrpSpPr>
          <p:nvPr/>
        </p:nvGrpSpPr>
        <p:grpSpPr bwMode="auto">
          <a:xfrm>
            <a:off x="3714750" y="3759882"/>
            <a:ext cx="2914650" cy="685800"/>
            <a:chOff x="2208" y="3168"/>
            <a:chExt cx="2448" cy="576"/>
          </a:xfrm>
        </p:grpSpPr>
        <p:sp>
          <p:nvSpPr>
            <p:cNvPr id="30798" name="Rectangle 45"/>
            <p:cNvSpPr>
              <a:spLocks noChangeArrowheads="1"/>
            </p:cNvSpPr>
            <p:nvPr/>
          </p:nvSpPr>
          <p:spPr bwMode="auto">
            <a:xfrm>
              <a:off x="2208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9" name="Rectangle 46"/>
            <p:cNvSpPr>
              <a:spLocks noChangeArrowheads="1"/>
            </p:cNvSpPr>
            <p:nvPr/>
          </p:nvSpPr>
          <p:spPr bwMode="auto">
            <a:xfrm>
              <a:off x="2784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0" name="Rectangle 47"/>
            <p:cNvSpPr>
              <a:spLocks noChangeArrowheads="1"/>
            </p:cNvSpPr>
            <p:nvPr/>
          </p:nvSpPr>
          <p:spPr bwMode="auto">
            <a:xfrm>
              <a:off x="3360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1" name="Rectangle 48"/>
            <p:cNvSpPr>
              <a:spLocks noChangeArrowheads="1"/>
            </p:cNvSpPr>
            <p:nvPr/>
          </p:nvSpPr>
          <p:spPr bwMode="auto">
            <a:xfrm>
              <a:off x="3936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802" name="Rectangle 49"/>
            <p:cNvSpPr>
              <a:spLocks noChangeArrowheads="1"/>
            </p:cNvSpPr>
            <p:nvPr/>
          </p:nvSpPr>
          <p:spPr bwMode="auto">
            <a:xfrm>
              <a:off x="4512" y="3168"/>
              <a:ext cx="144" cy="576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78" name="Group 50"/>
          <p:cNvGrpSpPr>
            <a:grpSpLocks/>
          </p:cNvGrpSpPr>
          <p:nvPr/>
        </p:nvGrpSpPr>
        <p:grpSpPr bwMode="auto">
          <a:xfrm>
            <a:off x="3200400" y="2198172"/>
            <a:ext cx="3429000" cy="342900"/>
            <a:chOff x="1776" y="1728"/>
            <a:chExt cx="2880" cy="288"/>
          </a:xfrm>
        </p:grpSpPr>
        <p:sp>
          <p:nvSpPr>
            <p:cNvPr id="30795" name="Line 51"/>
            <p:cNvSpPr>
              <a:spLocks noChangeShapeType="1"/>
            </p:cNvSpPr>
            <p:nvPr/>
          </p:nvSpPr>
          <p:spPr bwMode="auto">
            <a:xfrm flipV="1">
              <a:off x="1776" y="172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6" name="Line 52"/>
            <p:cNvSpPr>
              <a:spLocks noChangeShapeType="1"/>
            </p:cNvSpPr>
            <p:nvPr/>
          </p:nvSpPr>
          <p:spPr bwMode="auto">
            <a:xfrm flipV="1">
              <a:off x="1776" y="1872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7" name="Line 53"/>
            <p:cNvSpPr>
              <a:spLocks noChangeShapeType="1"/>
            </p:cNvSpPr>
            <p:nvPr/>
          </p:nvSpPr>
          <p:spPr bwMode="auto">
            <a:xfrm flipV="1">
              <a:off x="1776" y="201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182" name="Group 54"/>
          <p:cNvGrpSpPr>
            <a:grpSpLocks/>
          </p:cNvGrpSpPr>
          <p:nvPr/>
        </p:nvGrpSpPr>
        <p:grpSpPr bwMode="auto">
          <a:xfrm>
            <a:off x="3371850" y="3759882"/>
            <a:ext cx="3086100" cy="685800"/>
            <a:chOff x="1920" y="3168"/>
            <a:chExt cx="2592" cy="576"/>
          </a:xfrm>
        </p:grpSpPr>
        <p:sp>
          <p:nvSpPr>
            <p:cNvPr id="30776" name="Line 55"/>
            <p:cNvSpPr>
              <a:spLocks noChangeShapeType="1"/>
            </p:cNvSpPr>
            <p:nvPr/>
          </p:nvSpPr>
          <p:spPr bwMode="auto">
            <a:xfrm>
              <a:off x="19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7" name="Line 56"/>
            <p:cNvSpPr>
              <a:spLocks noChangeShapeType="1"/>
            </p:cNvSpPr>
            <p:nvPr/>
          </p:nvSpPr>
          <p:spPr bwMode="auto">
            <a:xfrm>
              <a:off x="20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8" name="Line 57"/>
            <p:cNvSpPr>
              <a:spLocks noChangeShapeType="1"/>
            </p:cNvSpPr>
            <p:nvPr/>
          </p:nvSpPr>
          <p:spPr bwMode="auto">
            <a:xfrm>
              <a:off x="22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9" name="Line 58"/>
            <p:cNvSpPr>
              <a:spLocks noChangeShapeType="1"/>
            </p:cNvSpPr>
            <p:nvPr/>
          </p:nvSpPr>
          <p:spPr bwMode="auto">
            <a:xfrm>
              <a:off x="23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0" name="Line 59"/>
            <p:cNvSpPr>
              <a:spLocks noChangeShapeType="1"/>
            </p:cNvSpPr>
            <p:nvPr/>
          </p:nvSpPr>
          <p:spPr bwMode="auto">
            <a:xfrm>
              <a:off x="24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1" name="Line 60"/>
            <p:cNvSpPr>
              <a:spLocks noChangeShapeType="1"/>
            </p:cNvSpPr>
            <p:nvPr/>
          </p:nvSpPr>
          <p:spPr bwMode="auto">
            <a:xfrm>
              <a:off x="26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2" name="Line 61"/>
            <p:cNvSpPr>
              <a:spLocks noChangeShapeType="1"/>
            </p:cNvSpPr>
            <p:nvPr/>
          </p:nvSpPr>
          <p:spPr bwMode="auto">
            <a:xfrm>
              <a:off x="27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3" name="Line 62"/>
            <p:cNvSpPr>
              <a:spLocks noChangeShapeType="1"/>
            </p:cNvSpPr>
            <p:nvPr/>
          </p:nvSpPr>
          <p:spPr bwMode="auto">
            <a:xfrm>
              <a:off x="292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4" name="Line 63"/>
            <p:cNvSpPr>
              <a:spLocks noChangeShapeType="1"/>
            </p:cNvSpPr>
            <p:nvPr/>
          </p:nvSpPr>
          <p:spPr bwMode="auto">
            <a:xfrm>
              <a:off x="307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5" name="Line 64"/>
            <p:cNvSpPr>
              <a:spLocks noChangeShapeType="1"/>
            </p:cNvSpPr>
            <p:nvPr/>
          </p:nvSpPr>
          <p:spPr bwMode="auto">
            <a:xfrm>
              <a:off x="321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6" name="Line 65"/>
            <p:cNvSpPr>
              <a:spLocks noChangeShapeType="1"/>
            </p:cNvSpPr>
            <p:nvPr/>
          </p:nvSpPr>
          <p:spPr bwMode="auto">
            <a:xfrm>
              <a:off x="336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7" name="Line 66"/>
            <p:cNvSpPr>
              <a:spLocks noChangeShapeType="1"/>
            </p:cNvSpPr>
            <p:nvPr/>
          </p:nvSpPr>
          <p:spPr bwMode="auto">
            <a:xfrm>
              <a:off x="350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8" name="Line 67"/>
            <p:cNvSpPr>
              <a:spLocks noChangeShapeType="1"/>
            </p:cNvSpPr>
            <p:nvPr/>
          </p:nvSpPr>
          <p:spPr bwMode="auto">
            <a:xfrm>
              <a:off x="36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89" name="Line 68"/>
            <p:cNvSpPr>
              <a:spLocks noChangeShapeType="1"/>
            </p:cNvSpPr>
            <p:nvPr/>
          </p:nvSpPr>
          <p:spPr bwMode="auto">
            <a:xfrm>
              <a:off x="37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0" name="Line 69"/>
            <p:cNvSpPr>
              <a:spLocks noChangeShapeType="1"/>
            </p:cNvSpPr>
            <p:nvPr/>
          </p:nvSpPr>
          <p:spPr bwMode="auto">
            <a:xfrm>
              <a:off x="39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1" name="Line 70"/>
            <p:cNvSpPr>
              <a:spLocks noChangeShapeType="1"/>
            </p:cNvSpPr>
            <p:nvPr/>
          </p:nvSpPr>
          <p:spPr bwMode="auto">
            <a:xfrm>
              <a:off x="40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2" name="Line 71"/>
            <p:cNvSpPr>
              <a:spLocks noChangeShapeType="1"/>
            </p:cNvSpPr>
            <p:nvPr/>
          </p:nvSpPr>
          <p:spPr bwMode="auto">
            <a:xfrm>
              <a:off x="42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3" name="Line 72"/>
            <p:cNvSpPr>
              <a:spLocks noChangeShapeType="1"/>
            </p:cNvSpPr>
            <p:nvPr/>
          </p:nvSpPr>
          <p:spPr bwMode="auto">
            <a:xfrm>
              <a:off x="43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94" name="Line 73"/>
            <p:cNvSpPr>
              <a:spLocks noChangeShapeType="1"/>
            </p:cNvSpPr>
            <p:nvPr/>
          </p:nvSpPr>
          <p:spPr bwMode="auto">
            <a:xfrm>
              <a:off x="45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202" name="Group 74"/>
          <p:cNvGrpSpPr>
            <a:grpSpLocks/>
          </p:cNvGrpSpPr>
          <p:nvPr/>
        </p:nvGrpSpPr>
        <p:grpSpPr bwMode="auto">
          <a:xfrm>
            <a:off x="3200400" y="2112447"/>
            <a:ext cx="3429000" cy="514350"/>
            <a:chOff x="1776" y="1656"/>
            <a:chExt cx="2880" cy="432"/>
          </a:xfrm>
        </p:grpSpPr>
        <p:sp>
          <p:nvSpPr>
            <p:cNvPr id="30772" name="Line 75"/>
            <p:cNvSpPr>
              <a:spLocks noChangeShapeType="1"/>
            </p:cNvSpPr>
            <p:nvPr/>
          </p:nvSpPr>
          <p:spPr bwMode="auto">
            <a:xfrm>
              <a:off x="1776" y="1656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3" name="Line 76"/>
            <p:cNvSpPr>
              <a:spLocks noChangeShapeType="1"/>
            </p:cNvSpPr>
            <p:nvPr/>
          </p:nvSpPr>
          <p:spPr bwMode="auto">
            <a:xfrm>
              <a:off x="1776" y="1800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4" name="Line 77"/>
            <p:cNvSpPr>
              <a:spLocks noChangeShapeType="1"/>
            </p:cNvSpPr>
            <p:nvPr/>
          </p:nvSpPr>
          <p:spPr bwMode="auto">
            <a:xfrm>
              <a:off x="1776" y="1944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5" name="Line 78"/>
            <p:cNvSpPr>
              <a:spLocks noChangeShapeType="1"/>
            </p:cNvSpPr>
            <p:nvPr/>
          </p:nvSpPr>
          <p:spPr bwMode="auto">
            <a:xfrm>
              <a:off x="1776" y="2088"/>
              <a:ext cx="28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207" name="Group 79"/>
          <p:cNvGrpSpPr>
            <a:grpSpLocks/>
          </p:cNvGrpSpPr>
          <p:nvPr/>
        </p:nvGrpSpPr>
        <p:grpSpPr bwMode="auto">
          <a:xfrm>
            <a:off x="3286125" y="3759882"/>
            <a:ext cx="3257550" cy="685800"/>
            <a:chOff x="1848" y="3168"/>
            <a:chExt cx="2736" cy="576"/>
          </a:xfrm>
        </p:grpSpPr>
        <p:sp>
          <p:nvSpPr>
            <p:cNvPr id="30752" name="Line 80"/>
            <p:cNvSpPr>
              <a:spLocks noChangeShapeType="1"/>
            </p:cNvSpPr>
            <p:nvPr/>
          </p:nvSpPr>
          <p:spPr bwMode="auto">
            <a:xfrm>
              <a:off x="184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3" name="Line 81"/>
            <p:cNvSpPr>
              <a:spLocks noChangeShapeType="1"/>
            </p:cNvSpPr>
            <p:nvPr/>
          </p:nvSpPr>
          <p:spPr bwMode="auto">
            <a:xfrm>
              <a:off x="199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4" name="Line 82"/>
            <p:cNvSpPr>
              <a:spLocks noChangeShapeType="1"/>
            </p:cNvSpPr>
            <p:nvPr/>
          </p:nvSpPr>
          <p:spPr bwMode="auto">
            <a:xfrm>
              <a:off x="213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5" name="Line 83"/>
            <p:cNvSpPr>
              <a:spLocks noChangeShapeType="1"/>
            </p:cNvSpPr>
            <p:nvPr/>
          </p:nvSpPr>
          <p:spPr bwMode="auto">
            <a:xfrm>
              <a:off x="228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6" name="Line 84"/>
            <p:cNvSpPr>
              <a:spLocks noChangeShapeType="1"/>
            </p:cNvSpPr>
            <p:nvPr/>
          </p:nvSpPr>
          <p:spPr bwMode="auto">
            <a:xfrm>
              <a:off x="242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7" name="Line 85"/>
            <p:cNvSpPr>
              <a:spLocks noChangeShapeType="1"/>
            </p:cNvSpPr>
            <p:nvPr/>
          </p:nvSpPr>
          <p:spPr bwMode="auto">
            <a:xfrm>
              <a:off x="256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8" name="Line 86"/>
            <p:cNvSpPr>
              <a:spLocks noChangeShapeType="1"/>
            </p:cNvSpPr>
            <p:nvPr/>
          </p:nvSpPr>
          <p:spPr bwMode="auto">
            <a:xfrm>
              <a:off x="271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59" name="Line 87"/>
            <p:cNvSpPr>
              <a:spLocks noChangeShapeType="1"/>
            </p:cNvSpPr>
            <p:nvPr/>
          </p:nvSpPr>
          <p:spPr bwMode="auto">
            <a:xfrm>
              <a:off x="285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0" name="Line 88"/>
            <p:cNvSpPr>
              <a:spLocks noChangeShapeType="1"/>
            </p:cNvSpPr>
            <p:nvPr/>
          </p:nvSpPr>
          <p:spPr bwMode="auto">
            <a:xfrm>
              <a:off x="300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1" name="Line 89"/>
            <p:cNvSpPr>
              <a:spLocks noChangeShapeType="1"/>
            </p:cNvSpPr>
            <p:nvPr/>
          </p:nvSpPr>
          <p:spPr bwMode="auto">
            <a:xfrm>
              <a:off x="314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2" name="Line 90"/>
            <p:cNvSpPr>
              <a:spLocks noChangeShapeType="1"/>
            </p:cNvSpPr>
            <p:nvPr/>
          </p:nvSpPr>
          <p:spPr bwMode="auto">
            <a:xfrm>
              <a:off x="328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3" name="Line 91"/>
            <p:cNvSpPr>
              <a:spLocks noChangeShapeType="1"/>
            </p:cNvSpPr>
            <p:nvPr/>
          </p:nvSpPr>
          <p:spPr bwMode="auto">
            <a:xfrm>
              <a:off x="343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4" name="Line 92"/>
            <p:cNvSpPr>
              <a:spLocks noChangeShapeType="1"/>
            </p:cNvSpPr>
            <p:nvPr/>
          </p:nvSpPr>
          <p:spPr bwMode="auto">
            <a:xfrm>
              <a:off x="357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5" name="Line 93"/>
            <p:cNvSpPr>
              <a:spLocks noChangeShapeType="1"/>
            </p:cNvSpPr>
            <p:nvPr/>
          </p:nvSpPr>
          <p:spPr bwMode="auto">
            <a:xfrm>
              <a:off x="372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6" name="Line 94"/>
            <p:cNvSpPr>
              <a:spLocks noChangeShapeType="1"/>
            </p:cNvSpPr>
            <p:nvPr/>
          </p:nvSpPr>
          <p:spPr bwMode="auto">
            <a:xfrm>
              <a:off x="386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7" name="Line 95"/>
            <p:cNvSpPr>
              <a:spLocks noChangeShapeType="1"/>
            </p:cNvSpPr>
            <p:nvPr/>
          </p:nvSpPr>
          <p:spPr bwMode="auto">
            <a:xfrm>
              <a:off x="4008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8" name="Line 96"/>
            <p:cNvSpPr>
              <a:spLocks noChangeShapeType="1"/>
            </p:cNvSpPr>
            <p:nvPr/>
          </p:nvSpPr>
          <p:spPr bwMode="auto">
            <a:xfrm>
              <a:off x="4152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69" name="Line 97"/>
            <p:cNvSpPr>
              <a:spLocks noChangeShapeType="1"/>
            </p:cNvSpPr>
            <p:nvPr/>
          </p:nvSpPr>
          <p:spPr bwMode="auto">
            <a:xfrm>
              <a:off x="4296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0" name="Line 98"/>
            <p:cNvSpPr>
              <a:spLocks noChangeShapeType="1"/>
            </p:cNvSpPr>
            <p:nvPr/>
          </p:nvSpPr>
          <p:spPr bwMode="auto">
            <a:xfrm>
              <a:off x="4440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771" name="Line 99"/>
            <p:cNvSpPr>
              <a:spLocks noChangeShapeType="1"/>
            </p:cNvSpPr>
            <p:nvPr/>
          </p:nvSpPr>
          <p:spPr bwMode="auto">
            <a:xfrm>
              <a:off x="4584" y="31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4228" name="Group 100"/>
          <p:cNvGrpSpPr>
            <a:grpSpLocks/>
          </p:cNvGrpSpPr>
          <p:nvPr/>
        </p:nvGrpSpPr>
        <p:grpSpPr bwMode="auto">
          <a:xfrm>
            <a:off x="5387082" y="1144917"/>
            <a:ext cx="2218135" cy="639365"/>
            <a:chOff x="3321" y="262"/>
            <a:chExt cx="1863" cy="537"/>
          </a:xfrm>
        </p:grpSpPr>
        <p:grpSp>
          <p:nvGrpSpPr>
            <p:cNvPr id="30745" name="Group 101"/>
            <p:cNvGrpSpPr>
              <a:grpSpLocks/>
            </p:cNvGrpSpPr>
            <p:nvPr/>
          </p:nvGrpSpPr>
          <p:grpSpPr bwMode="auto">
            <a:xfrm>
              <a:off x="3716" y="528"/>
              <a:ext cx="1468" cy="271"/>
              <a:chOff x="3716" y="288"/>
              <a:chExt cx="1468" cy="271"/>
            </a:xfrm>
          </p:grpSpPr>
          <p:sp>
            <p:nvSpPr>
              <p:cNvPr id="30747" name="Text Box 102"/>
              <p:cNvSpPr txBox="1">
                <a:spLocks noChangeArrowheads="1"/>
              </p:cNvSpPr>
              <p:nvPr/>
            </p:nvSpPr>
            <p:spPr bwMode="auto">
              <a:xfrm>
                <a:off x="3716" y="288"/>
                <a:ext cx="703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15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users</a:t>
                </a:r>
                <a:endParaRPr lang="fr-FR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48" name="Rectangle 103"/>
              <p:cNvSpPr>
                <a:spLocks noChangeArrowheads="1"/>
              </p:cNvSpPr>
              <p:nvPr/>
            </p:nvSpPr>
            <p:spPr bwMode="auto">
              <a:xfrm>
                <a:off x="4464" y="352"/>
                <a:ext cx="144" cy="144"/>
              </a:xfrm>
              <a:prstGeom prst="rect">
                <a:avLst/>
              </a:prstGeom>
              <a:solidFill>
                <a:srgbClr val="33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49" name="Rectangle 104"/>
              <p:cNvSpPr>
                <a:spLocks noChangeArrowheads="1"/>
              </p:cNvSpPr>
              <p:nvPr/>
            </p:nvSpPr>
            <p:spPr bwMode="auto">
              <a:xfrm>
                <a:off x="4656" y="352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50" name="Rectangle 105"/>
              <p:cNvSpPr>
                <a:spLocks noChangeArrowheads="1"/>
              </p:cNvSpPr>
              <p:nvPr/>
            </p:nvSpPr>
            <p:spPr bwMode="auto">
              <a:xfrm>
                <a:off x="4848" y="352"/>
                <a:ext cx="144" cy="144"/>
              </a:xfrm>
              <a:prstGeom prst="rect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51" name="Rectangle 106"/>
              <p:cNvSpPr>
                <a:spLocks noChangeArrowheads="1"/>
              </p:cNvSpPr>
              <p:nvPr/>
            </p:nvSpPr>
            <p:spPr bwMode="auto">
              <a:xfrm>
                <a:off x="5040" y="352"/>
                <a:ext cx="144" cy="144"/>
              </a:xfrm>
              <a:prstGeom prst="rect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746" name="Text Box 107"/>
            <p:cNvSpPr txBox="1">
              <a:spLocks noChangeArrowheads="1"/>
            </p:cNvSpPr>
            <p:nvPr/>
          </p:nvSpPr>
          <p:spPr bwMode="auto">
            <a:xfrm>
              <a:off x="3321" y="262"/>
              <a:ext cx="84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Example:</a:t>
              </a:r>
              <a:endParaRPr lang="fr-FR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5" name="灯片编号占位符 2">
            <a:extLst>
              <a:ext uri="{FF2B5EF4-FFF2-40B4-BE49-F238E27FC236}">
                <a16:creationId xmlns:a16="http://schemas.microsoft.com/office/drawing/2014/main" id="{CC6B4CAC-7DB6-4F9D-88A1-5A78BE9C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AutoShape 5">
            <a:extLst>
              <a:ext uri="{FF2B5EF4-FFF2-40B4-BE49-F238E27FC236}">
                <a16:creationId xmlns:a16="http://schemas.microsoft.com/office/drawing/2014/main" id="{42EEC402-9C63-4320-BECF-509DA9485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9E29942C-BF3B-426E-8530-DDE0ECA36108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</a:p>
        </p:txBody>
      </p:sp>
    </p:spTree>
    <p:extLst>
      <p:ext uri="{BB962C8B-B14F-4D97-AF65-F5344CB8AC3E}">
        <p14:creationId xmlns:p14="http://schemas.microsoft.com/office/powerpoint/2010/main" val="3450166148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4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4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0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0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0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0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0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43" grpId="0" animBg="1"/>
      <p:bldP spid="304144" grpId="0" animBg="1"/>
      <p:bldP spid="304145" grpId="0" animBg="1"/>
      <p:bldP spid="304146" grpId="0" animBg="1"/>
      <p:bldP spid="106" grpId="0" animBg="1"/>
      <p:bldP spid="106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2776" name="Line 5"/>
          <p:cNvSpPr>
            <a:spLocks noChangeShapeType="1"/>
          </p:cNvSpPr>
          <p:nvPr/>
        </p:nvSpPr>
        <p:spPr bwMode="auto">
          <a:xfrm>
            <a:off x="3793332" y="3139679"/>
            <a:ext cx="168830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77" name="Group 6"/>
          <p:cNvGrpSpPr>
            <a:grpSpLocks/>
          </p:cNvGrpSpPr>
          <p:nvPr/>
        </p:nvGrpSpPr>
        <p:grpSpPr bwMode="auto">
          <a:xfrm>
            <a:off x="5436394" y="2958703"/>
            <a:ext cx="503635" cy="290513"/>
            <a:chOff x="3955" y="387"/>
            <a:chExt cx="423" cy="244"/>
          </a:xfrm>
        </p:grpSpPr>
        <p:sp>
          <p:nvSpPr>
            <p:cNvPr id="32822" name="Freeform 7"/>
            <p:cNvSpPr>
              <a:spLocks/>
            </p:cNvSpPr>
            <p:nvPr/>
          </p:nvSpPr>
          <p:spPr bwMode="auto">
            <a:xfrm>
              <a:off x="3955" y="387"/>
              <a:ext cx="423" cy="244"/>
            </a:xfrm>
            <a:custGeom>
              <a:avLst/>
              <a:gdLst>
                <a:gd name="T0" fmla="*/ 183 w 423"/>
                <a:gd name="T1" fmla="*/ 11 h 244"/>
                <a:gd name="T2" fmla="*/ 43 w 423"/>
                <a:gd name="T3" fmla="*/ 43 h 244"/>
                <a:gd name="T4" fmla="*/ 3 w 423"/>
                <a:gd name="T5" fmla="*/ 169 h 244"/>
                <a:gd name="T6" fmla="*/ 63 w 423"/>
                <a:gd name="T7" fmla="*/ 233 h 244"/>
                <a:gd name="T8" fmla="*/ 287 w 423"/>
                <a:gd name="T9" fmla="*/ 237 h 244"/>
                <a:gd name="T10" fmla="*/ 403 w 423"/>
                <a:gd name="T11" fmla="*/ 189 h 244"/>
                <a:gd name="T12" fmla="*/ 407 w 423"/>
                <a:gd name="T13" fmla="*/ 87 h 244"/>
                <a:gd name="T14" fmla="*/ 329 w 423"/>
                <a:gd name="T15" fmla="*/ 13 h 244"/>
                <a:gd name="T16" fmla="*/ 183 w 423"/>
                <a:gd name="T17" fmla="*/ 11 h 2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3" h="244">
                  <a:moveTo>
                    <a:pt x="183" y="11"/>
                  </a:moveTo>
                  <a:cubicBezTo>
                    <a:pt x="135" y="16"/>
                    <a:pt x="73" y="17"/>
                    <a:pt x="43" y="43"/>
                  </a:cubicBezTo>
                  <a:cubicBezTo>
                    <a:pt x="13" y="69"/>
                    <a:pt x="0" y="137"/>
                    <a:pt x="3" y="169"/>
                  </a:cubicBezTo>
                  <a:cubicBezTo>
                    <a:pt x="6" y="201"/>
                    <a:pt x="16" y="222"/>
                    <a:pt x="63" y="233"/>
                  </a:cubicBezTo>
                  <a:cubicBezTo>
                    <a:pt x="110" y="244"/>
                    <a:pt x="230" y="244"/>
                    <a:pt x="287" y="237"/>
                  </a:cubicBezTo>
                  <a:cubicBezTo>
                    <a:pt x="344" y="230"/>
                    <a:pt x="383" y="214"/>
                    <a:pt x="403" y="189"/>
                  </a:cubicBezTo>
                  <a:cubicBezTo>
                    <a:pt x="423" y="164"/>
                    <a:pt x="419" y="116"/>
                    <a:pt x="407" y="87"/>
                  </a:cubicBezTo>
                  <a:cubicBezTo>
                    <a:pt x="395" y="58"/>
                    <a:pt x="366" y="26"/>
                    <a:pt x="329" y="13"/>
                  </a:cubicBezTo>
                  <a:cubicBezTo>
                    <a:pt x="292" y="0"/>
                    <a:pt x="232" y="7"/>
                    <a:pt x="183" y="1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823" name="Group 8"/>
            <p:cNvGrpSpPr>
              <a:grpSpLocks/>
            </p:cNvGrpSpPr>
            <p:nvPr/>
          </p:nvGrpSpPr>
          <p:grpSpPr bwMode="auto">
            <a:xfrm>
              <a:off x="4002" y="442"/>
              <a:ext cx="316" cy="147"/>
              <a:chOff x="3600" y="219"/>
              <a:chExt cx="360" cy="175"/>
            </a:xfrm>
          </p:grpSpPr>
          <p:sp>
            <p:nvSpPr>
              <p:cNvPr id="32824" name="Oval 9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25" name="Line 10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26" name="Line 11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27" name="Rectangle 12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28" name="Oval 13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829" name="Group 14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834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35" name="Line 1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36" name="Line 1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830" name="Group 18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283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32" name="Line 20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33" name="Line 21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grpSp>
        <p:nvGrpSpPr>
          <p:cNvPr id="32778" name="Group 22"/>
          <p:cNvGrpSpPr>
            <a:grpSpLocks/>
          </p:cNvGrpSpPr>
          <p:nvPr/>
        </p:nvGrpSpPr>
        <p:grpSpPr bwMode="auto">
          <a:xfrm>
            <a:off x="3411141" y="2980135"/>
            <a:ext cx="503634" cy="290513"/>
            <a:chOff x="3955" y="387"/>
            <a:chExt cx="423" cy="244"/>
          </a:xfrm>
        </p:grpSpPr>
        <p:sp>
          <p:nvSpPr>
            <p:cNvPr id="32807" name="Freeform 23"/>
            <p:cNvSpPr>
              <a:spLocks/>
            </p:cNvSpPr>
            <p:nvPr/>
          </p:nvSpPr>
          <p:spPr bwMode="auto">
            <a:xfrm>
              <a:off x="3955" y="387"/>
              <a:ext cx="423" cy="244"/>
            </a:xfrm>
            <a:custGeom>
              <a:avLst/>
              <a:gdLst>
                <a:gd name="T0" fmla="*/ 183 w 423"/>
                <a:gd name="T1" fmla="*/ 11 h 244"/>
                <a:gd name="T2" fmla="*/ 43 w 423"/>
                <a:gd name="T3" fmla="*/ 43 h 244"/>
                <a:gd name="T4" fmla="*/ 3 w 423"/>
                <a:gd name="T5" fmla="*/ 169 h 244"/>
                <a:gd name="T6" fmla="*/ 63 w 423"/>
                <a:gd name="T7" fmla="*/ 233 h 244"/>
                <a:gd name="T8" fmla="*/ 287 w 423"/>
                <a:gd name="T9" fmla="*/ 237 h 244"/>
                <a:gd name="T10" fmla="*/ 403 w 423"/>
                <a:gd name="T11" fmla="*/ 189 h 244"/>
                <a:gd name="T12" fmla="*/ 407 w 423"/>
                <a:gd name="T13" fmla="*/ 87 h 244"/>
                <a:gd name="T14" fmla="*/ 329 w 423"/>
                <a:gd name="T15" fmla="*/ 13 h 244"/>
                <a:gd name="T16" fmla="*/ 183 w 423"/>
                <a:gd name="T17" fmla="*/ 11 h 2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3" h="244">
                  <a:moveTo>
                    <a:pt x="183" y="11"/>
                  </a:moveTo>
                  <a:cubicBezTo>
                    <a:pt x="135" y="16"/>
                    <a:pt x="73" y="17"/>
                    <a:pt x="43" y="43"/>
                  </a:cubicBezTo>
                  <a:cubicBezTo>
                    <a:pt x="13" y="69"/>
                    <a:pt x="0" y="137"/>
                    <a:pt x="3" y="169"/>
                  </a:cubicBezTo>
                  <a:cubicBezTo>
                    <a:pt x="6" y="201"/>
                    <a:pt x="16" y="222"/>
                    <a:pt x="63" y="233"/>
                  </a:cubicBezTo>
                  <a:cubicBezTo>
                    <a:pt x="110" y="244"/>
                    <a:pt x="230" y="244"/>
                    <a:pt x="287" y="237"/>
                  </a:cubicBezTo>
                  <a:cubicBezTo>
                    <a:pt x="344" y="230"/>
                    <a:pt x="383" y="214"/>
                    <a:pt x="403" y="189"/>
                  </a:cubicBezTo>
                  <a:cubicBezTo>
                    <a:pt x="423" y="164"/>
                    <a:pt x="419" y="116"/>
                    <a:pt x="407" y="87"/>
                  </a:cubicBezTo>
                  <a:cubicBezTo>
                    <a:pt x="395" y="58"/>
                    <a:pt x="366" y="26"/>
                    <a:pt x="329" y="13"/>
                  </a:cubicBezTo>
                  <a:cubicBezTo>
                    <a:pt x="292" y="0"/>
                    <a:pt x="232" y="7"/>
                    <a:pt x="183" y="1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2808" name="Group 24"/>
            <p:cNvGrpSpPr>
              <a:grpSpLocks/>
            </p:cNvGrpSpPr>
            <p:nvPr/>
          </p:nvGrpSpPr>
          <p:grpSpPr bwMode="auto">
            <a:xfrm>
              <a:off x="4002" y="442"/>
              <a:ext cx="316" cy="147"/>
              <a:chOff x="3600" y="219"/>
              <a:chExt cx="360" cy="175"/>
            </a:xfrm>
          </p:grpSpPr>
          <p:sp>
            <p:nvSpPr>
              <p:cNvPr id="32809" name="Oval 25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0" name="Line 26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1" name="Line 27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2" name="Rectangle 28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13" name="Oval 29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2814" name="Group 30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2819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20" name="Line 3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21" name="Line 3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32815" name="Group 34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2816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17" name="Line 36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32818" name="Line 37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32779" name="Line 38"/>
          <p:cNvSpPr>
            <a:spLocks noChangeShapeType="1"/>
          </p:cNvSpPr>
          <p:nvPr/>
        </p:nvSpPr>
        <p:spPr bwMode="auto">
          <a:xfrm flipH="1" flipV="1">
            <a:off x="2834879" y="2518173"/>
            <a:ext cx="631031" cy="5584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0" name="Line 39"/>
          <p:cNvSpPr>
            <a:spLocks noChangeShapeType="1"/>
          </p:cNvSpPr>
          <p:nvPr/>
        </p:nvSpPr>
        <p:spPr bwMode="auto">
          <a:xfrm flipH="1" flipV="1">
            <a:off x="5915025" y="3193257"/>
            <a:ext cx="400050" cy="1893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1" name="Line 40"/>
          <p:cNvSpPr>
            <a:spLocks noChangeShapeType="1"/>
          </p:cNvSpPr>
          <p:nvPr/>
        </p:nvSpPr>
        <p:spPr bwMode="auto">
          <a:xfrm flipH="1">
            <a:off x="2727723" y="3245644"/>
            <a:ext cx="748903" cy="567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2" name="Line 41"/>
          <p:cNvSpPr>
            <a:spLocks noChangeShapeType="1"/>
          </p:cNvSpPr>
          <p:nvPr/>
        </p:nvSpPr>
        <p:spPr bwMode="auto">
          <a:xfrm flipH="1">
            <a:off x="5882879" y="2833688"/>
            <a:ext cx="401240" cy="179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3" name="Line 42"/>
          <p:cNvSpPr>
            <a:spLocks noChangeShapeType="1"/>
          </p:cNvSpPr>
          <p:nvPr/>
        </p:nvSpPr>
        <p:spPr bwMode="auto">
          <a:xfrm flipH="1">
            <a:off x="2970610" y="3161110"/>
            <a:ext cx="442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84" name="Line 43"/>
          <p:cNvSpPr>
            <a:spLocks noChangeShapeType="1"/>
          </p:cNvSpPr>
          <p:nvPr/>
        </p:nvSpPr>
        <p:spPr bwMode="auto">
          <a:xfrm flipH="1">
            <a:off x="5913835" y="3119438"/>
            <a:ext cx="41076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785" name="Picture 44" descr="j028737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9" y="2031206"/>
            <a:ext cx="658415" cy="529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6" name="Picture 45" descr="j019538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9" y="3543301"/>
            <a:ext cx="582215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7" name="Picture 46" descr="j019541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63" y="2193131"/>
            <a:ext cx="819150" cy="696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88" name="Picture 47" descr="j019538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32" y="3327798"/>
            <a:ext cx="735806" cy="5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296" name="Rectangle 48"/>
          <p:cNvSpPr>
            <a:spLocks noChangeArrowheads="1"/>
          </p:cNvSpPr>
          <p:nvPr/>
        </p:nvSpPr>
        <p:spPr bwMode="auto">
          <a:xfrm>
            <a:off x="2997994" y="3003947"/>
            <a:ext cx="53579" cy="27027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297" name="Rectangle 49"/>
          <p:cNvSpPr>
            <a:spLocks noChangeArrowheads="1"/>
          </p:cNvSpPr>
          <p:nvPr/>
        </p:nvSpPr>
        <p:spPr bwMode="auto">
          <a:xfrm>
            <a:off x="2889648" y="2247901"/>
            <a:ext cx="53578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791" name="Picture 50" descr="j041147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8" y="2814637"/>
            <a:ext cx="776288" cy="57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299" name="Rectangle 51"/>
          <p:cNvSpPr>
            <a:spLocks noChangeArrowheads="1"/>
          </p:cNvSpPr>
          <p:nvPr/>
        </p:nvSpPr>
        <p:spPr bwMode="auto">
          <a:xfrm>
            <a:off x="2781300" y="3759994"/>
            <a:ext cx="53579" cy="27027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300" name="Rectangle 52"/>
          <p:cNvSpPr>
            <a:spLocks noChangeArrowheads="1"/>
          </p:cNvSpPr>
          <p:nvPr/>
        </p:nvSpPr>
        <p:spPr bwMode="auto">
          <a:xfrm>
            <a:off x="3546857" y="2212182"/>
            <a:ext cx="809625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rPr>
              <a:t>计时器：</a:t>
            </a:r>
          </a:p>
        </p:txBody>
      </p:sp>
      <p:sp>
        <p:nvSpPr>
          <p:cNvPr id="309301" name="Rectangle 53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309302" name="Rectangle 54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09303" name="Rectangle 55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09304" name="Rectangle 56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309305" name="Rectangle 57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309306" name="Rectangle 58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sp>
        <p:nvSpPr>
          <p:cNvPr id="309307" name="Rectangle 59"/>
          <p:cNvSpPr>
            <a:spLocks noChangeArrowheads="1"/>
          </p:cNvSpPr>
          <p:nvPr/>
        </p:nvSpPr>
        <p:spPr bwMode="auto">
          <a:xfrm>
            <a:off x="4464829" y="2210991"/>
            <a:ext cx="917972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0.00000</a:t>
            </a:r>
            <a:r>
              <a:rPr lang="en-US" altLang="zh-CN" sz="135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p:sp>
        <p:nvSpPr>
          <p:cNvPr id="309308" name="Rectangle 60"/>
          <p:cNvSpPr>
            <a:spLocks noChangeArrowheads="1"/>
          </p:cNvSpPr>
          <p:nvPr/>
        </p:nvSpPr>
        <p:spPr bwMode="auto">
          <a:xfrm>
            <a:off x="5414949" y="2212182"/>
            <a:ext cx="378619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32802" name="Freeform 62"/>
          <p:cNvSpPr>
            <a:spLocks/>
          </p:cNvSpPr>
          <p:nvPr/>
        </p:nvSpPr>
        <p:spPr bwMode="auto">
          <a:xfrm>
            <a:off x="2951560" y="2356247"/>
            <a:ext cx="3349228" cy="647700"/>
          </a:xfrm>
          <a:custGeom>
            <a:avLst/>
            <a:gdLst>
              <a:gd name="T0" fmla="*/ 0 w 2676"/>
              <a:gd name="T1" fmla="*/ 0 h 544"/>
              <a:gd name="T2" fmla="*/ 984576 w 2676"/>
              <a:gd name="T3" fmla="*/ 863600 h 544"/>
              <a:gd name="T4" fmla="*/ 3632919 w 2676"/>
              <a:gd name="T5" fmla="*/ 863600 h 544"/>
              <a:gd name="T6" fmla="*/ 4465637 w 2676"/>
              <a:gd name="T7" fmla="*/ 358775 h 5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76" h="544">
                <a:moveTo>
                  <a:pt x="0" y="0"/>
                </a:moveTo>
                <a:lnTo>
                  <a:pt x="590" y="544"/>
                </a:lnTo>
                <a:lnTo>
                  <a:pt x="2177" y="544"/>
                </a:lnTo>
                <a:lnTo>
                  <a:pt x="2676" y="226"/>
                </a:lnTo>
              </a:path>
            </a:pathLst>
          </a:custGeom>
          <a:noFill/>
          <a:ln w="19050" cap="flat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803" name="Freeform 63"/>
          <p:cNvSpPr>
            <a:spLocks/>
          </p:cNvSpPr>
          <p:nvPr/>
        </p:nvSpPr>
        <p:spPr bwMode="auto">
          <a:xfrm>
            <a:off x="3006328" y="3219450"/>
            <a:ext cx="3348038" cy="378619"/>
          </a:xfrm>
          <a:custGeom>
            <a:avLst/>
            <a:gdLst>
              <a:gd name="T0" fmla="*/ 0 w 2812"/>
              <a:gd name="T1" fmla="*/ 0 h 318"/>
              <a:gd name="T2" fmla="*/ 3600450 w 2812"/>
              <a:gd name="T3" fmla="*/ 0 h 318"/>
              <a:gd name="T4" fmla="*/ 4464050 w 2812"/>
              <a:gd name="T5" fmla="*/ 504825 h 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12" h="318">
                <a:moveTo>
                  <a:pt x="0" y="0"/>
                </a:moveTo>
                <a:lnTo>
                  <a:pt x="2268" y="0"/>
                </a:lnTo>
                <a:lnTo>
                  <a:pt x="2812" y="318"/>
                </a:lnTo>
              </a:path>
            </a:pathLst>
          </a:custGeom>
          <a:noFill/>
          <a:ln w="19050" cap="flat">
            <a:solidFill>
              <a:srgbClr val="00FF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804" name="Line 64"/>
          <p:cNvSpPr>
            <a:spLocks noChangeShapeType="1"/>
          </p:cNvSpPr>
          <p:nvPr/>
        </p:nvSpPr>
        <p:spPr bwMode="auto">
          <a:xfrm flipV="1">
            <a:off x="2844403" y="3219450"/>
            <a:ext cx="917972" cy="7024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805" name="Freeform 65"/>
          <p:cNvSpPr>
            <a:spLocks/>
          </p:cNvSpPr>
          <p:nvPr/>
        </p:nvSpPr>
        <p:spPr bwMode="auto">
          <a:xfrm>
            <a:off x="2844404" y="2950369"/>
            <a:ext cx="3563540" cy="1025129"/>
          </a:xfrm>
          <a:custGeom>
            <a:avLst/>
            <a:gdLst>
              <a:gd name="T0" fmla="*/ 0 w 2993"/>
              <a:gd name="T1" fmla="*/ 1366838 h 861"/>
              <a:gd name="T2" fmla="*/ 1223962 w 2993"/>
              <a:gd name="T3" fmla="*/ 431800 h 861"/>
              <a:gd name="T4" fmla="*/ 3743325 w 2993"/>
              <a:gd name="T5" fmla="*/ 431800 h 861"/>
              <a:gd name="T6" fmla="*/ 4751387 w 2993"/>
              <a:gd name="T7" fmla="*/ 0 h 86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93" h="861">
                <a:moveTo>
                  <a:pt x="0" y="861"/>
                </a:moveTo>
                <a:lnTo>
                  <a:pt x="771" y="272"/>
                </a:lnTo>
                <a:lnTo>
                  <a:pt x="2358" y="272"/>
                </a:lnTo>
                <a:lnTo>
                  <a:pt x="2993" y="0"/>
                </a:lnTo>
              </a:path>
            </a:pathLst>
          </a:custGeom>
          <a:noFill/>
          <a:ln w="19050" cap="flat">
            <a:solidFill>
              <a:srgbClr val="0000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890519" y="1407572"/>
            <a:ext cx="1487908" cy="3077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TDM (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分时复用</a:t>
            </a: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1F852446-ABF2-4214-89EA-8C7C5B1F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AutoShape 5">
            <a:extLst>
              <a:ext uri="{FF2B5EF4-FFF2-40B4-BE49-F238E27FC236}">
                <a16:creationId xmlns:a16="http://schemas.microsoft.com/office/drawing/2014/main" id="{D78BB65A-B637-47A3-9773-AF2C4CE1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DFE50790-4161-4785-A557-96C2B31064F5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</a:p>
        </p:txBody>
      </p:sp>
    </p:spTree>
    <p:extLst>
      <p:ext uri="{BB962C8B-B14F-4D97-AF65-F5344CB8AC3E}">
        <p14:creationId xmlns:p14="http://schemas.microsoft.com/office/powerpoint/2010/main" val="1813228135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1066 0.127 L 0.40208 0.127 L 0.48646 0.062 " pathEditMode="relative" ptsTypes="AAAA">
                                      <p:cBhvr>
                                        <p:cTn id="16" dur="500" fill="hold"/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64168E-6 L 0.38542 2.64168E-6 L 0.49236 0.08235 " pathEditMode="relative" ptsTypes="AAA">
                                      <p:cBhvr>
                                        <p:cTn id="28" dur="500" fill="hold"/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7778E-6 3.96253E-6 L 0.13369 -0.13926 L 0.4191 -0.13926 L 0.52032 -0.19755 " pathEditMode="relative" ptsTypes="AAAA">
                                      <p:cBhvr>
                                        <p:cTn id="38" dur="500" fill="hold"/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5.66736E-7 L 0.10677 0.12885 L 0.40451 0.13024 L 0.48767 0.06292 " pathEditMode="relative" ptsTypes="AAAA">
                                      <p:cBhvr>
                                        <p:cTn id="48" dur="500" fill="hold"/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39579E-6 L 0.38768 3.39579E-6 L 0.49427 0.07934 " pathEditMode="relative" ptsTypes="AAA">
                                      <p:cBhvr>
                                        <p:cTn id="58" dur="500" fill="hold"/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8758E-6 L 0.13697 -0.13926 L 0.42343 -0.13926 L 0.52135 -0.19616 " pathEditMode="relative" ptsTypes="AAAA">
                                      <p:cBhvr>
                                        <p:cTn id="68" dur="500" fill="hold"/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" presetClass="exit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0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96" grpId="0" animBg="1"/>
      <p:bldP spid="309296" grpId="1" animBg="1"/>
      <p:bldP spid="309296" grpId="2" animBg="1"/>
      <p:bldP spid="309296" grpId="3" animBg="1"/>
      <p:bldP spid="309296" grpId="4" animBg="1"/>
      <p:bldP spid="309296" grpId="5" animBg="1"/>
      <p:bldP spid="309297" grpId="0" animBg="1"/>
      <p:bldP spid="309297" grpId="1" animBg="1"/>
      <p:bldP spid="309297" grpId="2" animBg="1"/>
      <p:bldP spid="309297" grpId="3" animBg="1"/>
      <p:bldP spid="309297" grpId="4" animBg="1"/>
      <p:bldP spid="309297" grpId="5" animBg="1"/>
      <p:bldP spid="309299" grpId="0" animBg="1"/>
      <p:bldP spid="309299" grpId="1" animBg="1"/>
      <p:bldP spid="309299" grpId="2" animBg="1"/>
      <p:bldP spid="309299" grpId="3" animBg="1"/>
      <p:bldP spid="309299" grpId="4" animBg="1"/>
      <p:bldP spid="309299" grpId="5" animBg="1"/>
      <p:bldP spid="309300" grpId="0" animBg="1"/>
      <p:bldP spid="309301" grpId="0" animBg="1"/>
      <p:bldP spid="309302" grpId="0" animBg="1"/>
      <p:bldP spid="309303" grpId="0" animBg="1"/>
      <p:bldP spid="309304" grpId="0" animBg="1"/>
      <p:bldP spid="309305" grpId="0" animBg="1"/>
      <p:bldP spid="309306" grpId="0" animBg="1"/>
      <p:bldP spid="309307" grpId="0" animBg="1"/>
      <p:bldP spid="309308" grpId="0" animBg="1"/>
      <p:bldP spid="66" grpId="0" animBg="1"/>
      <p:bldP spid="66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793332" y="3139679"/>
            <a:ext cx="168830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3801" name="Group 8"/>
          <p:cNvGrpSpPr>
            <a:grpSpLocks/>
          </p:cNvGrpSpPr>
          <p:nvPr/>
        </p:nvGrpSpPr>
        <p:grpSpPr bwMode="auto">
          <a:xfrm>
            <a:off x="5436394" y="2958703"/>
            <a:ext cx="503635" cy="290513"/>
            <a:chOff x="3955" y="387"/>
            <a:chExt cx="423" cy="244"/>
          </a:xfrm>
        </p:grpSpPr>
        <p:sp>
          <p:nvSpPr>
            <p:cNvPr id="33851" name="Freeform 9"/>
            <p:cNvSpPr>
              <a:spLocks/>
            </p:cNvSpPr>
            <p:nvPr/>
          </p:nvSpPr>
          <p:spPr bwMode="auto">
            <a:xfrm>
              <a:off x="3955" y="387"/>
              <a:ext cx="423" cy="244"/>
            </a:xfrm>
            <a:custGeom>
              <a:avLst/>
              <a:gdLst>
                <a:gd name="T0" fmla="*/ 183 w 423"/>
                <a:gd name="T1" fmla="*/ 11 h 244"/>
                <a:gd name="T2" fmla="*/ 43 w 423"/>
                <a:gd name="T3" fmla="*/ 43 h 244"/>
                <a:gd name="T4" fmla="*/ 3 w 423"/>
                <a:gd name="T5" fmla="*/ 169 h 244"/>
                <a:gd name="T6" fmla="*/ 63 w 423"/>
                <a:gd name="T7" fmla="*/ 233 h 244"/>
                <a:gd name="T8" fmla="*/ 287 w 423"/>
                <a:gd name="T9" fmla="*/ 237 h 244"/>
                <a:gd name="T10" fmla="*/ 403 w 423"/>
                <a:gd name="T11" fmla="*/ 189 h 244"/>
                <a:gd name="T12" fmla="*/ 407 w 423"/>
                <a:gd name="T13" fmla="*/ 87 h 244"/>
                <a:gd name="T14" fmla="*/ 329 w 423"/>
                <a:gd name="T15" fmla="*/ 13 h 244"/>
                <a:gd name="T16" fmla="*/ 183 w 423"/>
                <a:gd name="T17" fmla="*/ 11 h 2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3" h="244">
                  <a:moveTo>
                    <a:pt x="183" y="11"/>
                  </a:moveTo>
                  <a:cubicBezTo>
                    <a:pt x="135" y="16"/>
                    <a:pt x="73" y="17"/>
                    <a:pt x="43" y="43"/>
                  </a:cubicBezTo>
                  <a:cubicBezTo>
                    <a:pt x="13" y="69"/>
                    <a:pt x="0" y="137"/>
                    <a:pt x="3" y="169"/>
                  </a:cubicBezTo>
                  <a:cubicBezTo>
                    <a:pt x="6" y="201"/>
                    <a:pt x="16" y="222"/>
                    <a:pt x="63" y="233"/>
                  </a:cubicBezTo>
                  <a:cubicBezTo>
                    <a:pt x="110" y="244"/>
                    <a:pt x="230" y="244"/>
                    <a:pt x="287" y="237"/>
                  </a:cubicBezTo>
                  <a:cubicBezTo>
                    <a:pt x="344" y="230"/>
                    <a:pt x="383" y="214"/>
                    <a:pt x="403" y="189"/>
                  </a:cubicBezTo>
                  <a:cubicBezTo>
                    <a:pt x="423" y="164"/>
                    <a:pt x="419" y="116"/>
                    <a:pt x="407" y="87"/>
                  </a:cubicBezTo>
                  <a:cubicBezTo>
                    <a:pt x="395" y="58"/>
                    <a:pt x="366" y="26"/>
                    <a:pt x="329" y="13"/>
                  </a:cubicBezTo>
                  <a:cubicBezTo>
                    <a:pt x="292" y="0"/>
                    <a:pt x="232" y="7"/>
                    <a:pt x="183" y="1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3852" name="Group 10"/>
            <p:cNvGrpSpPr>
              <a:grpSpLocks/>
            </p:cNvGrpSpPr>
            <p:nvPr/>
          </p:nvGrpSpPr>
          <p:grpSpPr bwMode="auto">
            <a:xfrm>
              <a:off x="4002" y="442"/>
              <a:ext cx="316" cy="147"/>
              <a:chOff x="3600" y="219"/>
              <a:chExt cx="360" cy="175"/>
            </a:xfrm>
          </p:grpSpPr>
          <p:sp>
            <p:nvSpPr>
              <p:cNvPr id="33853" name="Oval 11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33854" name="Line 12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855" name="Line 13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856" name="Rectangle 14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57" name="Oval 15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grpSp>
            <p:nvGrpSpPr>
              <p:cNvPr id="33858" name="Group 16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863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64" name="Line 1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65" name="Line 1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3859" name="Group 20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3860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61" name="Line 22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62" name="Line 23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grpSp>
        <p:nvGrpSpPr>
          <p:cNvPr id="33802" name="Group 24"/>
          <p:cNvGrpSpPr>
            <a:grpSpLocks/>
          </p:cNvGrpSpPr>
          <p:nvPr/>
        </p:nvGrpSpPr>
        <p:grpSpPr bwMode="auto">
          <a:xfrm>
            <a:off x="3411141" y="2980135"/>
            <a:ext cx="503634" cy="290513"/>
            <a:chOff x="3955" y="387"/>
            <a:chExt cx="423" cy="244"/>
          </a:xfrm>
        </p:grpSpPr>
        <p:sp>
          <p:nvSpPr>
            <p:cNvPr id="33836" name="Freeform 25"/>
            <p:cNvSpPr>
              <a:spLocks/>
            </p:cNvSpPr>
            <p:nvPr/>
          </p:nvSpPr>
          <p:spPr bwMode="auto">
            <a:xfrm>
              <a:off x="3955" y="387"/>
              <a:ext cx="423" cy="244"/>
            </a:xfrm>
            <a:custGeom>
              <a:avLst/>
              <a:gdLst>
                <a:gd name="T0" fmla="*/ 183 w 423"/>
                <a:gd name="T1" fmla="*/ 11 h 244"/>
                <a:gd name="T2" fmla="*/ 43 w 423"/>
                <a:gd name="T3" fmla="*/ 43 h 244"/>
                <a:gd name="T4" fmla="*/ 3 w 423"/>
                <a:gd name="T5" fmla="*/ 169 h 244"/>
                <a:gd name="T6" fmla="*/ 63 w 423"/>
                <a:gd name="T7" fmla="*/ 233 h 244"/>
                <a:gd name="T8" fmla="*/ 287 w 423"/>
                <a:gd name="T9" fmla="*/ 237 h 244"/>
                <a:gd name="T10" fmla="*/ 403 w 423"/>
                <a:gd name="T11" fmla="*/ 189 h 244"/>
                <a:gd name="T12" fmla="*/ 407 w 423"/>
                <a:gd name="T13" fmla="*/ 87 h 244"/>
                <a:gd name="T14" fmla="*/ 329 w 423"/>
                <a:gd name="T15" fmla="*/ 13 h 244"/>
                <a:gd name="T16" fmla="*/ 183 w 423"/>
                <a:gd name="T17" fmla="*/ 11 h 2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3" h="244">
                  <a:moveTo>
                    <a:pt x="183" y="11"/>
                  </a:moveTo>
                  <a:cubicBezTo>
                    <a:pt x="135" y="16"/>
                    <a:pt x="73" y="17"/>
                    <a:pt x="43" y="43"/>
                  </a:cubicBezTo>
                  <a:cubicBezTo>
                    <a:pt x="13" y="69"/>
                    <a:pt x="0" y="137"/>
                    <a:pt x="3" y="169"/>
                  </a:cubicBezTo>
                  <a:cubicBezTo>
                    <a:pt x="6" y="201"/>
                    <a:pt x="16" y="222"/>
                    <a:pt x="63" y="233"/>
                  </a:cubicBezTo>
                  <a:cubicBezTo>
                    <a:pt x="110" y="244"/>
                    <a:pt x="230" y="244"/>
                    <a:pt x="287" y="237"/>
                  </a:cubicBezTo>
                  <a:cubicBezTo>
                    <a:pt x="344" y="230"/>
                    <a:pt x="383" y="214"/>
                    <a:pt x="403" y="189"/>
                  </a:cubicBezTo>
                  <a:cubicBezTo>
                    <a:pt x="423" y="164"/>
                    <a:pt x="419" y="116"/>
                    <a:pt x="407" y="87"/>
                  </a:cubicBezTo>
                  <a:cubicBezTo>
                    <a:pt x="395" y="58"/>
                    <a:pt x="366" y="26"/>
                    <a:pt x="329" y="13"/>
                  </a:cubicBezTo>
                  <a:cubicBezTo>
                    <a:pt x="292" y="0"/>
                    <a:pt x="232" y="7"/>
                    <a:pt x="183" y="1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33837" name="Group 26"/>
            <p:cNvGrpSpPr>
              <a:grpSpLocks/>
            </p:cNvGrpSpPr>
            <p:nvPr/>
          </p:nvGrpSpPr>
          <p:grpSpPr bwMode="auto">
            <a:xfrm>
              <a:off x="4002" y="442"/>
              <a:ext cx="316" cy="147"/>
              <a:chOff x="3600" y="219"/>
              <a:chExt cx="360" cy="175"/>
            </a:xfrm>
          </p:grpSpPr>
          <p:sp>
            <p:nvSpPr>
              <p:cNvPr id="33838" name="Oval 2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33839" name="Line 2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840" name="Line 2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841" name="Rectangle 30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42" name="Oval 3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grpSp>
            <p:nvGrpSpPr>
              <p:cNvPr id="33843" name="Group 3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3848" name="Line 3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49" name="Line 3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50" name="Line 3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33844" name="Group 3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33845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46" name="Line 3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3847" name="Line 3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</p:grpSp>
      <p:sp>
        <p:nvSpPr>
          <p:cNvPr id="33803" name="Line 40"/>
          <p:cNvSpPr>
            <a:spLocks noChangeShapeType="1"/>
          </p:cNvSpPr>
          <p:nvPr/>
        </p:nvSpPr>
        <p:spPr bwMode="auto">
          <a:xfrm flipH="1" flipV="1">
            <a:off x="2834879" y="2518173"/>
            <a:ext cx="631031" cy="5584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04" name="Line 41"/>
          <p:cNvSpPr>
            <a:spLocks noChangeShapeType="1"/>
          </p:cNvSpPr>
          <p:nvPr/>
        </p:nvSpPr>
        <p:spPr bwMode="auto">
          <a:xfrm flipH="1" flipV="1">
            <a:off x="5915025" y="3193257"/>
            <a:ext cx="400050" cy="18931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05" name="Line 42"/>
          <p:cNvSpPr>
            <a:spLocks noChangeShapeType="1"/>
          </p:cNvSpPr>
          <p:nvPr/>
        </p:nvSpPr>
        <p:spPr bwMode="auto">
          <a:xfrm flipH="1">
            <a:off x="2727723" y="3245644"/>
            <a:ext cx="748903" cy="567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06" name="Line 43"/>
          <p:cNvSpPr>
            <a:spLocks noChangeShapeType="1"/>
          </p:cNvSpPr>
          <p:nvPr/>
        </p:nvSpPr>
        <p:spPr bwMode="auto">
          <a:xfrm flipH="1">
            <a:off x="5882879" y="2833688"/>
            <a:ext cx="401240" cy="179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07" name="Line 44"/>
          <p:cNvSpPr>
            <a:spLocks noChangeShapeType="1"/>
          </p:cNvSpPr>
          <p:nvPr/>
        </p:nvSpPr>
        <p:spPr bwMode="auto">
          <a:xfrm flipH="1">
            <a:off x="2970610" y="3161110"/>
            <a:ext cx="4429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08" name="Line 45"/>
          <p:cNvSpPr>
            <a:spLocks noChangeShapeType="1"/>
          </p:cNvSpPr>
          <p:nvPr/>
        </p:nvSpPr>
        <p:spPr bwMode="auto">
          <a:xfrm flipH="1">
            <a:off x="5913835" y="3119438"/>
            <a:ext cx="41076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pic>
        <p:nvPicPr>
          <p:cNvPr id="33809" name="Picture 46" descr="j028737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9" y="2031206"/>
            <a:ext cx="658415" cy="529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0" name="Picture 47" descr="j019538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9" y="3543301"/>
            <a:ext cx="582215" cy="594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1" name="Picture 48" descr="j019541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263" y="2193131"/>
            <a:ext cx="819150" cy="696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12" name="Picture 49" descr="j019538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032" y="3327798"/>
            <a:ext cx="735806" cy="591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6232" name="Rectangle 56"/>
          <p:cNvSpPr>
            <a:spLocks noChangeArrowheads="1"/>
          </p:cNvSpPr>
          <p:nvPr/>
        </p:nvSpPr>
        <p:spPr bwMode="auto">
          <a:xfrm>
            <a:off x="2997994" y="3003947"/>
            <a:ext cx="53579" cy="270272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06233" name="Rectangle 57"/>
          <p:cNvSpPr>
            <a:spLocks noChangeArrowheads="1"/>
          </p:cNvSpPr>
          <p:nvPr/>
        </p:nvSpPr>
        <p:spPr bwMode="auto">
          <a:xfrm>
            <a:off x="2889648" y="2247901"/>
            <a:ext cx="53578" cy="2702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pic>
        <p:nvPicPr>
          <p:cNvPr id="33815" name="Picture 58" descr="j041147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178" y="2814637"/>
            <a:ext cx="776288" cy="57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6235" name="Rectangle 59"/>
          <p:cNvSpPr>
            <a:spLocks noChangeArrowheads="1"/>
          </p:cNvSpPr>
          <p:nvPr/>
        </p:nvSpPr>
        <p:spPr bwMode="auto">
          <a:xfrm>
            <a:off x="2781300" y="3759994"/>
            <a:ext cx="53579" cy="27027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06236" name="Rectangle 60"/>
          <p:cNvSpPr>
            <a:spLocks noChangeArrowheads="1"/>
          </p:cNvSpPr>
          <p:nvPr/>
        </p:nvSpPr>
        <p:spPr bwMode="auto">
          <a:xfrm>
            <a:off x="3722012" y="2305050"/>
            <a:ext cx="809625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计时器：</a:t>
            </a:r>
          </a:p>
        </p:txBody>
      </p:sp>
      <p:sp>
        <p:nvSpPr>
          <p:cNvPr id="306238" name="Rectangle 62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6239" name="Rectangle 63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6240" name="Rectangle 64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306241" name="Rectangle 65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306242" name="Rectangle 66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4</a:t>
            </a:r>
          </a:p>
        </p:txBody>
      </p:sp>
      <p:sp>
        <p:nvSpPr>
          <p:cNvPr id="306243" name="Rectangle 67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5</a:t>
            </a:r>
          </a:p>
        </p:txBody>
      </p:sp>
      <p:sp>
        <p:nvSpPr>
          <p:cNvPr id="306244" name="Rectangle 68"/>
          <p:cNvSpPr>
            <a:spLocks noChangeArrowheads="1"/>
          </p:cNvSpPr>
          <p:nvPr/>
        </p:nvSpPr>
        <p:spPr bwMode="auto">
          <a:xfrm>
            <a:off x="4639984" y="2305050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6</a:t>
            </a:r>
          </a:p>
        </p:txBody>
      </p:sp>
      <p:sp>
        <p:nvSpPr>
          <p:cNvPr id="306245" name="Rectangle 69"/>
          <p:cNvSpPr>
            <a:spLocks noChangeArrowheads="1"/>
          </p:cNvSpPr>
          <p:nvPr/>
        </p:nvSpPr>
        <p:spPr bwMode="auto">
          <a:xfrm>
            <a:off x="5125759" y="2305050"/>
            <a:ext cx="378619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</a:p>
        </p:txBody>
      </p:sp>
      <p:sp>
        <p:nvSpPr>
          <p:cNvPr id="306246" name="Rectangle 70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7</a:t>
            </a:r>
          </a:p>
        </p:txBody>
      </p:sp>
      <p:sp>
        <p:nvSpPr>
          <p:cNvPr id="306247" name="Rectangle 71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8</a:t>
            </a:r>
          </a:p>
        </p:txBody>
      </p:sp>
      <p:sp>
        <p:nvSpPr>
          <p:cNvPr id="306248" name="Rectangle 72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0. </a:t>
            </a:r>
            <a:r>
              <a:rPr lang="en-US" altLang="zh-CN" sz="1350">
                <a:solidFill>
                  <a:srgbClr val="FF3300"/>
                </a:solidFill>
              </a:rPr>
              <a:t>9</a:t>
            </a:r>
          </a:p>
        </p:txBody>
      </p:sp>
      <p:sp>
        <p:nvSpPr>
          <p:cNvPr id="306249" name="Rectangle 73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1. </a:t>
            </a:r>
            <a:r>
              <a:rPr lang="en-US" altLang="zh-CN" sz="1350">
                <a:solidFill>
                  <a:srgbClr val="FF3300"/>
                </a:solidFill>
              </a:rPr>
              <a:t>0</a:t>
            </a:r>
          </a:p>
        </p:txBody>
      </p:sp>
      <p:sp>
        <p:nvSpPr>
          <p:cNvPr id="306250" name="Rectangle 74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/>
              <a:t>1. </a:t>
            </a:r>
            <a:r>
              <a:rPr lang="en-US" altLang="zh-CN" sz="135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306251" name="Rectangle 75"/>
          <p:cNvSpPr>
            <a:spLocks noChangeArrowheads="1"/>
          </p:cNvSpPr>
          <p:nvPr/>
        </p:nvSpPr>
        <p:spPr bwMode="auto">
          <a:xfrm>
            <a:off x="4639984" y="2303859"/>
            <a:ext cx="431006" cy="323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sz="135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33832" name="Freeform 76"/>
          <p:cNvSpPr>
            <a:spLocks/>
          </p:cNvSpPr>
          <p:nvPr/>
        </p:nvSpPr>
        <p:spPr bwMode="auto">
          <a:xfrm>
            <a:off x="2951560" y="2356247"/>
            <a:ext cx="3349228" cy="647700"/>
          </a:xfrm>
          <a:custGeom>
            <a:avLst/>
            <a:gdLst>
              <a:gd name="T0" fmla="*/ 0 w 2676"/>
              <a:gd name="T1" fmla="*/ 0 h 544"/>
              <a:gd name="T2" fmla="*/ 984576 w 2676"/>
              <a:gd name="T3" fmla="*/ 863600 h 544"/>
              <a:gd name="T4" fmla="*/ 3632919 w 2676"/>
              <a:gd name="T5" fmla="*/ 863600 h 544"/>
              <a:gd name="T6" fmla="*/ 4465637 w 2676"/>
              <a:gd name="T7" fmla="*/ 358775 h 5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676" h="544">
                <a:moveTo>
                  <a:pt x="0" y="0"/>
                </a:moveTo>
                <a:lnTo>
                  <a:pt x="590" y="544"/>
                </a:lnTo>
                <a:lnTo>
                  <a:pt x="2177" y="544"/>
                </a:lnTo>
                <a:lnTo>
                  <a:pt x="2676" y="226"/>
                </a:lnTo>
              </a:path>
            </a:pathLst>
          </a:custGeom>
          <a:noFill/>
          <a:ln w="19050" cap="flat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33" name="Freeform 77"/>
          <p:cNvSpPr>
            <a:spLocks/>
          </p:cNvSpPr>
          <p:nvPr/>
        </p:nvSpPr>
        <p:spPr bwMode="auto">
          <a:xfrm>
            <a:off x="3006328" y="3219450"/>
            <a:ext cx="3348038" cy="378619"/>
          </a:xfrm>
          <a:custGeom>
            <a:avLst/>
            <a:gdLst>
              <a:gd name="T0" fmla="*/ 0 w 2812"/>
              <a:gd name="T1" fmla="*/ 0 h 318"/>
              <a:gd name="T2" fmla="*/ 3600450 w 2812"/>
              <a:gd name="T3" fmla="*/ 0 h 318"/>
              <a:gd name="T4" fmla="*/ 4464050 w 2812"/>
              <a:gd name="T5" fmla="*/ 504825 h 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12" h="318">
                <a:moveTo>
                  <a:pt x="0" y="0"/>
                </a:moveTo>
                <a:lnTo>
                  <a:pt x="2268" y="0"/>
                </a:lnTo>
                <a:lnTo>
                  <a:pt x="2812" y="318"/>
                </a:lnTo>
              </a:path>
            </a:pathLst>
          </a:custGeom>
          <a:noFill/>
          <a:ln w="19050" cap="flat">
            <a:solidFill>
              <a:srgbClr val="00FF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3834" name="Freeform 78"/>
          <p:cNvSpPr>
            <a:spLocks/>
          </p:cNvSpPr>
          <p:nvPr/>
        </p:nvSpPr>
        <p:spPr bwMode="auto">
          <a:xfrm>
            <a:off x="2844404" y="2950369"/>
            <a:ext cx="3563540" cy="1025129"/>
          </a:xfrm>
          <a:custGeom>
            <a:avLst/>
            <a:gdLst>
              <a:gd name="T0" fmla="*/ 0 w 2993"/>
              <a:gd name="T1" fmla="*/ 1366838 h 861"/>
              <a:gd name="T2" fmla="*/ 1223962 w 2993"/>
              <a:gd name="T3" fmla="*/ 431800 h 861"/>
              <a:gd name="T4" fmla="*/ 3743325 w 2993"/>
              <a:gd name="T5" fmla="*/ 431800 h 861"/>
              <a:gd name="T6" fmla="*/ 4751387 w 2993"/>
              <a:gd name="T7" fmla="*/ 0 h 86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93" h="861">
                <a:moveTo>
                  <a:pt x="0" y="861"/>
                </a:moveTo>
                <a:lnTo>
                  <a:pt x="771" y="272"/>
                </a:lnTo>
                <a:lnTo>
                  <a:pt x="2358" y="272"/>
                </a:lnTo>
                <a:lnTo>
                  <a:pt x="2993" y="0"/>
                </a:lnTo>
              </a:path>
            </a:pathLst>
          </a:custGeom>
          <a:noFill/>
          <a:ln w="19050" cap="flat">
            <a:solidFill>
              <a:srgbClr val="0000FF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74" name="矩形 73"/>
          <p:cNvSpPr/>
          <p:nvPr/>
        </p:nvSpPr>
        <p:spPr>
          <a:xfrm>
            <a:off x="1890519" y="1407572"/>
            <a:ext cx="1481496" cy="3077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defRPr/>
            </a:pP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FDM (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分频复用</a:t>
            </a:r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70" name="灯片编号占位符 2">
            <a:extLst>
              <a:ext uri="{FF2B5EF4-FFF2-40B4-BE49-F238E27FC236}">
                <a16:creationId xmlns:a16="http://schemas.microsoft.com/office/drawing/2014/main" id="{A9248552-4906-4591-8143-74E1385E5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AutoShape 5">
            <a:extLst>
              <a:ext uri="{FF2B5EF4-FFF2-40B4-BE49-F238E27FC236}">
                <a16:creationId xmlns:a16="http://schemas.microsoft.com/office/drawing/2014/main" id="{6C61F95B-C826-4639-B8F4-126A5C5AA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2" name="Rectangle 3">
            <a:extLst>
              <a:ext uri="{FF2B5EF4-FFF2-40B4-BE49-F238E27FC236}">
                <a16:creationId xmlns:a16="http://schemas.microsoft.com/office/drawing/2014/main" id="{94F8BECA-9EF6-49CB-9C2C-C968713FC9AE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</a:p>
        </p:txBody>
      </p:sp>
    </p:spTree>
    <p:extLst>
      <p:ext uri="{BB962C8B-B14F-4D97-AF65-F5344CB8AC3E}">
        <p14:creationId xmlns:p14="http://schemas.microsoft.com/office/powerpoint/2010/main" val="1043226523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1300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0.00023 L 0.1066 0.127 L 0.40208 0.127 L 0.48646 0.062 " pathEditMode="relative" ptsTypes="AAAA">
                                      <p:cBhvr>
                                        <p:cTn id="20" dur="500" fill="hold"/>
                                        <p:tgtEl>
                                          <p:spTgt spid="306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1300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2.64168E-6 L 0.38542 2.64168E-6 L 0.49236 0.08235 " pathEditMode="relative" ptsTypes="AAA">
                                      <p:cBhvr>
                                        <p:cTn id="22" dur="500" fill="hold"/>
                                        <p:tgtEl>
                                          <p:spTgt spid="306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1300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7778E-6 3.96253E-6 L 0.13369 -0.13926 L 0.4191 -0.13926 L 0.52032 -0.19755 " pathEditMode="relative" ptsTypes="AAAA">
                                      <p:cBhvr>
                                        <p:cTn id="24" dur="500" fill="hold"/>
                                        <p:tgtEl>
                                          <p:spTgt spid="306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232" grpId="0" animBg="1"/>
      <p:bldP spid="306232" grpId="1" animBg="1"/>
      <p:bldP spid="306233" grpId="0" animBg="1"/>
      <p:bldP spid="306233" grpId="1" animBg="1"/>
      <p:bldP spid="306235" grpId="0" animBg="1"/>
      <p:bldP spid="306235" grpId="1" animBg="1"/>
      <p:bldP spid="306236" grpId="0" animBg="1"/>
      <p:bldP spid="306238" grpId="0" animBg="1"/>
      <p:bldP spid="306239" grpId="0" animBg="1"/>
      <p:bldP spid="306240" grpId="0" animBg="1"/>
      <p:bldP spid="306241" grpId="0" animBg="1"/>
      <p:bldP spid="306242" grpId="0" animBg="1"/>
      <p:bldP spid="306243" grpId="0" animBg="1"/>
      <p:bldP spid="306244" grpId="0" animBg="1"/>
      <p:bldP spid="306245" grpId="0" animBg="1"/>
      <p:bldP spid="306246" grpId="0" animBg="1"/>
      <p:bldP spid="306247" grpId="0" animBg="1"/>
      <p:bldP spid="306248" grpId="0" animBg="1"/>
      <p:bldP spid="306249" grpId="0" animBg="1"/>
      <p:bldP spid="306250" grpId="0" animBg="1"/>
      <p:bldP spid="306251" grpId="0" animBg="1"/>
      <p:bldP spid="71" grpId="0" animBg="1"/>
      <p:bldP spid="71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2" descr="packet swichi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114351"/>
            <a:ext cx="4293394" cy="3683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07206" name="Rectangle 6"/>
          <p:cNvSpPr>
            <a:spLocks noChangeArrowheads="1"/>
          </p:cNvSpPr>
          <p:nvPr/>
        </p:nvSpPr>
        <p:spPr bwMode="auto">
          <a:xfrm>
            <a:off x="945033" y="1344403"/>
            <a:ext cx="3419702" cy="194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(Message)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被分成小的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数据块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Packet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数据包</a:t>
            </a:r>
            <a:r>
              <a: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每个分组占用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全部带宽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用户可以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网络通信资源</a:t>
            </a:r>
            <a:endParaRPr lang="en-US" altLang="zh-CN" sz="13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3" descr="1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602" y="1614413"/>
            <a:ext cx="91679" cy="2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 descr="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031" y="2428801"/>
            <a:ext cx="2286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5" descr="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28844">
            <a:off x="7671247" y="2807420"/>
            <a:ext cx="230981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6" descr="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103767">
            <a:off x="6046044" y="2728839"/>
            <a:ext cx="230981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7" descr="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09395">
            <a:off x="6806853" y="3619426"/>
            <a:ext cx="230981" cy="178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659905"/>
              </p:ext>
            </p:extLst>
          </p:nvPr>
        </p:nvGraphicFramePr>
        <p:xfrm>
          <a:off x="5882927" y="1145307"/>
          <a:ext cx="4238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0" name="Visio" r:id="rId8" imgW="1036930" imgH="1036930" progId="Visio.Drawing.11">
                  <p:embed/>
                </p:oleObj>
              </mc:Choice>
              <mc:Fallback>
                <p:oleObj name="Visio" r:id="rId8" imgW="1036930" imgH="1036930" progId="Visio.Drawing.11">
                  <p:embed/>
                  <p:pic>
                    <p:nvPicPr>
                      <p:cNvPr id="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927" y="1145307"/>
                        <a:ext cx="423863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439866"/>
              </p:ext>
            </p:extLst>
          </p:nvPr>
        </p:nvGraphicFramePr>
        <p:xfrm>
          <a:off x="8289181" y="2285926"/>
          <a:ext cx="4238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1" name="Visio" r:id="rId10" imgW="1036930" imgH="1036930" progId="Visio.Drawing.11">
                  <p:embed/>
                </p:oleObj>
              </mc:Choice>
              <mc:Fallback>
                <p:oleObj name="Visio" r:id="rId10" imgW="1036930" imgH="1036930" progId="Visio.Drawing.11">
                  <p:embed/>
                  <p:pic>
                    <p:nvPicPr>
                      <p:cNvPr id="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9181" y="2285926"/>
                        <a:ext cx="423863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20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040" y="3421782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574157"/>
              </p:ext>
            </p:extLst>
          </p:nvPr>
        </p:nvGraphicFramePr>
        <p:xfrm>
          <a:off x="4452987" y="3220566"/>
          <a:ext cx="4429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2" name="Visio" r:id="rId12" imgW="1027786" imgH="1027786" progId="Visio.Drawing.11">
                  <p:embed/>
                </p:oleObj>
              </mc:Choice>
              <mc:Fallback>
                <p:oleObj name="Visio" r:id="rId12" imgW="1027786" imgH="1027786" progId="Visio.Drawing.11">
                  <p:embed/>
                  <p:pic>
                    <p:nvPicPr>
                      <p:cNvPr id="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87" y="3220566"/>
                        <a:ext cx="4429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2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53169">
            <a:off x="5711478" y="3593232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3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5377">
            <a:off x="6903294" y="3792066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24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387968">
            <a:off x="7672437" y="3287242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5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984162">
            <a:off x="5511453" y="2919339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26" descr="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3317">
            <a:off x="6288931" y="2652639"/>
            <a:ext cx="302419" cy="12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5135388"/>
              </p:ext>
            </p:extLst>
          </p:nvPr>
        </p:nvGraphicFramePr>
        <p:xfrm>
          <a:off x="7986762" y="3895651"/>
          <a:ext cx="4429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3" name="Visio" r:id="rId14" imgW="1027786" imgH="1027786" progId="Visio.Drawing.11">
                  <p:embed/>
                </p:oleObj>
              </mc:Choice>
              <mc:Fallback>
                <p:oleObj name="Visio" r:id="rId14" imgW="1027786" imgH="1027786" progId="Visio.Drawing.11">
                  <p:embed/>
                  <p:pic>
                    <p:nvPicPr>
                      <p:cNvPr id="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762" y="3895651"/>
                        <a:ext cx="442913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灯片编号占位符 2">
            <a:extLst>
              <a:ext uri="{FF2B5EF4-FFF2-40B4-BE49-F238E27FC236}">
                <a16:creationId xmlns:a16="http://schemas.microsoft.com/office/drawing/2014/main" id="{3857AA73-078E-4E71-953A-B3608209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7ED4A887-871B-4B58-BE44-76B4F4F0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693BDBA-7C54-419F-85A7-6108C4D11CBF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E227A0D-5266-45B0-A407-CF629A18CE3D}"/>
              </a:ext>
            </a:extLst>
          </p:cNvPr>
          <p:cNvSpPr/>
          <p:nvPr/>
        </p:nvSpPr>
        <p:spPr>
          <a:xfrm>
            <a:off x="7378814" y="947585"/>
            <a:ext cx="1640036" cy="34607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重点概念</a:t>
            </a:r>
          </a:p>
        </p:txBody>
      </p:sp>
    </p:spTree>
    <p:extLst>
      <p:ext uri="{BB962C8B-B14F-4D97-AF65-F5344CB8AC3E}">
        <p14:creationId xmlns:p14="http://schemas.microsoft.com/office/powerpoint/2010/main" val="3789114850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7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7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32099E-6 L 8.33333E-7 0.092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9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4.32099E-6 L 0.14688 0.08766 " pathEditMode="relative" rAng="0" ptsTypes="AA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44" y="4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6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6875 -0.04722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38" y="-23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9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93827E-7 L 0.05921 0.1996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99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6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34568E-6 L 0.07014 -0.0935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7" y="-46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93827E-7 L 0.03906 -0.00123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4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82716E-6 L 0.08211 0.06605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33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71605E-6 L 0.05642 -0.07901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-3951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0.03281 -0.06512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2" y="-32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22222E-6 L 0.12205 0.07037 " pathEditMode="relative" rAng="0" ptsTypes="AA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94" y="3519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000"/>
                            </p:stCondLst>
                            <p:childTnLst>
                              <p:par>
                                <p:cTn id="89" presetID="63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-4.5679E-6 L 0.04097 0.08365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9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9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50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2" name="灯片编号占位符 2">
            <a:extLst>
              <a:ext uri="{FF2B5EF4-FFF2-40B4-BE49-F238E27FC236}">
                <a16:creationId xmlns:a16="http://schemas.microsoft.com/office/drawing/2014/main" id="{3857AA73-078E-4E71-953A-B3608209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29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7ED4A887-871B-4B58-BE44-76B4F4F0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9693BDBA-7C54-419F-85A7-6108C4D11CBF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  <p:pic>
        <p:nvPicPr>
          <p:cNvPr id="4" name="paket switch">
            <a:hlinkClick r:id="" action="ppaction://media"/>
            <a:extLst>
              <a:ext uri="{FF2B5EF4-FFF2-40B4-BE49-F238E27FC236}">
                <a16:creationId xmlns:a16="http://schemas.microsoft.com/office/drawing/2014/main" id="{5EB2E496-0FFF-475B-B270-615293574C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99792" y="898713"/>
            <a:ext cx="5263555" cy="399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74490"/>
      </p:ext>
    </p:extLst>
  </p:cSld>
  <p:clrMapOvr>
    <a:masterClrMapping/>
  </p:clrMapOvr>
  <p:transition>
    <p:fade/>
    <p:sndAc>
      <p:stSnd>
        <p:snd r:embed="rId4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322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17446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032272" y="1378847"/>
            <a:ext cx="5166115" cy="159824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存储转发机制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store-and-forward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一个数据分组由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当某节点接收到第一个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后，依次将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存储，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待接收完这个分组后，才进行转发</a:t>
            </a:r>
          </a:p>
          <a:p>
            <a:pPr lvl="1" eaLnBrk="1" hangingPunct="1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</a:p>
        </p:txBody>
      </p:sp>
      <p:sp>
        <p:nvSpPr>
          <p:cNvPr id="317447" name="Line 7"/>
          <p:cNvSpPr>
            <a:spLocks noChangeShapeType="1"/>
          </p:cNvSpPr>
          <p:nvPr/>
        </p:nvSpPr>
        <p:spPr bwMode="auto">
          <a:xfrm>
            <a:off x="1943100" y="3741478"/>
            <a:ext cx="5381625" cy="14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aphicFrame>
        <p:nvGraphicFramePr>
          <p:cNvPr id="3174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570392"/>
              </p:ext>
            </p:extLst>
          </p:nvPr>
        </p:nvGraphicFramePr>
        <p:xfrm>
          <a:off x="1494235" y="3470016"/>
          <a:ext cx="484584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" name="Clip" r:id="rId4" imgW="1307263" imgH="1084139" progId="">
                  <p:embed/>
                </p:oleObj>
              </mc:Choice>
              <mc:Fallback>
                <p:oleObj name="Clip" r:id="rId4" imgW="1307263" imgH="1084139" progId="">
                  <p:embed/>
                  <p:pic>
                    <p:nvPicPr>
                      <p:cNvPr id="3174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5" y="3470016"/>
                        <a:ext cx="484584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73876"/>
              </p:ext>
            </p:extLst>
          </p:nvPr>
        </p:nvGraphicFramePr>
        <p:xfrm>
          <a:off x="7117557" y="3502162"/>
          <a:ext cx="48458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name="Clip" r:id="rId6" imgW="1307263" imgH="1084139" progId="">
                  <p:embed/>
                </p:oleObj>
              </mc:Choice>
              <mc:Fallback>
                <p:oleObj name="Clip" r:id="rId6" imgW="1307263" imgH="1084139" progId="">
                  <p:embed/>
                  <p:pic>
                    <p:nvPicPr>
                      <p:cNvPr id="3174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7557" y="3502162"/>
                        <a:ext cx="484585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50" name="Group 10"/>
          <p:cNvGrpSpPr>
            <a:grpSpLocks/>
          </p:cNvGrpSpPr>
          <p:nvPr/>
        </p:nvGrpSpPr>
        <p:grpSpPr bwMode="auto">
          <a:xfrm>
            <a:off x="3698082" y="3615272"/>
            <a:ext cx="426244" cy="213122"/>
            <a:chOff x="3824" y="1838"/>
            <a:chExt cx="358" cy="179"/>
          </a:xfrm>
        </p:grpSpPr>
        <p:sp>
          <p:nvSpPr>
            <p:cNvPr id="38962" name="Oval 11"/>
            <p:cNvSpPr>
              <a:spLocks noChangeArrowheads="1"/>
            </p:cNvSpPr>
            <p:nvPr/>
          </p:nvSpPr>
          <p:spPr bwMode="auto">
            <a:xfrm>
              <a:off x="3827" y="1918"/>
              <a:ext cx="355" cy="99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38963" name="Line 12"/>
            <p:cNvSpPr>
              <a:spLocks noChangeShapeType="1"/>
            </p:cNvSpPr>
            <p:nvPr/>
          </p:nvSpPr>
          <p:spPr bwMode="auto">
            <a:xfrm>
              <a:off x="3827" y="191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64" name="Line 13"/>
            <p:cNvSpPr>
              <a:spLocks noChangeShapeType="1"/>
            </p:cNvSpPr>
            <p:nvPr/>
          </p:nvSpPr>
          <p:spPr bwMode="auto">
            <a:xfrm>
              <a:off x="4182" y="191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65" name="Rectangle 14"/>
            <p:cNvSpPr>
              <a:spLocks noChangeArrowheads="1"/>
            </p:cNvSpPr>
            <p:nvPr/>
          </p:nvSpPr>
          <p:spPr bwMode="auto">
            <a:xfrm>
              <a:off x="3827" y="1910"/>
              <a:ext cx="352" cy="6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8966" name="Oval 15"/>
            <p:cNvSpPr>
              <a:spLocks noChangeArrowheads="1"/>
            </p:cNvSpPr>
            <p:nvPr/>
          </p:nvSpPr>
          <p:spPr bwMode="auto">
            <a:xfrm>
              <a:off x="3824" y="1838"/>
              <a:ext cx="355" cy="116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8967" name="Group 16"/>
            <p:cNvGrpSpPr>
              <a:grpSpLocks/>
            </p:cNvGrpSpPr>
            <p:nvPr/>
          </p:nvGrpSpPr>
          <p:grpSpPr bwMode="auto">
            <a:xfrm>
              <a:off x="3910" y="1864"/>
              <a:ext cx="176" cy="67"/>
              <a:chOff x="2848" y="848"/>
              <a:chExt cx="140" cy="98"/>
            </a:xfrm>
          </p:grpSpPr>
          <p:sp>
            <p:nvSpPr>
              <p:cNvPr id="38972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73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74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8968" name="Group 20"/>
            <p:cNvGrpSpPr>
              <a:grpSpLocks/>
            </p:cNvGrpSpPr>
            <p:nvPr/>
          </p:nvGrpSpPr>
          <p:grpSpPr bwMode="auto">
            <a:xfrm flipV="1">
              <a:off x="3910" y="1863"/>
              <a:ext cx="176" cy="67"/>
              <a:chOff x="2848" y="848"/>
              <a:chExt cx="140" cy="98"/>
            </a:xfrm>
          </p:grpSpPr>
          <p:sp>
            <p:nvSpPr>
              <p:cNvPr id="38969" name="Line 2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70" name="Line 2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71" name="Line 2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317464" name="Group 24"/>
          <p:cNvGrpSpPr>
            <a:grpSpLocks/>
          </p:cNvGrpSpPr>
          <p:nvPr/>
        </p:nvGrpSpPr>
        <p:grpSpPr bwMode="auto">
          <a:xfrm>
            <a:off x="5806679" y="3614082"/>
            <a:ext cx="426244" cy="213122"/>
            <a:chOff x="3824" y="1838"/>
            <a:chExt cx="358" cy="179"/>
          </a:xfrm>
        </p:grpSpPr>
        <p:sp>
          <p:nvSpPr>
            <p:cNvPr id="38949" name="Oval 25"/>
            <p:cNvSpPr>
              <a:spLocks noChangeArrowheads="1"/>
            </p:cNvSpPr>
            <p:nvPr/>
          </p:nvSpPr>
          <p:spPr bwMode="auto">
            <a:xfrm>
              <a:off x="3827" y="1918"/>
              <a:ext cx="355" cy="99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38950" name="Line 26"/>
            <p:cNvSpPr>
              <a:spLocks noChangeShapeType="1"/>
            </p:cNvSpPr>
            <p:nvPr/>
          </p:nvSpPr>
          <p:spPr bwMode="auto">
            <a:xfrm>
              <a:off x="3827" y="191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51" name="Line 27"/>
            <p:cNvSpPr>
              <a:spLocks noChangeShapeType="1"/>
            </p:cNvSpPr>
            <p:nvPr/>
          </p:nvSpPr>
          <p:spPr bwMode="auto">
            <a:xfrm>
              <a:off x="4182" y="1910"/>
              <a:ext cx="0" cy="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952" name="Rectangle 28"/>
            <p:cNvSpPr>
              <a:spLocks noChangeArrowheads="1"/>
            </p:cNvSpPr>
            <p:nvPr/>
          </p:nvSpPr>
          <p:spPr bwMode="auto">
            <a:xfrm>
              <a:off x="3827" y="1910"/>
              <a:ext cx="352" cy="6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8953" name="Oval 29"/>
            <p:cNvSpPr>
              <a:spLocks noChangeArrowheads="1"/>
            </p:cNvSpPr>
            <p:nvPr/>
          </p:nvSpPr>
          <p:spPr bwMode="auto">
            <a:xfrm>
              <a:off x="3824" y="1838"/>
              <a:ext cx="355" cy="116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zh-CN">
                <a:solidFill>
                  <a:srgbClr val="FFFF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8954" name="Group 30"/>
            <p:cNvGrpSpPr>
              <a:grpSpLocks/>
            </p:cNvGrpSpPr>
            <p:nvPr/>
          </p:nvGrpSpPr>
          <p:grpSpPr bwMode="auto">
            <a:xfrm>
              <a:off x="3910" y="1864"/>
              <a:ext cx="176" cy="67"/>
              <a:chOff x="2848" y="848"/>
              <a:chExt cx="140" cy="98"/>
            </a:xfrm>
          </p:grpSpPr>
          <p:sp>
            <p:nvSpPr>
              <p:cNvPr id="38959" name="Line 3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60" name="Line 3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61" name="Line 3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pSp>
          <p:nvGrpSpPr>
            <p:cNvPr id="38955" name="Group 34"/>
            <p:cNvGrpSpPr>
              <a:grpSpLocks/>
            </p:cNvGrpSpPr>
            <p:nvPr/>
          </p:nvGrpSpPr>
          <p:grpSpPr bwMode="auto">
            <a:xfrm flipV="1">
              <a:off x="3910" y="1863"/>
              <a:ext cx="176" cy="67"/>
              <a:chOff x="2848" y="848"/>
              <a:chExt cx="140" cy="98"/>
            </a:xfrm>
          </p:grpSpPr>
          <p:sp>
            <p:nvSpPr>
              <p:cNvPr id="38956" name="Line 3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57" name="Line 3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8958" name="Line 3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317478" name="Text Box 38"/>
          <p:cNvSpPr txBox="1">
            <a:spLocks noChangeArrowheads="1"/>
          </p:cNvSpPr>
          <p:nvPr/>
        </p:nvSpPr>
        <p:spPr bwMode="auto">
          <a:xfrm>
            <a:off x="3469481" y="3321188"/>
            <a:ext cx="30489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>
                <a:latin typeface="Comic Sans MS" panose="030F0702030302020204" pitchFamily="66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79" name="Text Box 39"/>
          <p:cNvSpPr txBox="1">
            <a:spLocks noChangeArrowheads="1"/>
          </p:cNvSpPr>
          <p:nvPr/>
        </p:nvSpPr>
        <p:spPr bwMode="auto">
          <a:xfrm>
            <a:off x="5584031" y="3342619"/>
            <a:ext cx="25836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>
                <a:latin typeface="Comic Sans MS" panose="030F0702030302020204" pitchFamily="66" charset="0"/>
              </a:rPr>
              <a:t>R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80" name="Rectangle 40"/>
          <p:cNvSpPr>
            <a:spLocks noChangeArrowheads="1"/>
          </p:cNvSpPr>
          <p:nvPr/>
        </p:nvSpPr>
        <p:spPr bwMode="auto">
          <a:xfrm>
            <a:off x="1850232" y="3173550"/>
            <a:ext cx="364331" cy="2202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500">
                <a:latin typeface="Comic Sans MS" panose="030F0702030302020204" pitchFamily="66" charset="0"/>
              </a:rPr>
              <a:t>L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81" name="Rectangle 41"/>
          <p:cNvSpPr>
            <a:spLocks noChangeArrowheads="1"/>
          </p:cNvSpPr>
          <p:nvPr/>
        </p:nvSpPr>
        <p:spPr bwMode="auto">
          <a:xfrm>
            <a:off x="1953816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2" name="Rectangle 42"/>
          <p:cNvSpPr>
            <a:spLocks noChangeArrowheads="1"/>
          </p:cNvSpPr>
          <p:nvPr/>
        </p:nvSpPr>
        <p:spPr bwMode="auto">
          <a:xfrm>
            <a:off x="2059782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3" name="Rectangle 43"/>
          <p:cNvSpPr>
            <a:spLocks noChangeArrowheads="1"/>
          </p:cNvSpPr>
          <p:nvPr/>
        </p:nvSpPr>
        <p:spPr bwMode="auto">
          <a:xfrm>
            <a:off x="2165748" y="3952219"/>
            <a:ext cx="45244" cy="2321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4" name="Rectangle 44"/>
          <p:cNvSpPr>
            <a:spLocks noChangeArrowheads="1"/>
          </p:cNvSpPr>
          <p:nvPr/>
        </p:nvSpPr>
        <p:spPr bwMode="auto">
          <a:xfrm>
            <a:off x="3537347" y="4153434"/>
            <a:ext cx="728663" cy="7381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sz="1500">
              <a:latin typeface="Times New Roman" panose="02020603050405020304" pitchFamily="18" charset="0"/>
            </a:endParaRPr>
          </a:p>
          <a:p>
            <a:pPr algn="ctr"/>
            <a:endParaRPr lang="en-US" altLang="zh-CN" sz="15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1500">
                <a:latin typeface="Times New Roman" panose="02020603050405020304" pitchFamily="18" charset="0"/>
              </a:rPr>
              <a:t>缓存</a:t>
            </a:r>
          </a:p>
        </p:txBody>
      </p:sp>
      <p:sp>
        <p:nvSpPr>
          <p:cNvPr id="317485" name="Rectangle 45"/>
          <p:cNvSpPr>
            <a:spLocks noChangeArrowheads="1"/>
          </p:cNvSpPr>
          <p:nvPr/>
        </p:nvSpPr>
        <p:spPr bwMode="auto">
          <a:xfrm>
            <a:off x="4180285" y="4205822"/>
            <a:ext cx="45244" cy="2321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6" name="Rectangle 46"/>
          <p:cNvSpPr>
            <a:spLocks noChangeArrowheads="1"/>
          </p:cNvSpPr>
          <p:nvPr/>
        </p:nvSpPr>
        <p:spPr bwMode="auto">
          <a:xfrm>
            <a:off x="4095750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7" name="Rectangle 47"/>
          <p:cNvSpPr>
            <a:spLocks noChangeArrowheads="1"/>
          </p:cNvSpPr>
          <p:nvPr/>
        </p:nvSpPr>
        <p:spPr bwMode="auto">
          <a:xfrm>
            <a:off x="4004073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8" name="Rectangle 48"/>
          <p:cNvSpPr>
            <a:spLocks noChangeArrowheads="1"/>
          </p:cNvSpPr>
          <p:nvPr/>
        </p:nvSpPr>
        <p:spPr bwMode="auto">
          <a:xfrm>
            <a:off x="3886200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89" name="Text Box 49"/>
          <p:cNvSpPr txBox="1">
            <a:spLocks noChangeArrowheads="1"/>
          </p:cNvSpPr>
          <p:nvPr/>
        </p:nvSpPr>
        <p:spPr bwMode="auto">
          <a:xfrm>
            <a:off x="1143000" y="3911738"/>
            <a:ext cx="32573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>
                <a:latin typeface="Comic Sans MS" panose="030F0702030302020204" pitchFamily="66" charset="0"/>
              </a:rPr>
              <a:t>A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90" name="Text Box 50"/>
          <p:cNvSpPr txBox="1">
            <a:spLocks noChangeArrowheads="1"/>
          </p:cNvSpPr>
          <p:nvPr/>
        </p:nvSpPr>
        <p:spPr bwMode="auto">
          <a:xfrm>
            <a:off x="7615237" y="3448585"/>
            <a:ext cx="30649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500">
                <a:latin typeface="Comic Sans MS" panose="030F0702030302020204" pitchFamily="66" charset="0"/>
              </a:rPr>
              <a:t>B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91" name="Rectangle 51"/>
          <p:cNvSpPr>
            <a:spLocks noChangeArrowheads="1"/>
          </p:cNvSpPr>
          <p:nvPr/>
        </p:nvSpPr>
        <p:spPr bwMode="auto">
          <a:xfrm>
            <a:off x="1827610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2" name="Rectangle 52"/>
          <p:cNvSpPr>
            <a:spLocks noChangeArrowheads="1"/>
          </p:cNvSpPr>
          <p:nvPr/>
        </p:nvSpPr>
        <p:spPr bwMode="auto">
          <a:xfrm>
            <a:off x="4148138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3" name="Rectangle 53"/>
          <p:cNvSpPr>
            <a:spLocks noChangeArrowheads="1"/>
          </p:cNvSpPr>
          <p:nvPr/>
        </p:nvSpPr>
        <p:spPr bwMode="auto">
          <a:xfrm>
            <a:off x="4254104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4" name="Rectangle 54"/>
          <p:cNvSpPr>
            <a:spLocks noChangeArrowheads="1"/>
          </p:cNvSpPr>
          <p:nvPr/>
        </p:nvSpPr>
        <p:spPr bwMode="auto">
          <a:xfrm>
            <a:off x="4360069" y="3952219"/>
            <a:ext cx="45244" cy="2321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5" name="Rectangle 55"/>
          <p:cNvSpPr>
            <a:spLocks noChangeArrowheads="1"/>
          </p:cNvSpPr>
          <p:nvPr/>
        </p:nvSpPr>
        <p:spPr bwMode="auto">
          <a:xfrm>
            <a:off x="5731669" y="4153434"/>
            <a:ext cx="728663" cy="7381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en-US" altLang="zh-CN" sz="1500">
              <a:latin typeface="Times New Roman" panose="02020603050405020304" pitchFamily="18" charset="0"/>
            </a:endParaRPr>
          </a:p>
          <a:p>
            <a:pPr algn="ctr"/>
            <a:endParaRPr lang="en-US" altLang="zh-CN" sz="15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1500">
                <a:latin typeface="Times New Roman" panose="02020603050405020304" pitchFamily="18" charset="0"/>
              </a:rPr>
              <a:t>缓存</a:t>
            </a:r>
          </a:p>
        </p:txBody>
      </p:sp>
      <p:sp>
        <p:nvSpPr>
          <p:cNvPr id="317496" name="Rectangle 56"/>
          <p:cNvSpPr>
            <a:spLocks noChangeArrowheads="1"/>
          </p:cNvSpPr>
          <p:nvPr/>
        </p:nvSpPr>
        <p:spPr bwMode="auto">
          <a:xfrm>
            <a:off x="6374607" y="4205822"/>
            <a:ext cx="45244" cy="232172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7" name="Rectangle 57"/>
          <p:cNvSpPr>
            <a:spLocks noChangeArrowheads="1"/>
          </p:cNvSpPr>
          <p:nvPr/>
        </p:nvSpPr>
        <p:spPr bwMode="auto">
          <a:xfrm>
            <a:off x="6290073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8" name="Rectangle 58"/>
          <p:cNvSpPr>
            <a:spLocks noChangeArrowheads="1"/>
          </p:cNvSpPr>
          <p:nvPr/>
        </p:nvSpPr>
        <p:spPr bwMode="auto">
          <a:xfrm>
            <a:off x="6198394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499" name="Rectangle 59"/>
          <p:cNvSpPr>
            <a:spLocks noChangeArrowheads="1"/>
          </p:cNvSpPr>
          <p:nvPr/>
        </p:nvSpPr>
        <p:spPr bwMode="auto">
          <a:xfrm>
            <a:off x="6080523" y="4205822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317500" name="Rectangle 60"/>
          <p:cNvSpPr>
            <a:spLocks noChangeArrowheads="1"/>
          </p:cNvSpPr>
          <p:nvPr/>
        </p:nvSpPr>
        <p:spPr bwMode="auto">
          <a:xfrm>
            <a:off x="4021932" y="3952219"/>
            <a:ext cx="45244" cy="23217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/>
          </a:p>
        </p:txBody>
      </p:sp>
      <p:sp>
        <p:nvSpPr>
          <p:cNvPr id="59" name="灯片编号占位符 2">
            <a:extLst>
              <a:ext uri="{FF2B5EF4-FFF2-40B4-BE49-F238E27FC236}">
                <a16:creationId xmlns:a16="http://schemas.microsoft.com/office/drawing/2014/main" id="{46A69FF4-C371-4C22-9075-80378DEA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50BE5F06-9EA2-4F73-96A6-C32165500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20CC3410-3ABD-4B68-8137-7A723634AFD1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  <p:pic>
        <p:nvPicPr>
          <p:cNvPr id="62" name="图片 61" descr="图片包含 游戏机&#10;&#10;描述已自动生成">
            <a:extLst>
              <a:ext uri="{FF2B5EF4-FFF2-40B4-BE49-F238E27FC236}">
                <a16:creationId xmlns:a16="http://schemas.microsoft.com/office/drawing/2014/main" id="{04677C15-5C82-453D-8B8D-E010107703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824" y="2538878"/>
            <a:ext cx="358170" cy="358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8969709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7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7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7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1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1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60494E-6 L 0.78229 -1.60494E-6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3174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1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1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17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3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17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6.17284E-7 L 0.25 6.17284E-7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317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8"/>
                                            </p:cond>
                                          </p:stCondLst>
                                        </p:cTn>
                                        <p:tgtEl>
                                          <p:spTgt spid="317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6.17284E-7 L 0.26684 6.17284E-7 " pathEditMode="relative" rAng="0" ptsTypes="AA">
                                      <p:cBhvr>
                                        <p:cTn id="85" dur="500" fill="hold"/>
                                        <p:tgtEl>
                                          <p:spTgt spid="3174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4"/>
                                            </p:cond>
                                          </p:stCondLst>
                                        </p:cTn>
                                        <p:tgtEl>
                                          <p:spTgt spid="3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6.17284E-7 L 0.28229 6.17284E-7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15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0"/>
                                            </p:cond>
                                          </p:stCondLst>
                                        </p:cTn>
                                        <p:tgtEl>
                                          <p:spTgt spid="31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6.17284E-7 L 0.30382 6.17284E-7 " pathEditMode="relative" rAng="0" ptsTypes="AA">
                                      <p:cBhvr>
                                        <p:cTn id="97" dur="500" fill="hold"/>
                                        <p:tgtEl>
                                          <p:spTgt spid="317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6"/>
                                            </p:cond>
                                          </p:stCondLst>
                                        </p:cTn>
                                        <p:tgtEl>
                                          <p:spTgt spid="3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1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1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1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6" dur="500"/>
                                        <p:tgtEl>
                                          <p:spTgt spid="317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9" dur="500"/>
                                        <p:tgtEl>
                                          <p:spTgt spid="317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2" dur="500"/>
                                        <p:tgtEl>
                                          <p:spTgt spid="317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5" dur="500"/>
                                        <p:tgtEl>
                                          <p:spTgt spid="317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6.17284E-7 L 0.25 6.17284E-7 " pathEditMode="relative" rAng="0" ptsTypes="AA">
                                      <p:cBhvr>
                                        <p:cTn id="132" dur="500" fill="hold"/>
                                        <p:tgtEl>
                                          <p:spTgt spid="3174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1"/>
                                            </p:cond>
                                          </p:stCondLst>
                                        </p:cTn>
                                        <p:tgtEl>
                                          <p:spTgt spid="3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6.17284E-7 L 0.26684 6.17284E-7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317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7"/>
                                            </p:cond>
                                          </p:stCondLst>
                                        </p:cTn>
                                        <p:tgtEl>
                                          <p:spTgt spid="3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6.17284E-7 L 0.28229 6.17284E-7 " pathEditMode="relative" rAng="0" ptsTypes="AA">
                                      <p:cBhvr>
                                        <p:cTn id="144" dur="500" fill="hold"/>
                                        <p:tgtEl>
                                          <p:spTgt spid="317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15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3"/>
                                            </p:cond>
                                          </p:stCondLst>
                                        </p:cTn>
                                        <p:tgtEl>
                                          <p:spTgt spid="31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9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6.17284E-7 L 0.30382 6.17284E-7 " pathEditMode="relative" rAng="0" ptsTypes="AA">
                                      <p:cBhvr>
                                        <p:cTn id="150" dur="500" fill="hold"/>
                                        <p:tgtEl>
                                          <p:spTgt spid="317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91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49"/>
                                            </p:cond>
                                          </p:stCondLst>
                                        </p:cTn>
                                        <p:tgtEl>
                                          <p:spTgt spid="31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000"/>
                            </p:stCondLst>
                            <p:childTnLst>
                              <p:par>
                                <p:cTn id="16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6" grpId="0" uiExpand="1" build="p"/>
      <p:bldP spid="317447" grpId="0" animBg="1"/>
      <p:bldP spid="317478" grpId="0"/>
      <p:bldP spid="317479" grpId="0"/>
      <p:bldP spid="317480" grpId="0" animBg="1"/>
      <p:bldP spid="317480" grpId="1" animBg="1"/>
      <p:bldP spid="317481" grpId="0" animBg="1"/>
      <p:bldP spid="317481" grpId="1" animBg="1"/>
      <p:bldP spid="317482" grpId="0" animBg="1"/>
      <p:bldP spid="317482" grpId="1" animBg="1"/>
      <p:bldP spid="317483" grpId="0" animBg="1"/>
      <p:bldP spid="317483" grpId="1" animBg="1"/>
      <p:bldP spid="317484" grpId="0" animBg="1"/>
      <p:bldP spid="317485" grpId="0" animBg="1"/>
      <p:bldP spid="317485" grpId="1" animBg="1"/>
      <p:bldP spid="317486" grpId="0" animBg="1"/>
      <p:bldP spid="317486" grpId="1" animBg="1"/>
      <p:bldP spid="317487" grpId="0" animBg="1"/>
      <p:bldP spid="317487" grpId="1" animBg="1"/>
      <p:bldP spid="317488" grpId="0" animBg="1"/>
      <p:bldP spid="317488" grpId="1" animBg="1"/>
      <p:bldP spid="317489" grpId="0"/>
      <p:bldP spid="317490" grpId="0"/>
      <p:bldP spid="317491" grpId="0" animBg="1"/>
      <p:bldP spid="317491" grpId="1" animBg="1"/>
      <p:bldP spid="317492" grpId="0" animBg="1"/>
      <p:bldP spid="317492" grpId="1" animBg="1"/>
      <p:bldP spid="317493" grpId="0" animBg="1"/>
      <p:bldP spid="317493" grpId="1" animBg="1"/>
      <p:bldP spid="317494" grpId="0" animBg="1"/>
      <p:bldP spid="317494" grpId="1" animBg="1"/>
      <p:bldP spid="317495" grpId="0" animBg="1"/>
      <p:bldP spid="317496" grpId="0" animBg="1"/>
      <p:bldP spid="317497" grpId="0" animBg="1"/>
      <p:bldP spid="317498" grpId="0" animBg="1"/>
      <p:bldP spid="317499" grpId="0" animBg="1"/>
      <p:bldP spid="317500" grpId="0" animBg="1"/>
      <p:bldP spid="317500" grpId="1" animBg="1"/>
      <p:bldP spid="60" grpId="0" animBg="1"/>
      <p:bldP spid="60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17446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1137880" y="1373992"/>
            <a:ext cx="1565275" cy="3286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路由和转发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Freeform 3"/>
          <p:cNvSpPr>
            <a:spLocks/>
          </p:cNvSpPr>
          <p:nvPr/>
        </p:nvSpPr>
        <p:spPr bwMode="auto">
          <a:xfrm rot="16200000">
            <a:off x="3609976" y="2330822"/>
            <a:ext cx="1649015" cy="1122759"/>
          </a:xfrm>
          <a:custGeom>
            <a:avLst/>
            <a:gdLst>
              <a:gd name="T0" fmla="*/ 0 w 1443"/>
              <a:gd name="T1" fmla="*/ 0 h 816"/>
              <a:gd name="T2" fmla="*/ 1076 w 1443"/>
              <a:gd name="T3" fmla="*/ 782 h 816"/>
              <a:gd name="T4" fmla="*/ 1320 w 1443"/>
              <a:gd name="T5" fmla="*/ 788 h 816"/>
              <a:gd name="T6" fmla="*/ 1443 w 1443"/>
              <a:gd name="T7" fmla="*/ 5 h 816"/>
              <a:gd name="T8" fmla="*/ 0 w 1443"/>
              <a:gd name="T9" fmla="*/ 0 h 816"/>
              <a:gd name="connsiteX0" fmla="*/ 0 w 10000"/>
              <a:gd name="connsiteY0" fmla="*/ 0 h 9714"/>
              <a:gd name="connsiteX1" fmla="*/ 3718 w 10000"/>
              <a:gd name="connsiteY1" fmla="*/ 8779 h 9714"/>
              <a:gd name="connsiteX2" fmla="*/ 9148 w 10000"/>
              <a:gd name="connsiteY2" fmla="*/ 9657 h 9714"/>
              <a:gd name="connsiteX3" fmla="*/ 10000 w 10000"/>
              <a:gd name="connsiteY3" fmla="*/ 61 h 9714"/>
              <a:gd name="connsiteX4" fmla="*/ 0 w 10000"/>
              <a:gd name="connsiteY4" fmla="*/ 0 h 9714"/>
              <a:gd name="connsiteX0" fmla="*/ 0 w 10000"/>
              <a:gd name="connsiteY0" fmla="*/ 0 h 9095"/>
              <a:gd name="connsiteX1" fmla="*/ 3718 w 10000"/>
              <a:gd name="connsiteY1" fmla="*/ 9037 h 9095"/>
              <a:gd name="connsiteX2" fmla="*/ 5712 w 10000"/>
              <a:gd name="connsiteY2" fmla="*/ 8929 h 9095"/>
              <a:gd name="connsiteX3" fmla="*/ 10000 w 10000"/>
              <a:gd name="connsiteY3" fmla="*/ 63 h 9095"/>
              <a:gd name="connsiteX4" fmla="*/ 0 w 10000"/>
              <a:gd name="connsiteY4" fmla="*/ 0 h 9095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718 w 10000"/>
              <a:gd name="connsiteY1" fmla="*/ 9936 h 10000"/>
              <a:gd name="connsiteX2" fmla="*/ 5712 w 10000"/>
              <a:gd name="connsiteY2" fmla="*/ 9817 h 10000"/>
              <a:gd name="connsiteX3" fmla="*/ 10000 w 10000"/>
              <a:gd name="connsiteY3" fmla="*/ 69 h 10000"/>
              <a:gd name="connsiteX4" fmla="*/ 0 w 10000"/>
              <a:gd name="connsiteY4" fmla="*/ 0 h 10000"/>
              <a:gd name="connsiteX0" fmla="*/ 0 w 8989"/>
              <a:gd name="connsiteY0" fmla="*/ 0 h 11618"/>
              <a:gd name="connsiteX1" fmla="*/ 2707 w 8989"/>
              <a:gd name="connsiteY1" fmla="*/ 11554 h 11618"/>
              <a:gd name="connsiteX2" fmla="*/ 4701 w 8989"/>
              <a:gd name="connsiteY2" fmla="*/ 11435 h 11618"/>
              <a:gd name="connsiteX3" fmla="*/ 8989 w 8989"/>
              <a:gd name="connsiteY3" fmla="*/ 1687 h 11618"/>
              <a:gd name="connsiteX4" fmla="*/ 0 w 8989"/>
              <a:gd name="connsiteY4" fmla="*/ 0 h 11618"/>
              <a:gd name="connsiteX0" fmla="*/ 0 w 9888"/>
              <a:gd name="connsiteY0" fmla="*/ 115 h 10115"/>
              <a:gd name="connsiteX1" fmla="*/ 3011 w 9888"/>
              <a:gd name="connsiteY1" fmla="*/ 10060 h 10115"/>
              <a:gd name="connsiteX2" fmla="*/ 5230 w 9888"/>
              <a:gd name="connsiteY2" fmla="*/ 9957 h 10115"/>
              <a:gd name="connsiteX3" fmla="*/ 9888 w 9888"/>
              <a:gd name="connsiteY3" fmla="*/ 0 h 10115"/>
              <a:gd name="connsiteX4" fmla="*/ 0 w 9888"/>
              <a:gd name="connsiteY4" fmla="*/ 115 h 10115"/>
              <a:gd name="connsiteX0" fmla="*/ 0 w 9829"/>
              <a:gd name="connsiteY0" fmla="*/ 0 h 10833"/>
              <a:gd name="connsiteX1" fmla="*/ 2874 w 9829"/>
              <a:gd name="connsiteY1" fmla="*/ 10779 h 10833"/>
              <a:gd name="connsiteX2" fmla="*/ 5118 w 9829"/>
              <a:gd name="connsiteY2" fmla="*/ 10677 h 10833"/>
              <a:gd name="connsiteX3" fmla="*/ 9829 w 9829"/>
              <a:gd name="connsiteY3" fmla="*/ 833 h 10833"/>
              <a:gd name="connsiteX4" fmla="*/ 0 w 9829"/>
              <a:gd name="connsiteY4" fmla="*/ 0 h 10833"/>
              <a:gd name="connsiteX0" fmla="*/ 0 w 10289"/>
              <a:gd name="connsiteY0" fmla="*/ 0 h 10000"/>
              <a:gd name="connsiteX1" fmla="*/ 2924 w 10289"/>
              <a:gd name="connsiteY1" fmla="*/ 9950 h 10000"/>
              <a:gd name="connsiteX2" fmla="*/ 5207 w 10289"/>
              <a:gd name="connsiteY2" fmla="*/ 9856 h 10000"/>
              <a:gd name="connsiteX3" fmla="*/ 10289 w 10289"/>
              <a:gd name="connsiteY3" fmla="*/ 54 h 10000"/>
              <a:gd name="connsiteX4" fmla="*/ 0 w 10289"/>
              <a:gd name="connsiteY4" fmla="*/ 0 h 10000"/>
              <a:gd name="connsiteX0" fmla="*/ 0 w 10289"/>
              <a:gd name="connsiteY0" fmla="*/ 0 h 10953"/>
              <a:gd name="connsiteX1" fmla="*/ 2924 w 10289"/>
              <a:gd name="connsiteY1" fmla="*/ 9950 h 10953"/>
              <a:gd name="connsiteX2" fmla="*/ 3723 w 10289"/>
              <a:gd name="connsiteY2" fmla="*/ 10695 h 10953"/>
              <a:gd name="connsiteX3" fmla="*/ 5207 w 10289"/>
              <a:gd name="connsiteY3" fmla="*/ 9856 h 10953"/>
              <a:gd name="connsiteX4" fmla="*/ 10289 w 10289"/>
              <a:gd name="connsiteY4" fmla="*/ 54 h 10953"/>
              <a:gd name="connsiteX5" fmla="*/ 0 w 10289"/>
              <a:gd name="connsiteY5" fmla="*/ 0 h 10953"/>
              <a:gd name="connsiteX0" fmla="*/ 0 w 10289"/>
              <a:gd name="connsiteY0" fmla="*/ 0 h 11138"/>
              <a:gd name="connsiteX1" fmla="*/ 2924 w 10289"/>
              <a:gd name="connsiteY1" fmla="*/ 9950 h 11138"/>
              <a:gd name="connsiteX2" fmla="*/ 5207 w 10289"/>
              <a:gd name="connsiteY2" fmla="*/ 9856 h 11138"/>
              <a:gd name="connsiteX3" fmla="*/ 10289 w 10289"/>
              <a:gd name="connsiteY3" fmla="*/ 54 h 11138"/>
              <a:gd name="connsiteX4" fmla="*/ 0 w 10289"/>
              <a:gd name="connsiteY4" fmla="*/ 0 h 11138"/>
              <a:gd name="connsiteX0" fmla="*/ 0 w 10289"/>
              <a:gd name="connsiteY0" fmla="*/ 0 h 10669"/>
              <a:gd name="connsiteX1" fmla="*/ 2924 w 10289"/>
              <a:gd name="connsiteY1" fmla="*/ 9950 h 10669"/>
              <a:gd name="connsiteX2" fmla="*/ 5207 w 10289"/>
              <a:gd name="connsiteY2" fmla="*/ 9856 h 10669"/>
              <a:gd name="connsiteX3" fmla="*/ 10289 w 10289"/>
              <a:gd name="connsiteY3" fmla="*/ 54 h 10669"/>
              <a:gd name="connsiteX4" fmla="*/ 0 w 10289"/>
              <a:gd name="connsiteY4" fmla="*/ 0 h 10669"/>
              <a:gd name="connsiteX0" fmla="*/ 0 w 10289"/>
              <a:gd name="connsiteY0" fmla="*/ 0 h 10734"/>
              <a:gd name="connsiteX1" fmla="*/ 2924 w 10289"/>
              <a:gd name="connsiteY1" fmla="*/ 9950 h 10734"/>
              <a:gd name="connsiteX2" fmla="*/ 4455 w 10289"/>
              <a:gd name="connsiteY2" fmla="*/ 10094 h 10734"/>
              <a:gd name="connsiteX3" fmla="*/ 10289 w 10289"/>
              <a:gd name="connsiteY3" fmla="*/ 54 h 10734"/>
              <a:gd name="connsiteX4" fmla="*/ 0 w 10289"/>
              <a:gd name="connsiteY4" fmla="*/ 0 h 10734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10107"/>
              <a:gd name="connsiteX1" fmla="*/ 2924 w 10289"/>
              <a:gd name="connsiteY1" fmla="*/ 9950 h 10107"/>
              <a:gd name="connsiteX2" fmla="*/ 4455 w 10289"/>
              <a:gd name="connsiteY2" fmla="*/ 10094 h 10107"/>
              <a:gd name="connsiteX3" fmla="*/ 10289 w 10289"/>
              <a:gd name="connsiteY3" fmla="*/ 54 h 10107"/>
              <a:gd name="connsiteX4" fmla="*/ 0 w 10289"/>
              <a:gd name="connsiteY4" fmla="*/ 0 h 10107"/>
              <a:gd name="connsiteX0" fmla="*/ 0 w 10289"/>
              <a:gd name="connsiteY0" fmla="*/ 0 h 9960"/>
              <a:gd name="connsiteX1" fmla="*/ 2924 w 10289"/>
              <a:gd name="connsiteY1" fmla="*/ 9950 h 9960"/>
              <a:gd name="connsiteX2" fmla="*/ 4166 w 10289"/>
              <a:gd name="connsiteY2" fmla="*/ 9776 h 9960"/>
              <a:gd name="connsiteX3" fmla="*/ 10289 w 10289"/>
              <a:gd name="connsiteY3" fmla="*/ 54 h 9960"/>
              <a:gd name="connsiteX4" fmla="*/ 0 w 10289"/>
              <a:gd name="connsiteY4" fmla="*/ 0 h 9960"/>
              <a:gd name="connsiteX0" fmla="*/ 0 w 10000"/>
              <a:gd name="connsiteY0" fmla="*/ 0 h 10000"/>
              <a:gd name="connsiteX1" fmla="*/ 2842 w 10000"/>
              <a:gd name="connsiteY1" fmla="*/ 9990 h 10000"/>
              <a:gd name="connsiteX2" fmla="*/ 4049 w 10000"/>
              <a:gd name="connsiteY2" fmla="*/ 9815 h 10000"/>
              <a:gd name="connsiteX3" fmla="*/ 10000 w 10000"/>
              <a:gd name="connsiteY3" fmla="*/ 54 h 10000"/>
              <a:gd name="connsiteX4" fmla="*/ 0 w 10000"/>
              <a:gd name="connsiteY4" fmla="*/ 0 h 10000"/>
              <a:gd name="connsiteX0" fmla="*/ 0 w 10000"/>
              <a:gd name="connsiteY0" fmla="*/ 0 h 10400"/>
              <a:gd name="connsiteX1" fmla="*/ 2740 w 10000"/>
              <a:gd name="connsiteY1" fmla="*/ 10397 h 10400"/>
              <a:gd name="connsiteX2" fmla="*/ 4049 w 10000"/>
              <a:gd name="connsiteY2" fmla="*/ 9815 h 10400"/>
              <a:gd name="connsiteX3" fmla="*/ 10000 w 10000"/>
              <a:gd name="connsiteY3" fmla="*/ 54 h 10400"/>
              <a:gd name="connsiteX4" fmla="*/ 0 w 10000"/>
              <a:gd name="connsiteY4" fmla="*/ 0 h 10400"/>
              <a:gd name="connsiteX0" fmla="*/ 0 w 10000"/>
              <a:gd name="connsiteY0" fmla="*/ 0 h 10419"/>
              <a:gd name="connsiteX1" fmla="*/ 2740 w 10000"/>
              <a:gd name="connsiteY1" fmla="*/ 10397 h 10419"/>
              <a:gd name="connsiteX2" fmla="*/ 3599 w 10000"/>
              <a:gd name="connsiteY2" fmla="*/ 10338 h 10419"/>
              <a:gd name="connsiteX3" fmla="*/ 10000 w 10000"/>
              <a:gd name="connsiteY3" fmla="*/ 54 h 10419"/>
              <a:gd name="connsiteX4" fmla="*/ 0 w 10000"/>
              <a:gd name="connsiteY4" fmla="*/ 0 h 10419"/>
              <a:gd name="connsiteX0" fmla="*/ 0 w 10000"/>
              <a:gd name="connsiteY0" fmla="*/ 0 h 10397"/>
              <a:gd name="connsiteX1" fmla="*/ 2740 w 10000"/>
              <a:gd name="connsiteY1" fmla="*/ 10397 h 10397"/>
              <a:gd name="connsiteX2" fmla="*/ 3599 w 10000"/>
              <a:gd name="connsiteY2" fmla="*/ 10338 h 10397"/>
              <a:gd name="connsiteX3" fmla="*/ 10000 w 10000"/>
              <a:gd name="connsiteY3" fmla="*/ 54 h 10397"/>
              <a:gd name="connsiteX4" fmla="*/ 0 w 10000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14"/>
              <a:gd name="connsiteY0" fmla="*/ 0 h 10397"/>
              <a:gd name="connsiteX1" fmla="*/ 2740 w 10614"/>
              <a:gd name="connsiteY1" fmla="*/ 10397 h 10397"/>
              <a:gd name="connsiteX2" fmla="*/ 3599 w 10614"/>
              <a:gd name="connsiteY2" fmla="*/ 10338 h 10397"/>
              <a:gd name="connsiteX3" fmla="*/ 10614 w 10614"/>
              <a:gd name="connsiteY3" fmla="*/ 112 h 10397"/>
              <a:gd name="connsiteX4" fmla="*/ 0 w 10614"/>
              <a:gd name="connsiteY4" fmla="*/ 0 h 10397"/>
              <a:gd name="connsiteX0" fmla="*/ 0 w 10675"/>
              <a:gd name="connsiteY0" fmla="*/ 0 h 10310"/>
              <a:gd name="connsiteX1" fmla="*/ 2801 w 10675"/>
              <a:gd name="connsiteY1" fmla="*/ 10310 h 10310"/>
              <a:gd name="connsiteX2" fmla="*/ 3660 w 10675"/>
              <a:gd name="connsiteY2" fmla="*/ 10251 h 10310"/>
              <a:gd name="connsiteX3" fmla="*/ 10675 w 10675"/>
              <a:gd name="connsiteY3" fmla="*/ 25 h 10310"/>
              <a:gd name="connsiteX4" fmla="*/ 0 w 10675"/>
              <a:gd name="connsiteY4" fmla="*/ 0 h 10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5" h="10310">
                <a:moveTo>
                  <a:pt x="0" y="0"/>
                </a:moveTo>
                <a:cubicBezTo>
                  <a:pt x="3109" y="3835"/>
                  <a:pt x="2511" y="6378"/>
                  <a:pt x="2801" y="10310"/>
                </a:cubicBezTo>
                <a:cubicBezTo>
                  <a:pt x="3337" y="10277"/>
                  <a:pt x="2862" y="10312"/>
                  <a:pt x="3660" y="10251"/>
                </a:cubicBezTo>
                <a:cubicBezTo>
                  <a:pt x="5139" y="5189"/>
                  <a:pt x="6996" y="3438"/>
                  <a:pt x="10675" y="25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75000">
                <a:srgbClr val="7BE5CA"/>
              </a:gs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txBody>
          <a:bodyPr/>
          <a:lstStyle/>
          <a:p>
            <a:pPr>
              <a:defRPr/>
            </a:pPr>
            <a:endParaRPr lang="en-US" sz="135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Group 4"/>
          <p:cNvGrpSpPr>
            <a:grpSpLocks/>
          </p:cNvGrpSpPr>
          <p:nvPr/>
        </p:nvGrpSpPr>
        <p:grpSpPr bwMode="auto">
          <a:xfrm>
            <a:off x="2084289" y="1995065"/>
            <a:ext cx="1839425" cy="1750219"/>
            <a:chOff x="198924" y="3015788"/>
            <a:chExt cx="2452565" cy="2333625"/>
          </a:xfrm>
        </p:grpSpPr>
        <p:sp>
          <p:nvSpPr>
            <p:cNvPr id="68" name="Rectangle 4"/>
            <p:cNvSpPr>
              <a:spLocks noChangeArrowheads="1"/>
            </p:cNvSpPr>
            <p:nvPr/>
          </p:nvSpPr>
          <p:spPr bwMode="auto">
            <a:xfrm>
              <a:off x="198924" y="3015788"/>
              <a:ext cx="2391436" cy="2333625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Oval 5"/>
            <p:cNvSpPr>
              <a:spLocks noChangeArrowheads="1"/>
            </p:cNvSpPr>
            <p:nvPr/>
          </p:nvSpPr>
          <p:spPr bwMode="auto">
            <a:xfrm>
              <a:off x="398021" y="3068176"/>
              <a:ext cx="2095500" cy="604837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Text Box 108"/>
            <p:cNvSpPr txBox="1">
              <a:spLocks noChangeArrowheads="1"/>
            </p:cNvSpPr>
            <p:nvPr/>
          </p:nvSpPr>
          <p:spPr bwMode="auto">
            <a:xfrm>
              <a:off x="526609" y="3225339"/>
              <a:ext cx="1863725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0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routing algorithm</a:t>
              </a:r>
            </a:p>
          </p:txBody>
        </p:sp>
        <p:sp>
          <p:nvSpPr>
            <p:cNvPr id="71" name="Rectangle 109"/>
            <p:cNvSpPr>
              <a:spLocks noChangeArrowheads="1"/>
            </p:cNvSpPr>
            <p:nvPr/>
          </p:nvSpPr>
          <p:spPr bwMode="auto">
            <a:xfrm>
              <a:off x="334094" y="3973051"/>
              <a:ext cx="2122916" cy="12795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Text Box 110"/>
            <p:cNvSpPr txBox="1">
              <a:spLocks noChangeArrowheads="1"/>
            </p:cNvSpPr>
            <p:nvPr/>
          </p:nvSpPr>
          <p:spPr bwMode="auto">
            <a:xfrm>
              <a:off x="393325" y="3925427"/>
              <a:ext cx="2258164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0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local forwarding table</a:t>
              </a:r>
            </a:p>
          </p:txBody>
        </p:sp>
        <p:sp>
          <p:nvSpPr>
            <p:cNvPr id="73" name="Text Box 111"/>
            <p:cNvSpPr txBox="1">
              <a:spLocks noChangeArrowheads="1"/>
            </p:cNvSpPr>
            <p:nvPr/>
          </p:nvSpPr>
          <p:spPr bwMode="auto">
            <a:xfrm>
              <a:off x="259285" y="4173076"/>
              <a:ext cx="1369049" cy="338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05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header value</a:t>
              </a:r>
            </a:p>
          </p:txBody>
        </p:sp>
        <p:sp>
          <p:nvSpPr>
            <p:cNvPr id="74" name="Text Box 112"/>
            <p:cNvSpPr txBox="1">
              <a:spLocks noChangeArrowheads="1"/>
            </p:cNvSpPr>
            <p:nvPr/>
          </p:nvSpPr>
          <p:spPr bwMode="auto">
            <a:xfrm>
              <a:off x="1482285" y="4174663"/>
              <a:ext cx="1041400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10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output link</a:t>
              </a:r>
            </a:p>
          </p:txBody>
        </p:sp>
        <p:sp>
          <p:nvSpPr>
            <p:cNvPr id="75" name="Line 113"/>
            <p:cNvSpPr>
              <a:spLocks noChangeShapeType="1"/>
            </p:cNvSpPr>
            <p:nvPr/>
          </p:nvSpPr>
          <p:spPr bwMode="auto">
            <a:xfrm>
              <a:off x="1580709" y="4185776"/>
              <a:ext cx="7937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Text Box 114"/>
            <p:cNvSpPr txBox="1">
              <a:spLocks noChangeArrowheads="1"/>
            </p:cNvSpPr>
            <p:nvPr/>
          </p:nvSpPr>
          <p:spPr bwMode="auto">
            <a:xfrm>
              <a:off x="986529" y="4457238"/>
              <a:ext cx="605293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/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0100</a:t>
              </a:r>
            </a:p>
            <a:p>
              <a:pPr algn="r" eaLnBrk="1" hangingPunct="1"/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0101</a:t>
              </a:r>
            </a:p>
            <a:p>
              <a:pPr algn="r" eaLnBrk="1" hangingPunct="1"/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0111</a:t>
              </a:r>
            </a:p>
            <a:p>
              <a:pPr algn="r" eaLnBrk="1" hangingPunct="1"/>
              <a:r>
                <a:rPr lang="en-US" altLang="zh-CN" sz="9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1001</a:t>
              </a:r>
            </a:p>
          </p:txBody>
        </p:sp>
        <p:sp>
          <p:nvSpPr>
            <p:cNvPr id="77" name="Text Box 115"/>
            <p:cNvSpPr txBox="1">
              <a:spLocks noChangeArrowheads="1"/>
            </p:cNvSpPr>
            <p:nvPr/>
          </p:nvSpPr>
          <p:spPr bwMode="auto">
            <a:xfrm>
              <a:off x="1562734" y="4457238"/>
              <a:ext cx="335989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  <a:p>
              <a:pPr algn="ctr" eaLnBrk="1" hangingPunct="1"/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 eaLnBrk="1" hangingPunct="1"/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  <a:p>
              <a:pPr algn="ctr" eaLnBrk="1" hangingPunct="1"/>
              <a:r>
                <a:rPr lang="en-US" altLang="zh-CN" sz="9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78" name="Line 116"/>
            <p:cNvSpPr>
              <a:spLocks noChangeShapeType="1"/>
            </p:cNvSpPr>
            <p:nvPr/>
          </p:nvSpPr>
          <p:spPr bwMode="auto">
            <a:xfrm>
              <a:off x="451996" y="444295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117"/>
            <p:cNvSpPr>
              <a:spLocks noChangeShapeType="1"/>
            </p:cNvSpPr>
            <p:nvPr/>
          </p:nvSpPr>
          <p:spPr bwMode="auto">
            <a:xfrm>
              <a:off x="444059" y="4195301"/>
              <a:ext cx="2006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AutoShape 118"/>
            <p:cNvSpPr>
              <a:spLocks noChangeArrowheads="1"/>
            </p:cNvSpPr>
            <p:nvPr/>
          </p:nvSpPr>
          <p:spPr bwMode="auto">
            <a:xfrm rot="5400000">
              <a:off x="1350521" y="3680951"/>
              <a:ext cx="241300" cy="273050"/>
            </a:xfrm>
            <a:prstGeom prst="rightArrow">
              <a:avLst>
                <a:gd name="adj1" fmla="val 51167"/>
                <a:gd name="adj2" fmla="val 39736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CN" altLang="zh-CN" sz="135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Group 3"/>
          <p:cNvGrpSpPr>
            <a:grpSpLocks/>
          </p:cNvGrpSpPr>
          <p:nvPr/>
        </p:nvGrpSpPr>
        <p:grpSpPr bwMode="auto">
          <a:xfrm>
            <a:off x="3543300" y="2354635"/>
            <a:ext cx="3558779" cy="2265462"/>
            <a:chOff x="2088829" y="3641726"/>
            <a:chExt cx="4743771" cy="3020506"/>
          </a:xfrm>
        </p:grpSpPr>
        <p:sp>
          <p:nvSpPr>
            <p:cNvPr id="82" name="Freeform 2"/>
            <p:cNvSpPr>
              <a:spLocks/>
            </p:cNvSpPr>
            <p:nvPr/>
          </p:nvSpPr>
          <p:spPr bwMode="auto">
            <a:xfrm>
              <a:off x="3894138" y="4260851"/>
              <a:ext cx="2847975" cy="1481138"/>
            </a:xfrm>
            <a:custGeom>
              <a:avLst/>
              <a:gdLst>
                <a:gd name="T0" fmla="*/ 2147483647 w 1794"/>
                <a:gd name="T1" fmla="*/ 2147483647 h 933"/>
                <a:gd name="T2" fmla="*/ 2147483647 w 1794"/>
                <a:gd name="T3" fmla="*/ 2147483647 h 933"/>
                <a:gd name="T4" fmla="*/ 2147483647 w 1794"/>
                <a:gd name="T5" fmla="*/ 2147483647 h 933"/>
                <a:gd name="T6" fmla="*/ 2147483647 w 1794"/>
                <a:gd name="T7" fmla="*/ 2147483647 h 933"/>
                <a:gd name="T8" fmla="*/ 2147483647 w 1794"/>
                <a:gd name="T9" fmla="*/ 2147483647 h 933"/>
                <a:gd name="T10" fmla="*/ 2147483647 w 1794"/>
                <a:gd name="T11" fmla="*/ 2147483647 h 933"/>
                <a:gd name="T12" fmla="*/ 2147483647 w 1794"/>
                <a:gd name="T13" fmla="*/ 2147483647 h 933"/>
                <a:gd name="T14" fmla="*/ 2147483647 w 1794"/>
                <a:gd name="T15" fmla="*/ 2147483647 h 933"/>
                <a:gd name="T16" fmla="*/ 2147483647 w 1794"/>
                <a:gd name="T17" fmla="*/ 2147483647 h 933"/>
                <a:gd name="T18" fmla="*/ 2147483647 w 1794"/>
                <a:gd name="T19" fmla="*/ 2147483647 h 933"/>
                <a:gd name="T20" fmla="*/ 2147483647 w 1794"/>
                <a:gd name="T21" fmla="*/ 2147483647 h 9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94"/>
                <a:gd name="T34" fmla="*/ 0 h 933"/>
                <a:gd name="T35" fmla="*/ 1794 w 1794"/>
                <a:gd name="T36" fmla="*/ 933 h 93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94" h="933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Freeform 6"/>
            <p:cNvSpPr>
              <a:spLocks/>
            </p:cNvSpPr>
            <p:nvPr/>
          </p:nvSpPr>
          <p:spPr bwMode="auto">
            <a:xfrm>
              <a:off x="4532313" y="4564063"/>
              <a:ext cx="542925" cy="295275"/>
            </a:xfrm>
            <a:custGeom>
              <a:avLst/>
              <a:gdLst>
                <a:gd name="T0" fmla="*/ 0 w 342"/>
                <a:gd name="T1" fmla="*/ 2147483647 h 186"/>
                <a:gd name="T2" fmla="*/ 2147483647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84" name="Group 7"/>
            <p:cNvGrpSpPr>
              <a:grpSpLocks/>
            </p:cNvGrpSpPr>
            <p:nvPr/>
          </p:nvGrpSpPr>
          <p:grpSpPr bwMode="auto">
            <a:xfrm>
              <a:off x="4038600" y="4738688"/>
              <a:ext cx="501650" cy="233363"/>
              <a:chOff x="3600" y="219"/>
              <a:chExt cx="360" cy="175"/>
            </a:xfrm>
          </p:grpSpPr>
          <p:sp>
            <p:nvSpPr>
              <p:cNvPr id="219" name="Oval 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1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Rectangle 1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Oval 12"/>
              <p:cNvSpPr>
                <a:spLocks noChangeArrowheads="1"/>
              </p:cNvSpPr>
              <p:nvPr/>
            </p:nvSpPr>
            <p:spPr bwMode="auto">
              <a:xfrm>
                <a:off x="3603" y="219"/>
                <a:ext cx="354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24" name="Group 1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29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0" name="Line 1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1" name="Line 1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25" name="Group 1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2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7" name="Line 1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8" name="Line 2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5" name="Group 21"/>
            <p:cNvGrpSpPr>
              <a:grpSpLocks/>
            </p:cNvGrpSpPr>
            <p:nvPr/>
          </p:nvGrpSpPr>
          <p:grpSpPr bwMode="auto">
            <a:xfrm>
              <a:off x="4391025" y="5376863"/>
              <a:ext cx="501650" cy="233363"/>
              <a:chOff x="3600" y="219"/>
              <a:chExt cx="360" cy="175"/>
            </a:xfrm>
          </p:grpSpPr>
          <p:sp>
            <p:nvSpPr>
              <p:cNvPr id="206" name="Oval 22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7" name="Line 23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8" name="Line 24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9" name="Rectangle 25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Oval 26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11" name="Group 27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16" name="Line 28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7" name="Line 29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8" name="Line 30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2" name="Group 31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13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4" name="Line 3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15" name="Line 34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6" name="Group 35"/>
            <p:cNvGrpSpPr>
              <a:grpSpLocks/>
            </p:cNvGrpSpPr>
            <p:nvPr/>
          </p:nvGrpSpPr>
          <p:grpSpPr bwMode="auto">
            <a:xfrm>
              <a:off x="5065713" y="4433888"/>
              <a:ext cx="501650" cy="233363"/>
              <a:chOff x="3600" y="219"/>
              <a:chExt cx="360" cy="175"/>
            </a:xfrm>
          </p:grpSpPr>
          <p:sp>
            <p:nvSpPr>
              <p:cNvPr id="193" name="Oval 36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37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Line 3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Rectangle 39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Oval 4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8" name="Group 41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03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4" name="Line 43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5" name="Line 4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99" name="Group 45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00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1" name="Line 4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02" name="Line 48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7" name="Group 49"/>
            <p:cNvGrpSpPr>
              <a:grpSpLocks/>
            </p:cNvGrpSpPr>
            <p:nvPr/>
          </p:nvGrpSpPr>
          <p:grpSpPr bwMode="auto">
            <a:xfrm>
              <a:off x="4987925" y="5099051"/>
              <a:ext cx="500063" cy="233363"/>
              <a:chOff x="3600" y="219"/>
              <a:chExt cx="360" cy="175"/>
            </a:xfrm>
          </p:grpSpPr>
          <p:sp>
            <p:nvSpPr>
              <p:cNvPr id="180" name="Oval 50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51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Rectangle 53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6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5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9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1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2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86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7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8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9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8" name="Group 63"/>
            <p:cNvGrpSpPr>
              <a:grpSpLocks/>
            </p:cNvGrpSpPr>
            <p:nvPr/>
          </p:nvGrpSpPr>
          <p:grpSpPr bwMode="auto">
            <a:xfrm>
              <a:off x="5622925" y="5395913"/>
              <a:ext cx="501650" cy="233363"/>
              <a:chOff x="3600" y="219"/>
              <a:chExt cx="360" cy="175"/>
            </a:xfrm>
          </p:grpSpPr>
          <p:sp>
            <p:nvSpPr>
              <p:cNvPr id="167" name="Oval 64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65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66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Rectangle 67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Oval 68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2" name="Group 69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77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8" name="Line 71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9" name="Line 7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73" name="Group 73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74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5" name="Line 75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6" name="Line 76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9" name="Group 77"/>
            <p:cNvGrpSpPr>
              <a:grpSpLocks/>
            </p:cNvGrpSpPr>
            <p:nvPr/>
          </p:nvGrpSpPr>
          <p:grpSpPr bwMode="auto">
            <a:xfrm>
              <a:off x="6067425" y="4740276"/>
              <a:ext cx="501650" cy="233363"/>
              <a:chOff x="3600" y="219"/>
              <a:chExt cx="360" cy="175"/>
            </a:xfrm>
          </p:grpSpPr>
          <p:sp>
            <p:nvSpPr>
              <p:cNvPr id="154" name="Oval 78"/>
              <p:cNvSpPr>
                <a:spLocks noChangeArrowheads="1"/>
              </p:cNvSpPr>
              <p:nvPr/>
            </p:nvSpPr>
            <p:spPr bwMode="auto">
              <a:xfrm>
                <a:off x="3605" y="298"/>
                <a:ext cx="355" cy="96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5" name="Line 79"/>
              <p:cNvSpPr>
                <a:spLocks noChangeShapeType="1"/>
              </p:cNvSpPr>
              <p:nvPr/>
            </p:nvSpPr>
            <p:spPr bwMode="auto">
              <a:xfrm>
                <a:off x="3605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Line 80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Rectangle 81"/>
              <p:cNvSpPr>
                <a:spLocks noChangeArrowheads="1"/>
              </p:cNvSpPr>
              <p:nvPr/>
            </p:nvSpPr>
            <p:spPr bwMode="auto">
              <a:xfrm>
                <a:off x="3605" y="289"/>
                <a:ext cx="352" cy="58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Oval 82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5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59" name="Group 83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64" name="Line 84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5" name="Line 85"/>
                <p:cNvSpPr>
                  <a:spLocks noChangeShapeType="1"/>
                </p:cNvSpPr>
                <p:nvPr/>
              </p:nvSpPr>
              <p:spPr bwMode="auto">
                <a:xfrm>
                  <a:off x="2944" y="942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6" name="Line 86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60" name="Group 87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61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2848" y="846"/>
                  <a:ext cx="50" cy="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2" name="Line 89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63" name="Line 90"/>
                <p:cNvSpPr>
                  <a:spLocks noChangeShapeType="1"/>
                </p:cNvSpPr>
                <p:nvPr/>
              </p:nvSpPr>
              <p:spPr bwMode="auto">
                <a:xfrm>
                  <a:off x="2894" y="849"/>
                  <a:ext cx="52" cy="9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90" name="Freeform 91"/>
            <p:cNvSpPr>
              <a:spLocks/>
            </p:cNvSpPr>
            <p:nvPr/>
          </p:nvSpPr>
          <p:spPr bwMode="auto">
            <a:xfrm>
              <a:off x="5573713" y="4557713"/>
              <a:ext cx="504825" cy="307975"/>
            </a:xfrm>
            <a:custGeom>
              <a:avLst/>
              <a:gdLst>
                <a:gd name="T0" fmla="*/ 0 w 318"/>
                <a:gd name="T1" fmla="*/ 0 h 194"/>
                <a:gd name="T2" fmla="*/ 2147483647 w 318"/>
                <a:gd name="T3" fmla="*/ 2147483647 h 194"/>
                <a:gd name="T4" fmla="*/ 0 60000 65536"/>
                <a:gd name="T5" fmla="*/ 0 60000 65536"/>
                <a:gd name="T6" fmla="*/ 0 w 318"/>
                <a:gd name="T7" fmla="*/ 0 h 194"/>
                <a:gd name="T8" fmla="*/ 318 w 318"/>
                <a:gd name="T9" fmla="*/ 194 h 1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94">
                  <a:moveTo>
                    <a:pt x="0" y="0"/>
                  </a:moveTo>
                  <a:lnTo>
                    <a:pt x="318" y="19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Freeform 92"/>
            <p:cNvSpPr>
              <a:spLocks/>
            </p:cNvSpPr>
            <p:nvPr/>
          </p:nvSpPr>
          <p:spPr bwMode="auto">
            <a:xfrm>
              <a:off x="4508500" y="4949826"/>
              <a:ext cx="481013" cy="238125"/>
            </a:xfrm>
            <a:custGeom>
              <a:avLst/>
              <a:gdLst>
                <a:gd name="T0" fmla="*/ 0 w 294"/>
                <a:gd name="T1" fmla="*/ 0 h 174"/>
                <a:gd name="T2" fmla="*/ 2147483647 w 294"/>
                <a:gd name="T3" fmla="*/ 2147483647 h 174"/>
                <a:gd name="T4" fmla="*/ 0 60000 65536"/>
                <a:gd name="T5" fmla="*/ 0 60000 65536"/>
                <a:gd name="T6" fmla="*/ 0 w 294"/>
                <a:gd name="T7" fmla="*/ 0 h 174"/>
                <a:gd name="T8" fmla="*/ 294 w 294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4" h="174">
                  <a:moveTo>
                    <a:pt x="0" y="0"/>
                  </a:moveTo>
                  <a:lnTo>
                    <a:pt x="294" y="17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Freeform 93"/>
            <p:cNvSpPr>
              <a:spLocks/>
            </p:cNvSpPr>
            <p:nvPr/>
          </p:nvSpPr>
          <p:spPr bwMode="auto">
            <a:xfrm>
              <a:off x="5456238" y="4926013"/>
              <a:ext cx="628650" cy="247650"/>
            </a:xfrm>
            <a:custGeom>
              <a:avLst/>
              <a:gdLst>
                <a:gd name="T0" fmla="*/ 0 w 378"/>
                <a:gd name="T1" fmla="*/ 2147483647 h 174"/>
                <a:gd name="T2" fmla="*/ 2147483647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4"/>
            <p:cNvSpPr>
              <a:spLocks/>
            </p:cNvSpPr>
            <p:nvPr/>
          </p:nvSpPr>
          <p:spPr bwMode="auto">
            <a:xfrm>
              <a:off x="6122988" y="4979988"/>
              <a:ext cx="206375" cy="508000"/>
            </a:xfrm>
            <a:custGeom>
              <a:avLst/>
              <a:gdLst>
                <a:gd name="T0" fmla="*/ 0 w 118"/>
                <a:gd name="T1" fmla="*/ 2147483647 h 500"/>
                <a:gd name="T2" fmla="*/ 2147483647 w 118"/>
                <a:gd name="T3" fmla="*/ 0 h 500"/>
                <a:gd name="T4" fmla="*/ 0 60000 65536"/>
                <a:gd name="T5" fmla="*/ 0 60000 65536"/>
                <a:gd name="T6" fmla="*/ 0 w 118"/>
                <a:gd name="T7" fmla="*/ 0 h 500"/>
                <a:gd name="T8" fmla="*/ 118 w 118"/>
                <a:gd name="T9" fmla="*/ 500 h 5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500">
                  <a:moveTo>
                    <a:pt x="0" y="500"/>
                  </a:moveTo>
                  <a:lnTo>
                    <a:pt x="118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5"/>
            <p:cNvSpPr>
              <a:spLocks/>
            </p:cNvSpPr>
            <p:nvPr/>
          </p:nvSpPr>
          <p:spPr bwMode="auto">
            <a:xfrm>
              <a:off x="4887913" y="5513388"/>
              <a:ext cx="736600" cy="74613"/>
            </a:xfrm>
            <a:custGeom>
              <a:avLst/>
              <a:gdLst>
                <a:gd name="T0" fmla="*/ 2147483647 w 370"/>
                <a:gd name="T1" fmla="*/ 2147483647 h 32"/>
                <a:gd name="T2" fmla="*/ 0 w 370"/>
                <a:gd name="T3" fmla="*/ 0 h 32"/>
                <a:gd name="T4" fmla="*/ 0 60000 65536"/>
                <a:gd name="T5" fmla="*/ 0 60000 65536"/>
                <a:gd name="T6" fmla="*/ 0 w 370"/>
                <a:gd name="T7" fmla="*/ 0 h 32"/>
                <a:gd name="T8" fmla="*/ 370 w 370"/>
                <a:gd name="T9" fmla="*/ 32 h 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0" h="32">
                  <a:moveTo>
                    <a:pt x="370" y="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6"/>
            <p:cNvSpPr>
              <a:spLocks/>
            </p:cNvSpPr>
            <p:nvPr/>
          </p:nvSpPr>
          <p:spPr bwMode="auto">
            <a:xfrm>
              <a:off x="4351338" y="4973638"/>
              <a:ext cx="193675" cy="425450"/>
            </a:xfrm>
            <a:custGeom>
              <a:avLst/>
              <a:gdLst>
                <a:gd name="T0" fmla="*/ 2147483647 w 176"/>
                <a:gd name="T1" fmla="*/ 2147483647 h 412"/>
                <a:gd name="T2" fmla="*/ 2147483647 w 176"/>
                <a:gd name="T3" fmla="*/ 2147483647 h 412"/>
                <a:gd name="T4" fmla="*/ 0 w 176"/>
                <a:gd name="T5" fmla="*/ 0 h 412"/>
                <a:gd name="T6" fmla="*/ 0 60000 65536"/>
                <a:gd name="T7" fmla="*/ 0 60000 65536"/>
                <a:gd name="T8" fmla="*/ 0 60000 65536"/>
                <a:gd name="T9" fmla="*/ 0 w 176"/>
                <a:gd name="T10" fmla="*/ 0 h 412"/>
                <a:gd name="T11" fmla="*/ 176 w 176"/>
                <a:gd name="T12" fmla="*/ 412 h 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" h="412">
                  <a:moveTo>
                    <a:pt x="162" y="408"/>
                  </a:moveTo>
                  <a:lnTo>
                    <a:pt x="176" y="412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Box 100"/>
            <p:cNvSpPr txBox="1">
              <a:spLocks noChangeArrowheads="1"/>
            </p:cNvSpPr>
            <p:nvPr/>
          </p:nvSpPr>
          <p:spPr bwMode="auto">
            <a:xfrm>
              <a:off x="4440876" y="4483071"/>
              <a:ext cx="380773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97" name="Text Box 101"/>
            <p:cNvSpPr txBox="1">
              <a:spLocks noChangeArrowheads="1"/>
            </p:cNvSpPr>
            <p:nvPr/>
          </p:nvSpPr>
          <p:spPr bwMode="auto">
            <a:xfrm>
              <a:off x="4378980" y="4897394"/>
              <a:ext cx="365814" cy="369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98" name="Text Box 102"/>
            <p:cNvSpPr txBox="1">
              <a:spLocks noChangeArrowheads="1"/>
            </p:cNvSpPr>
            <p:nvPr/>
          </p:nvSpPr>
          <p:spPr bwMode="auto">
            <a:xfrm>
              <a:off x="4128221" y="4970416"/>
              <a:ext cx="365814" cy="369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  <p:grpSp>
          <p:nvGrpSpPr>
            <p:cNvPr id="99" name="Group 1"/>
            <p:cNvGrpSpPr>
              <a:grpSpLocks/>
            </p:cNvGrpSpPr>
            <p:nvPr/>
          </p:nvGrpSpPr>
          <p:grpSpPr bwMode="auto">
            <a:xfrm rot="-2012368">
              <a:off x="2644164" y="5378196"/>
              <a:ext cx="1446652" cy="307765"/>
              <a:chOff x="2437928" y="4567659"/>
              <a:chExt cx="1446652" cy="307765"/>
            </a:xfrm>
          </p:grpSpPr>
          <p:sp>
            <p:nvSpPr>
              <p:cNvPr id="149" name="Rectangle 97"/>
              <p:cNvSpPr>
                <a:spLocks noChangeArrowheads="1"/>
              </p:cNvSpPr>
              <p:nvPr/>
            </p:nvSpPr>
            <p:spPr bwMode="auto">
              <a:xfrm>
                <a:off x="2461850" y="4583083"/>
                <a:ext cx="1155391" cy="23811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Rectangle 98"/>
              <p:cNvSpPr>
                <a:spLocks noChangeArrowheads="1"/>
              </p:cNvSpPr>
              <p:nvPr/>
            </p:nvSpPr>
            <p:spPr bwMode="auto">
              <a:xfrm>
                <a:off x="2437928" y="4606491"/>
                <a:ext cx="1147455" cy="23811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99"/>
              <p:cNvSpPr>
                <a:spLocks noChangeShapeType="1"/>
              </p:cNvSpPr>
              <p:nvPr/>
            </p:nvSpPr>
            <p:spPr bwMode="auto">
              <a:xfrm>
                <a:off x="3462418" y="4739659"/>
                <a:ext cx="422162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Rectangle 104"/>
              <p:cNvSpPr>
                <a:spLocks noChangeArrowheads="1"/>
              </p:cNvSpPr>
              <p:nvPr/>
            </p:nvSpPr>
            <p:spPr bwMode="auto">
              <a:xfrm>
                <a:off x="3067594" y="4610052"/>
                <a:ext cx="426923" cy="2397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Text Box 105"/>
              <p:cNvSpPr txBox="1">
                <a:spLocks noChangeArrowheads="1"/>
              </p:cNvSpPr>
              <p:nvPr/>
            </p:nvSpPr>
            <p:spPr bwMode="auto">
              <a:xfrm rot="289934">
                <a:off x="2977368" y="4567659"/>
                <a:ext cx="605132" cy="3077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en-US" altLang="zh-CN" sz="9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0111</a:t>
                </a:r>
              </a:p>
            </p:txBody>
          </p:sp>
        </p:grpSp>
        <p:sp>
          <p:nvSpPr>
            <p:cNvPr id="100" name="Text Box 106"/>
            <p:cNvSpPr txBox="1">
              <a:spLocks noChangeArrowheads="1"/>
            </p:cNvSpPr>
            <p:nvPr/>
          </p:nvSpPr>
          <p:spPr bwMode="auto">
            <a:xfrm>
              <a:off x="2088829" y="6046701"/>
              <a:ext cx="2523179" cy="61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dest address in arriving</a:t>
              </a:r>
            </a:p>
            <a:p>
              <a:pPr eaLnBrk="1" hangingPunct="1"/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packet</a:t>
              </a:r>
              <a:r>
                <a:rPr lang="ja-JP" altLang="en-US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’</a:t>
              </a:r>
              <a:r>
                <a:rPr lang="en-US" altLang="ja-JP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 header</a:t>
              </a:r>
              <a:endPara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107"/>
            <p:cNvSpPr>
              <a:spLocks noChangeShapeType="1"/>
            </p:cNvSpPr>
            <p:nvPr/>
          </p:nvSpPr>
          <p:spPr bwMode="auto">
            <a:xfrm flipH="1">
              <a:off x="2626848" y="4873581"/>
              <a:ext cx="1407736" cy="914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119"/>
            <p:cNvSpPr>
              <a:spLocks noChangeShapeType="1"/>
            </p:cNvSpPr>
            <p:nvPr/>
          </p:nvSpPr>
          <p:spPr bwMode="auto">
            <a:xfrm flipH="1" flipV="1">
              <a:off x="3588616" y="5648254"/>
              <a:ext cx="22219" cy="4508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20"/>
            <p:cNvSpPr>
              <a:spLocks/>
            </p:cNvSpPr>
            <p:nvPr/>
          </p:nvSpPr>
          <p:spPr bwMode="auto">
            <a:xfrm>
              <a:off x="3757473" y="4834039"/>
              <a:ext cx="1041539" cy="336504"/>
            </a:xfrm>
            <a:custGeom>
              <a:avLst/>
              <a:gdLst>
                <a:gd name="T0" fmla="*/ 0 w 10844"/>
                <a:gd name="T1" fmla="*/ 2147483647 h 14797"/>
                <a:gd name="T2" fmla="*/ 2147483647 w 10844"/>
                <a:gd name="T3" fmla="*/ 2147483647 h 14797"/>
                <a:gd name="T4" fmla="*/ 2147483647 w 10844"/>
                <a:gd name="T5" fmla="*/ 2147483647 h 14797"/>
                <a:gd name="T6" fmla="*/ 0 60000 65536"/>
                <a:gd name="T7" fmla="*/ 0 60000 65536"/>
                <a:gd name="T8" fmla="*/ 0 60000 65536"/>
                <a:gd name="T9" fmla="*/ 0 w 10844"/>
                <a:gd name="T10" fmla="*/ 0 h 14797"/>
                <a:gd name="T11" fmla="*/ 10844 w 10844"/>
                <a:gd name="T12" fmla="*/ 14797 h 147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44" h="14797">
                  <a:moveTo>
                    <a:pt x="0" y="14797"/>
                  </a:moveTo>
                  <a:cubicBezTo>
                    <a:pt x="2168" y="9517"/>
                    <a:pt x="5654" y="-1331"/>
                    <a:pt x="7042" y="135"/>
                  </a:cubicBezTo>
                  <a:cubicBezTo>
                    <a:pt x="8563" y="1950"/>
                    <a:pt x="9984" y="6698"/>
                    <a:pt x="10844" y="9978"/>
                  </a:cubicBezTo>
                </a:path>
              </a:pathLst>
            </a:custGeom>
            <a:noFill/>
            <a:ln w="57150" cmpd="sng">
              <a:solidFill>
                <a:srgbClr val="FF33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21"/>
            <p:cNvSpPr>
              <a:spLocks/>
            </p:cNvSpPr>
            <p:nvPr/>
          </p:nvSpPr>
          <p:spPr bwMode="auto">
            <a:xfrm flipH="1">
              <a:off x="6254750" y="4370388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22"/>
            <p:cNvSpPr>
              <a:spLocks/>
            </p:cNvSpPr>
            <p:nvPr/>
          </p:nvSpPr>
          <p:spPr bwMode="auto">
            <a:xfrm flipH="1">
              <a:off x="5243513" y="4086226"/>
              <a:ext cx="577850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23"/>
            <p:cNvSpPr>
              <a:spLocks/>
            </p:cNvSpPr>
            <p:nvPr/>
          </p:nvSpPr>
          <p:spPr bwMode="auto">
            <a:xfrm flipH="1" flipV="1">
              <a:off x="5911850" y="5632451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24"/>
            <p:cNvSpPr>
              <a:spLocks/>
            </p:cNvSpPr>
            <p:nvPr/>
          </p:nvSpPr>
          <p:spPr bwMode="auto">
            <a:xfrm flipH="1" flipV="1">
              <a:off x="4562475" y="5616576"/>
              <a:ext cx="542925" cy="371475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25"/>
            <p:cNvSpPr>
              <a:spLocks/>
            </p:cNvSpPr>
            <p:nvPr/>
          </p:nvSpPr>
          <p:spPr bwMode="auto">
            <a:xfrm flipH="1" flipV="1">
              <a:off x="5202238" y="5324476"/>
              <a:ext cx="542925" cy="452438"/>
            </a:xfrm>
            <a:custGeom>
              <a:avLst/>
              <a:gdLst>
                <a:gd name="T0" fmla="*/ 0 w 1443"/>
                <a:gd name="T1" fmla="*/ 0 h 816"/>
                <a:gd name="T2" fmla="*/ 2147483647 w 1443"/>
                <a:gd name="T3" fmla="*/ 2147483647 h 816"/>
                <a:gd name="T4" fmla="*/ 2147483647 w 1443"/>
                <a:gd name="T5" fmla="*/ 2147483647 h 816"/>
                <a:gd name="T6" fmla="*/ 2147483647 w 1443"/>
                <a:gd name="T7" fmla="*/ 2147483647 h 816"/>
                <a:gd name="T8" fmla="*/ 0 w 1443"/>
                <a:gd name="T9" fmla="*/ 0 h 8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43"/>
                <a:gd name="T16" fmla="*/ 0 h 816"/>
                <a:gd name="T17" fmla="*/ 1443 w 1443"/>
                <a:gd name="T18" fmla="*/ 816 h 8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9" name="Group 126"/>
            <p:cNvGrpSpPr>
              <a:grpSpLocks/>
            </p:cNvGrpSpPr>
            <p:nvPr/>
          </p:nvGrpSpPr>
          <p:grpSpPr bwMode="auto">
            <a:xfrm>
              <a:off x="5251450" y="3641726"/>
              <a:ext cx="550863" cy="452438"/>
              <a:chOff x="2886" y="1668"/>
              <a:chExt cx="347" cy="285"/>
            </a:xfrm>
          </p:grpSpPr>
          <p:sp>
            <p:nvSpPr>
              <p:cNvPr id="142" name="Rectangle 127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Oval 128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Rectangle 129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30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Line 131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Line 132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AutoShape 133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0" name="Group 134"/>
            <p:cNvGrpSpPr>
              <a:grpSpLocks/>
            </p:cNvGrpSpPr>
            <p:nvPr/>
          </p:nvGrpSpPr>
          <p:grpSpPr bwMode="auto">
            <a:xfrm>
              <a:off x="6264275" y="3914776"/>
              <a:ext cx="550863" cy="452438"/>
              <a:chOff x="2886" y="1668"/>
              <a:chExt cx="347" cy="285"/>
            </a:xfrm>
          </p:grpSpPr>
          <p:sp>
            <p:nvSpPr>
              <p:cNvPr id="135" name="Rectangle 135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Oval 136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Rectangle 137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Line 138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Line 139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140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AutoShape 141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142"/>
            <p:cNvGrpSpPr>
              <a:grpSpLocks/>
            </p:cNvGrpSpPr>
            <p:nvPr/>
          </p:nvGrpSpPr>
          <p:grpSpPr bwMode="auto">
            <a:xfrm>
              <a:off x="5894388" y="5991226"/>
              <a:ext cx="550863" cy="452438"/>
              <a:chOff x="2886" y="1668"/>
              <a:chExt cx="347" cy="285"/>
            </a:xfrm>
          </p:grpSpPr>
          <p:sp>
            <p:nvSpPr>
              <p:cNvPr id="128" name="Rectangle 143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Oval 144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Rectangle 145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Line 146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Line 147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Line 148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AutoShape 149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50"/>
            <p:cNvGrpSpPr>
              <a:grpSpLocks/>
            </p:cNvGrpSpPr>
            <p:nvPr/>
          </p:nvGrpSpPr>
          <p:grpSpPr bwMode="auto">
            <a:xfrm>
              <a:off x="5199063" y="5772151"/>
              <a:ext cx="550863" cy="452438"/>
              <a:chOff x="2886" y="1668"/>
              <a:chExt cx="347" cy="285"/>
            </a:xfrm>
          </p:grpSpPr>
          <p:sp>
            <p:nvSpPr>
              <p:cNvPr id="121" name="Rectangle 151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Oval 152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Rectangle 153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Line 154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Line 155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Line 156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AutoShape 157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3" name="Group 158"/>
            <p:cNvGrpSpPr>
              <a:grpSpLocks/>
            </p:cNvGrpSpPr>
            <p:nvPr/>
          </p:nvGrpSpPr>
          <p:grpSpPr bwMode="auto">
            <a:xfrm>
              <a:off x="4543425" y="5964238"/>
              <a:ext cx="550863" cy="452438"/>
              <a:chOff x="2886" y="1668"/>
              <a:chExt cx="347" cy="285"/>
            </a:xfrm>
          </p:grpSpPr>
          <p:sp>
            <p:nvSpPr>
              <p:cNvPr id="114" name="Rectangle 159"/>
              <p:cNvSpPr>
                <a:spLocks noChangeArrowheads="1"/>
              </p:cNvSpPr>
              <p:nvPr/>
            </p:nvSpPr>
            <p:spPr bwMode="auto">
              <a:xfrm>
                <a:off x="2886" y="1668"/>
                <a:ext cx="347" cy="28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Oval 160"/>
              <p:cNvSpPr>
                <a:spLocks noChangeArrowheads="1"/>
              </p:cNvSpPr>
              <p:nvPr/>
            </p:nvSpPr>
            <p:spPr bwMode="auto">
              <a:xfrm>
                <a:off x="2905" y="1674"/>
                <a:ext cx="314" cy="7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Rectangle 161"/>
              <p:cNvSpPr>
                <a:spLocks noChangeArrowheads="1"/>
              </p:cNvSpPr>
              <p:nvPr/>
            </p:nvSpPr>
            <p:spPr bwMode="auto">
              <a:xfrm>
                <a:off x="2913" y="1785"/>
                <a:ext cx="300" cy="15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Line 162"/>
              <p:cNvSpPr>
                <a:spLocks noChangeShapeType="1"/>
              </p:cNvSpPr>
              <p:nvPr/>
            </p:nvSpPr>
            <p:spPr bwMode="auto">
              <a:xfrm>
                <a:off x="3082" y="1811"/>
                <a:ext cx="1" cy="13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Line 163"/>
              <p:cNvSpPr>
                <a:spLocks noChangeShapeType="1"/>
              </p:cNvSpPr>
              <p:nvPr/>
            </p:nvSpPr>
            <p:spPr bwMode="auto">
              <a:xfrm>
                <a:off x="2913" y="184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164"/>
              <p:cNvSpPr>
                <a:spLocks noChangeShapeType="1"/>
              </p:cNvSpPr>
              <p:nvPr/>
            </p:nvSpPr>
            <p:spPr bwMode="auto">
              <a:xfrm>
                <a:off x="2912" y="1812"/>
                <a:ext cx="3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0" name="AutoShape 165"/>
              <p:cNvSpPr>
                <a:spLocks noChangeArrowheads="1"/>
              </p:cNvSpPr>
              <p:nvPr/>
            </p:nvSpPr>
            <p:spPr bwMode="auto">
              <a:xfrm rot="5400000">
                <a:off x="3051" y="1745"/>
                <a:ext cx="29" cy="41"/>
              </a:xfrm>
              <a:prstGeom prst="rightArrow">
                <a:avLst>
                  <a:gd name="adj1" fmla="val 51167"/>
                  <a:gd name="adj2" fmla="val 39736"/>
                </a:avLst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CN" altLang="zh-CN" sz="135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32" name="灯片编号占位符 2">
            <a:extLst>
              <a:ext uri="{FF2B5EF4-FFF2-40B4-BE49-F238E27FC236}">
                <a16:creationId xmlns:a16="http://schemas.microsoft.com/office/drawing/2014/main" id="{16F11A12-18D8-4330-B2A0-83B3860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3" name="AutoShape 5">
            <a:extLst>
              <a:ext uri="{FF2B5EF4-FFF2-40B4-BE49-F238E27FC236}">
                <a16:creationId xmlns:a16="http://schemas.microsoft.com/office/drawing/2014/main" id="{C8D10044-6E4F-41EC-851A-399C79631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4" name="Rectangle 3">
            <a:extLst>
              <a:ext uri="{FF2B5EF4-FFF2-40B4-BE49-F238E27FC236}">
                <a16:creationId xmlns:a16="http://schemas.microsoft.com/office/drawing/2014/main" id="{B518D34D-7FF1-43F5-A555-47637B4DAEFB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</p:spTree>
    <p:extLst>
      <p:ext uri="{BB962C8B-B14F-4D97-AF65-F5344CB8AC3E}">
        <p14:creationId xmlns:p14="http://schemas.microsoft.com/office/powerpoint/2010/main" val="3443783178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6" grpId="0" build="p"/>
      <p:bldP spid="66" grpId="0" animBg="1"/>
      <p:bldP spid="233" grpId="0" animBg="1"/>
      <p:bldP spid="23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aphicFrame>
        <p:nvGraphicFramePr>
          <p:cNvPr id="31234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306484"/>
              </p:ext>
            </p:extLst>
          </p:nvPr>
        </p:nvGraphicFramePr>
        <p:xfrm>
          <a:off x="2206601" y="2489467"/>
          <a:ext cx="484585" cy="39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4" name="Clip" r:id="rId4" imgW="1307263" imgH="1084139" progId="">
                  <p:embed/>
                </p:oleObj>
              </mc:Choice>
              <mc:Fallback>
                <p:oleObj name="Clip" r:id="rId4" imgW="1307263" imgH="1084139" progId="">
                  <p:embed/>
                  <p:pic>
                    <p:nvPicPr>
                      <p:cNvPr id="31234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6601" y="2489467"/>
                        <a:ext cx="484585" cy="398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44" name="Line 24"/>
          <p:cNvSpPr>
            <a:spLocks noChangeShapeType="1"/>
          </p:cNvSpPr>
          <p:nvPr/>
        </p:nvSpPr>
        <p:spPr bwMode="auto">
          <a:xfrm>
            <a:off x="3958010" y="2364451"/>
            <a:ext cx="0" cy="17145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45" name="Oval 25"/>
          <p:cNvSpPr>
            <a:spLocks noChangeArrowheads="1"/>
          </p:cNvSpPr>
          <p:nvPr/>
        </p:nvSpPr>
        <p:spPr bwMode="auto">
          <a:xfrm>
            <a:off x="3044801" y="2387074"/>
            <a:ext cx="898922" cy="277415"/>
          </a:xfrm>
          <a:prstGeom prst="ellipse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46" name="Rectangle 26"/>
          <p:cNvSpPr>
            <a:spLocks noChangeArrowheads="1"/>
          </p:cNvSpPr>
          <p:nvPr/>
        </p:nvSpPr>
        <p:spPr bwMode="auto">
          <a:xfrm>
            <a:off x="3044801" y="2335876"/>
            <a:ext cx="898922" cy="197644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47" name="Oval 27"/>
          <p:cNvSpPr>
            <a:spLocks noChangeArrowheads="1"/>
          </p:cNvSpPr>
          <p:nvPr/>
        </p:nvSpPr>
        <p:spPr bwMode="auto">
          <a:xfrm>
            <a:off x="3051945" y="2164426"/>
            <a:ext cx="898922" cy="321469"/>
          </a:xfrm>
          <a:prstGeom prst="ellipse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2348" name="Group 28"/>
          <p:cNvGrpSpPr>
            <a:grpSpLocks/>
          </p:cNvGrpSpPr>
          <p:nvPr/>
        </p:nvGrpSpPr>
        <p:grpSpPr bwMode="auto">
          <a:xfrm>
            <a:off x="3311501" y="2187048"/>
            <a:ext cx="373856" cy="89297"/>
            <a:chOff x="2208" y="2184"/>
            <a:chExt cx="176" cy="69"/>
          </a:xfrm>
        </p:grpSpPr>
        <p:grpSp>
          <p:nvGrpSpPr>
            <p:cNvPr id="36954" name="Group 29"/>
            <p:cNvGrpSpPr>
              <a:grpSpLocks/>
            </p:cNvGrpSpPr>
            <p:nvPr/>
          </p:nvGrpSpPr>
          <p:grpSpPr bwMode="auto">
            <a:xfrm>
              <a:off x="2208" y="2185"/>
              <a:ext cx="176" cy="68"/>
              <a:chOff x="2848" y="848"/>
              <a:chExt cx="140" cy="98"/>
            </a:xfrm>
          </p:grpSpPr>
          <p:sp>
            <p:nvSpPr>
              <p:cNvPr id="36959" name="Line 3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60" name="Line 3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61" name="Line 3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955" name="Group 33"/>
            <p:cNvGrpSpPr>
              <a:grpSpLocks/>
            </p:cNvGrpSpPr>
            <p:nvPr/>
          </p:nvGrpSpPr>
          <p:grpSpPr bwMode="auto">
            <a:xfrm flipV="1">
              <a:off x="2208" y="2184"/>
              <a:ext cx="176" cy="68"/>
              <a:chOff x="2848" y="848"/>
              <a:chExt cx="140" cy="98"/>
            </a:xfrm>
          </p:grpSpPr>
          <p:sp>
            <p:nvSpPr>
              <p:cNvPr id="36956" name="Line 3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57" name="Line 3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58" name="Line 3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12357" name="Oval 37"/>
          <p:cNvSpPr>
            <a:spLocks noChangeArrowheads="1"/>
          </p:cNvSpPr>
          <p:nvPr/>
        </p:nvSpPr>
        <p:spPr bwMode="auto">
          <a:xfrm>
            <a:off x="5366520" y="2401361"/>
            <a:ext cx="898922" cy="277415"/>
          </a:xfrm>
          <a:prstGeom prst="ellipse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58" name="Line 38"/>
          <p:cNvSpPr>
            <a:spLocks noChangeShapeType="1"/>
          </p:cNvSpPr>
          <p:nvPr/>
        </p:nvSpPr>
        <p:spPr bwMode="auto">
          <a:xfrm>
            <a:off x="5373663" y="2385882"/>
            <a:ext cx="0" cy="1714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59" name="Rectangle 39"/>
          <p:cNvSpPr>
            <a:spLocks noChangeArrowheads="1"/>
          </p:cNvSpPr>
          <p:nvPr/>
        </p:nvSpPr>
        <p:spPr bwMode="auto">
          <a:xfrm>
            <a:off x="5373664" y="2357307"/>
            <a:ext cx="898922" cy="197644"/>
          </a:xfrm>
          <a:prstGeom prst="rect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0" name="Oval 40"/>
          <p:cNvSpPr>
            <a:spLocks noChangeArrowheads="1"/>
          </p:cNvSpPr>
          <p:nvPr/>
        </p:nvSpPr>
        <p:spPr bwMode="auto">
          <a:xfrm>
            <a:off x="5380807" y="2185857"/>
            <a:ext cx="898922" cy="321469"/>
          </a:xfrm>
          <a:prstGeom prst="ellipse">
            <a:avLst/>
          </a:prstGeom>
          <a:solidFill>
            <a:srgbClr val="B2B2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236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316087"/>
              </p:ext>
            </p:extLst>
          </p:nvPr>
        </p:nvGraphicFramePr>
        <p:xfrm>
          <a:off x="6557145" y="1796523"/>
          <a:ext cx="484585" cy="39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5" name="Clip" r:id="rId6" imgW="1307263" imgH="1084139" progId="">
                  <p:embed/>
                </p:oleObj>
              </mc:Choice>
              <mc:Fallback>
                <p:oleObj name="Clip" r:id="rId6" imgW="1307263" imgH="1084139" progId="">
                  <p:embed/>
                  <p:pic>
                    <p:nvPicPr>
                      <p:cNvPr id="31236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7145" y="1796523"/>
                        <a:ext cx="484585" cy="398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6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933936"/>
              </p:ext>
            </p:extLst>
          </p:nvPr>
        </p:nvGraphicFramePr>
        <p:xfrm>
          <a:off x="2028007" y="1810811"/>
          <a:ext cx="484585" cy="398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6" name="Clip" r:id="rId7" imgW="1307263" imgH="1084139" progId="">
                  <p:embed/>
                </p:oleObj>
              </mc:Choice>
              <mc:Fallback>
                <p:oleObj name="Clip" r:id="rId7" imgW="1307263" imgH="1084139" progId="">
                  <p:embed/>
                  <p:pic>
                    <p:nvPicPr>
                      <p:cNvPr id="31236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8007" y="1810811"/>
                        <a:ext cx="484585" cy="3988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63" name="Line 43"/>
          <p:cNvSpPr>
            <a:spLocks noChangeShapeType="1"/>
          </p:cNvSpPr>
          <p:nvPr/>
        </p:nvSpPr>
        <p:spPr bwMode="auto">
          <a:xfrm>
            <a:off x="2497113" y="2115611"/>
            <a:ext cx="3786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4" name="Line 44"/>
          <p:cNvSpPr>
            <a:spLocks noChangeShapeType="1"/>
          </p:cNvSpPr>
          <p:nvPr/>
        </p:nvSpPr>
        <p:spPr bwMode="auto">
          <a:xfrm flipV="1">
            <a:off x="2725714" y="2854989"/>
            <a:ext cx="146447" cy="35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5" name="Line 45"/>
          <p:cNvSpPr>
            <a:spLocks noChangeShapeType="1"/>
          </p:cNvSpPr>
          <p:nvPr/>
        </p:nvSpPr>
        <p:spPr bwMode="auto">
          <a:xfrm>
            <a:off x="3940151" y="2429936"/>
            <a:ext cx="1450181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6" name="Line 46"/>
          <p:cNvSpPr>
            <a:spLocks noChangeShapeType="1"/>
          </p:cNvSpPr>
          <p:nvPr/>
        </p:nvSpPr>
        <p:spPr bwMode="auto">
          <a:xfrm flipV="1">
            <a:off x="5518920" y="2679967"/>
            <a:ext cx="107156" cy="49172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7" name="Line 47"/>
          <p:cNvSpPr>
            <a:spLocks noChangeShapeType="1"/>
          </p:cNvSpPr>
          <p:nvPr/>
        </p:nvSpPr>
        <p:spPr bwMode="auto">
          <a:xfrm flipV="1">
            <a:off x="6247582" y="2101323"/>
            <a:ext cx="378619" cy="200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8" name="Line 48"/>
          <p:cNvSpPr>
            <a:spLocks noChangeShapeType="1"/>
          </p:cNvSpPr>
          <p:nvPr/>
        </p:nvSpPr>
        <p:spPr bwMode="auto">
          <a:xfrm flipH="1">
            <a:off x="2875732" y="2108467"/>
            <a:ext cx="1191" cy="74890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69" name="Line 49"/>
          <p:cNvSpPr>
            <a:spLocks noChangeShapeType="1"/>
          </p:cNvSpPr>
          <p:nvPr/>
        </p:nvSpPr>
        <p:spPr bwMode="auto">
          <a:xfrm>
            <a:off x="2882876" y="2433507"/>
            <a:ext cx="15001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0" name="Rectangle 50"/>
          <p:cNvSpPr>
            <a:spLocks noChangeArrowheads="1"/>
          </p:cNvSpPr>
          <p:nvPr/>
        </p:nvSpPr>
        <p:spPr bwMode="auto">
          <a:xfrm>
            <a:off x="3965154" y="2276345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1" name="Rectangle 51"/>
          <p:cNvSpPr>
            <a:spLocks noChangeArrowheads="1"/>
          </p:cNvSpPr>
          <p:nvPr/>
        </p:nvSpPr>
        <p:spPr bwMode="auto">
          <a:xfrm>
            <a:off x="4086598" y="2276345"/>
            <a:ext cx="110728" cy="150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2" name="Rectangle 52"/>
          <p:cNvSpPr>
            <a:spLocks noChangeArrowheads="1"/>
          </p:cNvSpPr>
          <p:nvPr/>
        </p:nvSpPr>
        <p:spPr bwMode="auto">
          <a:xfrm>
            <a:off x="4208042" y="2276345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3" name="Rectangle 53"/>
          <p:cNvSpPr>
            <a:spLocks noChangeArrowheads="1"/>
          </p:cNvSpPr>
          <p:nvPr/>
        </p:nvSpPr>
        <p:spPr bwMode="auto">
          <a:xfrm>
            <a:off x="4329486" y="2276345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4" name="Rectangle 54"/>
          <p:cNvSpPr>
            <a:spLocks noChangeArrowheads="1"/>
          </p:cNvSpPr>
          <p:nvPr/>
        </p:nvSpPr>
        <p:spPr bwMode="auto">
          <a:xfrm>
            <a:off x="4450929" y="2276345"/>
            <a:ext cx="110728" cy="150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5" name="Rectangle 55"/>
          <p:cNvSpPr>
            <a:spLocks noChangeArrowheads="1"/>
          </p:cNvSpPr>
          <p:nvPr/>
        </p:nvSpPr>
        <p:spPr bwMode="auto">
          <a:xfrm>
            <a:off x="4729536" y="2276345"/>
            <a:ext cx="110728" cy="150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76" name="Rectangle 56"/>
          <p:cNvSpPr>
            <a:spLocks noChangeArrowheads="1"/>
          </p:cNvSpPr>
          <p:nvPr/>
        </p:nvSpPr>
        <p:spPr bwMode="auto">
          <a:xfrm>
            <a:off x="5058148" y="2272773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2377" name="Group 57"/>
          <p:cNvGrpSpPr>
            <a:grpSpLocks/>
          </p:cNvGrpSpPr>
          <p:nvPr/>
        </p:nvGrpSpPr>
        <p:grpSpPr bwMode="auto">
          <a:xfrm>
            <a:off x="3447232" y="2333495"/>
            <a:ext cx="475060" cy="150019"/>
            <a:chOff x="1800" y="1425"/>
            <a:chExt cx="399" cy="126"/>
          </a:xfrm>
        </p:grpSpPr>
        <p:sp>
          <p:nvSpPr>
            <p:cNvPr id="36950" name="Rectangle 58"/>
            <p:cNvSpPr>
              <a:spLocks noChangeArrowheads="1"/>
            </p:cNvSpPr>
            <p:nvPr/>
          </p:nvSpPr>
          <p:spPr bwMode="auto">
            <a:xfrm>
              <a:off x="1800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51" name="Rectangle 59"/>
            <p:cNvSpPr>
              <a:spLocks noChangeArrowheads="1"/>
            </p:cNvSpPr>
            <p:nvPr/>
          </p:nvSpPr>
          <p:spPr bwMode="auto">
            <a:xfrm>
              <a:off x="1902" y="1425"/>
              <a:ext cx="93" cy="1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52" name="Rectangle 60"/>
            <p:cNvSpPr>
              <a:spLocks noChangeArrowheads="1"/>
            </p:cNvSpPr>
            <p:nvPr/>
          </p:nvSpPr>
          <p:spPr bwMode="auto">
            <a:xfrm>
              <a:off x="2004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53" name="Rectangle 61"/>
            <p:cNvSpPr>
              <a:spLocks noChangeArrowheads="1"/>
            </p:cNvSpPr>
            <p:nvPr/>
          </p:nvSpPr>
          <p:spPr bwMode="auto">
            <a:xfrm>
              <a:off x="2106" y="1425"/>
              <a:ext cx="93" cy="12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2382" name="Rectangle 62"/>
          <p:cNvSpPr>
            <a:spLocks noChangeArrowheads="1"/>
          </p:cNvSpPr>
          <p:nvPr/>
        </p:nvSpPr>
        <p:spPr bwMode="auto">
          <a:xfrm>
            <a:off x="2900736" y="2258486"/>
            <a:ext cx="110728" cy="1500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83" name="Rectangle 63"/>
          <p:cNvSpPr>
            <a:spLocks noChangeArrowheads="1"/>
          </p:cNvSpPr>
          <p:nvPr/>
        </p:nvSpPr>
        <p:spPr bwMode="auto">
          <a:xfrm>
            <a:off x="2736429" y="2687111"/>
            <a:ext cx="110728" cy="150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84" name="Line 64"/>
          <p:cNvSpPr>
            <a:spLocks noChangeShapeType="1"/>
          </p:cNvSpPr>
          <p:nvPr/>
        </p:nvSpPr>
        <p:spPr bwMode="auto">
          <a:xfrm>
            <a:off x="3032894" y="2337067"/>
            <a:ext cx="182166" cy="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85" name="Line 65"/>
          <p:cNvSpPr>
            <a:spLocks noChangeShapeType="1"/>
          </p:cNvSpPr>
          <p:nvPr/>
        </p:nvSpPr>
        <p:spPr bwMode="auto">
          <a:xfrm flipV="1">
            <a:off x="2782863" y="2544236"/>
            <a:ext cx="0" cy="1321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86" name="Line 66"/>
          <p:cNvSpPr>
            <a:spLocks noChangeShapeType="1"/>
          </p:cNvSpPr>
          <p:nvPr/>
        </p:nvSpPr>
        <p:spPr bwMode="auto">
          <a:xfrm>
            <a:off x="4250904" y="2194192"/>
            <a:ext cx="79652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87" name="Text Box 67"/>
          <p:cNvSpPr txBox="1">
            <a:spLocks noChangeArrowheads="1"/>
          </p:cNvSpPr>
          <p:nvPr/>
        </p:nvSpPr>
        <p:spPr bwMode="auto">
          <a:xfrm>
            <a:off x="1673152" y="1761684"/>
            <a:ext cx="346570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12388" name="Text Box 68"/>
          <p:cNvSpPr txBox="1">
            <a:spLocks noChangeArrowheads="1"/>
          </p:cNvSpPr>
          <p:nvPr/>
        </p:nvSpPr>
        <p:spPr bwMode="auto">
          <a:xfrm>
            <a:off x="1866367" y="2571285"/>
            <a:ext cx="328936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12389" name="Text Box 69"/>
          <p:cNvSpPr txBox="1">
            <a:spLocks noChangeArrowheads="1"/>
          </p:cNvSpPr>
          <p:nvPr/>
        </p:nvSpPr>
        <p:spPr bwMode="auto">
          <a:xfrm>
            <a:off x="6647954" y="1413362"/>
            <a:ext cx="338554" cy="36933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sp>
        <p:nvSpPr>
          <p:cNvPr id="312390" name="Text Box 70"/>
          <p:cNvSpPr txBox="1">
            <a:spLocks noChangeArrowheads="1"/>
          </p:cNvSpPr>
          <p:nvPr/>
        </p:nvSpPr>
        <p:spPr bwMode="auto">
          <a:xfrm>
            <a:off x="2513783" y="1653648"/>
            <a:ext cx="848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Mb/s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Ethernet</a:t>
            </a:r>
            <a:endParaRPr lang="en-US" altLang="zh-CN" sz="12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91" name="Text Box 71"/>
          <p:cNvSpPr txBox="1">
            <a:spLocks noChangeArrowheads="1"/>
          </p:cNvSpPr>
          <p:nvPr/>
        </p:nvSpPr>
        <p:spPr bwMode="auto">
          <a:xfrm>
            <a:off x="4121126" y="2471607"/>
            <a:ext cx="91403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rPr>
              <a:t>1.5 Mb/s</a:t>
            </a:r>
            <a:endParaRPr lang="en-US" altLang="zh-CN" sz="135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92" name="Text Box 72"/>
          <p:cNvSpPr txBox="1">
            <a:spLocks noChangeArrowheads="1"/>
          </p:cNvSpPr>
          <p:nvPr/>
        </p:nvSpPr>
        <p:spPr bwMode="auto">
          <a:xfrm>
            <a:off x="5821339" y="28823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zh-CN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93" name="Rectangle 73"/>
          <p:cNvSpPr>
            <a:spLocks noChangeArrowheads="1"/>
          </p:cNvSpPr>
          <p:nvPr/>
        </p:nvSpPr>
        <p:spPr bwMode="auto">
          <a:xfrm>
            <a:off x="5404619" y="2290632"/>
            <a:ext cx="110729" cy="1500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94" name="Rectangle 74"/>
          <p:cNvSpPr>
            <a:spLocks noChangeArrowheads="1"/>
          </p:cNvSpPr>
          <p:nvPr/>
        </p:nvSpPr>
        <p:spPr bwMode="auto">
          <a:xfrm>
            <a:off x="5526063" y="2290632"/>
            <a:ext cx="110729" cy="1500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395" name="Rectangle 75"/>
          <p:cNvSpPr>
            <a:spLocks noChangeArrowheads="1"/>
          </p:cNvSpPr>
          <p:nvPr/>
        </p:nvSpPr>
        <p:spPr bwMode="auto">
          <a:xfrm>
            <a:off x="5647507" y="2290632"/>
            <a:ext cx="110729" cy="1500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2396" name="Group 76"/>
          <p:cNvGrpSpPr>
            <a:grpSpLocks/>
          </p:cNvGrpSpPr>
          <p:nvPr/>
        </p:nvGrpSpPr>
        <p:grpSpPr bwMode="auto">
          <a:xfrm rot="19637433">
            <a:off x="5589167" y="2454939"/>
            <a:ext cx="475059" cy="146447"/>
            <a:chOff x="4176" y="2211"/>
            <a:chExt cx="399" cy="126"/>
          </a:xfrm>
        </p:grpSpPr>
        <p:sp>
          <p:nvSpPr>
            <p:cNvPr id="36946" name="Rectangle 77"/>
            <p:cNvSpPr>
              <a:spLocks noChangeArrowheads="1"/>
            </p:cNvSpPr>
            <p:nvPr/>
          </p:nvSpPr>
          <p:spPr bwMode="auto">
            <a:xfrm>
              <a:off x="4176" y="2211"/>
              <a:ext cx="93" cy="1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47" name="Rectangle 78"/>
            <p:cNvSpPr>
              <a:spLocks noChangeArrowheads="1"/>
            </p:cNvSpPr>
            <p:nvPr/>
          </p:nvSpPr>
          <p:spPr bwMode="auto">
            <a:xfrm>
              <a:off x="4278" y="2211"/>
              <a:ext cx="93" cy="1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48" name="Rectangle 79"/>
            <p:cNvSpPr>
              <a:spLocks noChangeArrowheads="1"/>
            </p:cNvSpPr>
            <p:nvPr/>
          </p:nvSpPr>
          <p:spPr bwMode="auto">
            <a:xfrm>
              <a:off x="4380" y="2211"/>
              <a:ext cx="93" cy="1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49" name="Rectangle 80"/>
            <p:cNvSpPr>
              <a:spLocks noChangeArrowheads="1"/>
            </p:cNvSpPr>
            <p:nvPr/>
          </p:nvSpPr>
          <p:spPr bwMode="auto">
            <a:xfrm>
              <a:off x="4482" y="2211"/>
              <a:ext cx="93" cy="1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2401" name="Group 81"/>
          <p:cNvGrpSpPr>
            <a:grpSpLocks/>
          </p:cNvGrpSpPr>
          <p:nvPr/>
        </p:nvGrpSpPr>
        <p:grpSpPr bwMode="auto">
          <a:xfrm>
            <a:off x="4335438" y="3143117"/>
            <a:ext cx="1777604" cy="1470814"/>
            <a:chOff x="1874" y="2009"/>
            <a:chExt cx="1493" cy="1238"/>
          </a:xfrm>
        </p:grpSpPr>
        <p:graphicFrame>
          <p:nvGraphicFramePr>
            <p:cNvPr id="36921" name="Object 82"/>
            <p:cNvGraphicFramePr>
              <a:graphicFrameLocks noChangeAspect="1"/>
            </p:cNvGraphicFramePr>
            <p:nvPr/>
          </p:nvGraphicFramePr>
          <p:xfrm>
            <a:off x="2960" y="2600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7" name="Clip" r:id="rId8" imgW="1307263" imgH="1084139" progId="">
                    <p:embed/>
                  </p:oleObj>
                </mc:Choice>
                <mc:Fallback>
                  <p:oleObj name="Clip" r:id="rId8" imgW="1307263" imgH="1084139" progId="">
                    <p:embed/>
                    <p:pic>
                      <p:nvPicPr>
                        <p:cNvPr id="36921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0" y="2600"/>
                          <a:ext cx="407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6922" name="Group 83"/>
            <p:cNvGrpSpPr>
              <a:grpSpLocks/>
            </p:cNvGrpSpPr>
            <p:nvPr/>
          </p:nvGrpSpPr>
          <p:grpSpPr bwMode="auto">
            <a:xfrm>
              <a:off x="2428" y="2009"/>
              <a:ext cx="761" cy="420"/>
              <a:chOff x="1462" y="1283"/>
              <a:chExt cx="761" cy="420"/>
            </a:xfrm>
          </p:grpSpPr>
          <p:sp>
            <p:nvSpPr>
              <p:cNvPr id="36933" name="Oval 84"/>
              <p:cNvSpPr>
                <a:spLocks noChangeArrowheads="1"/>
              </p:cNvSpPr>
              <p:nvPr/>
            </p:nvSpPr>
            <p:spPr bwMode="auto">
              <a:xfrm>
                <a:off x="1462" y="1470"/>
                <a:ext cx="755" cy="233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4" name="Line 85"/>
              <p:cNvSpPr>
                <a:spLocks noChangeShapeType="1"/>
              </p:cNvSpPr>
              <p:nvPr/>
            </p:nvSpPr>
            <p:spPr bwMode="auto">
              <a:xfrm>
                <a:off x="1462" y="1451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5" name="Rectangle 86"/>
              <p:cNvSpPr>
                <a:spLocks noChangeArrowheads="1"/>
              </p:cNvSpPr>
              <p:nvPr/>
            </p:nvSpPr>
            <p:spPr bwMode="auto">
              <a:xfrm>
                <a:off x="1462" y="1427"/>
                <a:ext cx="755" cy="166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6" name="Oval 87"/>
              <p:cNvSpPr>
                <a:spLocks noChangeArrowheads="1"/>
              </p:cNvSpPr>
              <p:nvPr/>
            </p:nvSpPr>
            <p:spPr bwMode="auto">
              <a:xfrm>
                <a:off x="1468" y="1283"/>
                <a:ext cx="755" cy="271"/>
              </a:xfrm>
              <a:prstGeom prst="ellipse">
                <a:avLst/>
              </a:pr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6937" name="Group 88"/>
              <p:cNvGrpSpPr>
                <a:grpSpLocks/>
              </p:cNvGrpSpPr>
              <p:nvPr/>
            </p:nvGrpSpPr>
            <p:grpSpPr bwMode="auto">
              <a:xfrm>
                <a:off x="1686" y="1302"/>
                <a:ext cx="314" cy="75"/>
                <a:chOff x="2208" y="2184"/>
                <a:chExt cx="176" cy="69"/>
              </a:xfrm>
            </p:grpSpPr>
            <p:grpSp>
              <p:nvGrpSpPr>
                <p:cNvPr id="36938" name="Group 89"/>
                <p:cNvGrpSpPr>
                  <a:grpSpLocks/>
                </p:cNvGrpSpPr>
                <p:nvPr/>
              </p:nvGrpSpPr>
              <p:grpSpPr bwMode="auto">
                <a:xfrm>
                  <a:off x="2208" y="2185"/>
                  <a:ext cx="176" cy="68"/>
                  <a:chOff x="2848" y="848"/>
                  <a:chExt cx="140" cy="98"/>
                </a:xfrm>
              </p:grpSpPr>
              <p:sp>
                <p:nvSpPr>
                  <p:cNvPr id="36943" name="Line 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44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45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grpSp>
              <p:nvGrpSpPr>
                <p:cNvPr id="36939" name="Group 93"/>
                <p:cNvGrpSpPr>
                  <a:grpSpLocks/>
                </p:cNvGrpSpPr>
                <p:nvPr/>
              </p:nvGrpSpPr>
              <p:grpSpPr bwMode="auto">
                <a:xfrm flipV="1">
                  <a:off x="2208" y="2184"/>
                  <a:ext cx="176" cy="68"/>
                  <a:chOff x="2848" y="848"/>
                  <a:chExt cx="140" cy="98"/>
                </a:xfrm>
              </p:grpSpPr>
              <p:sp>
                <p:nvSpPr>
                  <p:cNvPr id="36940" name="Line 9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8" y="848"/>
                    <a:ext cx="50" cy="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41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2944" y="946"/>
                    <a:ext cx="4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942" name="Line 96"/>
                  <p:cNvSpPr>
                    <a:spLocks noChangeShapeType="1"/>
                  </p:cNvSpPr>
                  <p:nvPr/>
                </p:nvSpPr>
                <p:spPr bwMode="auto">
                  <a:xfrm>
                    <a:off x="2894" y="850"/>
                    <a:ext cx="52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350">
                      <a:solidFill>
                        <a:srgbClr val="0000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</p:grpSp>
        <p:graphicFrame>
          <p:nvGraphicFramePr>
            <p:cNvPr id="36923" name="Object 97"/>
            <p:cNvGraphicFramePr>
              <a:graphicFrameLocks noChangeAspect="1"/>
            </p:cNvGraphicFramePr>
            <p:nvPr/>
          </p:nvGraphicFramePr>
          <p:xfrm>
            <a:off x="1874" y="2546"/>
            <a:ext cx="40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88" name="Clip" r:id="rId9" imgW="1307263" imgH="1084139" progId="">
                    <p:embed/>
                  </p:oleObj>
                </mc:Choice>
                <mc:Fallback>
                  <p:oleObj name="Clip" r:id="rId9" imgW="1307263" imgH="1084139" progId="">
                    <p:embed/>
                    <p:pic>
                      <p:nvPicPr>
                        <p:cNvPr id="36923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4" y="2546"/>
                          <a:ext cx="407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24" name="Line 98"/>
            <p:cNvSpPr>
              <a:spLocks noChangeShapeType="1"/>
            </p:cNvSpPr>
            <p:nvPr/>
          </p:nvSpPr>
          <p:spPr bwMode="auto">
            <a:xfrm flipV="1">
              <a:off x="2214" y="2370"/>
              <a:ext cx="294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25" name="Line 99"/>
            <p:cNvSpPr>
              <a:spLocks noChangeShapeType="1"/>
            </p:cNvSpPr>
            <p:nvPr/>
          </p:nvSpPr>
          <p:spPr bwMode="auto">
            <a:xfrm flipH="1" flipV="1">
              <a:off x="2964" y="2406"/>
              <a:ext cx="21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26" name="Text Box 100"/>
            <p:cNvSpPr txBox="1">
              <a:spLocks noChangeArrowheads="1"/>
            </p:cNvSpPr>
            <p:nvPr/>
          </p:nvSpPr>
          <p:spPr bwMode="auto">
            <a:xfrm>
              <a:off x="1949" y="2930"/>
              <a:ext cx="303" cy="311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</a:p>
          </p:txBody>
        </p:sp>
        <p:sp>
          <p:nvSpPr>
            <p:cNvPr id="36927" name="Text Box 101"/>
            <p:cNvSpPr txBox="1">
              <a:spLocks noChangeArrowheads="1"/>
            </p:cNvSpPr>
            <p:nvPr/>
          </p:nvSpPr>
          <p:spPr bwMode="auto">
            <a:xfrm>
              <a:off x="3039" y="2936"/>
              <a:ext cx="261" cy="311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</a:t>
              </a:r>
            </a:p>
          </p:txBody>
        </p:sp>
        <p:grpSp>
          <p:nvGrpSpPr>
            <p:cNvPr id="36928" name="Group 102"/>
            <p:cNvGrpSpPr>
              <a:grpSpLocks/>
            </p:cNvGrpSpPr>
            <p:nvPr/>
          </p:nvGrpSpPr>
          <p:grpSpPr bwMode="auto">
            <a:xfrm rot="-2018696">
              <a:off x="2736" y="2139"/>
              <a:ext cx="399" cy="126"/>
              <a:chOff x="4176" y="2211"/>
              <a:chExt cx="399" cy="126"/>
            </a:xfrm>
          </p:grpSpPr>
          <p:sp>
            <p:nvSpPr>
              <p:cNvPr id="36929" name="Rectangle 103"/>
              <p:cNvSpPr>
                <a:spLocks noChangeArrowheads="1"/>
              </p:cNvSpPr>
              <p:nvPr/>
            </p:nvSpPr>
            <p:spPr bwMode="auto">
              <a:xfrm>
                <a:off x="4176" y="2211"/>
                <a:ext cx="93" cy="1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0" name="Rectangle 104"/>
              <p:cNvSpPr>
                <a:spLocks noChangeArrowheads="1"/>
              </p:cNvSpPr>
              <p:nvPr/>
            </p:nvSpPr>
            <p:spPr bwMode="auto">
              <a:xfrm>
                <a:off x="4278" y="2211"/>
                <a:ext cx="93" cy="1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1" name="Rectangle 105"/>
              <p:cNvSpPr>
                <a:spLocks noChangeArrowheads="1"/>
              </p:cNvSpPr>
              <p:nvPr/>
            </p:nvSpPr>
            <p:spPr bwMode="auto">
              <a:xfrm>
                <a:off x="4380" y="2211"/>
                <a:ext cx="93" cy="1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32" name="Rectangle 106"/>
              <p:cNvSpPr>
                <a:spLocks noChangeArrowheads="1"/>
              </p:cNvSpPr>
              <p:nvPr/>
            </p:nvSpPr>
            <p:spPr bwMode="auto">
              <a:xfrm>
                <a:off x="4482" y="2211"/>
                <a:ext cx="93" cy="12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312427" name="Text Box 107"/>
          <p:cNvSpPr txBox="1">
            <a:spLocks noChangeArrowheads="1"/>
          </p:cNvSpPr>
          <p:nvPr/>
        </p:nvSpPr>
        <p:spPr bwMode="auto">
          <a:xfrm>
            <a:off x="4196071" y="1932894"/>
            <a:ext cx="87716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35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统计复用</a:t>
            </a:r>
            <a:endParaRPr lang="en-US" altLang="zh-CN" sz="135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428" name="Text Box 108"/>
          <p:cNvSpPr txBox="1">
            <a:spLocks noChangeArrowheads="1"/>
          </p:cNvSpPr>
          <p:nvPr/>
        </p:nvSpPr>
        <p:spPr bwMode="auto">
          <a:xfrm>
            <a:off x="3155928" y="2854989"/>
            <a:ext cx="8002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转发队列</a:t>
            </a:r>
            <a:endParaRPr lang="en-US" altLang="zh-CN" sz="1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2429" name="Line 109"/>
          <p:cNvSpPr>
            <a:spLocks noChangeShapeType="1"/>
          </p:cNvSpPr>
          <p:nvPr/>
        </p:nvSpPr>
        <p:spPr bwMode="auto">
          <a:xfrm flipV="1">
            <a:off x="3472236" y="2522805"/>
            <a:ext cx="125015" cy="3917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Text Box 108"/>
          <p:cNvSpPr txBox="1">
            <a:spLocks noChangeArrowheads="1"/>
          </p:cNvSpPr>
          <p:nvPr/>
        </p:nvSpPr>
        <p:spPr bwMode="auto">
          <a:xfrm>
            <a:off x="6890678" y="3189456"/>
            <a:ext cx="766463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上箭头标注 1"/>
          <p:cNvSpPr/>
          <p:nvPr/>
        </p:nvSpPr>
        <p:spPr>
          <a:xfrm>
            <a:off x="3005826" y="3158300"/>
            <a:ext cx="970837" cy="809500"/>
          </a:xfrm>
          <a:prstGeom prst="up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网络拥塞</a:t>
            </a:r>
            <a:endParaRPr lang="en-US" altLang="zh-CN" sz="140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b="1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排队时延</a:t>
            </a:r>
            <a:endParaRPr lang="en-US" altLang="zh-CN" sz="1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左箭头标注 2"/>
          <p:cNvSpPr/>
          <p:nvPr/>
        </p:nvSpPr>
        <p:spPr>
          <a:xfrm>
            <a:off x="6153457" y="3598264"/>
            <a:ext cx="1442879" cy="529811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分组失序</a:t>
            </a:r>
          </a:p>
        </p:txBody>
      </p:sp>
      <p:sp>
        <p:nvSpPr>
          <p:cNvPr id="104" name="Text Box 108"/>
          <p:cNvSpPr txBox="1">
            <a:spLocks noChangeArrowheads="1"/>
          </p:cNvSpPr>
          <p:nvPr/>
        </p:nvSpPr>
        <p:spPr bwMode="auto">
          <a:xfrm>
            <a:off x="2347276" y="3545273"/>
            <a:ext cx="766463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灯片编号占位符 2">
            <a:extLst>
              <a:ext uri="{FF2B5EF4-FFF2-40B4-BE49-F238E27FC236}">
                <a16:creationId xmlns:a16="http://schemas.microsoft.com/office/drawing/2014/main" id="{EE2B3C6E-ADDB-4AFC-9DA0-D4080CC7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AutoShape 5">
            <a:extLst>
              <a:ext uri="{FF2B5EF4-FFF2-40B4-BE49-F238E27FC236}">
                <a16:creationId xmlns:a16="http://schemas.microsoft.com/office/drawing/2014/main" id="{4433B373-5970-4307-B4A7-A6C758AED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Rectangle 3">
            <a:extLst>
              <a:ext uri="{FF2B5EF4-FFF2-40B4-BE49-F238E27FC236}">
                <a16:creationId xmlns:a16="http://schemas.microsoft.com/office/drawing/2014/main" id="{7596D915-7B8F-4E44-84CE-A3B777640FD9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  <p:pic>
        <p:nvPicPr>
          <p:cNvPr id="102" name="图片 101" descr="图片包含 游戏机&#10;&#10;描述已自动生成">
            <a:extLst>
              <a:ext uri="{FF2B5EF4-FFF2-40B4-BE49-F238E27FC236}">
                <a16:creationId xmlns:a16="http://schemas.microsoft.com/office/drawing/2014/main" id="{43218499-56DD-44CC-87DE-11C65BC193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93" y="3518407"/>
            <a:ext cx="358170" cy="335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" name="图片 102" descr="图片包含 游戏机&#10;&#10;描述已自动生成">
            <a:extLst>
              <a:ext uri="{FF2B5EF4-FFF2-40B4-BE49-F238E27FC236}">
                <a16:creationId xmlns:a16="http://schemas.microsoft.com/office/drawing/2014/main" id="{EA20D84C-429A-4567-B9B3-D1BF060A26D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83" y="3166476"/>
            <a:ext cx="358170" cy="335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0565927"/>
      </p:ext>
    </p:extLst>
  </p:cSld>
  <p:clrMapOvr>
    <a:masterClrMapping/>
  </p:clrMapOvr>
  <p:transition>
    <p:fade/>
    <p:sndAc>
      <p:stSnd>
        <p:snd r:embed="rId3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9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2" grpId="0" animBg="1"/>
      <p:bldP spid="3" grpId="0" animBg="1"/>
      <p:bldP spid="104" grpId="0"/>
      <p:bldP spid="97" grpId="0" animBg="1"/>
      <p:bldP spid="97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164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7584" y="1465709"/>
            <a:ext cx="3600400" cy="247419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数据报网络</a:t>
            </a:r>
            <a:r>
              <a:rPr lang="en-US" altLang="zh-CN" sz="1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(datagram network)</a:t>
            </a: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目标地址确定下一站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路径不一定相同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汽车车队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途中导航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642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788024" y="1465709"/>
            <a:ext cx="2997200" cy="247536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虚电路网络</a:t>
            </a:r>
            <a:r>
              <a:rPr lang="en-US" altLang="zh-CN" sz="18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(virtual circuit)</a:t>
            </a: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虚电路编号来确定路径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的路径相同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lvl="2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火车交通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1200"/>
              </a:spcBef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固定线路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D1A9865B-3DBF-4DF4-8964-7289E593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53D3B543-9254-4CC9-9FC0-7DC9BDD67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B522A8B-9684-4382-B03A-36677B144F6F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</a:p>
        </p:txBody>
      </p:sp>
    </p:spTree>
    <p:extLst>
      <p:ext uri="{BB962C8B-B14F-4D97-AF65-F5344CB8AC3E}">
        <p14:creationId xmlns:p14="http://schemas.microsoft.com/office/powerpoint/2010/main" val="3447722780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16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6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16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6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6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6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  <p:bldP spid="316420" grpId="0" build="p"/>
      <p:bldP spid="7" grpId="0" animBg="1"/>
      <p:bldP spid="7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13442" name="Rectangle 98"/>
          <p:cNvSpPr>
            <a:spLocks noChangeArrowheads="1"/>
          </p:cNvSpPr>
          <p:nvPr/>
        </p:nvSpPr>
        <p:spPr bwMode="auto">
          <a:xfrm>
            <a:off x="685504" y="903996"/>
            <a:ext cx="6110288" cy="34528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16000" indent="-216000" eaLnBrk="1" hangingPunct="1">
              <a:defRPr/>
            </a:pPr>
            <a:r>
              <a:rPr lang="zh-CN" altLang="en-US" sz="1800" dirty="0">
                <a:solidFill>
                  <a:srgbClr val="0070C0"/>
                </a:solidFill>
                <a:effectLst/>
              </a:rPr>
              <a:t>分组交换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effectLst/>
              </a:rPr>
              <a:t>vs.</a:t>
            </a:r>
            <a:r>
              <a:rPr lang="en-US" altLang="zh-CN" sz="1800" dirty="0">
                <a:effectLst/>
              </a:rPr>
              <a:t>  </a:t>
            </a:r>
            <a:r>
              <a:rPr lang="zh-CN" altLang="en-US" sz="1800" dirty="0">
                <a:solidFill>
                  <a:srgbClr val="00B050"/>
                </a:solidFill>
                <a:effectLst/>
              </a:rPr>
              <a:t>电路交换</a:t>
            </a:r>
            <a:endParaRPr lang="en-US" altLang="zh-CN" sz="1800" dirty="0">
              <a:solidFill>
                <a:srgbClr val="00B050"/>
              </a:solidFill>
              <a:effectLst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0511" y="1028203"/>
            <a:ext cx="2786744" cy="1264541"/>
            <a:chOff x="4646613" y="2066925"/>
            <a:chExt cx="4418566" cy="2005013"/>
          </a:xfrm>
        </p:grpSpPr>
        <p:grpSp>
          <p:nvGrpSpPr>
            <p:cNvPr id="9" name="Group 49"/>
            <p:cNvGrpSpPr>
              <a:grpSpLocks/>
            </p:cNvGrpSpPr>
            <p:nvPr/>
          </p:nvGrpSpPr>
          <p:grpSpPr bwMode="auto">
            <a:xfrm>
              <a:off x="6438900" y="2770188"/>
              <a:ext cx="1155700" cy="620712"/>
              <a:chOff x="3600" y="219"/>
              <a:chExt cx="360" cy="175"/>
            </a:xfrm>
          </p:grpSpPr>
          <p:sp>
            <p:nvSpPr>
              <p:cNvPr id="11" name="Oval 50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51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3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4" name="Rectangle 53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6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2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3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</p:grpSp>
          <p:grpSp>
            <p:nvGrpSpPr>
              <p:cNvPr id="17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19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0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</p:grpSp>
        </p:grp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5380038" y="2562225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auto">
            <a:xfrm>
              <a:off x="6218238" y="3019425"/>
              <a:ext cx="203835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auto">
            <a:xfrm>
              <a:off x="6218238" y="3171825"/>
              <a:ext cx="203835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 flipV="1">
              <a:off x="5456238" y="3171825"/>
              <a:ext cx="762000" cy="6096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>
              <a:off x="5102019" y="2740025"/>
              <a:ext cx="816386" cy="61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i="1" dirty="0">
                  <a:solidFill>
                    <a:srgbClr val="000099"/>
                  </a:solidFill>
                </a:rPr>
                <a:t>n</a:t>
              </a:r>
              <a:r>
                <a:rPr lang="en-US" altLang="zh-CN" sz="1200" dirty="0">
                  <a:solidFill>
                    <a:srgbClr val="000099"/>
                  </a:solidFill>
                </a:rPr>
                <a:t> 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solidFill>
                    <a:srgbClr val="000099"/>
                  </a:solidFill>
                </a:rPr>
                <a:t>users</a:t>
              </a:r>
            </a:p>
          </p:txBody>
        </p:sp>
        <p:sp>
          <p:nvSpPr>
            <p:cNvPr id="29" name="Text Box 20"/>
            <p:cNvSpPr txBox="1">
              <a:spLocks noChangeArrowheads="1"/>
            </p:cNvSpPr>
            <p:nvPr/>
          </p:nvSpPr>
          <p:spPr bwMode="auto">
            <a:xfrm>
              <a:off x="7542213" y="3303589"/>
              <a:ext cx="1522966" cy="43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" panose="020B0604020202020204" pitchFamily="34" charset="0"/>
                </a:rPr>
                <a:t>1 Mbps link</a:t>
              </a:r>
            </a:p>
          </p:txBody>
        </p:sp>
        <p:sp>
          <p:nvSpPr>
            <p:cNvPr id="30" name="Line 47"/>
            <p:cNvSpPr>
              <a:spLocks noChangeShapeType="1"/>
            </p:cNvSpPr>
            <p:nvPr/>
          </p:nvSpPr>
          <p:spPr bwMode="auto">
            <a:xfrm>
              <a:off x="7586663" y="3086100"/>
              <a:ext cx="1409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 rot="5273514">
              <a:off x="4823145" y="2820462"/>
              <a:ext cx="674049" cy="43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</a:rPr>
                <a:t>…..</a:t>
              </a:r>
            </a:p>
          </p:txBody>
        </p:sp>
        <p:grpSp>
          <p:nvGrpSpPr>
            <p:cNvPr id="32" name="Group 37"/>
            <p:cNvGrpSpPr>
              <a:grpSpLocks/>
            </p:cNvGrpSpPr>
            <p:nvPr/>
          </p:nvGrpSpPr>
          <p:grpSpPr bwMode="auto">
            <a:xfrm>
              <a:off x="4646613" y="2066925"/>
              <a:ext cx="779462" cy="679450"/>
              <a:chOff x="-44" y="1473"/>
              <a:chExt cx="981" cy="1105"/>
            </a:xfrm>
          </p:grpSpPr>
          <p:pic>
            <p:nvPicPr>
              <p:cNvPr id="33" name="Picture 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Freeform 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grpSp>
          <p:nvGrpSpPr>
            <p:cNvPr id="35" name="Group 40"/>
            <p:cNvGrpSpPr>
              <a:grpSpLocks/>
            </p:cNvGrpSpPr>
            <p:nvPr/>
          </p:nvGrpSpPr>
          <p:grpSpPr bwMode="auto">
            <a:xfrm>
              <a:off x="4651375" y="3392488"/>
              <a:ext cx="779463" cy="679450"/>
              <a:chOff x="-44" y="1473"/>
              <a:chExt cx="981" cy="1105"/>
            </a:xfrm>
          </p:grpSpPr>
          <p:pic>
            <p:nvPicPr>
              <p:cNvPr id="36" name="Picture 4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Freeform 4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</p:grp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1148414" y="1758983"/>
            <a:ext cx="3243878" cy="3159315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 eaLnBrk="1" hangingPunct="1">
              <a:buSzPct val="75000"/>
              <a:buNone/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173831" indent="-173831" eaLnBrk="1" hangingPunct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Mb/s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链路，每个用户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25054" lvl="1" indent="-164306" eaLnBrk="1" hangingPunct="1">
              <a:spcBef>
                <a:spcPts val="600"/>
              </a:spcBef>
              <a:buClr>
                <a:schemeClr val="tx1"/>
              </a:buClr>
              <a:buFontTx/>
              <a:buChar char="•"/>
              <a:tabLst>
                <a:tab pos="425054" algn="l"/>
              </a:tabLs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活动时的带宽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 Kb/s</a:t>
            </a:r>
          </a:p>
          <a:p>
            <a:pPr marL="425054" lvl="1" indent="-164306" eaLnBrk="1" hangingPunct="1">
              <a:spcBef>
                <a:spcPts val="600"/>
              </a:spcBef>
              <a:buClr>
                <a:schemeClr val="tx1"/>
              </a:buClr>
              <a:buFontTx/>
              <a:buChar char="•"/>
              <a:tabLst>
                <a:tab pos="425054" algn="l"/>
              </a:tabLst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的时间处于活动状态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054" lvl="1" indent="-164306" eaLnBrk="1" hangingPunct="1">
              <a:tabLst>
                <a:tab pos="425054" algn="l"/>
              </a:tabLst>
            </a:pP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3831" indent="-173831" eaLnBrk="1" hangingPunct="1"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  <a:r>
              <a:rPr lang="en-US" altLang="zh-CN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25054" lvl="1" indent="-164306" eaLnBrk="1" hangingPunct="1"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n=10</a:t>
            </a:r>
          </a:p>
          <a:p>
            <a:pPr marL="425054" lvl="1" indent="-164306" eaLnBrk="1" hangingPunct="1"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没有时延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3831" indent="-173831" eaLnBrk="1" hangingPunct="1"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25054" lvl="1" indent="-164306" eaLnBrk="1" hangingPunct="1"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n&gt;10,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可以更多的用户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054" lvl="1" indent="-164306" eaLnBrk="1" hangingPunct="1"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n=35, P&lt;0.00033 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二项式分布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425054" lvl="1" indent="-164306" eaLnBrk="1" hangingPunct="1"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用户增多，增加时延、拥塞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3569" y="1360392"/>
            <a:ext cx="3640407" cy="3000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35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分组交换网络允许更多的用户来使用网络</a:t>
            </a:r>
            <a:endParaRPr lang="en-US" altLang="zh-CN" sz="1350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94775" y="1360392"/>
            <a:ext cx="59503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35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Why?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305" y="2443789"/>
            <a:ext cx="2720787" cy="14762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99202" y="4071120"/>
            <a:ext cx="3538333" cy="67890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m=35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个人中有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n=11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个人同时联网的概率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b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P=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35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350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350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(1-p)</a:t>
            </a:r>
            <a:r>
              <a:rPr lang="en-US" altLang="zh-CN" sz="135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35-n</a:t>
            </a:r>
            <a:endParaRPr lang="zh-CN" altLang="en-US" sz="1350" baseline="30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灯片编号占位符 2">
            <a:extLst>
              <a:ext uri="{FF2B5EF4-FFF2-40B4-BE49-F238E27FC236}">
                <a16:creationId xmlns:a16="http://schemas.microsoft.com/office/drawing/2014/main" id="{04C4B99E-E105-460C-9DAC-6805A80C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403A18B7-AF63-4B99-AA6C-93A9D3A37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441306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40" grpId="0" animBg="1"/>
      <p:bldP spid="4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13442" name="Rectangle 98"/>
          <p:cNvSpPr>
            <a:spLocks noChangeArrowheads="1"/>
          </p:cNvSpPr>
          <p:nvPr/>
        </p:nvSpPr>
        <p:spPr bwMode="auto">
          <a:xfrm>
            <a:off x="685504" y="903996"/>
            <a:ext cx="6110288" cy="34528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216000" indent="-216000" eaLnBrk="1" hangingPunct="1">
              <a:defRPr/>
            </a:pPr>
            <a:r>
              <a:rPr lang="zh-CN" altLang="en-US" sz="1800" dirty="0">
                <a:solidFill>
                  <a:srgbClr val="0070C0"/>
                </a:solidFill>
                <a:effectLst/>
              </a:rPr>
              <a:t>分组交换</a:t>
            </a:r>
            <a:r>
              <a:rPr lang="en-US" altLang="zh-CN" sz="1800" dirty="0">
                <a:effectLst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effectLst/>
              </a:rPr>
              <a:t>vs.</a:t>
            </a:r>
            <a:r>
              <a:rPr lang="en-US" altLang="zh-CN" sz="1800" dirty="0">
                <a:effectLst/>
              </a:rPr>
              <a:t>  </a:t>
            </a:r>
            <a:r>
              <a:rPr lang="zh-CN" altLang="en-US" sz="1800" dirty="0">
                <a:solidFill>
                  <a:srgbClr val="00B050"/>
                </a:solidFill>
                <a:effectLst/>
              </a:rPr>
              <a:t>电路交换</a:t>
            </a:r>
            <a:endParaRPr lang="en-US" altLang="zh-CN" sz="1800" dirty="0">
              <a:solidFill>
                <a:srgbClr val="00B050"/>
              </a:solidFill>
              <a:effectLst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370511" y="1028203"/>
            <a:ext cx="2786744" cy="1264541"/>
            <a:chOff x="4646613" y="2066925"/>
            <a:chExt cx="4418566" cy="2005013"/>
          </a:xfrm>
        </p:grpSpPr>
        <p:grpSp>
          <p:nvGrpSpPr>
            <p:cNvPr id="9" name="Group 49"/>
            <p:cNvGrpSpPr>
              <a:grpSpLocks/>
            </p:cNvGrpSpPr>
            <p:nvPr/>
          </p:nvGrpSpPr>
          <p:grpSpPr bwMode="auto">
            <a:xfrm>
              <a:off x="6438900" y="2770188"/>
              <a:ext cx="1155700" cy="620712"/>
              <a:chOff x="3600" y="219"/>
              <a:chExt cx="360" cy="175"/>
            </a:xfrm>
          </p:grpSpPr>
          <p:sp>
            <p:nvSpPr>
              <p:cNvPr id="11" name="Oval 50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51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3" name="Line 52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4" name="Rectangle 53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Oval 54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2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6" name="Group 55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21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2" name="Line 5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3" name="Line 5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</p:grpSp>
          <p:grpSp>
            <p:nvGrpSpPr>
              <p:cNvPr id="17" name="Group 59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8" name="Line 60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19" name="Line 61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  <p:sp>
              <p:nvSpPr>
                <p:cNvPr id="20" name="Line 62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200"/>
                </a:p>
              </p:txBody>
            </p:sp>
          </p:grpSp>
        </p:grpSp>
        <p:sp>
          <p:nvSpPr>
            <p:cNvPr id="24" name="Line 15"/>
            <p:cNvSpPr>
              <a:spLocks noChangeShapeType="1"/>
            </p:cNvSpPr>
            <p:nvPr/>
          </p:nvSpPr>
          <p:spPr bwMode="auto">
            <a:xfrm>
              <a:off x="5380038" y="2562225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auto">
            <a:xfrm>
              <a:off x="6218238" y="3019425"/>
              <a:ext cx="203835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auto">
            <a:xfrm>
              <a:off x="6218238" y="3171825"/>
              <a:ext cx="203835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auto">
            <a:xfrm flipV="1">
              <a:off x="5456238" y="3171825"/>
              <a:ext cx="762000" cy="6096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28" name="Text Box 19"/>
            <p:cNvSpPr txBox="1">
              <a:spLocks noChangeArrowheads="1"/>
            </p:cNvSpPr>
            <p:nvPr/>
          </p:nvSpPr>
          <p:spPr bwMode="auto">
            <a:xfrm>
              <a:off x="5102019" y="2740025"/>
              <a:ext cx="816386" cy="614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i="1">
                  <a:solidFill>
                    <a:srgbClr val="000099"/>
                  </a:solidFill>
                </a:rPr>
                <a:t>N</a:t>
              </a:r>
              <a:r>
                <a:rPr lang="en-US" altLang="zh-CN" sz="1200">
                  <a:solidFill>
                    <a:srgbClr val="000099"/>
                  </a:solidFill>
                </a:rPr>
                <a:t> 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99"/>
                  </a:solidFill>
                </a:rPr>
                <a:t>users</a:t>
              </a:r>
            </a:p>
          </p:txBody>
        </p:sp>
        <p:sp>
          <p:nvSpPr>
            <p:cNvPr id="29" name="Text Box 20"/>
            <p:cNvSpPr txBox="1">
              <a:spLocks noChangeArrowheads="1"/>
            </p:cNvSpPr>
            <p:nvPr/>
          </p:nvSpPr>
          <p:spPr bwMode="auto">
            <a:xfrm>
              <a:off x="7542213" y="3303589"/>
              <a:ext cx="1522966" cy="43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dirty="0">
                  <a:latin typeface="Arial" panose="020B0604020202020204" pitchFamily="34" charset="0"/>
                </a:rPr>
                <a:t>1 Mbps link</a:t>
              </a:r>
            </a:p>
          </p:txBody>
        </p:sp>
        <p:sp>
          <p:nvSpPr>
            <p:cNvPr id="30" name="Line 47"/>
            <p:cNvSpPr>
              <a:spLocks noChangeShapeType="1"/>
            </p:cNvSpPr>
            <p:nvPr/>
          </p:nvSpPr>
          <p:spPr bwMode="auto">
            <a:xfrm>
              <a:off x="7586663" y="3086100"/>
              <a:ext cx="14097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200"/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 rot="5273514">
              <a:off x="4823145" y="2820462"/>
              <a:ext cx="674049" cy="43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latin typeface="Arial" panose="020B0604020202020204" pitchFamily="34" charset="0"/>
                </a:rPr>
                <a:t>…..</a:t>
              </a:r>
            </a:p>
          </p:txBody>
        </p:sp>
        <p:grpSp>
          <p:nvGrpSpPr>
            <p:cNvPr id="32" name="Group 37"/>
            <p:cNvGrpSpPr>
              <a:grpSpLocks/>
            </p:cNvGrpSpPr>
            <p:nvPr/>
          </p:nvGrpSpPr>
          <p:grpSpPr bwMode="auto">
            <a:xfrm>
              <a:off x="4646613" y="2066925"/>
              <a:ext cx="779462" cy="679450"/>
              <a:chOff x="-44" y="1473"/>
              <a:chExt cx="981" cy="1105"/>
            </a:xfrm>
          </p:grpSpPr>
          <p:pic>
            <p:nvPicPr>
              <p:cNvPr id="33" name="Picture 3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4" name="Freeform 39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  <p:grpSp>
          <p:nvGrpSpPr>
            <p:cNvPr id="35" name="Group 40"/>
            <p:cNvGrpSpPr>
              <a:grpSpLocks/>
            </p:cNvGrpSpPr>
            <p:nvPr/>
          </p:nvGrpSpPr>
          <p:grpSpPr bwMode="auto">
            <a:xfrm>
              <a:off x="4651375" y="3392488"/>
              <a:ext cx="779463" cy="679450"/>
              <a:chOff x="-44" y="1473"/>
              <a:chExt cx="981" cy="1105"/>
            </a:xfrm>
          </p:grpSpPr>
          <p:pic>
            <p:nvPicPr>
              <p:cNvPr id="36" name="Picture 4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Freeform 42"/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497 w 356"/>
                  <a:gd name="T3" fmla="*/ 469 h 368"/>
                  <a:gd name="T4" fmla="*/ 8894 w 356"/>
                  <a:gd name="T5" fmla="*/ 9780 h 368"/>
                  <a:gd name="T6" fmla="*/ 1960 w 356"/>
                  <a:gd name="T7" fmla="*/ 1223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CN" altLang="en-US" sz="1200"/>
              </a:p>
            </p:txBody>
          </p:sp>
        </p:grpSp>
      </p:grp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1148414" y="1758983"/>
            <a:ext cx="3243878" cy="102879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 eaLnBrk="1" hangingPunct="1">
              <a:spcBef>
                <a:spcPts val="600"/>
              </a:spcBef>
              <a:buSzPct val="75000"/>
              <a:buNone/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173831" indent="-173831" eaLnBrk="1" hangingPunct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Mb/s 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链路，每个用户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25054" lvl="1" indent="-164306" eaLnBrk="1" hangingPunct="1">
              <a:spcBef>
                <a:spcPts val="600"/>
              </a:spcBef>
              <a:buClr>
                <a:schemeClr val="tx1"/>
              </a:buClr>
              <a:buFontTx/>
              <a:buChar char="•"/>
              <a:tabLst>
                <a:tab pos="425054" algn="l"/>
              </a:tabLs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活动时的带宽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 Kb/s</a:t>
            </a:r>
          </a:p>
          <a:p>
            <a:pPr marL="425054" lvl="1" indent="-164306" eaLnBrk="1" hangingPunct="1">
              <a:spcBef>
                <a:spcPts val="600"/>
              </a:spcBef>
              <a:buClr>
                <a:schemeClr val="tx1"/>
              </a:buClr>
              <a:buFontTx/>
              <a:buChar char="•"/>
              <a:tabLst>
                <a:tab pos="425054" algn="l"/>
              </a:tabLs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的时间处于活动状态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3569" y="1360392"/>
            <a:ext cx="3640407" cy="3000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35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分组交换网络允许用户的“突发式”传输</a:t>
            </a:r>
          </a:p>
        </p:txBody>
      </p:sp>
      <p:sp>
        <p:nvSpPr>
          <p:cNvPr id="39" name="灯片编号占位符 2">
            <a:extLst>
              <a:ext uri="{FF2B5EF4-FFF2-40B4-BE49-F238E27FC236}">
                <a16:creationId xmlns:a16="http://schemas.microsoft.com/office/drawing/2014/main" id="{04C4B99E-E105-460C-9DAC-6805A80C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403A18B7-AF63-4B99-AA6C-93A9D3A37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1EC75875-847E-415C-A1D8-FA7520EB5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260" y="3115224"/>
            <a:ext cx="2609442" cy="91040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  <a:r>
              <a:rPr lang="en-US" altLang="zh-CN" sz="1400" dirty="0">
                <a:solidFill>
                  <a:srgbClr val="00B05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73869" lvl="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个忙，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个闲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3869" lvl="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=10%</a:t>
            </a: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410FCBF1-8EAC-4297-80D0-E691494B6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013" y="3115224"/>
            <a:ext cx="2609442" cy="91040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83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  <a:r>
              <a:rPr lang="en-US" altLang="zh-CN" sz="14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</a:p>
          <a:p>
            <a:pPr marL="473869" lvl="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个忙，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个闲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73869" lvl="1" indent="-173831" eaLnBrk="1" hangingPunct="1">
              <a:spcBef>
                <a:spcPts val="600"/>
              </a:spcBef>
              <a:buSzPct val="75000"/>
              <a:tabLst>
                <a:tab pos="425054" algn="l"/>
              </a:tabLst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利用率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~100%</a:t>
            </a:r>
          </a:p>
        </p:txBody>
      </p:sp>
    </p:spTree>
    <p:extLst>
      <p:ext uri="{BB962C8B-B14F-4D97-AF65-F5344CB8AC3E}">
        <p14:creationId xmlns:p14="http://schemas.microsoft.com/office/powerpoint/2010/main" val="2697393811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0" grpId="0" animBg="1"/>
      <p:bldP spid="40" grpId="1" animBg="1"/>
      <p:bldP spid="41" grpId="0"/>
      <p:bldP spid="4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100" name="Rectangle 3"/>
          <p:cNvSpPr txBox="1">
            <a:spLocks noChangeArrowheads="1"/>
          </p:cNvSpPr>
          <p:nvPr/>
        </p:nvSpPr>
        <p:spPr bwMode="auto">
          <a:xfrm>
            <a:off x="1115616" y="1347614"/>
            <a:ext cx="5617238" cy="310427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端系统通过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ISP(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因特网服务提供商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接入互联网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家庭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公司或高校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直接必须互联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eaLnBrk="1" hangingPunct="1">
              <a:lnSpc>
                <a:spcPct val="150000"/>
              </a:lnSpc>
              <a:buSzPct val="75000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互联的网络非常复杂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F9C1CCD0-7F74-4675-BF6C-AD924F3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1C2E1364-2037-43C4-8337-B99A30476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992EACE-05DB-45F5-8352-4178E27FCF23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1219481455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10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3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6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1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9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7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5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3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5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1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9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7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5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3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40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1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8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9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6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7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4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5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5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2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3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6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1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64" name="矩形 63"/>
          <p:cNvSpPr/>
          <p:nvPr/>
        </p:nvSpPr>
        <p:spPr>
          <a:xfrm>
            <a:off x="5706110" y="1070406"/>
            <a:ext cx="2064619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怎样将所有的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互联？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008C6B28-405A-4CE5-8B8C-96A0E8C6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37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AutoShape 5">
            <a:extLst>
              <a:ext uri="{FF2B5EF4-FFF2-40B4-BE49-F238E27FC236}">
                <a16:creationId xmlns:a16="http://schemas.microsoft.com/office/drawing/2014/main" id="{843E1729-C9B5-48AA-A803-7FC7B7B5C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9D4A52EC-661E-4BCB-A858-F01DD639C496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  <p:sp>
        <p:nvSpPr>
          <p:cNvPr id="68" name="Text Box 108">
            <a:extLst>
              <a:ext uri="{FF2B5EF4-FFF2-40B4-BE49-F238E27FC236}">
                <a16:creationId xmlns:a16="http://schemas.microsoft.com/office/drawing/2014/main" id="{5007D0FC-2943-4C8D-87D5-730F45F90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910" y="1065072"/>
            <a:ext cx="766463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9" name="图片 68" descr="图片包含 游戏机&#10;&#10;描述已自动生成">
            <a:extLst>
              <a:ext uri="{FF2B5EF4-FFF2-40B4-BE49-F238E27FC236}">
                <a16:creationId xmlns:a16="http://schemas.microsoft.com/office/drawing/2014/main" id="{D111F45C-BA87-45B9-9137-8B8A8FBD3A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127" y="1038206"/>
            <a:ext cx="358170" cy="335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35814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6" grpId="0" animBg="1"/>
      <p:bldP spid="66" grpId="1" animBg="1"/>
      <p:bldP spid="6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3" name="Group 25"/>
          <p:cNvGrpSpPr>
            <a:grpSpLocks/>
          </p:cNvGrpSpPr>
          <p:nvPr/>
        </p:nvGrpSpPr>
        <p:grpSpPr bwMode="auto">
          <a:xfrm>
            <a:off x="1812488" y="1710929"/>
            <a:ext cx="5532478" cy="2849662"/>
            <a:chOff x="872724" y="2295063"/>
            <a:chExt cx="7377172" cy="3800521"/>
          </a:xfrm>
        </p:grpSpPr>
        <p:cxnSp>
          <p:nvCxnSpPr>
            <p:cNvPr id="64" name="Straight Connector 7"/>
            <p:cNvCxnSpPr>
              <a:cxnSpLocks noChangeShapeType="1"/>
              <a:stCxn id="55" idx="0"/>
            </p:cNvCxnSpPr>
            <p:nvPr/>
          </p:nvCxnSpPr>
          <p:spPr bwMode="auto">
            <a:xfrm flipV="1">
              <a:off x="1661409" y="2570969"/>
              <a:ext cx="577293" cy="28026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" name="Straight Connector 188"/>
            <p:cNvCxnSpPr>
              <a:cxnSpLocks noChangeShapeType="1"/>
              <a:stCxn id="55" idx="0"/>
            </p:cNvCxnSpPr>
            <p:nvPr/>
          </p:nvCxnSpPr>
          <p:spPr bwMode="auto">
            <a:xfrm flipH="1" flipV="1">
              <a:off x="1509155" y="3032403"/>
              <a:ext cx="171469" cy="2327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Straight Connector 190"/>
            <p:cNvCxnSpPr>
              <a:cxnSpLocks noChangeShapeType="1"/>
              <a:stCxn id="55" idx="0"/>
            </p:cNvCxnSpPr>
            <p:nvPr/>
          </p:nvCxnSpPr>
          <p:spPr bwMode="auto">
            <a:xfrm flipH="1" flipV="1">
              <a:off x="1185287" y="3451504"/>
              <a:ext cx="495337" cy="19080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192"/>
            <p:cNvCxnSpPr>
              <a:cxnSpLocks noChangeShapeType="1"/>
              <a:stCxn id="55" idx="0"/>
            </p:cNvCxnSpPr>
            <p:nvPr/>
          </p:nvCxnSpPr>
          <p:spPr bwMode="auto">
            <a:xfrm flipH="1" flipV="1">
              <a:off x="1181567" y="4298698"/>
              <a:ext cx="499057" cy="1060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195"/>
            <p:cNvCxnSpPr>
              <a:cxnSpLocks noChangeShapeType="1"/>
              <a:stCxn id="55" idx="0"/>
            </p:cNvCxnSpPr>
            <p:nvPr/>
          </p:nvCxnSpPr>
          <p:spPr bwMode="auto">
            <a:xfrm flipH="1" flipV="1">
              <a:off x="1386886" y="4980292"/>
              <a:ext cx="293738" cy="379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197"/>
            <p:cNvCxnSpPr>
              <a:cxnSpLocks noChangeShapeType="1"/>
              <a:endCxn id="55" idx="0"/>
            </p:cNvCxnSpPr>
            <p:nvPr/>
          </p:nvCxnSpPr>
          <p:spPr bwMode="auto">
            <a:xfrm flipH="1" flipV="1">
              <a:off x="1661409" y="5373637"/>
              <a:ext cx="1526432" cy="593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199"/>
            <p:cNvCxnSpPr>
              <a:cxnSpLocks noChangeShapeType="1"/>
              <a:endCxn id="55" idx="0"/>
            </p:cNvCxnSpPr>
            <p:nvPr/>
          </p:nvCxnSpPr>
          <p:spPr bwMode="auto">
            <a:xfrm flipH="1" flipV="1">
              <a:off x="1680624" y="5359527"/>
              <a:ext cx="2723702" cy="7030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201"/>
            <p:cNvCxnSpPr>
              <a:cxnSpLocks noChangeShapeType="1"/>
              <a:endCxn id="55" idx="0"/>
            </p:cNvCxnSpPr>
            <p:nvPr/>
          </p:nvCxnSpPr>
          <p:spPr bwMode="auto">
            <a:xfrm flipH="1" flipV="1">
              <a:off x="1680624" y="5359527"/>
              <a:ext cx="3605885" cy="6190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203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5184745"/>
              <a:ext cx="6569272" cy="1747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204"/>
            <p:cNvCxnSpPr>
              <a:cxnSpLocks noChangeShapeType="1"/>
              <a:endCxn id="55" idx="0"/>
            </p:cNvCxnSpPr>
            <p:nvPr/>
          </p:nvCxnSpPr>
          <p:spPr bwMode="auto">
            <a:xfrm flipH="1" flipV="1">
              <a:off x="1680624" y="5359527"/>
              <a:ext cx="5742435" cy="4867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207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4311835"/>
              <a:ext cx="6338019" cy="10476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Straight Connector 209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3273553"/>
              <a:ext cx="5749312" cy="20859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Straight Connector 211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2784308"/>
              <a:ext cx="4942318" cy="2575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Straight Connector 213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2295063"/>
              <a:ext cx="2971398" cy="30644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Straight Connector 215"/>
            <p:cNvCxnSpPr>
              <a:cxnSpLocks noChangeShapeType="1"/>
              <a:endCxn id="55" idx="0"/>
            </p:cNvCxnSpPr>
            <p:nvPr/>
          </p:nvCxnSpPr>
          <p:spPr bwMode="auto">
            <a:xfrm flipH="1">
              <a:off x="1680624" y="2295321"/>
              <a:ext cx="2025496" cy="3064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TextBox 24"/>
            <p:cNvSpPr txBox="1">
              <a:spLocks noChangeArrowheads="1"/>
            </p:cNvSpPr>
            <p:nvPr/>
          </p:nvSpPr>
          <p:spPr bwMode="auto">
            <a:xfrm rot="5710989">
              <a:off x="829081" y="4099067"/>
              <a:ext cx="425866" cy="338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0" name="TextBox 218"/>
            <p:cNvSpPr txBox="1">
              <a:spLocks noChangeArrowheads="1"/>
            </p:cNvSpPr>
            <p:nvPr/>
          </p:nvSpPr>
          <p:spPr bwMode="auto">
            <a:xfrm rot="7515077">
              <a:off x="4480660" y="5713361"/>
              <a:ext cx="425866" cy="3385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05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" name="TextBox 219"/>
            <p:cNvSpPr txBox="1">
              <a:spLocks noChangeArrowheads="1"/>
            </p:cNvSpPr>
            <p:nvPr/>
          </p:nvSpPr>
          <p:spPr bwMode="auto">
            <a:xfrm rot="3940343">
              <a:off x="6361506" y="3830805"/>
              <a:ext cx="554139" cy="492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2" name="TextBox 220"/>
            <p:cNvSpPr txBox="1">
              <a:spLocks noChangeArrowheads="1"/>
            </p:cNvSpPr>
            <p:nvPr/>
          </p:nvSpPr>
          <p:spPr bwMode="auto">
            <a:xfrm rot="2048420">
              <a:off x="4452195" y="2669232"/>
              <a:ext cx="554037" cy="49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3" name="TextBox 221"/>
            <p:cNvSpPr txBox="1">
              <a:spLocks noChangeArrowheads="1"/>
            </p:cNvSpPr>
            <p:nvPr/>
          </p:nvSpPr>
          <p:spPr bwMode="auto">
            <a:xfrm rot="21283864">
              <a:off x="2159183" y="2671930"/>
              <a:ext cx="554037" cy="49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84" name="Group 223"/>
          <p:cNvGrpSpPr>
            <a:grpSpLocks/>
          </p:cNvGrpSpPr>
          <p:nvPr/>
        </p:nvGrpSpPr>
        <p:grpSpPr bwMode="auto">
          <a:xfrm>
            <a:off x="2012156" y="1728788"/>
            <a:ext cx="5320904" cy="2771775"/>
            <a:chOff x="862570" y="2361120"/>
            <a:chExt cx="7094553" cy="3695520"/>
          </a:xfrm>
        </p:grpSpPr>
        <p:cxnSp>
          <p:nvCxnSpPr>
            <p:cNvPr id="85" name="Straight Connector 224"/>
            <p:cNvCxnSpPr>
              <a:cxnSpLocks noChangeShapeType="1"/>
            </p:cNvCxnSpPr>
            <p:nvPr/>
          </p:nvCxnSpPr>
          <p:spPr bwMode="auto">
            <a:xfrm flipH="1">
              <a:off x="1446332" y="2897188"/>
              <a:ext cx="4736982" cy="2535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Connector 225"/>
            <p:cNvCxnSpPr>
              <a:cxnSpLocks noChangeShapeType="1"/>
            </p:cNvCxnSpPr>
            <p:nvPr/>
          </p:nvCxnSpPr>
          <p:spPr bwMode="auto">
            <a:xfrm flipH="1">
              <a:off x="2972043" y="2885760"/>
              <a:ext cx="3213953" cy="3041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226"/>
            <p:cNvCxnSpPr>
              <a:cxnSpLocks noChangeShapeType="1"/>
            </p:cNvCxnSpPr>
            <p:nvPr/>
          </p:nvCxnSpPr>
          <p:spPr bwMode="auto">
            <a:xfrm flipH="1">
              <a:off x="4328465" y="2877120"/>
              <a:ext cx="1866171" cy="3179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8" name="Straight Connector 227"/>
            <p:cNvCxnSpPr>
              <a:cxnSpLocks noChangeShapeType="1"/>
            </p:cNvCxnSpPr>
            <p:nvPr/>
          </p:nvCxnSpPr>
          <p:spPr bwMode="auto">
            <a:xfrm flipH="1">
              <a:off x="5270184" y="2877120"/>
              <a:ext cx="915812" cy="3058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9" name="Straight Connector 228"/>
            <p:cNvCxnSpPr>
              <a:cxnSpLocks noChangeShapeType="1"/>
            </p:cNvCxnSpPr>
            <p:nvPr/>
          </p:nvCxnSpPr>
          <p:spPr bwMode="auto">
            <a:xfrm>
              <a:off x="6167438" y="2901156"/>
              <a:ext cx="1141702" cy="2801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0" name="Straight Connector 229"/>
            <p:cNvCxnSpPr>
              <a:cxnSpLocks noChangeShapeType="1"/>
            </p:cNvCxnSpPr>
            <p:nvPr/>
          </p:nvCxnSpPr>
          <p:spPr bwMode="auto">
            <a:xfrm>
              <a:off x="6171406" y="2889250"/>
              <a:ext cx="1785717" cy="2355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1" name="Straight Connector 230"/>
            <p:cNvCxnSpPr>
              <a:cxnSpLocks noChangeShapeType="1"/>
            </p:cNvCxnSpPr>
            <p:nvPr/>
          </p:nvCxnSpPr>
          <p:spPr bwMode="auto">
            <a:xfrm>
              <a:off x="6179344" y="2881313"/>
              <a:ext cx="1587707" cy="1386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" name="Straight Connector 231"/>
            <p:cNvCxnSpPr>
              <a:cxnSpLocks noChangeShapeType="1"/>
            </p:cNvCxnSpPr>
            <p:nvPr/>
          </p:nvCxnSpPr>
          <p:spPr bwMode="auto">
            <a:xfrm>
              <a:off x="6179344" y="2897188"/>
              <a:ext cx="602786" cy="2909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" name="Straight Connector 232"/>
            <p:cNvCxnSpPr>
              <a:cxnSpLocks noChangeShapeType="1"/>
            </p:cNvCxnSpPr>
            <p:nvPr/>
          </p:nvCxnSpPr>
          <p:spPr bwMode="auto">
            <a:xfrm>
              <a:off x="4584546" y="2364240"/>
              <a:ext cx="1558252" cy="51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" name="Straight Connector 233"/>
            <p:cNvCxnSpPr>
              <a:cxnSpLocks noChangeShapeType="1"/>
            </p:cNvCxnSpPr>
            <p:nvPr/>
          </p:nvCxnSpPr>
          <p:spPr bwMode="auto">
            <a:xfrm>
              <a:off x="3691549" y="2361120"/>
              <a:ext cx="2485808" cy="533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Straight Connector 234"/>
            <p:cNvCxnSpPr>
              <a:cxnSpLocks noChangeShapeType="1"/>
            </p:cNvCxnSpPr>
            <p:nvPr/>
          </p:nvCxnSpPr>
          <p:spPr bwMode="auto">
            <a:xfrm>
              <a:off x="2081460" y="2548080"/>
              <a:ext cx="4078617" cy="337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Straight Connector 235"/>
            <p:cNvCxnSpPr>
              <a:cxnSpLocks noChangeShapeType="1"/>
            </p:cNvCxnSpPr>
            <p:nvPr/>
          </p:nvCxnSpPr>
          <p:spPr bwMode="auto">
            <a:xfrm flipV="1">
              <a:off x="1309418" y="2903040"/>
              <a:ext cx="4842020" cy="30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Straight Connector 236"/>
            <p:cNvCxnSpPr>
              <a:cxnSpLocks noChangeShapeType="1"/>
            </p:cNvCxnSpPr>
            <p:nvPr/>
          </p:nvCxnSpPr>
          <p:spPr bwMode="auto">
            <a:xfrm flipV="1">
              <a:off x="934801" y="2894400"/>
              <a:ext cx="5242556" cy="3770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Straight Connector 237"/>
            <p:cNvCxnSpPr>
              <a:cxnSpLocks noChangeShapeType="1"/>
            </p:cNvCxnSpPr>
            <p:nvPr/>
          </p:nvCxnSpPr>
          <p:spPr bwMode="auto">
            <a:xfrm flipV="1">
              <a:off x="862570" y="2901156"/>
              <a:ext cx="5296930" cy="13866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Straight Connector 238"/>
            <p:cNvCxnSpPr>
              <a:cxnSpLocks noChangeShapeType="1"/>
            </p:cNvCxnSpPr>
            <p:nvPr/>
          </p:nvCxnSpPr>
          <p:spPr bwMode="auto">
            <a:xfrm flipV="1">
              <a:off x="1101367" y="2901156"/>
              <a:ext cx="5077977" cy="2026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0" name="Group 239"/>
          <p:cNvGrpSpPr>
            <a:grpSpLocks/>
          </p:cNvGrpSpPr>
          <p:nvPr/>
        </p:nvGrpSpPr>
        <p:grpSpPr bwMode="auto">
          <a:xfrm>
            <a:off x="1964531" y="1646635"/>
            <a:ext cx="5368529" cy="2849165"/>
            <a:chOff x="799176" y="2251902"/>
            <a:chExt cx="7158126" cy="3799069"/>
          </a:xfrm>
        </p:grpSpPr>
        <p:cxnSp>
          <p:nvCxnSpPr>
            <p:cNvPr id="101" name="Straight Connector 240"/>
            <p:cNvCxnSpPr>
              <a:cxnSpLocks noChangeShapeType="1"/>
            </p:cNvCxnSpPr>
            <p:nvPr/>
          </p:nvCxnSpPr>
          <p:spPr bwMode="auto">
            <a:xfrm>
              <a:off x="2012365" y="2732956"/>
              <a:ext cx="3121627" cy="32043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Straight Connector 241"/>
            <p:cNvCxnSpPr>
              <a:cxnSpLocks noChangeShapeType="1"/>
            </p:cNvCxnSpPr>
            <p:nvPr/>
          </p:nvCxnSpPr>
          <p:spPr bwMode="auto">
            <a:xfrm>
              <a:off x="2009682" y="2721528"/>
              <a:ext cx="2384511" cy="33294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Straight Connector 242"/>
            <p:cNvCxnSpPr>
              <a:cxnSpLocks noChangeShapeType="1"/>
            </p:cNvCxnSpPr>
            <p:nvPr/>
          </p:nvCxnSpPr>
          <p:spPr bwMode="auto">
            <a:xfrm>
              <a:off x="2001042" y="2712888"/>
              <a:ext cx="1091382" cy="3197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Straight Connector 243"/>
            <p:cNvCxnSpPr>
              <a:cxnSpLocks noChangeShapeType="1"/>
            </p:cNvCxnSpPr>
            <p:nvPr/>
          </p:nvCxnSpPr>
          <p:spPr bwMode="auto">
            <a:xfrm flipH="1">
              <a:off x="1471306" y="2712888"/>
              <a:ext cx="538376" cy="2698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Straight Connector 244"/>
            <p:cNvCxnSpPr>
              <a:cxnSpLocks noChangeShapeType="1"/>
            </p:cNvCxnSpPr>
            <p:nvPr/>
          </p:nvCxnSpPr>
          <p:spPr bwMode="auto">
            <a:xfrm flipH="1">
              <a:off x="1007181" y="2736924"/>
              <a:ext cx="1021059" cy="20695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Straight Connector 245"/>
            <p:cNvCxnSpPr>
              <a:cxnSpLocks noChangeShapeType="1"/>
            </p:cNvCxnSpPr>
            <p:nvPr/>
          </p:nvCxnSpPr>
          <p:spPr bwMode="auto">
            <a:xfrm flipH="1">
              <a:off x="799176" y="2725018"/>
              <a:ext cx="1225097" cy="14135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Straight Connector 246"/>
            <p:cNvCxnSpPr>
              <a:cxnSpLocks noChangeShapeType="1"/>
            </p:cNvCxnSpPr>
            <p:nvPr/>
          </p:nvCxnSpPr>
          <p:spPr bwMode="auto">
            <a:xfrm flipH="1">
              <a:off x="932218" y="2704755"/>
              <a:ext cx="1107153" cy="5889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8" name="Straight Connector 247"/>
            <p:cNvCxnSpPr>
              <a:cxnSpLocks noChangeShapeType="1"/>
            </p:cNvCxnSpPr>
            <p:nvPr/>
          </p:nvCxnSpPr>
          <p:spPr bwMode="auto">
            <a:xfrm flipH="1">
              <a:off x="1293642" y="2704755"/>
              <a:ext cx="745729" cy="216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9" name="Straight Connector 248"/>
            <p:cNvCxnSpPr>
              <a:cxnSpLocks noChangeShapeType="1"/>
            </p:cNvCxnSpPr>
            <p:nvPr/>
          </p:nvCxnSpPr>
          <p:spPr bwMode="auto">
            <a:xfrm flipH="1">
              <a:off x="2052880" y="2251902"/>
              <a:ext cx="1141349" cy="4609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0" name="Straight Connector 249"/>
            <p:cNvCxnSpPr>
              <a:cxnSpLocks noChangeShapeType="1"/>
            </p:cNvCxnSpPr>
            <p:nvPr/>
          </p:nvCxnSpPr>
          <p:spPr bwMode="auto">
            <a:xfrm flipH="1">
              <a:off x="2018321" y="2332076"/>
              <a:ext cx="2284094" cy="398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Straight Connector 250"/>
            <p:cNvCxnSpPr>
              <a:cxnSpLocks noChangeShapeType="1"/>
            </p:cNvCxnSpPr>
            <p:nvPr/>
          </p:nvCxnSpPr>
          <p:spPr bwMode="auto">
            <a:xfrm flipH="1" flipV="1">
              <a:off x="2035602" y="2721528"/>
              <a:ext cx="4016700" cy="141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" name="Straight Connector 251"/>
            <p:cNvCxnSpPr>
              <a:cxnSpLocks noChangeShapeType="1"/>
            </p:cNvCxnSpPr>
            <p:nvPr/>
          </p:nvCxnSpPr>
          <p:spPr bwMode="auto">
            <a:xfrm flipH="1" flipV="1">
              <a:off x="2044240" y="2738808"/>
              <a:ext cx="4755057" cy="5290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" name="Straight Connector 252"/>
            <p:cNvCxnSpPr>
              <a:cxnSpLocks noChangeShapeType="1"/>
            </p:cNvCxnSpPr>
            <p:nvPr/>
          </p:nvCxnSpPr>
          <p:spPr bwMode="auto">
            <a:xfrm flipH="1" flipV="1">
              <a:off x="2018321" y="2730168"/>
              <a:ext cx="5710381" cy="15549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Straight Connector 253"/>
            <p:cNvCxnSpPr>
              <a:cxnSpLocks noChangeShapeType="1"/>
            </p:cNvCxnSpPr>
            <p:nvPr/>
          </p:nvCxnSpPr>
          <p:spPr bwMode="auto">
            <a:xfrm flipH="1" flipV="1">
              <a:off x="2036178" y="2736924"/>
              <a:ext cx="5921124" cy="2462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5" name="Straight Connector 254"/>
            <p:cNvCxnSpPr>
              <a:cxnSpLocks noChangeShapeType="1"/>
            </p:cNvCxnSpPr>
            <p:nvPr/>
          </p:nvCxnSpPr>
          <p:spPr bwMode="auto">
            <a:xfrm flipH="1" flipV="1">
              <a:off x="2016335" y="2736924"/>
              <a:ext cx="5165304" cy="3000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26"/>
              <p:cNvSpPr txBox="1">
                <a:spLocks noChangeArrowheads="1"/>
              </p:cNvSpPr>
              <p:nvPr/>
            </p:nvSpPr>
            <p:spPr bwMode="auto">
              <a:xfrm>
                <a:off x="3734762" y="2684069"/>
                <a:ext cx="1890323" cy="64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  <a:ea typeface="+mn-ea"/>
                  </a:rPr>
                  <a:t>严重不科学</a:t>
                </a:r>
                <a:r>
                  <a:rPr lang="en-US" altLang="zh-CN" sz="1800" dirty="0">
                    <a:solidFill>
                      <a:srgbClr val="C00000"/>
                    </a:solidFill>
                    <a:latin typeface="+mn-ea"/>
                    <a:ea typeface="+mn-ea"/>
                  </a:rPr>
                  <a:t>: 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  <a:ea typeface="+mn-ea"/>
                  </a:rPr>
                  <a:t>需要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SupPr>
                      <m:e>
                        <m: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𝐶</m:t>
                        </m:r>
                      </m:e>
                      <m:sub>
                        <m: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𝑛</m:t>
                        </m:r>
                      </m:sub>
                      <m:sup>
                        <m:r>
                          <a:rPr lang="en-US" altLang="zh-CN" sz="1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800" dirty="0">
                    <a:solidFill>
                      <a:srgbClr val="C00000"/>
                    </a:solidFill>
                    <a:latin typeface="+mn-ea"/>
                    <a:ea typeface="+mn-ea"/>
                  </a:rPr>
                  <a:t>个连接</a:t>
                </a:r>
                <a:endParaRPr lang="en-US" altLang="zh-CN" sz="1800" dirty="0">
                  <a:solidFill>
                    <a:srgbClr val="C00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16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4762" y="2684069"/>
                <a:ext cx="1890323" cy="646331"/>
              </a:xfrm>
              <a:prstGeom prst="rect">
                <a:avLst/>
              </a:prstGeom>
              <a:blipFill>
                <a:blip r:embed="rId3"/>
                <a:stretch>
                  <a:fillRect t="-4717" b="-14151"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矩形 116"/>
          <p:cNvSpPr/>
          <p:nvPr/>
        </p:nvSpPr>
        <p:spPr>
          <a:xfrm>
            <a:off x="5433128" y="1078664"/>
            <a:ext cx="3255305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是将每个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都建立连接吗？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6540850" y="1471837"/>
            <a:ext cx="2116814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这样子做有啥子问题？</a:t>
            </a:r>
            <a:endParaRPr lang="en-US" altLang="zh-CN" sz="135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灯片编号占位符 2">
            <a:extLst>
              <a:ext uri="{FF2B5EF4-FFF2-40B4-BE49-F238E27FC236}">
                <a16:creationId xmlns:a16="http://schemas.microsoft.com/office/drawing/2014/main" id="{C4D1F866-C824-4076-8186-43F36D16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38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AutoShape 5">
            <a:extLst>
              <a:ext uri="{FF2B5EF4-FFF2-40B4-BE49-F238E27FC236}">
                <a16:creationId xmlns:a16="http://schemas.microsoft.com/office/drawing/2014/main" id="{2DF08A13-C2FD-4574-9324-659124F28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B224C6EC-3DAF-4B12-9047-30DBB4BA22DC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  <p:sp>
        <p:nvSpPr>
          <p:cNvPr id="122" name="Text Box 108">
            <a:extLst>
              <a:ext uri="{FF2B5EF4-FFF2-40B4-BE49-F238E27FC236}">
                <a16:creationId xmlns:a16="http://schemas.microsoft.com/office/drawing/2014/main" id="{BE204C97-79B7-4DB2-91BF-6EEA1AAAB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910" y="1065072"/>
            <a:ext cx="766463" cy="30777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D4300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3" name="图片 122" descr="图片包含 游戏机&#10;&#10;描述已自动生成">
            <a:extLst>
              <a:ext uri="{FF2B5EF4-FFF2-40B4-BE49-F238E27FC236}">
                <a16:creationId xmlns:a16="http://schemas.microsoft.com/office/drawing/2014/main" id="{8DB78BE1-1111-4EF1-9ADA-39C1ACB103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909" y="1448758"/>
            <a:ext cx="358170" cy="335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7294077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17" grpId="0"/>
      <p:bldP spid="119" grpId="0"/>
      <p:bldP spid="120" grpId="0" animBg="1"/>
      <p:bldP spid="120" grpId="1" animBg="1"/>
      <p:bldP spid="1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180160" y="2394348"/>
            <a:ext cx="2782490" cy="1396603"/>
            <a:chOff x="2716213" y="3192463"/>
            <a:chExt cx="3709987" cy="1862137"/>
          </a:xfrm>
        </p:grpSpPr>
        <p:sp>
          <p:nvSpPr>
            <p:cNvPr id="63" name="Oval 3"/>
            <p:cNvSpPr>
              <a:spLocks noChangeArrowheads="1"/>
            </p:cNvSpPr>
            <p:nvPr/>
          </p:nvSpPr>
          <p:spPr bwMode="auto">
            <a:xfrm>
              <a:off x="2716213" y="3192463"/>
              <a:ext cx="3709987" cy="18621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64" name="Group 133"/>
            <p:cNvGrpSpPr>
              <a:grpSpLocks/>
            </p:cNvGrpSpPr>
            <p:nvPr/>
          </p:nvGrpSpPr>
          <p:grpSpPr bwMode="auto">
            <a:xfrm>
              <a:off x="3138488" y="4392613"/>
              <a:ext cx="617537" cy="250825"/>
              <a:chOff x="2356" y="1300"/>
              <a:chExt cx="555" cy="194"/>
            </a:xfrm>
          </p:grpSpPr>
          <p:sp>
            <p:nvSpPr>
              <p:cNvPr id="6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6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7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7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69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0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3" name="Group 133"/>
            <p:cNvGrpSpPr>
              <a:grpSpLocks/>
            </p:cNvGrpSpPr>
            <p:nvPr/>
          </p:nvGrpSpPr>
          <p:grpSpPr bwMode="auto">
            <a:xfrm>
              <a:off x="4132263" y="3706813"/>
              <a:ext cx="617537" cy="250825"/>
              <a:chOff x="2356" y="1300"/>
              <a:chExt cx="555" cy="194"/>
            </a:xfrm>
          </p:grpSpPr>
          <p:sp>
            <p:nvSpPr>
              <p:cNvPr id="7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8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7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79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2" name="Group 133"/>
            <p:cNvGrpSpPr>
              <a:grpSpLocks/>
            </p:cNvGrpSpPr>
            <p:nvPr/>
          </p:nvGrpSpPr>
          <p:grpSpPr bwMode="auto">
            <a:xfrm>
              <a:off x="4706938" y="4013200"/>
              <a:ext cx="617537" cy="250825"/>
              <a:chOff x="2356" y="1300"/>
              <a:chExt cx="555" cy="194"/>
            </a:xfrm>
          </p:grpSpPr>
          <p:sp>
            <p:nvSpPr>
              <p:cNvPr id="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8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91" name="Group 133"/>
            <p:cNvGrpSpPr>
              <a:grpSpLocks/>
            </p:cNvGrpSpPr>
            <p:nvPr/>
          </p:nvGrpSpPr>
          <p:grpSpPr bwMode="auto">
            <a:xfrm>
              <a:off x="5245100" y="3538538"/>
              <a:ext cx="617538" cy="250825"/>
              <a:chOff x="2356" y="1300"/>
              <a:chExt cx="555" cy="194"/>
            </a:xfrm>
          </p:grpSpPr>
          <p:sp>
            <p:nvSpPr>
              <p:cNvPr id="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6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7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00" name="Group 133"/>
            <p:cNvGrpSpPr>
              <a:grpSpLocks/>
            </p:cNvGrpSpPr>
            <p:nvPr/>
          </p:nvGrpSpPr>
          <p:grpSpPr bwMode="auto">
            <a:xfrm>
              <a:off x="3813175" y="4121150"/>
              <a:ext cx="617538" cy="250825"/>
              <a:chOff x="2356" y="1300"/>
              <a:chExt cx="555" cy="194"/>
            </a:xfrm>
          </p:grpSpPr>
          <p:sp>
            <p:nvSpPr>
              <p:cNvPr id="10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0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5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6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133"/>
            <p:cNvGrpSpPr>
              <a:grpSpLocks/>
            </p:cNvGrpSpPr>
            <p:nvPr/>
          </p:nvGrpSpPr>
          <p:grpSpPr bwMode="auto">
            <a:xfrm>
              <a:off x="4368800" y="4610100"/>
              <a:ext cx="617538" cy="250825"/>
              <a:chOff x="2356" y="1300"/>
              <a:chExt cx="555" cy="194"/>
            </a:xfrm>
          </p:grpSpPr>
          <p:sp>
            <p:nvSpPr>
              <p:cNvPr id="11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4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5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18" name="Group 133"/>
            <p:cNvGrpSpPr>
              <a:grpSpLocks/>
            </p:cNvGrpSpPr>
            <p:nvPr/>
          </p:nvGrpSpPr>
          <p:grpSpPr bwMode="auto">
            <a:xfrm>
              <a:off x="5389563" y="4411663"/>
              <a:ext cx="617537" cy="250825"/>
              <a:chOff x="2356" y="1300"/>
              <a:chExt cx="555" cy="194"/>
            </a:xfrm>
          </p:grpSpPr>
          <p:sp>
            <p:nvSpPr>
              <p:cNvPr id="11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27" name="Group 133"/>
            <p:cNvGrpSpPr>
              <a:grpSpLocks/>
            </p:cNvGrpSpPr>
            <p:nvPr/>
          </p:nvGrpSpPr>
          <p:grpSpPr bwMode="auto">
            <a:xfrm>
              <a:off x="3502025" y="3351213"/>
              <a:ext cx="617538" cy="250825"/>
              <a:chOff x="2356" y="1300"/>
              <a:chExt cx="555" cy="194"/>
            </a:xfrm>
          </p:grpSpPr>
          <p:sp>
            <p:nvSpPr>
              <p:cNvPr id="12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3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136" name="Straight Connector 10"/>
            <p:cNvCxnSpPr>
              <a:cxnSpLocks noChangeShapeType="1"/>
              <a:stCxn id="133" idx="0"/>
              <a:endCxn id="96" idx="0"/>
            </p:cNvCxnSpPr>
            <p:nvPr/>
          </p:nvCxnSpPr>
          <p:spPr bwMode="auto">
            <a:xfrm>
              <a:off x="4114800" y="3432175"/>
              <a:ext cx="1131888" cy="1857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7" name="Straight Connector 297"/>
            <p:cNvCxnSpPr>
              <a:cxnSpLocks noChangeShapeType="1"/>
              <a:endCxn id="85" idx="1"/>
            </p:cNvCxnSpPr>
            <p:nvPr/>
          </p:nvCxnSpPr>
          <p:spPr bwMode="auto">
            <a:xfrm>
              <a:off x="4656138" y="3924300"/>
              <a:ext cx="139700" cy="1127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8" name="Straight Connector 298"/>
            <p:cNvCxnSpPr>
              <a:cxnSpLocks noChangeShapeType="1"/>
              <a:endCxn id="87" idx="1"/>
            </p:cNvCxnSpPr>
            <p:nvPr/>
          </p:nvCxnSpPr>
          <p:spPr bwMode="auto">
            <a:xfrm flipV="1">
              <a:off x="4425950" y="4200525"/>
              <a:ext cx="280988" cy="6191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Straight Connector 299"/>
            <p:cNvCxnSpPr>
              <a:cxnSpLocks noChangeShapeType="1"/>
            </p:cNvCxnSpPr>
            <p:nvPr/>
          </p:nvCxnSpPr>
          <p:spPr bwMode="auto">
            <a:xfrm flipV="1">
              <a:off x="4083050" y="3962400"/>
              <a:ext cx="223838" cy="14922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0" name="Straight Connector 300"/>
            <p:cNvCxnSpPr>
              <a:cxnSpLocks noChangeShapeType="1"/>
            </p:cNvCxnSpPr>
            <p:nvPr/>
          </p:nvCxnSpPr>
          <p:spPr bwMode="auto">
            <a:xfrm flipV="1">
              <a:off x="3738563" y="4367213"/>
              <a:ext cx="222250" cy="14763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" name="Straight Connector 301"/>
            <p:cNvCxnSpPr>
              <a:cxnSpLocks noChangeShapeType="1"/>
              <a:stCxn id="112" idx="0"/>
            </p:cNvCxnSpPr>
            <p:nvPr/>
          </p:nvCxnSpPr>
          <p:spPr bwMode="auto">
            <a:xfrm flipV="1">
              <a:off x="4675188" y="4267200"/>
              <a:ext cx="292100" cy="3429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5243513" y="4248150"/>
              <a:ext cx="412750" cy="1682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" name="Straight Connector 303"/>
            <p:cNvCxnSpPr>
              <a:cxnSpLocks noChangeShapeType="1"/>
            </p:cNvCxnSpPr>
            <p:nvPr/>
          </p:nvCxnSpPr>
          <p:spPr bwMode="auto">
            <a:xfrm flipV="1">
              <a:off x="5227638" y="3776663"/>
              <a:ext cx="328612" cy="2667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Straight Connector 304"/>
            <p:cNvCxnSpPr>
              <a:cxnSpLocks noChangeShapeType="1"/>
              <a:endCxn id="128" idx="4"/>
            </p:cNvCxnSpPr>
            <p:nvPr/>
          </p:nvCxnSpPr>
          <p:spPr bwMode="auto">
            <a:xfrm flipH="1" flipV="1">
              <a:off x="3810000" y="3602038"/>
              <a:ext cx="476250" cy="117475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0" name="TextBox 39958"/>
            <p:cNvSpPr txBox="1">
              <a:spLocks noChangeArrowheads="1"/>
            </p:cNvSpPr>
            <p:nvPr/>
          </p:nvSpPr>
          <p:spPr bwMode="auto">
            <a:xfrm>
              <a:off x="2887662" y="3584575"/>
              <a:ext cx="1066959" cy="861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global</a:t>
              </a:r>
              <a:br>
                <a:rPr lang="en-US" altLang="zh-CN" sz="1800" i="1">
                  <a:latin typeface="Arial" panose="020B0604020202020204" pitchFamily="34" charset="0"/>
                </a:rPr>
              </a:br>
              <a:r>
                <a:rPr lang="en-US" altLang="zh-CN" sz="1800" i="1">
                  <a:latin typeface="Arial" panose="020B0604020202020204" pitchFamily="34" charset="0"/>
                </a:rPr>
                <a:t>ISP</a:t>
              </a:r>
            </a:p>
          </p:txBody>
        </p:sp>
      </p:grpSp>
      <p:sp>
        <p:nvSpPr>
          <p:cNvPr id="161" name="矩形 160"/>
          <p:cNvSpPr/>
          <p:nvPr/>
        </p:nvSpPr>
        <p:spPr>
          <a:xfrm>
            <a:off x="4291524" y="1070406"/>
            <a:ext cx="3255305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策略：接入网与全局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18110" y="1761144"/>
            <a:ext cx="5310188" cy="2744181"/>
            <a:chOff x="1166813" y="2348192"/>
            <a:chExt cx="7080250" cy="3658908"/>
          </a:xfrm>
        </p:grpSpPr>
        <p:cxnSp>
          <p:nvCxnSpPr>
            <p:cNvPr id="145" name="Straight Connector 22"/>
            <p:cNvCxnSpPr>
              <a:cxnSpLocks noChangeShapeType="1"/>
              <a:endCxn id="130" idx="1"/>
            </p:cNvCxnSpPr>
            <p:nvPr/>
          </p:nvCxnSpPr>
          <p:spPr bwMode="auto">
            <a:xfrm>
              <a:off x="2362200" y="2578100"/>
              <a:ext cx="1230313" cy="796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" name="Straight Connector 305"/>
            <p:cNvCxnSpPr>
              <a:cxnSpLocks noChangeShapeType="1"/>
              <a:endCxn id="132" idx="0"/>
            </p:cNvCxnSpPr>
            <p:nvPr/>
          </p:nvCxnSpPr>
          <p:spPr bwMode="auto">
            <a:xfrm>
              <a:off x="1617663" y="2909888"/>
              <a:ext cx="1885950" cy="519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7" name="Straight Connector 306"/>
            <p:cNvCxnSpPr>
              <a:cxnSpLocks noChangeShapeType="1"/>
              <a:endCxn id="132" idx="1"/>
            </p:cNvCxnSpPr>
            <p:nvPr/>
          </p:nvCxnSpPr>
          <p:spPr bwMode="auto">
            <a:xfrm>
              <a:off x="1230313" y="3278188"/>
              <a:ext cx="227330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8" name="Straight Connector 307"/>
            <p:cNvCxnSpPr>
              <a:cxnSpLocks noChangeShapeType="1"/>
              <a:endCxn id="69" idx="0"/>
            </p:cNvCxnSpPr>
            <p:nvPr/>
          </p:nvCxnSpPr>
          <p:spPr bwMode="auto">
            <a:xfrm>
              <a:off x="1166813" y="4260850"/>
              <a:ext cx="1971675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9" name="Straight Connector 308"/>
            <p:cNvCxnSpPr>
              <a:cxnSpLocks noChangeShapeType="1"/>
              <a:endCxn id="65" idx="2"/>
            </p:cNvCxnSpPr>
            <p:nvPr/>
          </p:nvCxnSpPr>
          <p:spPr bwMode="auto">
            <a:xfrm flipV="1">
              <a:off x="1393825" y="4573588"/>
              <a:ext cx="1744663" cy="411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0" name="Straight Connector 309"/>
            <p:cNvCxnSpPr>
              <a:cxnSpLocks noChangeShapeType="1"/>
              <a:endCxn id="65" idx="3"/>
            </p:cNvCxnSpPr>
            <p:nvPr/>
          </p:nvCxnSpPr>
          <p:spPr bwMode="auto">
            <a:xfrm flipV="1">
              <a:off x="1797050" y="4622800"/>
              <a:ext cx="1431925" cy="755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Straight Connector 310"/>
            <p:cNvCxnSpPr>
              <a:cxnSpLocks noChangeShapeType="1"/>
              <a:stCxn id="32" idx="0"/>
              <a:endCxn id="65" idx="4"/>
            </p:cNvCxnSpPr>
            <p:nvPr/>
          </p:nvCxnSpPr>
          <p:spPr bwMode="auto">
            <a:xfrm flipV="1">
              <a:off x="3388779" y="4643440"/>
              <a:ext cx="57365" cy="12107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Straight Connector 311"/>
            <p:cNvCxnSpPr>
              <a:cxnSpLocks noChangeShapeType="1"/>
            </p:cNvCxnSpPr>
            <p:nvPr/>
          </p:nvCxnSpPr>
          <p:spPr bwMode="auto">
            <a:xfrm flipV="1">
              <a:off x="4616450" y="4872038"/>
              <a:ext cx="6350" cy="11350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Straight Connector 312"/>
            <p:cNvCxnSpPr>
              <a:cxnSpLocks noChangeShapeType="1"/>
              <a:stCxn id="35" idx="1"/>
            </p:cNvCxnSpPr>
            <p:nvPr/>
          </p:nvCxnSpPr>
          <p:spPr bwMode="auto">
            <a:xfrm flipH="1" flipV="1">
              <a:off x="4924425" y="4821238"/>
              <a:ext cx="506413" cy="1058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313"/>
            <p:cNvCxnSpPr>
              <a:cxnSpLocks noChangeShapeType="1"/>
            </p:cNvCxnSpPr>
            <p:nvPr/>
          </p:nvCxnSpPr>
          <p:spPr bwMode="auto">
            <a:xfrm flipH="1" flipV="1">
              <a:off x="5832475" y="4648200"/>
              <a:ext cx="1722438" cy="1020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Connector 314"/>
            <p:cNvCxnSpPr>
              <a:cxnSpLocks noChangeShapeType="1"/>
              <a:endCxn id="124" idx="1"/>
            </p:cNvCxnSpPr>
            <p:nvPr/>
          </p:nvCxnSpPr>
          <p:spPr bwMode="auto">
            <a:xfrm flipH="1" flipV="1">
              <a:off x="6002338" y="4600575"/>
              <a:ext cx="2244725" cy="609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315"/>
            <p:cNvCxnSpPr>
              <a:cxnSpLocks noChangeShapeType="1"/>
              <a:endCxn id="124" idx="0"/>
            </p:cNvCxnSpPr>
            <p:nvPr/>
          </p:nvCxnSpPr>
          <p:spPr bwMode="auto">
            <a:xfrm flipH="1">
              <a:off x="6002338" y="4295775"/>
              <a:ext cx="2017712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16"/>
            <p:cNvCxnSpPr>
              <a:cxnSpLocks noChangeShapeType="1"/>
            </p:cNvCxnSpPr>
            <p:nvPr/>
          </p:nvCxnSpPr>
          <p:spPr bwMode="auto">
            <a:xfrm flipH="1">
              <a:off x="5861050" y="3227388"/>
              <a:ext cx="1422400" cy="4540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17"/>
            <p:cNvCxnSpPr>
              <a:cxnSpLocks noChangeShapeType="1"/>
            </p:cNvCxnSpPr>
            <p:nvPr/>
          </p:nvCxnSpPr>
          <p:spPr bwMode="auto">
            <a:xfrm flipH="1">
              <a:off x="5684838" y="2803525"/>
              <a:ext cx="898525" cy="728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" name="Straight Connector 318"/>
            <p:cNvCxnSpPr>
              <a:cxnSpLocks noChangeShapeType="1"/>
              <a:stCxn id="43" idx="9"/>
            </p:cNvCxnSpPr>
            <p:nvPr/>
          </p:nvCxnSpPr>
          <p:spPr bwMode="auto">
            <a:xfrm>
              <a:off x="4849813" y="2381250"/>
              <a:ext cx="555625" cy="11255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" name="Straight Connector 318"/>
            <p:cNvCxnSpPr>
              <a:cxnSpLocks noChangeShapeType="1"/>
            </p:cNvCxnSpPr>
            <p:nvPr/>
          </p:nvCxnSpPr>
          <p:spPr bwMode="auto">
            <a:xfrm flipH="1">
              <a:off x="3735590" y="2348192"/>
              <a:ext cx="92974" cy="949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8" name="矩形 167"/>
          <p:cNvSpPr/>
          <p:nvPr/>
        </p:nvSpPr>
        <p:spPr>
          <a:xfrm>
            <a:off x="6540850" y="1454086"/>
            <a:ext cx="2116814" cy="3000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这样子做有啥子问题？</a:t>
            </a:r>
            <a:endParaRPr lang="en-US" altLang="zh-CN" sz="135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灯片编号占位符 2">
            <a:extLst>
              <a:ext uri="{FF2B5EF4-FFF2-40B4-BE49-F238E27FC236}">
                <a16:creationId xmlns:a16="http://schemas.microsoft.com/office/drawing/2014/main" id="{5B0DEC0C-95F7-422F-AADA-2DA9415D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39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AutoShape 5">
            <a:extLst>
              <a:ext uri="{FF2B5EF4-FFF2-40B4-BE49-F238E27FC236}">
                <a16:creationId xmlns:a16="http://schemas.microsoft.com/office/drawing/2014/main" id="{42010A70-77CE-4F85-A19D-4DBB304C1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5" name="Rectangle 3">
            <a:extLst>
              <a:ext uri="{FF2B5EF4-FFF2-40B4-BE49-F238E27FC236}">
                <a16:creationId xmlns:a16="http://schemas.microsoft.com/office/drawing/2014/main" id="{7855F4AA-6E11-459B-BFBA-800631B5A555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  <p:pic>
        <p:nvPicPr>
          <p:cNvPr id="166" name="图片 165" descr="图片包含 游戏机&#10;&#10;描述已自动生成">
            <a:extLst>
              <a:ext uri="{FF2B5EF4-FFF2-40B4-BE49-F238E27FC236}">
                <a16:creationId xmlns:a16="http://schemas.microsoft.com/office/drawing/2014/main" id="{99DF0A84-6C57-46E0-8ADC-CF66AE0A12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909" y="1448758"/>
            <a:ext cx="358170" cy="3354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9666332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/>
      <p:bldP spid="168" grpId="0"/>
      <p:bldP spid="163" grpId="0" animBg="1"/>
      <p:bldP spid="163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3" name="Group 8"/>
          <p:cNvGrpSpPr>
            <a:grpSpLocks/>
          </p:cNvGrpSpPr>
          <p:nvPr/>
        </p:nvGrpSpPr>
        <p:grpSpPr bwMode="auto">
          <a:xfrm>
            <a:off x="4552950" y="2809875"/>
            <a:ext cx="2419350" cy="838200"/>
            <a:chOff x="7848600" y="2044700"/>
            <a:chExt cx="3200399" cy="1371600"/>
          </a:xfrm>
        </p:grpSpPr>
        <p:sp>
          <p:nvSpPr>
            <p:cNvPr id="64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65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66" name="Straight Connector 10"/>
            <p:cNvCxnSpPr>
              <a:cxnSpLocks noChangeShapeType="1"/>
              <a:stCxn id="14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304"/>
            <p:cNvCxnSpPr>
              <a:cxnSpLocks noChangeShapeType="1"/>
              <a:endCxn id="13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TextBox 39958"/>
            <p:cNvSpPr txBox="1">
              <a:spLocks noChangeArrowheads="1"/>
            </p:cNvSpPr>
            <p:nvPr/>
          </p:nvSpPr>
          <p:spPr bwMode="auto">
            <a:xfrm>
              <a:off x="7958080" y="2471292"/>
              <a:ext cx="883743" cy="528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76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7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7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8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8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0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9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0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1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6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2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8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47" name="Group 331"/>
          <p:cNvGrpSpPr>
            <a:grpSpLocks/>
          </p:cNvGrpSpPr>
          <p:nvPr/>
        </p:nvGrpSpPr>
        <p:grpSpPr bwMode="auto">
          <a:xfrm>
            <a:off x="2495550" y="2066925"/>
            <a:ext cx="2600325" cy="895350"/>
            <a:chOff x="7848600" y="2044700"/>
            <a:chExt cx="3200399" cy="1371600"/>
          </a:xfrm>
        </p:grpSpPr>
        <p:sp>
          <p:nvSpPr>
            <p:cNvPr id="148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2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2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150" name="Straight Connector 334"/>
            <p:cNvCxnSpPr>
              <a:cxnSpLocks noChangeShapeType="1"/>
              <a:stCxn id="22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42"/>
            <p:cNvCxnSpPr>
              <a:cxnSpLocks noChangeShapeType="1"/>
              <a:endCxn id="22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13477" cy="49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16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0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0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5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6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9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2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31" name="Group 416"/>
          <p:cNvGrpSpPr>
            <a:grpSpLocks/>
          </p:cNvGrpSpPr>
          <p:nvPr/>
        </p:nvGrpSpPr>
        <p:grpSpPr bwMode="auto">
          <a:xfrm>
            <a:off x="2266950" y="3124200"/>
            <a:ext cx="2314575" cy="876300"/>
            <a:chOff x="7848600" y="2044700"/>
            <a:chExt cx="3200399" cy="1371600"/>
          </a:xfrm>
        </p:grpSpPr>
        <p:sp>
          <p:nvSpPr>
            <p:cNvPr id="23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3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30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1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234" name="Straight Connector 419"/>
            <p:cNvCxnSpPr>
              <a:cxnSpLocks noChangeShapeType="1"/>
              <a:stCxn id="31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Straight Connector 427"/>
            <p:cNvCxnSpPr>
              <a:cxnSpLocks noChangeShapeType="1"/>
              <a:endCxn id="30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39264" cy="505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24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0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9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2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2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2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2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5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2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315" name="Straight Connector 12"/>
          <p:cNvCxnSpPr>
            <a:cxnSpLocks noChangeShapeType="1"/>
            <a:endCxn id="225" idx="1"/>
          </p:cNvCxnSpPr>
          <p:nvPr/>
        </p:nvCxnSpPr>
        <p:spPr bwMode="auto">
          <a:xfrm>
            <a:off x="2930129" y="1957387"/>
            <a:ext cx="178594" cy="196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6" name="Straight Connector 500"/>
          <p:cNvCxnSpPr>
            <a:cxnSpLocks noChangeShapeType="1"/>
            <a:endCxn id="227" idx="1"/>
          </p:cNvCxnSpPr>
          <p:nvPr/>
        </p:nvCxnSpPr>
        <p:spPr bwMode="auto">
          <a:xfrm>
            <a:off x="2371725" y="2137172"/>
            <a:ext cx="675085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" name="Straight Connector 501"/>
          <p:cNvCxnSpPr>
            <a:cxnSpLocks noChangeShapeType="1"/>
            <a:endCxn id="223" idx="2"/>
          </p:cNvCxnSpPr>
          <p:nvPr/>
        </p:nvCxnSpPr>
        <p:spPr bwMode="auto">
          <a:xfrm flipV="1">
            <a:off x="2069306" y="2230041"/>
            <a:ext cx="977504" cy="2083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" name="Straight Connector 502"/>
          <p:cNvCxnSpPr>
            <a:cxnSpLocks noChangeShapeType="1"/>
            <a:endCxn id="193" idx="1"/>
          </p:cNvCxnSpPr>
          <p:nvPr/>
        </p:nvCxnSpPr>
        <p:spPr bwMode="auto">
          <a:xfrm>
            <a:off x="4080273" y="1808560"/>
            <a:ext cx="230981" cy="429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9" name="Straight Connector 503"/>
          <p:cNvCxnSpPr>
            <a:cxnSpLocks noChangeShapeType="1"/>
            <a:endCxn id="193" idx="0"/>
          </p:cNvCxnSpPr>
          <p:nvPr/>
        </p:nvCxnSpPr>
        <p:spPr bwMode="auto">
          <a:xfrm flipH="1">
            <a:off x="4462463" y="1791891"/>
            <a:ext cx="288131" cy="4345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0" name="Straight Connector 504"/>
          <p:cNvCxnSpPr>
            <a:cxnSpLocks noChangeShapeType="1"/>
            <a:endCxn id="109" idx="0"/>
          </p:cNvCxnSpPr>
          <p:nvPr/>
        </p:nvCxnSpPr>
        <p:spPr bwMode="auto">
          <a:xfrm>
            <a:off x="6221016" y="2175272"/>
            <a:ext cx="161925" cy="7846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05"/>
          <p:cNvCxnSpPr>
            <a:cxnSpLocks noChangeShapeType="1"/>
          </p:cNvCxnSpPr>
          <p:nvPr/>
        </p:nvCxnSpPr>
        <p:spPr bwMode="auto">
          <a:xfrm flipH="1">
            <a:off x="6496050" y="2438400"/>
            <a:ext cx="180975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06"/>
          <p:cNvCxnSpPr>
            <a:cxnSpLocks noChangeShapeType="1"/>
            <a:stCxn id="37" idx="4"/>
            <a:endCxn id="104" idx="0"/>
          </p:cNvCxnSpPr>
          <p:nvPr/>
        </p:nvCxnSpPr>
        <p:spPr bwMode="auto">
          <a:xfrm flipH="1">
            <a:off x="6755606" y="3171825"/>
            <a:ext cx="406004" cy="186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3" name="Straight Connector 507"/>
          <p:cNvCxnSpPr>
            <a:cxnSpLocks noChangeShapeType="1"/>
          </p:cNvCxnSpPr>
          <p:nvPr/>
        </p:nvCxnSpPr>
        <p:spPr bwMode="auto">
          <a:xfrm flipH="1" flipV="1">
            <a:off x="6734175" y="3430191"/>
            <a:ext cx="597694" cy="4607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" name="Straight Connector 508"/>
          <p:cNvCxnSpPr>
            <a:cxnSpLocks noChangeShapeType="1"/>
            <a:endCxn id="91" idx="5"/>
          </p:cNvCxnSpPr>
          <p:nvPr/>
        </p:nvCxnSpPr>
        <p:spPr bwMode="auto">
          <a:xfrm flipH="1" flipV="1">
            <a:off x="6015037" y="3542110"/>
            <a:ext cx="785813" cy="725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5" name="Straight Connector 509"/>
          <p:cNvCxnSpPr>
            <a:cxnSpLocks noChangeShapeType="1"/>
            <a:stCxn id="35" idx="0"/>
          </p:cNvCxnSpPr>
          <p:nvPr/>
        </p:nvCxnSpPr>
        <p:spPr bwMode="auto">
          <a:xfrm flipH="1" flipV="1">
            <a:off x="5132785" y="3520678"/>
            <a:ext cx="214313" cy="870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10"/>
          <p:cNvCxnSpPr>
            <a:cxnSpLocks noChangeShapeType="1"/>
          </p:cNvCxnSpPr>
          <p:nvPr/>
        </p:nvCxnSpPr>
        <p:spPr bwMode="auto">
          <a:xfrm flipH="1" flipV="1">
            <a:off x="4194573" y="3783806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1"/>
          <p:cNvCxnSpPr>
            <a:cxnSpLocks noChangeShapeType="1"/>
            <a:stCxn id="32" idx="0"/>
          </p:cNvCxnSpPr>
          <p:nvPr/>
        </p:nvCxnSpPr>
        <p:spPr bwMode="auto">
          <a:xfrm flipH="1" flipV="1">
            <a:off x="3501629" y="3894536"/>
            <a:ext cx="182956" cy="496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" name="Straight Connector 512"/>
          <p:cNvCxnSpPr>
            <a:cxnSpLocks noChangeShapeType="1"/>
          </p:cNvCxnSpPr>
          <p:nvPr/>
        </p:nvCxnSpPr>
        <p:spPr bwMode="auto">
          <a:xfrm flipV="1">
            <a:off x="2486025" y="3870722"/>
            <a:ext cx="301229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513"/>
          <p:cNvCxnSpPr>
            <a:cxnSpLocks noChangeShapeType="1"/>
            <a:endCxn id="255" idx="0"/>
          </p:cNvCxnSpPr>
          <p:nvPr/>
        </p:nvCxnSpPr>
        <p:spPr bwMode="auto">
          <a:xfrm flipV="1">
            <a:off x="2164556" y="3783806"/>
            <a:ext cx="529829" cy="3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0" name="Straight Connector 514"/>
          <p:cNvCxnSpPr>
            <a:cxnSpLocks noChangeShapeType="1"/>
            <a:endCxn id="311" idx="1"/>
          </p:cNvCxnSpPr>
          <p:nvPr/>
        </p:nvCxnSpPr>
        <p:spPr bwMode="auto">
          <a:xfrm>
            <a:off x="2009775" y="3282553"/>
            <a:ext cx="747713" cy="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1" name="矩形 330"/>
          <p:cNvSpPr/>
          <p:nvPr/>
        </p:nvSpPr>
        <p:spPr>
          <a:xfrm>
            <a:off x="4742870" y="1077977"/>
            <a:ext cx="325530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不能一家独享，所以需要多个来竞争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2" name="灯片编号占位符 2">
            <a:extLst>
              <a:ext uri="{FF2B5EF4-FFF2-40B4-BE49-F238E27FC236}">
                <a16:creationId xmlns:a16="http://schemas.microsoft.com/office/drawing/2014/main" id="{AA7C3D2D-E689-41EF-B39C-AD78B425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40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3" name="AutoShape 5">
            <a:extLst>
              <a:ext uri="{FF2B5EF4-FFF2-40B4-BE49-F238E27FC236}">
                <a16:creationId xmlns:a16="http://schemas.microsoft.com/office/drawing/2014/main" id="{0DF052B5-C762-4B58-B6F0-C619E8C9B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4" name="Rectangle 3">
            <a:extLst>
              <a:ext uri="{FF2B5EF4-FFF2-40B4-BE49-F238E27FC236}">
                <a16:creationId xmlns:a16="http://schemas.microsoft.com/office/drawing/2014/main" id="{0FD72380-3ACB-4FE4-86A8-BF55A753BF5E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200517482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3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/>
      <p:bldP spid="333" grpId="0" animBg="1"/>
      <p:bldP spid="33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3" name="Group 8"/>
          <p:cNvGrpSpPr>
            <a:grpSpLocks/>
          </p:cNvGrpSpPr>
          <p:nvPr/>
        </p:nvGrpSpPr>
        <p:grpSpPr bwMode="auto">
          <a:xfrm>
            <a:off x="4552950" y="2809875"/>
            <a:ext cx="2419350" cy="838200"/>
            <a:chOff x="7848600" y="2044700"/>
            <a:chExt cx="3200399" cy="1371600"/>
          </a:xfrm>
        </p:grpSpPr>
        <p:sp>
          <p:nvSpPr>
            <p:cNvPr id="64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65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66" name="Straight Connector 10"/>
            <p:cNvCxnSpPr>
              <a:cxnSpLocks noChangeShapeType="1"/>
              <a:stCxn id="14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304"/>
            <p:cNvCxnSpPr>
              <a:cxnSpLocks noChangeShapeType="1"/>
              <a:endCxn id="13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TextBox 39958"/>
            <p:cNvSpPr txBox="1">
              <a:spLocks noChangeArrowheads="1"/>
            </p:cNvSpPr>
            <p:nvPr/>
          </p:nvSpPr>
          <p:spPr bwMode="auto">
            <a:xfrm>
              <a:off x="7958080" y="2471292"/>
              <a:ext cx="883743" cy="528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76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7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7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8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8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0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9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0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1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6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2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8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47" name="Group 331"/>
          <p:cNvGrpSpPr>
            <a:grpSpLocks/>
          </p:cNvGrpSpPr>
          <p:nvPr/>
        </p:nvGrpSpPr>
        <p:grpSpPr bwMode="auto">
          <a:xfrm>
            <a:off x="2495550" y="2066925"/>
            <a:ext cx="2600325" cy="895350"/>
            <a:chOff x="7848600" y="2044700"/>
            <a:chExt cx="3200399" cy="1371600"/>
          </a:xfrm>
        </p:grpSpPr>
        <p:sp>
          <p:nvSpPr>
            <p:cNvPr id="148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2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2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150" name="Straight Connector 334"/>
            <p:cNvCxnSpPr>
              <a:cxnSpLocks noChangeShapeType="1"/>
              <a:stCxn id="22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42"/>
            <p:cNvCxnSpPr>
              <a:cxnSpLocks noChangeShapeType="1"/>
              <a:endCxn id="22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13477" cy="49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16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0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0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5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6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9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2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31" name="Group 416"/>
          <p:cNvGrpSpPr>
            <a:grpSpLocks/>
          </p:cNvGrpSpPr>
          <p:nvPr/>
        </p:nvGrpSpPr>
        <p:grpSpPr bwMode="auto">
          <a:xfrm>
            <a:off x="2266950" y="3124200"/>
            <a:ext cx="2314575" cy="876300"/>
            <a:chOff x="7848600" y="2044700"/>
            <a:chExt cx="3200399" cy="1371600"/>
          </a:xfrm>
        </p:grpSpPr>
        <p:sp>
          <p:nvSpPr>
            <p:cNvPr id="23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3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30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1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234" name="Straight Connector 419"/>
            <p:cNvCxnSpPr>
              <a:cxnSpLocks noChangeShapeType="1"/>
              <a:stCxn id="31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Straight Connector 427"/>
            <p:cNvCxnSpPr>
              <a:cxnSpLocks noChangeShapeType="1"/>
              <a:endCxn id="30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39264" cy="505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24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0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9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2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2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2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2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5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2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315" name="Straight Connector 12"/>
          <p:cNvCxnSpPr>
            <a:cxnSpLocks noChangeShapeType="1"/>
            <a:endCxn id="225" idx="1"/>
          </p:cNvCxnSpPr>
          <p:nvPr/>
        </p:nvCxnSpPr>
        <p:spPr bwMode="auto">
          <a:xfrm>
            <a:off x="2930129" y="1957387"/>
            <a:ext cx="178594" cy="196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6" name="Straight Connector 500"/>
          <p:cNvCxnSpPr>
            <a:cxnSpLocks noChangeShapeType="1"/>
            <a:endCxn id="227" idx="1"/>
          </p:cNvCxnSpPr>
          <p:nvPr/>
        </p:nvCxnSpPr>
        <p:spPr bwMode="auto">
          <a:xfrm>
            <a:off x="2371725" y="2137172"/>
            <a:ext cx="675085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" name="Straight Connector 501"/>
          <p:cNvCxnSpPr>
            <a:cxnSpLocks noChangeShapeType="1"/>
            <a:endCxn id="223" idx="2"/>
          </p:cNvCxnSpPr>
          <p:nvPr/>
        </p:nvCxnSpPr>
        <p:spPr bwMode="auto">
          <a:xfrm flipV="1">
            <a:off x="2069306" y="2230041"/>
            <a:ext cx="977504" cy="20835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" name="Straight Connector 502"/>
          <p:cNvCxnSpPr>
            <a:cxnSpLocks noChangeShapeType="1"/>
            <a:endCxn id="193" idx="1"/>
          </p:cNvCxnSpPr>
          <p:nvPr/>
        </p:nvCxnSpPr>
        <p:spPr bwMode="auto">
          <a:xfrm>
            <a:off x="4080273" y="1808560"/>
            <a:ext cx="230981" cy="429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9" name="Straight Connector 503"/>
          <p:cNvCxnSpPr>
            <a:cxnSpLocks noChangeShapeType="1"/>
            <a:endCxn id="193" idx="0"/>
          </p:cNvCxnSpPr>
          <p:nvPr/>
        </p:nvCxnSpPr>
        <p:spPr bwMode="auto">
          <a:xfrm flipH="1">
            <a:off x="4462463" y="1791891"/>
            <a:ext cx="288131" cy="4345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0" name="Straight Connector 504"/>
          <p:cNvCxnSpPr>
            <a:cxnSpLocks noChangeShapeType="1"/>
            <a:endCxn id="109" idx="0"/>
          </p:cNvCxnSpPr>
          <p:nvPr/>
        </p:nvCxnSpPr>
        <p:spPr bwMode="auto">
          <a:xfrm>
            <a:off x="6221016" y="2175272"/>
            <a:ext cx="161925" cy="7846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05"/>
          <p:cNvCxnSpPr>
            <a:cxnSpLocks noChangeShapeType="1"/>
          </p:cNvCxnSpPr>
          <p:nvPr/>
        </p:nvCxnSpPr>
        <p:spPr bwMode="auto">
          <a:xfrm flipH="1">
            <a:off x="6496050" y="2438400"/>
            <a:ext cx="180975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06"/>
          <p:cNvCxnSpPr>
            <a:cxnSpLocks noChangeShapeType="1"/>
            <a:stCxn id="37" idx="4"/>
            <a:endCxn id="104" idx="0"/>
          </p:cNvCxnSpPr>
          <p:nvPr/>
        </p:nvCxnSpPr>
        <p:spPr bwMode="auto">
          <a:xfrm flipH="1">
            <a:off x="6755606" y="3171825"/>
            <a:ext cx="406004" cy="186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3" name="Straight Connector 507"/>
          <p:cNvCxnSpPr>
            <a:cxnSpLocks noChangeShapeType="1"/>
          </p:cNvCxnSpPr>
          <p:nvPr/>
        </p:nvCxnSpPr>
        <p:spPr bwMode="auto">
          <a:xfrm flipH="1" flipV="1">
            <a:off x="6734175" y="3430191"/>
            <a:ext cx="597694" cy="4607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" name="Straight Connector 508"/>
          <p:cNvCxnSpPr>
            <a:cxnSpLocks noChangeShapeType="1"/>
            <a:endCxn id="91" idx="5"/>
          </p:cNvCxnSpPr>
          <p:nvPr/>
        </p:nvCxnSpPr>
        <p:spPr bwMode="auto">
          <a:xfrm flipH="1" flipV="1">
            <a:off x="6015037" y="3542110"/>
            <a:ext cx="785813" cy="725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5" name="Straight Connector 509"/>
          <p:cNvCxnSpPr>
            <a:cxnSpLocks noChangeShapeType="1"/>
            <a:stCxn id="35" idx="0"/>
          </p:cNvCxnSpPr>
          <p:nvPr/>
        </p:nvCxnSpPr>
        <p:spPr bwMode="auto">
          <a:xfrm flipH="1" flipV="1">
            <a:off x="5132785" y="3520678"/>
            <a:ext cx="214313" cy="87034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10"/>
          <p:cNvCxnSpPr>
            <a:cxnSpLocks noChangeShapeType="1"/>
          </p:cNvCxnSpPr>
          <p:nvPr/>
        </p:nvCxnSpPr>
        <p:spPr bwMode="auto">
          <a:xfrm flipH="1" flipV="1">
            <a:off x="4194573" y="3783806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1"/>
          <p:cNvCxnSpPr>
            <a:cxnSpLocks noChangeShapeType="1"/>
            <a:stCxn id="32" idx="0"/>
          </p:cNvCxnSpPr>
          <p:nvPr/>
        </p:nvCxnSpPr>
        <p:spPr bwMode="auto">
          <a:xfrm flipH="1" flipV="1">
            <a:off x="3501629" y="3894536"/>
            <a:ext cx="182956" cy="4961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" name="Straight Connector 512"/>
          <p:cNvCxnSpPr>
            <a:cxnSpLocks noChangeShapeType="1"/>
          </p:cNvCxnSpPr>
          <p:nvPr/>
        </p:nvCxnSpPr>
        <p:spPr bwMode="auto">
          <a:xfrm flipV="1">
            <a:off x="2486025" y="3870722"/>
            <a:ext cx="301229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513"/>
          <p:cNvCxnSpPr>
            <a:cxnSpLocks noChangeShapeType="1"/>
            <a:endCxn id="255" idx="0"/>
          </p:cNvCxnSpPr>
          <p:nvPr/>
        </p:nvCxnSpPr>
        <p:spPr bwMode="auto">
          <a:xfrm flipV="1">
            <a:off x="2164556" y="3783806"/>
            <a:ext cx="529829" cy="33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0" name="Straight Connector 514"/>
          <p:cNvCxnSpPr>
            <a:cxnSpLocks noChangeShapeType="1"/>
            <a:endCxn id="311" idx="1"/>
          </p:cNvCxnSpPr>
          <p:nvPr/>
        </p:nvCxnSpPr>
        <p:spPr bwMode="auto">
          <a:xfrm>
            <a:off x="2009775" y="3282553"/>
            <a:ext cx="747713" cy="3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1" name="Group 20"/>
          <p:cNvGrpSpPr>
            <a:grpSpLocks/>
          </p:cNvGrpSpPr>
          <p:nvPr/>
        </p:nvGrpSpPr>
        <p:grpSpPr bwMode="auto">
          <a:xfrm>
            <a:off x="4677966" y="2153842"/>
            <a:ext cx="1588294" cy="812006"/>
            <a:chOff x="4712800" y="2871032"/>
            <a:chExt cx="2117908" cy="1082781"/>
          </a:xfrm>
        </p:grpSpPr>
        <p:grpSp>
          <p:nvGrpSpPr>
            <p:cNvPr id="332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96818" cy="369369"/>
              <a:chOff x="5573768" y="2726239"/>
              <a:chExt cx="596818" cy="369369"/>
            </a:xfrm>
          </p:grpSpPr>
          <p:sp>
            <p:nvSpPr>
              <p:cNvPr id="335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6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559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33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7" name="Group 39937"/>
          <p:cNvGrpSpPr>
            <a:grpSpLocks/>
          </p:cNvGrpSpPr>
          <p:nvPr/>
        </p:nvGrpSpPr>
        <p:grpSpPr bwMode="auto">
          <a:xfrm>
            <a:off x="3912394" y="2842023"/>
            <a:ext cx="1153716" cy="439340"/>
            <a:chOff x="3692946" y="3789212"/>
            <a:chExt cx="1537885" cy="585306"/>
          </a:xfrm>
        </p:grpSpPr>
        <p:cxnSp>
          <p:nvCxnSpPr>
            <p:cNvPr id="338" name="Straight Connector 515"/>
            <p:cNvCxnSpPr>
              <a:cxnSpLocks noChangeShapeType="1"/>
              <a:stCxn id="277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39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96617" cy="369028"/>
              <a:chOff x="5573768" y="2726239"/>
              <a:chExt cx="596617" cy="369028"/>
            </a:xfrm>
          </p:grpSpPr>
          <p:sp>
            <p:nvSpPr>
              <p:cNvPr id="342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3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358" cy="369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40" name="Straight Connector 519"/>
            <p:cNvCxnSpPr>
              <a:cxnSpLocks noChangeShapeType="1"/>
              <a:stCxn id="342" idx="6"/>
              <a:endCxn id="143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1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4" name="Group 39939"/>
          <p:cNvGrpSpPr>
            <a:grpSpLocks/>
          </p:cNvGrpSpPr>
          <p:nvPr/>
        </p:nvGrpSpPr>
        <p:grpSpPr bwMode="auto">
          <a:xfrm>
            <a:off x="2947987" y="2725342"/>
            <a:ext cx="2176463" cy="972740"/>
            <a:chOff x="2407287" y="3633041"/>
            <a:chExt cx="2900648" cy="1297685"/>
          </a:xfrm>
        </p:grpSpPr>
        <p:cxnSp>
          <p:nvCxnSpPr>
            <p:cNvPr id="345" name="Straight Connector 7"/>
            <p:cNvCxnSpPr>
              <a:cxnSpLocks noChangeShapeType="1"/>
              <a:stCxn id="183" idx="5"/>
              <a:endCxn id="141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6" name="Straight Connector 415"/>
            <p:cNvCxnSpPr>
              <a:cxnSpLocks noChangeShapeType="1"/>
              <a:endCxn id="309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7" name="Straight Connector 523"/>
            <p:cNvCxnSpPr>
              <a:cxnSpLocks noChangeShapeType="1"/>
              <a:stCxn id="272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8" name="Group 39945"/>
          <p:cNvGrpSpPr>
            <a:grpSpLocks/>
          </p:cNvGrpSpPr>
          <p:nvPr/>
        </p:nvGrpSpPr>
        <p:grpSpPr bwMode="auto">
          <a:xfrm>
            <a:off x="4584644" y="3648083"/>
            <a:ext cx="877163" cy="577215"/>
            <a:chOff x="4588877" y="4864100"/>
            <a:chExt cx="1169302" cy="769116"/>
          </a:xfrm>
        </p:grpSpPr>
        <p:sp>
          <p:nvSpPr>
            <p:cNvPr id="349" name="TextBox 39940"/>
            <p:cNvSpPr txBox="1">
              <a:spLocks noChangeArrowheads="1"/>
            </p:cNvSpPr>
            <p:nvPr/>
          </p:nvSpPr>
          <p:spPr bwMode="auto">
            <a:xfrm>
              <a:off x="4588877" y="5233368"/>
              <a:ext cx="1169302" cy="399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350" dirty="0">
                  <a:solidFill>
                    <a:srgbClr val="CC0000"/>
                  </a:solidFill>
                  <a:latin typeface="Arial" panose="020B0604020202020204" pitchFamily="34" charset="0"/>
                </a:rPr>
                <a:t>对等连接</a:t>
              </a:r>
              <a:endParaRPr lang="en-US" altLang="zh-CN" sz="1350" dirty="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50" name="Straight Connector 39943"/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1" name="Group 39950"/>
          <p:cNvGrpSpPr>
            <a:grpSpLocks/>
          </p:cNvGrpSpPr>
          <p:nvPr/>
        </p:nvGrpSpPr>
        <p:grpSpPr bwMode="auto">
          <a:xfrm>
            <a:off x="4820852" y="1799636"/>
            <a:ext cx="1107996" cy="354206"/>
            <a:chOff x="4903866" y="2399063"/>
            <a:chExt cx="1477057" cy="471969"/>
          </a:xfrm>
        </p:grpSpPr>
        <p:sp>
          <p:nvSpPr>
            <p:cNvPr id="352" name="TextBox 39946"/>
            <p:cNvSpPr txBox="1">
              <a:spLocks noChangeArrowheads="1"/>
            </p:cNvSpPr>
            <p:nvPr/>
          </p:nvSpPr>
          <p:spPr bwMode="auto">
            <a:xfrm>
              <a:off x="4903866" y="2399063"/>
              <a:ext cx="1477057" cy="36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因特网交换点</a:t>
              </a:r>
              <a:endParaRPr lang="en-US" altLang="zh-CN" sz="1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3" name="Straight Connector 39948"/>
            <p:cNvCxnSpPr>
              <a:cxnSpLocks noChangeShapeType="1"/>
              <a:stCxn id="352" idx="2"/>
              <a:endCxn id="336" idx="0"/>
            </p:cNvCxnSpPr>
            <p:nvPr/>
          </p:nvCxnSpPr>
          <p:spPr bwMode="auto">
            <a:xfrm>
              <a:off x="5642395" y="2768156"/>
              <a:ext cx="343077" cy="102876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54" name="矩形 353"/>
          <p:cNvSpPr/>
          <p:nvPr/>
        </p:nvSpPr>
        <p:spPr>
          <a:xfrm>
            <a:off x="4665791" y="1023295"/>
            <a:ext cx="325530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不能一家独享，所以需要多个来竞争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6" name="矩形 355"/>
          <p:cNvSpPr/>
          <p:nvPr/>
        </p:nvSpPr>
        <p:spPr>
          <a:xfrm>
            <a:off x="4291523" y="1326226"/>
            <a:ext cx="3540249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</a:t>
            </a:r>
            <a:r>
              <a:rPr lang="en-US" altLang="zh-CN" sz="13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13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再进行互联</a:t>
            </a:r>
            <a:endParaRPr lang="en-US" altLang="zh-CN" sz="135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" name="灯片编号占位符 2">
            <a:extLst>
              <a:ext uri="{FF2B5EF4-FFF2-40B4-BE49-F238E27FC236}">
                <a16:creationId xmlns:a16="http://schemas.microsoft.com/office/drawing/2014/main" id="{DE62189D-D381-44D5-8FCE-019CDE50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41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7" name="AutoShape 5">
            <a:extLst>
              <a:ext uri="{FF2B5EF4-FFF2-40B4-BE49-F238E27FC236}">
                <a16:creationId xmlns:a16="http://schemas.microsoft.com/office/drawing/2014/main" id="{0F5BA8B2-211F-47D1-A42C-A93B79666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" name="Rectangle 3">
            <a:extLst>
              <a:ext uri="{FF2B5EF4-FFF2-40B4-BE49-F238E27FC236}">
                <a16:creationId xmlns:a16="http://schemas.microsoft.com/office/drawing/2014/main" id="{C53EEABF-2415-4D22-8E2C-F99E5AB57385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3154681866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" grpId="0" animBg="1"/>
      <p:bldP spid="357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3" name="Group 8"/>
          <p:cNvGrpSpPr>
            <a:grpSpLocks/>
          </p:cNvGrpSpPr>
          <p:nvPr/>
        </p:nvGrpSpPr>
        <p:grpSpPr bwMode="auto">
          <a:xfrm>
            <a:off x="4552950" y="2809875"/>
            <a:ext cx="2419350" cy="838200"/>
            <a:chOff x="7848600" y="2044700"/>
            <a:chExt cx="3200399" cy="1371600"/>
          </a:xfrm>
        </p:grpSpPr>
        <p:sp>
          <p:nvSpPr>
            <p:cNvPr id="64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65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3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3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4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66" name="Straight Connector 10"/>
            <p:cNvCxnSpPr>
              <a:cxnSpLocks noChangeShapeType="1"/>
              <a:stCxn id="14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304"/>
            <p:cNvCxnSpPr>
              <a:cxnSpLocks noChangeShapeType="1"/>
              <a:endCxn id="13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TextBox 39958"/>
            <p:cNvSpPr txBox="1">
              <a:spLocks noChangeArrowheads="1"/>
            </p:cNvSpPr>
            <p:nvPr/>
          </p:nvSpPr>
          <p:spPr bwMode="auto">
            <a:xfrm>
              <a:off x="7958080" y="2471292"/>
              <a:ext cx="883743" cy="528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76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3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7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7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8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8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9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0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9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1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2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0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3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1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5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6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2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8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47" name="Group 331"/>
          <p:cNvGrpSpPr>
            <a:grpSpLocks/>
          </p:cNvGrpSpPr>
          <p:nvPr/>
        </p:nvGrpSpPr>
        <p:grpSpPr bwMode="auto">
          <a:xfrm>
            <a:off x="2495550" y="2066925"/>
            <a:ext cx="2600325" cy="895350"/>
            <a:chOff x="7848600" y="2044700"/>
            <a:chExt cx="3200399" cy="1371600"/>
          </a:xfrm>
        </p:grpSpPr>
        <p:sp>
          <p:nvSpPr>
            <p:cNvPr id="148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49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22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2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150" name="Straight Connector 334"/>
            <p:cNvCxnSpPr>
              <a:cxnSpLocks noChangeShapeType="1"/>
              <a:stCxn id="228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1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42"/>
            <p:cNvCxnSpPr>
              <a:cxnSpLocks noChangeShapeType="1"/>
              <a:endCxn id="223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13477" cy="49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160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1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2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0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1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0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1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2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2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0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4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3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5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6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4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7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8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9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0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6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2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31" name="Group 416"/>
          <p:cNvGrpSpPr>
            <a:grpSpLocks/>
          </p:cNvGrpSpPr>
          <p:nvPr/>
        </p:nvGrpSpPr>
        <p:grpSpPr bwMode="auto">
          <a:xfrm>
            <a:off x="2266950" y="3124200"/>
            <a:ext cx="2314575" cy="876300"/>
            <a:chOff x="7848600" y="2044700"/>
            <a:chExt cx="3200399" cy="1371600"/>
          </a:xfrm>
        </p:grpSpPr>
        <p:sp>
          <p:nvSpPr>
            <p:cNvPr id="232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33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307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1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11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2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234" name="Straight Connector 419"/>
            <p:cNvCxnSpPr>
              <a:cxnSpLocks noChangeShapeType="1"/>
              <a:stCxn id="312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5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7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8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0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1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Straight Connector 427"/>
            <p:cNvCxnSpPr>
              <a:cxnSpLocks noChangeShapeType="1"/>
              <a:endCxn id="307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3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39264" cy="505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244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9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0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03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4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5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9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95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6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6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283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6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9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0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7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8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7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275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8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1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82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9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0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8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267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0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73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74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1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2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9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259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2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65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66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63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4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50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251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2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4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57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58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55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6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315" name="Straight Connector 12"/>
          <p:cNvCxnSpPr>
            <a:cxnSpLocks noChangeShapeType="1"/>
            <a:endCxn id="225" idx="1"/>
          </p:cNvCxnSpPr>
          <p:nvPr/>
        </p:nvCxnSpPr>
        <p:spPr bwMode="auto">
          <a:xfrm>
            <a:off x="2930129" y="1957387"/>
            <a:ext cx="178594" cy="196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6" name="Straight Connector 500"/>
          <p:cNvCxnSpPr>
            <a:cxnSpLocks noChangeShapeType="1"/>
            <a:stCxn id="45" idx="8"/>
            <a:endCxn id="350" idx="2"/>
          </p:cNvCxnSpPr>
          <p:nvPr/>
        </p:nvCxnSpPr>
        <p:spPr bwMode="auto">
          <a:xfrm>
            <a:off x="2234804" y="2243138"/>
            <a:ext cx="28575" cy="232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" name="Straight Connector 501"/>
          <p:cNvCxnSpPr>
            <a:cxnSpLocks noChangeShapeType="1"/>
            <a:endCxn id="350" idx="3"/>
          </p:cNvCxnSpPr>
          <p:nvPr/>
        </p:nvCxnSpPr>
        <p:spPr bwMode="auto">
          <a:xfrm>
            <a:off x="2069307" y="2453879"/>
            <a:ext cx="92869" cy="159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" name="Straight Connector 502"/>
          <p:cNvCxnSpPr>
            <a:cxnSpLocks noChangeShapeType="1"/>
            <a:endCxn id="193" idx="1"/>
          </p:cNvCxnSpPr>
          <p:nvPr/>
        </p:nvCxnSpPr>
        <p:spPr bwMode="auto">
          <a:xfrm>
            <a:off x="4080273" y="1808560"/>
            <a:ext cx="230981" cy="429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9" name="Straight Connector 503"/>
          <p:cNvCxnSpPr>
            <a:cxnSpLocks noChangeShapeType="1"/>
            <a:endCxn id="193" idx="0"/>
          </p:cNvCxnSpPr>
          <p:nvPr/>
        </p:nvCxnSpPr>
        <p:spPr bwMode="auto">
          <a:xfrm flipH="1">
            <a:off x="4462463" y="1791891"/>
            <a:ext cx="288131" cy="4345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0" name="Straight Connector 504"/>
          <p:cNvCxnSpPr>
            <a:cxnSpLocks noChangeShapeType="1"/>
            <a:endCxn id="109" idx="0"/>
          </p:cNvCxnSpPr>
          <p:nvPr/>
        </p:nvCxnSpPr>
        <p:spPr bwMode="auto">
          <a:xfrm>
            <a:off x="6221016" y="2175272"/>
            <a:ext cx="161925" cy="7846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05"/>
          <p:cNvCxnSpPr>
            <a:cxnSpLocks noChangeShapeType="1"/>
          </p:cNvCxnSpPr>
          <p:nvPr/>
        </p:nvCxnSpPr>
        <p:spPr bwMode="auto">
          <a:xfrm flipH="1">
            <a:off x="6496050" y="2438400"/>
            <a:ext cx="180975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06"/>
          <p:cNvCxnSpPr>
            <a:cxnSpLocks noChangeShapeType="1"/>
            <a:stCxn id="37" idx="4"/>
            <a:endCxn id="104" idx="0"/>
          </p:cNvCxnSpPr>
          <p:nvPr/>
        </p:nvCxnSpPr>
        <p:spPr bwMode="auto">
          <a:xfrm flipH="1">
            <a:off x="6755606" y="3171825"/>
            <a:ext cx="406004" cy="186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3" name="Straight Connector 507"/>
          <p:cNvCxnSpPr>
            <a:cxnSpLocks noChangeShapeType="1"/>
          </p:cNvCxnSpPr>
          <p:nvPr/>
        </p:nvCxnSpPr>
        <p:spPr bwMode="auto">
          <a:xfrm flipH="1" flipV="1">
            <a:off x="6734175" y="3430191"/>
            <a:ext cx="597694" cy="4607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" name="Straight Connector 508"/>
          <p:cNvCxnSpPr>
            <a:cxnSpLocks noChangeShapeType="1"/>
            <a:endCxn id="91" idx="5"/>
          </p:cNvCxnSpPr>
          <p:nvPr/>
        </p:nvCxnSpPr>
        <p:spPr bwMode="auto">
          <a:xfrm flipH="1" flipV="1">
            <a:off x="6015037" y="3542110"/>
            <a:ext cx="785813" cy="725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5" name="Straight Connector 509"/>
          <p:cNvCxnSpPr>
            <a:cxnSpLocks noChangeShapeType="1"/>
            <a:stCxn id="35" idx="0"/>
            <a:endCxn id="348" idx="5"/>
          </p:cNvCxnSpPr>
          <p:nvPr/>
        </p:nvCxnSpPr>
        <p:spPr bwMode="auto">
          <a:xfrm flipH="1" flipV="1">
            <a:off x="4956572" y="4263628"/>
            <a:ext cx="390525" cy="127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10"/>
          <p:cNvCxnSpPr>
            <a:cxnSpLocks noChangeShapeType="1"/>
          </p:cNvCxnSpPr>
          <p:nvPr/>
        </p:nvCxnSpPr>
        <p:spPr bwMode="auto">
          <a:xfrm flipH="1" flipV="1">
            <a:off x="4194573" y="3783806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1"/>
          <p:cNvCxnSpPr>
            <a:cxnSpLocks noChangeShapeType="1"/>
            <a:stCxn id="32" idx="0"/>
          </p:cNvCxnSpPr>
          <p:nvPr/>
        </p:nvCxnSpPr>
        <p:spPr bwMode="auto">
          <a:xfrm flipV="1">
            <a:off x="3684585" y="4267202"/>
            <a:ext cx="230190" cy="1234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" name="Straight Connector 512"/>
          <p:cNvCxnSpPr>
            <a:cxnSpLocks noChangeShapeType="1"/>
          </p:cNvCxnSpPr>
          <p:nvPr/>
        </p:nvCxnSpPr>
        <p:spPr bwMode="auto">
          <a:xfrm flipV="1">
            <a:off x="2486025" y="3870722"/>
            <a:ext cx="301229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513"/>
          <p:cNvCxnSpPr>
            <a:cxnSpLocks noChangeShapeType="1"/>
            <a:stCxn id="54" idx="0"/>
          </p:cNvCxnSpPr>
          <p:nvPr/>
        </p:nvCxnSpPr>
        <p:spPr bwMode="auto">
          <a:xfrm flipV="1">
            <a:off x="2027012" y="3350420"/>
            <a:ext cx="170882" cy="2116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0" name="Straight Connector 514"/>
          <p:cNvCxnSpPr>
            <a:cxnSpLocks noChangeShapeType="1"/>
            <a:endCxn id="350" idx="5"/>
          </p:cNvCxnSpPr>
          <p:nvPr/>
        </p:nvCxnSpPr>
        <p:spPr bwMode="auto">
          <a:xfrm flipV="1">
            <a:off x="2009775" y="3276600"/>
            <a:ext cx="152400" cy="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1" name="Group 20"/>
          <p:cNvGrpSpPr>
            <a:grpSpLocks/>
          </p:cNvGrpSpPr>
          <p:nvPr/>
        </p:nvGrpSpPr>
        <p:grpSpPr bwMode="auto">
          <a:xfrm>
            <a:off x="4677966" y="2153842"/>
            <a:ext cx="1588294" cy="812006"/>
            <a:chOff x="4712800" y="2871032"/>
            <a:chExt cx="2117908" cy="1082781"/>
          </a:xfrm>
        </p:grpSpPr>
        <p:grpSp>
          <p:nvGrpSpPr>
            <p:cNvPr id="332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96818" cy="369369"/>
              <a:chOff x="5573768" y="2726239"/>
              <a:chExt cx="596818" cy="369369"/>
            </a:xfrm>
          </p:grpSpPr>
          <p:sp>
            <p:nvSpPr>
              <p:cNvPr id="335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6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559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33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4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7" name="Group 39937"/>
          <p:cNvGrpSpPr>
            <a:grpSpLocks/>
          </p:cNvGrpSpPr>
          <p:nvPr/>
        </p:nvGrpSpPr>
        <p:grpSpPr bwMode="auto">
          <a:xfrm>
            <a:off x="3912394" y="2842023"/>
            <a:ext cx="1153716" cy="439340"/>
            <a:chOff x="3692946" y="3789212"/>
            <a:chExt cx="1537885" cy="585306"/>
          </a:xfrm>
        </p:grpSpPr>
        <p:cxnSp>
          <p:nvCxnSpPr>
            <p:cNvPr id="338" name="Straight Connector 515"/>
            <p:cNvCxnSpPr>
              <a:cxnSpLocks noChangeShapeType="1"/>
              <a:stCxn id="277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39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96617" cy="369028"/>
              <a:chOff x="5573768" y="2726239"/>
              <a:chExt cx="596617" cy="369028"/>
            </a:xfrm>
          </p:grpSpPr>
          <p:sp>
            <p:nvSpPr>
              <p:cNvPr id="342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3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358" cy="369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40" name="Straight Connector 519"/>
            <p:cNvCxnSpPr>
              <a:cxnSpLocks noChangeShapeType="1"/>
              <a:stCxn id="342" idx="6"/>
              <a:endCxn id="143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1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4" name="Group 39939"/>
          <p:cNvGrpSpPr>
            <a:grpSpLocks/>
          </p:cNvGrpSpPr>
          <p:nvPr/>
        </p:nvGrpSpPr>
        <p:grpSpPr bwMode="auto">
          <a:xfrm>
            <a:off x="2947987" y="2725342"/>
            <a:ext cx="2176463" cy="972740"/>
            <a:chOff x="2407287" y="3633041"/>
            <a:chExt cx="2900648" cy="1297685"/>
          </a:xfrm>
        </p:grpSpPr>
        <p:cxnSp>
          <p:nvCxnSpPr>
            <p:cNvPr id="345" name="Straight Connector 7"/>
            <p:cNvCxnSpPr>
              <a:cxnSpLocks noChangeShapeType="1"/>
              <a:stCxn id="183" idx="5"/>
              <a:endCxn id="141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6" name="Straight Connector 415"/>
            <p:cNvCxnSpPr>
              <a:cxnSpLocks noChangeShapeType="1"/>
              <a:endCxn id="309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7" name="Straight Connector 523"/>
            <p:cNvCxnSpPr>
              <a:cxnSpLocks noChangeShapeType="1"/>
              <a:stCxn id="272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8" name="Oval 6"/>
          <p:cNvSpPr>
            <a:spLocks noChangeArrowheads="1"/>
          </p:cNvSpPr>
          <p:nvPr/>
        </p:nvSpPr>
        <p:spPr bwMode="auto">
          <a:xfrm>
            <a:off x="3648075" y="4019550"/>
            <a:ext cx="1533525" cy="285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49" name="TextBox 9"/>
          <p:cNvSpPr txBox="1">
            <a:spLocks noChangeArrowheads="1"/>
          </p:cNvSpPr>
          <p:nvPr/>
        </p:nvSpPr>
        <p:spPr bwMode="auto">
          <a:xfrm>
            <a:off x="3810001" y="4000500"/>
            <a:ext cx="119295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i="1" dirty="0">
                <a:latin typeface="Arial" panose="020B0604020202020204" pitchFamily="34" charset="0"/>
              </a:rPr>
              <a:t>regional net</a:t>
            </a:r>
          </a:p>
        </p:txBody>
      </p:sp>
      <p:sp>
        <p:nvSpPr>
          <p:cNvPr id="350" name="Oval 517"/>
          <p:cNvSpPr>
            <a:spLocks noChangeArrowheads="1"/>
          </p:cNvSpPr>
          <p:nvPr/>
        </p:nvSpPr>
        <p:spPr bwMode="auto">
          <a:xfrm rot="5400000">
            <a:off x="1793677" y="2802137"/>
            <a:ext cx="939403" cy="285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cxnSp>
        <p:nvCxnSpPr>
          <p:cNvPr id="351" name="Straight Connector 39941"/>
          <p:cNvCxnSpPr>
            <a:cxnSpLocks noChangeShapeType="1"/>
            <a:stCxn id="350" idx="0"/>
            <a:endCxn id="171" idx="0"/>
          </p:cNvCxnSpPr>
          <p:nvPr/>
        </p:nvCxnSpPr>
        <p:spPr bwMode="auto">
          <a:xfrm flipV="1">
            <a:off x="2406254" y="2740819"/>
            <a:ext cx="569119" cy="204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2" name="Straight Connector 524"/>
          <p:cNvCxnSpPr>
            <a:cxnSpLocks noChangeShapeType="1"/>
            <a:endCxn id="311" idx="1"/>
          </p:cNvCxnSpPr>
          <p:nvPr/>
        </p:nvCxnSpPr>
        <p:spPr bwMode="auto">
          <a:xfrm>
            <a:off x="2407444" y="3083719"/>
            <a:ext cx="350044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3" name="矩形 352"/>
          <p:cNvSpPr/>
          <p:nvPr/>
        </p:nvSpPr>
        <p:spPr>
          <a:xfrm>
            <a:off x="4291524" y="1070406"/>
            <a:ext cx="3255305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此外，区域网也会加入互联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4" name="灯片编号占位符 2">
            <a:extLst>
              <a:ext uri="{FF2B5EF4-FFF2-40B4-BE49-F238E27FC236}">
                <a16:creationId xmlns:a16="http://schemas.microsoft.com/office/drawing/2014/main" id="{97D6B0C2-5783-413D-AB09-5347EEF2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42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5" name="AutoShape 5">
            <a:extLst>
              <a:ext uri="{FF2B5EF4-FFF2-40B4-BE49-F238E27FC236}">
                <a16:creationId xmlns:a16="http://schemas.microsoft.com/office/drawing/2014/main" id="{167A8C07-94B9-4FB5-BB8A-48A20CC5D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6" name="Rectangle 3">
            <a:extLst>
              <a:ext uri="{FF2B5EF4-FFF2-40B4-BE49-F238E27FC236}">
                <a16:creationId xmlns:a16="http://schemas.microsoft.com/office/drawing/2014/main" id="{046AF3D0-DD15-4222-896F-9BE654080272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799537135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" grpId="0" animBg="1"/>
      <p:bldP spid="355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1469621" y="1375523"/>
            <a:ext cx="6362152" cy="3442588"/>
            <a:chOff x="139538" y="1890271"/>
            <a:chExt cx="8481726" cy="4590472"/>
          </a:xfrm>
        </p:grpSpPr>
        <p:grpSp>
          <p:nvGrpSpPr>
            <p:cNvPr id="9" name="Group 2"/>
            <p:cNvGrpSpPr>
              <a:grpSpLocks/>
            </p:cNvGrpSpPr>
            <p:nvPr/>
          </p:nvGrpSpPr>
          <p:grpSpPr bwMode="auto">
            <a:xfrm>
              <a:off x="1529396" y="2297655"/>
              <a:ext cx="678368" cy="418253"/>
              <a:chOff x="3053396" y="4304255"/>
              <a:chExt cx="678368" cy="418253"/>
            </a:xfrm>
          </p:grpSpPr>
          <p:sp>
            <p:nvSpPr>
              <p:cNvPr id="6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2" name="TextBox 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0" name="Group 131"/>
            <p:cNvGrpSpPr>
              <a:grpSpLocks/>
            </p:cNvGrpSpPr>
            <p:nvPr/>
          </p:nvGrpSpPr>
          <p:grpSpPr bwMode="auto">
            <a:xfrm>
              <a:off x="373696" y="3097755"/>
              <a:ext cx="678368" cy="418253"/>
              <a:chOff x="3053396" y="4304255"/>
              <a:chExt cx="678368" cy="418253"/>
            </a:xfrm>
          </p:grpSpPr>
          <p:sp>
            <p:nvSpPr>
              <p:cNvPr id="5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60" name="TextBox 13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1" name="Group 135"/>
            <p:cNvGrpSpPr>
              <a:grpSpLocks/>
            </p:cNvGrpSpPr>
            <p:nvPr/>
          </p:nvGrpSpPr>
          <p:grpSpPr bwMode="auto">
            <a:xfrm>
              <a:off x="6037896" y="2551655"/>
              <a:ext cx="678368" cy="418253"/>
              <a:chOff x="3053396" y="4304255"/>
              <a:chExt cx="678368" cy="418253"/>
            </a:xfrm>
          </p:grpSpPr>
          <p:sp>
            <p:nvSpPr>
              <p:cNvPr id="5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TextBox 13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2" name="Group 138"/>
            <p:cNvGrpSpPr>
              <a:grpSpLocks/>
            </p:cNvGrpSpPr>
            <p:nvPr/>
          </p:nvGrpSpPr>
          <p:grpSpPr bwMode="auto">
            <a:xfrm>
              <a:off x="945196" y="5409155"/>
              <a:ext cx="678368" cy="418253"/>
              <a:chOff x="3053396" y="4304255"/>
              <a:chExt cx="678368" cy="418253"/>
            </a:xfrm>
          </p:grpSpPr>
          <p:sp>
            <p:nvSpPr>
              <p:cNvPr id="5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6" name="TextBox 140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3" name="Group 141"/>
            <p:cNvGrpSpPr>
              <a:grpSpLocks/>
            </p:cNvGrpSpPr>
            <p:nvPr/>
          </p:nvGrpSpPr>
          <p:grpSpPr bwMode="auto">
            <a:xfrm>
              <a:off x="526096" y="4786855"/>
              <a:ext cx="678368" cy="418253"/>
              <a:chOff x="3053396" y="4304255"/>
              <a:chExt cx="678368" cy="418253"/>
            </a:xfrm>
          </p:grpSpPr>
          <p:sp>
            <p:nvSpPr>
              <p:cNvPr id="5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4" name="TextBox 143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4" name="Group 144"/>
            <p:cNvGrpSpPr>
              <a:grpSpLocks/>
            </p:cNvGrpSpPr>
            <p:nvPr/>
          </p:nvGrpSpPr>
          <p:grpSpPr bwMode="auto">
            <a:xfrm>
              <a:off x="297496" y="4126455"/>
              <a:ext cx="678368" cy="418253"/>
              <a:chOff x="3053396" y="4304255"/>
              <a:chExt cx="678368" cy="418253"/>
            </a:xfrm>
          </p:grpSpPr>
          <p:sp>
            <p:nvSpPr>
              <p:cNvPr id="5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2" name="TextBox 146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5" name="Group 147"/>
            <p:cNvGrpSpPr>
              <a:grpSpLocks/>
            </p:cNvGrpSpPr>
            <p:nvPr/>
          </p:nvGrpSpPr>
          <p:grpSpPr bwMode="auto">
            <a:xfrm>
              <a:off x="6787196" y="2983455"/>
              <a:ext cx="678368" cy="418253"/>
              <a:chOff x="3053396" y="4304255"/>
              <a:chExt cx="678368" cy="418253"/>
            </a:xfrm>
          </p:grpSpPr>
          <p:sp>
            <p:nvSpPr>
              <p:cNvPr id="4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TextBox 149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6" name="Group 150"/>
            <p:cNvGrpSpPr>
              <a:grpSpLocks/>
            </p:cNvGrpSpPr>
            <p:nvPr/>
          </p:nvGrpSpPr>
          <p:grpSpPr bwMode="auto">
            <a:xfrm>
              <a:off x="3129596" y="2056355"/>
              <a:ext cx="678368" cy="418253"/>
              <a:chOff x="3053396" y="4304255"/>
              <a:chExt cx="678368" cy="418253"/>
            </a:xfrm>
          </p:grpSpPr>
          <p:sp>
            <p:nvSpPr>
              <p:cNvPr id="4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8" name="TextBox 15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7" name="Group 153"/>
            <p:cNvGrpSpPr>
              <a:grpSpLocks/>
            </p:cNvGrpSpPr>
            <p:nvPr/>
          </p:nvGrpSpPr>
          <p:grpSpPr bwMode="auto">
            <a:xfrm>
              <a:off x="754696" y="2704055"/>
              <a:ext cx="678368" cy="418253"/>
              <a:chOff x="3053396" y="4304255"/>
              <a:chExt cx="678368" cy="418253"/>
            </a:xfrm>
          </p:grpSpPr>
          <p:sp>
            <p:nvSpPr>
              <p:cNvPr id="4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6" name="TextBox 15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4043996" y="2030955"/>
              <a:ext cx="678368" cy="418253"/>
              <a:chOff x="3053396" y="4304255"/>
              <a:chExt cx="678368" cy="418253"/>
            </a:xfrm>
          </p:grpSpPr>
          <p:sp>
            <p:nvSpPr>
              <p:cNvPr id="4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4" name="TextBox 15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19" name="Group 160"/>
            <p:cNvGrpSpPr>
              <a:grpSpLocks/>
            </p:cNvGrpSpPr>
            <p:nvPr/>
          </p:nvGrpSpPr>
          <p:grpSpPr bwMode="auto">
            <a:xfrm>
              <a:off x="7104696" y="5663155"/>
              <a:ext cx="678368" cy="418253"/>
              <a:chOff x="3053396" y="4304255"/>
              <a:chExt cx="678368" cy="418253"/>
            </a:xfrm>
          </p:grpSpPr>
          <p:sp>
            <p:nvSpPr>
              <p:cNvPr id="4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2" name="TextBox 162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0" name="Group 163"/>
            <p:cNvGrpSpPr>
              <a:grpSpLocks/>
            </p:cNvGrpSpPr>
            <p:nvPr/>
          </p:nvGrpSpPr>
          <p:grpSpPr bwMode="auto">
            <a:xfrm>
              <a:off x="7942896" y="5015455"/>
              <a:ext cx="678368" cy="418253"/>
              <a:chOff x="3053396" y="4304255"/>
              <a:chExt cx="678368" cy="418253"/>
            </a:xfrm>
          </p:grpSpPr>
          <p:sp>
            <p:nvSpPr>
              <p:cNvPr id="39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40" name="TextBox 165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1" name="Group 166"/>
            <p:cNvGrpSpPr>
              <a:grpSpLocks/>
            </p:cNvGrpSpPr>
            <p:nvPr/>
          </p:nvGrpSpPr>
          <p:grpSpPr bwMode="auto">
            <a:xfrm>
              <a:off x="7714296" y="4101055"/>
              <a:ext cx="678368" cy="418253"/>
              <a:chOff x="3053396" y="4304255"/>
              <a:chExt cx="678368" cy="418253"/>
            </a:xfrm>
          </p:grpSpPr>
          <p:sp>
            <p:nvSpPr>
              <p:cNvPr id="37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TextBox 168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2" name="Group 169"/>
            <p:cNvGrpSpPr>
              <a:grpSpLocks/>
            </p:cNvGrpSpPr>
            <p:nvPr/>
          </p:nvGrpSpPr>
          <p:grpSpPr bwMode="auto">
            <a:xfrm>
              <a:off x="4869496" y="5904455"/>
              <a:ext cx="678368" cy="418253"/>
              <a:chOff x="3053396" y="4304255"/>
              <a:chExt cx="678368" cy="418253"/>
            </a:xfrm>
          </p:grpSpPr>
          <p:sp>
            <p:nvSpPr>
              <p:cNvPr id="35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6" name="TextBox 171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3" name="Group 172"/>
            <p:cNvGrpSpPr>
              <a:grpSpLocks/>
            </p:cNvGrpSpPr>
            <p:nvPr/>
          </p:nvGrpSpPr>
          <p:grpSpPr bwMode="auto">
            <a:xfrm>
              <a:off x="3955096" y="6044155"/>
              <a:ext cx="678368" cy="418253"/>
              <a:chOff x="3053396" y="4304255"/>
              <a:chExt cx="678368" cy="418253"/>
            </a:xfrm>
          </p:grpSpPr>
          <p:sp>
            <p:nvSpPr>
              <p:cNvPr id="33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4" name="TextBox 174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24" name="Group 175"/>
            <p:cNvGrpSpPr>
              <a:grpSpLocks/>
            </p:cNvGrpSpPr>
            <p:nvPr/>
          </p:nvGrpSpPr>
          <p:grpSpPr bwMode="auto">
            <a:xfrm>
              <a:off x="2735896" y="5891755"/>
              <a:ext cx="678368" cy="418253"/>
              <a:chOff x="3053396" y="4304255"/>
              <a:chExt cx="678368" cy="418253"/>
            </a:xfrm>
          </p:grpSpPr>
          <p:sp>
            <p:nvSpPr>
              <p:cNvPr id="31" name="Freeform 84"/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2" name="TextBox 177"/>
              <p:cNvSpPr txBox="1">
                <a:spLocks noChangeArrowheads="1"/>
              </p:cNvSpPr>
              <p:nvPr/>
            </p:nvSpPr>
            <p:spPr bwMode="auto">
              <a:xfrm>
                <a:off x="3088085" y="4323258"/>
                <a:ext cx="643679" cy="396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75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zh-CN" sz="75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25" name="TextBox 4"/>
            <p:cNvSpPr txBox="1">
              <a:spLocks noChangeArrowheads="1"/>
            </p:cNvSpPr>
            <p:nvPr/>
          </p:nvSpPr>
          <p:spPr bwMode="auto">
            <a:xfrm rot="1053502">
              <a:off x="5112763" y="1940390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6" name="TextBox 179"/>
            <p:cNvSpPr txBox="1">
              <a:spLocks noChangeArrowheads="1"/>
            </p:cNvSpPr>
            <p:nvPr/>
          </p:nvSpPr>
          <p:spPr bwMode="auto">
            <a:xfrm rot="2829263">
              <a:off x="7398699" y="3413648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7" name="TextBox 180"/>
            <p:cNvSpPr txBox="1">
              <a:spLocks noChangeArrowheads="1"/>
            </p:cNvSpPr>
            <p:nvPr/>
          </p:nvSpPr>
          <p:spPr bwMode="auto">
            <a:xfrm rot="9845918">
              <a:off x="6067505" y="5926703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8" name="TextBox 181"/>
            <p:cNvSpPr txBox="1">
              <a:spLocks noChangeArrowheads="1"/>
            </p:cNvSpPr>
            <p:nvPr/>
          </p:nvSpPr>
          <p:spPr bwMode="auto">
            <a:xfrm rot="11651262">
              <a:off x="1700050" y="583006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9" name="TextBox 182"/>
            <p:cNvSpPr txBox="1">
              <a:spLocks noChangeArrowheads="1"/>
            </p:cNvSpPr>
            <p:nvPr/>
          </p:nvSpPr>
          <p:spPr bwMode="auto">
            <a:xfrm rot="16607303">
              <a:off x="113830" y="3523674"/>
              <a:ext cx="605340" cy="553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30" name="TextBox 183"/>
            <p:cNvSpPr txBox="1">
              <a:spLocks noChangeArrowheads="1"/>
            </p:cNvSpPr>
            <p:nvPr/>
          </p:nvSpPr>
          <p:spPr bwMode="auto">
            <a:xfrm rot="20582737">
              <a:off x="2299640" y="1890271"/>
              <a:ext cx="605212" cy="55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100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64" name="Group 8"/>
          <p:cNvGrpSpPr>
            <a:grpSpLocks/>
          </p:cNvGrpSpPr>
          <p:nvPr/>
        </p:nvGrpSpPr>
        <p:grpSpPr bwMode="auto">
          <a:xfrm>
            <a:off x="4552950" y="2809875"/>
            <a:ext cx="2419350" cy="838200"/>
            <a:chOff x="7848600" y="2044700"/>
            <a:chExt cx="3200399" cy="1371600"/>
          </a:xfrm>
        </p:grpSpPr>
        <p:sp>
          <p:nvSpPr>
            <p:cNvPr id="65" name="Oval 3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66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14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4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4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4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44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45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67" name="Straight Connector 10"/>
            <p:cNvCxnSpPr>
              <a:cxnSpLocks noChangeShapeType="1"/>
              <a:stCxn id="145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Straight Connector 297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Straight Connector 298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Straight Connector 299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Straight Connector 300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Straight Connector 301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Straight Connector 302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Straight Connector 303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Straight Connector 304"/>
            <p:cNvCxnSpPr>
              <a:cxnSpLocks noChangeShapeType="1"/>
              <a:endCxn id="140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" name="TextBox 39958"/>
            <p:cNvSpPr txBox="1">
              <a:spLocks noChangeArrowheads="1"/>
            </p:cNvSpPr>
            <p:nvPr/>
          </p:nvSpPr>
          <p:spPr bwMode="auto">
            <a:xfrm>
              <a:off x="7958080" y="2471292"/>
              <a:ext cx="883743" cy="5288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77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13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3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3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3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8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12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2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3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3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8" name="Line 140"/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9" name="Line 141"/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79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11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2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0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21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0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12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13" name="Line 141"/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1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04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0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2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96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97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83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8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9" name="Line 141"/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48" name="Group 331"/>
          <p:cNvGrpSpPr>
            <a:grpSpLocks/>
          </p:cNvGrpSpPr>
          <p:nvPr/>
        </p:nvGrpSpPr>
        <p:grpSpPr bwMode="auto">
          <a:xfrm>
            <a:off x="2495550" y="2066925"/>
            <a:ext cx="2600325" cy="895350"/>
            <a:chOff x="7848600" y="2044700"/>
            <a:chExt cx="3200399" cy="1371600"/>
          </a:xfrm>
        </p:grpSpPr>
        <p:sp>
          <p:nvSpPr>
            <p:cNvPr id="149" name="Oval 332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150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22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2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3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3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2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9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151" name="Straight Connector 334"/>
            <p:cNvCxnSpPr>
              <a:cxnSpLocks noChangeShapeType="1"/>
              <a:stCxn id="229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2" name="Straight Connector 335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" name="Straight Connector 336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" name="Straight Connector 337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5" name="Straight Connector 338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6" name="Straight Connector 339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" name="Straight Connector 340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" name="Straight Connector 341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9" name="Straight Connector 342"/>
            <p:cNvCxnSpPr>
              <a:cxnSpLocks noChangeShapeType="1"/>
              <a:endCxn id="224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0" name="TextBox 343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13477" cy="495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161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21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2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2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2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1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2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0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12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13" name="Line 141"/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3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2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04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05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4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1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96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7" name="Line 141"/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5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1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8" name="Line 140"/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9" name="Line 141"/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6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1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0" name="Line 140"/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1" name="Line 141"/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167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1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1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3" name="Line 141"/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232" name="Group 416"/>
          <p:cNvGrpSpPr>
            <a:grpSpLocks/>
          </p:cNvGrpSpPr>
          <p:nvPr/>
        </p:nvGrpSpPr>
        <p:grpSpPr bwMode="auto">
          <a:xfrm>
            <a:off x="2266950" y="3124200"/>
            <a:ext cx="2314575" cy="876300"/>
            <a:chOff x="7848600" y="2044700"/>
            <a:chExt cx="3200399" cy="1371600"/>
          </a:xfrm>
        </p:grpSpPr>
        <p:sp>
          <p:nvSpPr>
            <p:cNvPr id="233" name="Oval 417"/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grpSp>
          <p:nvGrpSpPr>
            <p:cNvPr id="234" name="Group 133"/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308" name="Oval 492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1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1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12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13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cxnSp>
          <p:nvCxnSpPr>
            <p:cNvPr id="235" name="Straight Connector 419"/>
            <p:cNvCxnSpPr>
              <a:cxnSpLocks noChangeShapeType="1"/>
              <a:stCxn id="313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6" name="Straight Connector 420"/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7" name="Straight Connector 421"/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8" name="Straight Connector 422"/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9" name="Straight Connector 423"/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0" name="Straight Connector 424"/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1" name="Straight Connector 425"/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2" name="Straight Connector 426"/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3" name="Straight Connector 427"/>
            <p:cNvCxnSpPr>
              <a:cxnSpLocks noChangeShapeType="1"/>
              <a:endCxn id="308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4" name="TextBox 428"/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923748" cy="5058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5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245" name="Group 133"/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30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30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30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304" name="Line 140"/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05" name="Line 141"/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6" name="Group 133"/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29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96" name="Line 140"/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7" name="Line 141"/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7" name="Group 133"/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284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7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90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91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8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9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8" name="Group 133"/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276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8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9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82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83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80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81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49" name="Group 133"/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268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1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74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75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72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3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50" name="Group 133"/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260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2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3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66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67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64" name="Line 140"/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65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grpSp>
          <p:nvGrpSpPr>
            <p:cNvPr id="251" name="Group 133"/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252" name="Oval 407"/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3" name="Rectangle 410"/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4" name="Oval 411"/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55" name="Group 137"/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58" name="Freeform 138"/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259" name="Freeform 139"/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256" name="Line 140"/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57" name="Line 141"/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</p:grpSp>
      <p:cxnSp>
        <p:nvCxnSpPr>
          <p:cNvPr id="316" name="Straight Connector 12"/>
          <p:cNvCxnSpPr>
            <a:cxnSpLocks noChangeShapeType="1"/>
            <a:endCxn id="226" idx="1"/>
          </p:cNvCxnSpPr>
          <p:nvPr/>
        </p:nvCxnSpPr>
        <p:spPr bwMode="auto">
          <a:xfrm>
            <a:off x="2930129" y="1957387"/>
            <a:ext cx="178594" cy="1964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" name="Straight Connector 500"/>
          <p:cNvCxnSpPr>
            <a:cxnSpLocks noChangeShapeType="1"/>
            <a:stCxn id="45" idx="8"/>
            <a:endCxn id="351" idx="2"/>
          </p:cNvCxnSpPr>
          <p:nvPr/>
        </p:nvCxnSpPr>
        <p:spPr bwMode="auto">
          <a:xfrm>
            <a:off x="2234804" y="2243138"/>
            <a:ext cx="28575" cy="2321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8" name="Straight Connector 501"/>
          <p:cNvCxnSpPr>
            <a:cxnSpLocks noChangeShapeType="1"/>
            <a:endCxn id="351" idx="3"/>
          </p:cNvCxnSpPr>
          <p:nvPr/>
        </p:nvCxnSpPr>
        <p:spPr bwMode="auto">
          <a:xfrm>
            <a:off x="2069307" y="2453879"/>
            <a:ext cx="92869" cy="1595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9" name="Straight Connector 502"/>
          <p:cNvCxnSpPr>
            <a:cxnSpLocks noChangeShapeType="1"/>
            <a:endCxn id="194" idx="1"/>
          </p:cNvCxnSpPr>
          <p:nvPr/>
        </p:nvCxnSpPr>
        <p:spPr bwMode="auto">
          <a:xfrm>
            <a:off x="4080273" y="1808560"/>
            <a:ext cx="230981" cy="42981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0" name="Straight Connector 503"/>
          <p:cNvCxnSpPr>
            <a:cxnSpLocks noChangeShapeType="1"/>
            <a:endCxn id="194" idx="0"/>
          </p:cNvCxnSpPr>
          <p:nvPr/>
        </p:nvCxnSpPr>
        <p:spPr bwMode="auto">
          <a:xfrm flipH="1">
            <a:off x="4462463" y="1791891"/>
            <a:ext cx="288131" cy="43457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1" name="Straight Connector 504"/>
          <p:cNvCxnSpPr>
            <a:cxnSpLocks noChangeShapeType="1"/>
            <a:endCxn id="110" idx="0"/>
          </p:cNvCxnSpPr>
          <p:nvPr/>
        </p:nvCxnSpPr>
        <p:spPr bwMode="auto">
          <a:xfrm>
            <a:off x="6221016" y="2175272"/>
            <a:ext cx="161925" cy="7846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2" name="Straight Connector 505"/>
          <p:cNvCxnSpPr>
            <a:cxnSpLocks noChangeShapeType="1"/>
          </p:cNvCxnSpPr>
          <p:nvPr/>
        </p:nvCxnSpPr>
        <p:spPr bwMode="auto">
          <a:xfrm flipH="1">
            <a:off x="6496050" y="2438400"/>
            <a:ext cx="180975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3" name="Straight Connector 506"/>
          <p:cNvCxnSpPr>
            <a:cxnSpLocks noChangeShapeType="1"/>
            <a:stCxn id="37" idx="4"/>
            <a:endCxn id="105" idx="0"/>
          </p:cNvCxnSpPr>
          <p:nvPr/>
        </p:nvCxnSpPr>
        <p:spPr bwMode="auto">
          <a:xfrm flipH="1">
            <a:off x="6755606" y="3171825"/>
            <a:ext cx="406004" cy="1869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4" name="Straight Connector 507"/>
          <p:cNvCxnSpPr>
            <a:cxnSpLocks noChangeShapeType="1"/>
          </p:cNvCxnSpPr>
          <p:nvPr/>
        </p:nvCxnSpPr>
        <p:spPr bwMode="auto">
          <a:xfrm flipH="1" flipV="1">
            <a:off x="6734175" y="3430191"/>
            <a:ext cx="597694" cy="4607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5" name="Straight Connector 508"/>
          <p:cNvCxnSpPr>
            <a:cxnSpLocks noChangeShapeType="1"/>
            <a:endCxn id="92" idx="5"/>
          </p:cNvCxnSpPr>
          <p:nvPr/>
        </p:nvCxnSpPr>
        <p:spPr bwMode="auto">
          <a:xfrm flipH="1" flipV="1">
            <a:off x="6015037" y="3542110"/>
            <a:ext cx="785813" cy="7250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6" name="Straight Connector 509"/>
          <p:cNvCxnSpPr>
            <a:cxnSpLocks noChangeShapeType="1"/>
            <a:stCxn id="35" idx="0"/>
            <a:endCxn id="349" idx="5"/>
          </p:cNvCxnSpPr>
          <p:nvPr/>
        </p:nvCxnSpPr>
        <p:spPr bwMode="auto">
          <a:xfrm flipH="1" flipV="1">
            <a:off x="4956572" y="4263628"/>
            <a:ext cx="390525" cy="1273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" name="Straight Connector 510"/>
          <p:cNvCxnSpPr>
            <a:cxnSpLocks noChangeShapeType="1"/>
          </p:cNvCxnSpPr>
          <p:nvPr/>
        </p:nvCxnSpPr>
        <p:spPr bwMode="auto">
          <a:xfrm flipH="1" flipV="1">
            <a:off x="4194573" y="3783806"/>
            <a:ext cx="278606" cy="729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" name="Straight Connector 511"/>
          <p:cNvCxnSpPr>
            <a:cxnSpLocks noChangeShapeType="1"/>
            <a:stCxn id="32" idx="0"/>
          </p:cNvCxnSpPr>
          <p:nvPr/>
        </p:nvCxnSpPr>
        <p:spPr bwMode="auto">
          <a:xfrm flipV="1">
            <a:off x="3684585" y="4267202"/>
            <a:ext cx="230190" cy="1234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9" name="Straight Connector 512"/>
          <p:cNvCxnSpPr>
            <a:cxnSpLocks noChangeShapeType="1"/>
          </p:cNvCxnSpPr>
          <p:nvPr/>
        </p:nvCxnSpPr>
        <p:spPr bwMode="auto">
          <a:xfrm flipV="1">
            <a:off x="2486025" y="3870722"/>
            <a:ext cx="301229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0" name="Straight Connector 513"/>
          <p:cNvCxnSpPr>
            <a:cxnSpLocks noChangeShapeType="1"/>
            <a:stCxn id="54" idx="0"/>
          </p:cNvCxnSpPr>
          <p:nvPr/>
        </p:nvCxnSpPr>
        <p:spPr bwMode="auto">
          <a:xfrm flipV="1">
            <a:off x="2027012" y="3350420"/>
            <a:ext cx="170882" cy="21162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1" name="Straight Connector 514"/>
          <p:cNvCxnSpPr>
            <a:cxnSpLocks noChangeShapeType="1"/>
            <a:endCxn id="351" idx="5"/>
          </p:cNvCxnSpPr>
          <p:nvPr/>
        </p:nvCxnSpPr>
        <p:spPr bwMode="auto">
          <a:xfrm flipV="1">
            <a:off x="2009775" y="3276600"/>
            <a:ext cx="152400" cy="5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2" name="Group 20"/>
          <p:cNvGrpSpPr>
            <a:grpSpLocks/>
          </p:cNvGrpSpPr>
          <p:nvPr/>
        </p:nvGrpSpPr>
        <p:grpSpPr bwMode="auto">
          <a:xfrm>
            <a:off x="4677966" y="2153842"/>
            <a:ext cx="1588294" cy="812006"/>
            <a:chOff x="4712800" y="2871032"/>
            <a:chExt cx="2117908" cy="1082781"/>
          </a:xfrm>
        </p:grpSpPr>
        <p:grpSp>
          <p:nvGrpSpPr>
            <p:cNvPr id="333" name="Group 16"/>
            <p:cNvGrpSpPr>
              <a:grpSpLocks/>
            </p:cNvGrpSpPr>
            <p:nvPr/>
          </p:nvGrpSpPr>
          <p:grpSpPr bwMode="auto">
            <a:xfrm>
              <a:off x="5677190" y="2871032"/>
              <a:ext cx="596818" cy="369369"/>
              <a:chOff x="5573768" y="2726239"/>
              <a:chExt cx="596818" cy="369369"/>
            </a:xfrm>
          </p:grpSpPr>
          <p:sp>
            <p:nvSpPr>
              <p:cNvPr id="336" name="Oval 14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37" name="TextBox 15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559" cy="369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34" name="Straight Connector 18"/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5" name="Straight Connector 516"/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" name="Group 39937"/>
          <p:cNvGrpSpPr>
            <a:grpSpLocks/>
          </p:cNvGrpSpPr>
          <p:nvPr/>
        </p:nvGrpSpPr>
        <p:grpSpPr bwMode="auto">
          <a:xfrm>
            <a:off x="3912394" y="2842023"/>
            <a:ext cx="1153716" cy="439340"/>
            <a:chOff x="3692946" y="3789212"/>
            <a:chExt cx="1537885" cy="585306"/>
          </a:xfrm>
        </p:grpSpPr>
        <p:cxnSp>
          <p:nvCxnSpPr>
            <p:cNvPr id="339" name="Straight Connector 515"/>
            <p:cNvCxnSpPr>
              <a:cxnSpLocks noChangeShapeType="1"/>
              <a:stCxn id="278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40" name="Group 518"/>
            <p:cNvGrpSpPr>
              <a:grpSpLocks/>
            </p:cNvGrpSpPr>
            <p:nvPr/>
          </p:nvGrpSpPr>
          <p:grpSpPr bwMode="auto">
            <a:xfrm>
              <a:off x="3932901" y="3934211"/>
              <a:ext cx="596617" cy="369028"/>
              <a:chOff x="5573768" y="2726239"/>
              <a:chExt cx="596617" cy="369028"/>
            </a:xfrm>
          </p:grpSpPr>
          <p:sp>
            <p:nvSpPr>
              <p:cNvPr id="343" name="Oval 521"/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344" name="TextBox 522"/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77358" cy="3690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341" name="Straight Connector 519"/>
            <p:cNvCxnSpPr>
              <a:cxnSpLocks noChangeShapeType="1"/>
              <a:stCxn id="343" idx="6"/>
              <a:endCxn id="144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2" name="Straight Connector 520"/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45" name="Group 39939"/>
          <p:cNvGrpSpPr>
            <a:grpSpLocks/>
          </p:cNvGrpSpPr>
          <p:nvPr/>
        </p:nvGrpSpPr>
        <p:grpSpPr bwMode="auto">
          <a:xfrm>
            <a:off x="2947987" y="2725342"/>
            <a:ext cx="2176463" cy="972740"/>
            <a:chOff x="2407287" y="3633041"/>
            <a:chExt cx="2900648" cy="1297685"/>
          </a:xfrm>
        </p:grpSpPr>
        <p:cxnSp>
          <p:nvCxnSpPr>
            <p:cNvPr id="346" name="Straight Connector 7"/>
            <p:cNvCxnSpPr>
              <a:cxnSpLocks noChangeShapeType="1"/>
              <a:stCxn id="184" idx="5"/>
              <a:endCxn id="142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7" name="Straight Connector 415"/>
            <p:cNvCxnSpPr>
              <a:cxnSpLocks noChangeShapeType="1"/>
              <a:endCxn id="310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" name="Straight Connector 523"/>
            <p:cNvCxnSpPr>
              <a:cxnSpLocks noChangeShapeType="1"/>
              <a:stCxn id="273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9" name="Oval 6"/>
          <p:cNvSpPr>
            <a:spLocks noChangeArrowheads="1"/>
          </p:cNvSpPr>
          <p:nvPr/>
        </p:nvSpPr>
        <p:spPr bwMode="auto">
          <a:xfrm>
            <a:off x="3648075" y="4019550"/>
            <a:ext cx="1533525" cy="285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50" name="TextBox 9"/>
          <p:cNvSpPr txBox="1">
            <a:spLocks noChangeArrowheads="1"/>
          </p:cNvSpPr>
          <p:nvPr/>
        </p:nvSpPr>
        <p:spPr bwMode="auto">
          <a:xfrm>
            <a:off x="3810001" y="4000500"/>
            <a:ext cx="119295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500" i="1">
                <a:latin typeface="Arial" panose="020B0604020202020204" pitchFamily="34" charset="0"/>
              </a:rPr>
              <a:t>regional net</a:t>
            </a:r>
          </a:p>
        </p:txBody>
      </p:sp>
      <p:sp>
        <p:nvSpPr>
          <p:cNvPr id="351" name="Oval 517"/>
          <p:cNvSpPr>
            <a:spLocks noChangeArrowheads="1"/>
          </p:cNvSpPr>
          <p:nvPr/>
        </p:nvSpPr>
        <p:spPr bwMode="auto">
          <a:xfrm rot="5400000">
            <a:off x="1793677" y="2802137"/>
            <a:ext cx="939403" cy="28575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cxnSp>
        <p:nvCxnSpPr>
          <p:cNvPr id="352" name="Straight Connector 39941"/>
          <p:cNvCxnSpPr>
            <a:cxnSpLocks noChangeShapeType="1"/>
            <a:stCxn id="351" idx="0"/>
            <a:endCxn id="172" idx="0"/>
          </p:cNvCxnSpPr>
          <p:nvPr/>
        </p:nvCxnSpPr>
        <p:spPr bwMode="auto">
          <a:xfrm flipV="1">
            <a:off x="2406254" y="2740819"/>
            <a:ext cx="569119" cy="204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3" name="Straight Connector 524"/>
          <p:cNvCxnSpPr>
            <a:cxnSpLocks noChangeShapeType="1"/>
            <a:endCxn id="312" idx="1"/>
          </p:cNvCxnSpPr>
          <p:nvPr/>
        </p:nvCxnSpPr>
        <p:spPr bwMode="auto">
          <a:xfrm>
            <a:off x="2407444" y="3083719"/>
            <a:ext cx="350044" cy="2024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4" name="Oval 11"/>
          <p:cNvSpPr>
            <a:spLocks noChangeArrowheads="1"/>
          </p:cNvSpPr>
          <p:nvPr/>
        </p:nvSpPr>
        <p:spPr bwMode="auto">
          <a:xfrm>
            <a:off x="2543175" y="2571750"/>
            <a:ext cx="4460763" cy="504825"/>
          </a:xfrm>
          <a:prstGeom prst="ellipse">
            <a:avLst/>
          </a:prstGeom>
          <a:solidFill>
            <a:srgbClr val="FF6600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55" name="TextBox 13"/>
          <p:cNvSpPr txBox="1">
            <a:spLocks noChangeArrowheads="1"/>
          </p:cNvSpPr>
          <p:nvPr/>
        </p:nvSpPr>
        <p:spPr bwMode="auto">
          <a:xfrm>
            <a:off x="3477817" y="2656285"/>
            <a:ext cx="27622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chemeClr val="bg1"/>
                </a:solidFill>
                <a:latin typeface="Arial" panose="020B0604020202020204" pitchFamily="34" charset="0"/>
              </a:rPr>
              <a:t>Content provider network</a:t>
            </a:r>
          </a:p>
        </p:txBody>
      </p:sp>
      <p:cxnSp>
        <p:nvCxnSpPr>
          <p:cNvPr id="356" name="Straight Connector 19"/>
          <p:cNvCxnSpPr>
            <a:cxnSpLocks noChangeShapeType="1"/>
            <a:stCxn id="58" idx="2"/>
          </p:cNvCxnSpPr>
          <p:nvPr/>
        </p:nvCxnSpPr>
        <p:spPr bwMode="auto">
          <a:xfrm flipH="1">
            <a:off x="6048376" y="2183290"/>
            <a:ext cx="113043" cy="4241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7" name="Straight Connector 525"/>
          <p:cNvCxnSpPr>
            <a:cxnSpLocks noChangeShapeType="1"/>
            <a:endCxn id="354" idx="7"/>
          </p:cNvCxnSpPr>
          <p:nvPr/>
        </p:nvCxnSpPr>
        <p:spPr bwMode="auto">
          <a:xfrm flipH="1">
            <a:off x="6350675" y="2415779"/>
            <a:ext cx="202527" cy="229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" name="Straight Connector 526"/>
          <p:cNvCxnSpPr>
            <a:cxnSpLocks noChangeShapeType="1"/>
          </p:cNvCxnSpPr>
          <p:nvPr/>
        </p:nvCxnSpPr>
        <p:spPr bwMode="auto">
          <a:xfrm flipH="1">
            <a:off x="5473304" y="2403873"/>
            <a:ext cx="83344" cy="18335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9" name="Straight Connector 527"/>
          <p:cNvCxnSpPr>
            <a:cxnSpLocks noChangeShapeType="1"/>
            <a:endCxn id="354" idx="1"/>
          </p:cNvCxnSpPr>
          <p:nvPr/>
        </p:nvCxnSpPr>
        <p:spPr bwMode="auto">
          <a:xfrm>
            <a:off x="3155157" y="2256235"/>
            <a:ext cx="41282" cy="38944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0" name="Straight Connector 528"/>
          <p:cNvCxnSpPr>
            <a:cxnSpLocks noChangeShapeType="1"/>
            <a:endCxn id="278" idx="1"/>
          </p:cNvCxnSpPr>
          <p:nvPr/>
        </p:nvCxnSpPr>
        <p:spPr bwMode="auto">
          <a:xfrm>
            <a:off x="3702844" y="3037285"/>
            <a:ext cx="179785" cy="254794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1" name="Straight Connector 529"/>
          <p:cNvCxnSpPr>
            <a:cxnSpLocks noChangeShapeType="1"/>
          </p:cNvCxnSpPr>
          <p:nvPr/>
        </p:nvCxnSpPr>
        <p:spPr bwMode="auto">
          <a:xfrm>
            <a:off x="2870598" y="1988344"/>
            <a:ext cx="10715" cy="7060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2" name="Straight Connector 530"/>
          <p:cNvCxnSpPr>
            <a:cxnSpLocks noChangeShapeType="1"/>
          </p:cNvCxnSpPr>
          <p:nvPr/>
        </p:nvCxnSpPr>
        <p:spPr bwMode="auto">
          <a:xfrm flipH="1">
            <a:off x="2413398" y="2951560"/>
            <a:ext cx="396478" cy="881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3" name="Straight Connector 531"/>
          <p:cNvCxnSpPr>
            <a:cxnSpLocks noChangeShapeType="1"/>
            <a:stCxn id="37" idx="3"/>
          </p:cNvCxnSpPr>
          <p:nvPr/>
        </p:nvCxnSpPr>
        <p:spPr bwMode="auto">
          <a:xfrm flipH="1" flipV="1">
            <a:off x="6928247" y="2927748"/>
            <a:ext cx="300038" cy="2119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4" name="Straight Connector 532"/>
          <p:cNvCxnSpPr>
            <a:cxnSpLocks noChangeShapeType="1"/>
            <a:stCxn id="39" idx="4"/>
          </p:cNvCxnSpPr>
          <p:nvPr/>
        </p:nvCxnSpPr>
        <p:spPr bwMode="auto">
          <a:xfrm flipH="1" flipV="1">
            <a:off x="6861572" y="2946798"/>
            <a:ext cx="471488" cy="9108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7" name="矩形 366"/>
          <p:cNvSpPr/>
          <p:nvPr/>
        </p:nvSpPr>
        <p:spPr>
          <a:xfrm>
            <a:off x="4028859" y="1070406"/>
            <a:ext cx="351797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内容提供商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Google)</a:t>
            </a: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的网络也会加入互联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5" name="灯片编号占位符 2">
            <a:extLst>
              <a:ext uri="{FF2B5EF4-FFF2-40B4-BE49-F238E27FC236}">
                <a16:creationId xmlns:a16="http://schemas.microsoft.com/office/drawing/2014/main" id="{023EDAC8-433A-4ACE-AAB6-23A1742DC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43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6" name="AutoShape 5">
            <a:extLst>
              <a:ext uri="{FF2B5EF4-FFF2-40B4-BE49-F238E27FC236}">
                <a16:creationId xmlns:a16="http://schemas.microsoft.com/office/drawing/2014/main" id="{C3886D7D-0CB9-41EA-B5F9-6ABCFFCEE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" name="Rectangle 3">
            <a:extLst>
              <a:ext uri="{FF2B5EF4-FFF2-40B4-BE49-F238E27FC236}">
                <a16:creationId xmlns:a16="http://schemas.microsoft.com/office/drawing/2014/main" id="{F96E598C-9910-4FBE-8FBD-9E14A0AD6BE5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1576142829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" grpId="0" animBg="1"/>
      <p:bldP spid="36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zh-CN" dirty="0">
                <a:solidFill>
                  <a:srgbClr val="FF6600"/>
                </a:solidFill>
                <a:effectLst/>
              </a:rPr>
              <a:t>1.3 </a:t>
            </a:r>
            <a:r>
              <a:rPr lang="zh-CN" altLang="en-US" dirty="0">
                <a:solidFill>
                  <a:srgbClr val="FF6600"/>
                </a:solidFill>
                <a:effectLst/>
              </a:rPr>
              <a:t>网络核心</a:t>
            </a:r>
            <a:endParaRPr lang="en-US" altLang="zh-CN" dirty="0">
              <a:solidFill>
                <a:srgbClr val="FF6600"/>
              </a:solidFill>
              <a:effectLst/>
            </a:endParaRPr>
          </a:p>
        </p:txBody>
      </p:sp>
      <p:sp>
        <p:nvSpPr>
          <p:cNvPr id="367" name="矩形 366"/>
          <p:cNvSpPr/>
          <p:nvPr/>
        </p:nvSpPr>
        <p:spPr>
          <a:xfrm>
            <a:off x="4028859" y="1070406"/>
            <a:ext cx="351797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sz="135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最终的层级体系是酱紫的</a:t>
            </a:r>
            <a:endParaRPr lang="en-US" altLang="zh-CN" sz="135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5" name="Group 67"/>
          <p:cNvGrpSpPr>
            <a:grpSpLocks/>
          </p:cNvGrpSpPr>
          <p:nvPr/>
        </p:nvGrpSpPr>
        <p:grpSpPr bwMode="auto">
          <a:xfrm>
            <a:off x="1763688" y="1545636"/>
            <a:ext cx="5743575" cy="2988469"/>
            <a:chOff x="1066800" y="1371600"/>
            <a:chExt cx="7194549" cy="3984625"/>
          </a:xfrm>
        </p:grpSpPr>
        <p:sp>
          <p:nvSpPr>
            <p:cNvPr id="366" name="Oval 76"/>
            <p:cNvSpPr>
              <a:spLocks noChangeArrowheads="1"/>
            </p:cNvSpPr>
            <p:nvPr/>
          </p:nvSpPr>
          <p:spPr bwMode="auto">
            <a:xfrm>
              <a:off x="1981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68" name="Oval 76"/>
            <p:cNvSpPr>
              <a:spLocks noChangeArrowheads="1"/>
            </p:cNvSpPr>
            <p:nvPr/>
          </p:nvSpPr>
          <p:spPr bwMode="auto">
            <a:xfrm>
              <a:off x="1066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69" name="Oval 76"/>
            <p:cNvSpPr>
              <a:spLocks noChangeArrowheads="1"/>
            </p:cNvSpPr>
            <p:nvPr/>
          </p:nvSpPr>
          <p:spPr bwMode="auto">
            <a:xfrm>
              <a:off x="56388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0" name="Oval 76"/>
            <p:cNvSpPr>
              <a:spLocks noChangeArrowheads="1"/>
            </p:cNvSpPr>
            <p:nvPr/>
          </p:nvSpPr>
          <p:spPr bwMode="auto">
            <a:xfrm>
              <a:off x="47244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1" name="Oval 76"/>
            <p:cNvSpPr>
              <a:spLocks noChangeArrowheads="1"/>
            </p:cNvSpPr>
            <p:nvPr/>
          </p:nvSpPr>
          <p:spPr bwMode="auto">
            <a:xfrm>
              <a:off x="38100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2" name="Oval 76"/>
            <p:cNvSpPr>
              <a:spLocks noChangeArrowheads="1"/>
            </p:cNvSpPr>
            <p:nvPr/>
          </p:nvSpPr>
          <p:spPr bwMode="auto">
            <a:xfrm>
              <a:off x="2895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3" name="Oval 76"/>
            <p:cNvSpPr>
              <a:spLocks noChangeArrowheads="1"/>
            </p:cNvSpPr>
            <p:nvPr/>
          </p:nvSpPr>
          <p:spPr bwMode="auto">
            <a:xfrm>
              <a:off x="65532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4" name="Oval 76"/>
            <p:cNvSpPr>
              <a:spLocks noChangeArrowheads="1"/>
            </p:cNvSpPr>
            <p:nvPr/>
          </p:nvSpPr>
          <p:spPr bwMode="auto">
            <a:xfrm>
              <a:off x="7467600" y="4724400"/>
              <a:ext cx="793749" cy="631825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access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Arial" panose="020B0604020202020204" pitchFamily="34" charset="0"/>
                </a:rPr>
                <a:t>ISP</a:t>
              </a:r>
            </a:p>
          </p:txBody>
        </p:sp>
        <p:sp>
          <p:nvSpPr>
            <p:cNvPr id="375" name="Oval 33"/>
            <p:cNvSpPr>
              <a:spLocks noChangeArrowheads="1"/>
            </p:cNvSpPr>
            <p:nvPr/>
          </p:nvSpPr>
          <p:spPr bwMode="auto">
            <a:xfrm>
              <a:off x="2438400" y="3429000"/>
              <a:ext cx="1863725" cy="790575"/>
            </a:xfrm>
            <a:prstGeom prst="ellipse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accent1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376" name="Oval 33"/>
            <p:cNvSpPr>
              <a:spLocks noChangeArrowheads="1"/>
            </p:cNvSpPr>
            <p:nvPr/>
          </p:nvSpPr>
          <p:spPr bwMode="auto">
            <a:xfrm>
              <a:off x="4800600" y="3429000"/>
              <a:ext cx="1863725" cy="790575"/>
            </a:xfrm>
            <a:prstGeom prst="ellipse">
              <a:avLst/>
            </a:prstGeom>
            <a:solidFill>
              <a:schemeClr val="accent5">
                <a:lumMod val="90000"/>
              </a:schemeClr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solidFill>
                    <a:schemeClr val="accent1">
                      <a:lumMod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Regional ISP</a:t>
              </a:r>
            </a:p>
          </p:txBody>
        </p:sp>
        <p:sp>
          <p:nvSpPr>
            <p:cNvPr id="377" name="Rectangle 78"/>
            <p:cNvSpPr/>
            <p:nvPr/>
          </p:nvSpPr>
          <p:spPr>
            <a:xfrm>
              <a:off x="2133157" y="2819400"/>
              <a:ext cx="609985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350" dirty="0"/>
                <a:t>IXP</a:t>
              </a:r>
            </a:p>
          </p:txBody>
        </p:sp>
        <p:sp>
          <p:nvSpPr>
            <p:cNvPr id="378" name="Rectangle 79"/>
            <p:cNvSpPr/>
            <p:nvPr/>
          </p:nvSpPr>
          <p:spPr>
            <a:xfrm>
              <a:off x="4801284" y="27432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350" dirty="0"/>
                <a:t>IXP</a:t>
              </a:r>
            </a:p>
          </p:txBody>
        </p:sp>
        <p:sp>
          <p:nvSpPr>
            <p:cNvPr id="379" name="Oval 34"/>
            <p:cNvSpPr>
              <a:spLocks noChangeArrowheads="1"/>
            </p:cNvSpPr>
            <p:nvPr/>
          </p:nvSpPr>
          <p:spPr bwMode="auto">
            <a:xfrm>
              <a:off x="11430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Arial" panose="020B0604020202020204" pitchFamily="34" charset="0"/>
                </a:rPr>
                <a:t>Tier 1 ISP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80" name="Oval 34"/>
            <p:cNvSpPr>
              <a:spLocks noChangeArrowheads="1"/>
            </p:cNvSpPr>
            <p:nvPr/>
          </p:nvSpPr>
          <p:spPr bwMode="auto">
            <a:xfrm>
              <a:off x="3352800" y="1600200"/>
              <a:ext cx="1863725" cy="79057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Arial" panose="020B0604020202020204" pitchFamily="34" charset="0"/>
                </a:rPr>
                <a:t>Tier 1 ISP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381" name="Oval 34"/>
            <p:cNvSpPr>
              <a:spLocks noChangeArrowheads="1"/>
            </p:cNvSpPr>
            <p:nvPr/>
          </p:nvSpPr>
          <p:spPr bwMode="auto">
            <a:xfrm>
              <a:off x="5638800" y="1600200"/>
              <a:ext cx="1981200" cy="838200"/>
            </a:xfrm>
            <a:prstGeom prst="ellipse">
              <a:avLst/>
            </a:prstGeom>
            <a:solidFill>
              <a:srgbClr val="00206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chemeClr val="bg1"/>
                  </a:solidFill>
                  <a:latin typeface="Arial" panose="020B0604020202020204" pitchFamily="34" charset="0"/>
                </a:rPr>
                <a:t>Google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cxnSp>
          <p:nvCxnSpPr>
            <p:cNvPr id="382" name="Straight Connector 83"/>
            <p:cNvCxnSpPr>
              <a:endCxn id="368" idx="0"/>
            </p:cNvCxnSpPr>
            <p:nvPr/>
          </p:nvCxnSpPr>
          <p:spPr>
            <a:xfrm rot="5400000">
              <a:off x="427081" y="3398633"/>
              <a:ext cx="2362200" cy="28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84"/>
            <p:cNvCxnSpPr>
              <a:stCxn id="375" idx="4"/>
            </p:cNvCxnSpPr>
            <p:nvPr/>
          </p:nvCxnSpPr>
          <p:spPr>
            <a:xfrm rot="5400000">
              <a:off x="3070887" y="4425754"/>
              <a:ext cx="504825" cy="92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85"/>
            <p:cNvCxnSpPr>
              <a:stCxn id="375" idx="3"/>
            </p:cNvCxnSpPr>
            <p:nvPr/>
          </p:nvCxnSpPr>
          <p:spPr>
            <a:xfrm rot="5400000">
              <a:off x="2265003" y="4277579"/>
              <a:ext cx="620712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86"/>
            <p:cNvCxnSpPr/>
            <p:nvPr/>
          </p:nvCxnSpPr>
          <p:spPr>
            <a:xfrm rot="16200000" flipH="1">
              <a:off x="808066" y="3459105"/>
              <a:ext cx="2438400" cy="24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87"/>
            <p:cNvCxnSpPr>
              <a:stCxn id="377" idx="2"/>
            </p:cNvCxnSpPr>
            <p:nvPr/>
          </p:nvCxnSpPr>
          <p:spPr>
            <a:xfrm rot="5400000">
              <a:off x="1333803" y="3771707"/>
              <a:ext cx="1600200" cy="6099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7" name="Rectangle 88"/>
            <p:cNvSpPr/>
            <p:nvPr/>
          </p:nvSpPr>
          <p:spPr>
            <a:xfrm>
              <a:off x="7315797" y="2819400"/>
              <a:ext cx="608494" cy="4572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350" dirty="0"/>
                <a:t>IXP</a:t>
              </a:r>
            </a:p>
          </p:txBody>
        </p:sp>
        <p:cxnSp>
          <p:nvCxnSpPr>
            <p:cNvPr id="388" name="Straight Connector 89"/>
            <p:cNvCxnSpPr/>
            <p:nvPr/>
          </p:nvCxnSpPr>
          <p:spPr>
            <a:xfrm rot="16200000" flipH="1">
              <a:off x="3747986" y="42525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90"/>
            <p:cNvCxnSpPr>
              <a:stCxn id="376" idx="2"/>
              <a:endCxn id="375" idx="6"/>
            </p:cNvCxnSpPr>
            <p:nvPr/>
          </p:nvCxnSpPr>
          <p:spPr>
            <a:xfrm rot="10800000">
              <a:off x="4301663" y="3824288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91"/>
            <p:cNvCxnSpPr/>
            <p:nvPr/>
          </p:nvCxnSpPr>
          <p:spPr>
            <a:xfrm rot="5400000">
              <a:off x="4931639" y="4288692"/>
              <a:ext cx="620713" cy="2729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92"/>
            <p:cNvCxnSpPr/>
            <p:nvPr/>
          </p:nvCxnSpPr>
          <p:spPr>
            <a:xfrm rot="16200000" flipH="1">
              <a:off x="5633414" y="4425226"/>
              <a:ext cx="544513" cy="760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93"/>
            <p:cNvCxnSpPr>
              <a:stCxn id="376" idx="5"/>
            </p:cNvCxnSpPr>
            <p:nvPr/>
          </p:nvCxnSpPr>
          <p:spPr>
            <a:xfrm rot="16200000" flipH="1">
              <a:off x="6276143" y="4218669"/>
              <a:ext cx="620712" cy="3907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94"/>
            <p:cNvCxnSpPr>
              <a:stCxn id="381" idx="4"/>
            </p:cNvCxnSpPr>
            <p:nvPr/>
          </p:nvCxnSpPr>
          <p:spPr>
            <a:xfrm rot="16200000" flipH="1">
              <a:off x="5747409" y="3320741"/>
              <a:ext cx="2297113" cy="532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95"/>
            <p:cNvCxnSpPr/>
            <p:nvPr/>
          </p:nvCxnSpPr>
          <p:spPr>
            <a:xfrm rot="10800000">
              <a:off x="2971328" y="1981200"/>
              <a:ext cx="4996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96"/>
            <p:cNvCxnSpPr/>
            <p:nvPr/>
          </p:nvCxnSpPr>
          <p:spPr>
            <a:xfrm rot="10800000">
              <a:off x="5181593" y="1981200"/>
              <a:ext cx="4981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6" name="Arc 97"/>
            <p:cNvSpPr/>
            <p:nvPr/>
          </p:nvSpPr>
          <p:spPr>
            <a:xfrm>
              <a:off x="2133157" y="1371600"/>
              <a:ext cx="4190855" cy="457200"/>
            </a:xfrm>
            <a:prstGeom prst="arc">
              <a:avLst>
                <a:gd name="adj1" fmla="val 10681875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/>
            </a:p>
          </p:txBody>
        </p:sp>
        <p:cxnSp>
          <p:nvCxnSpPr>
            <p:cNvPr id="397" name="Straight Connector 98"/>
            <p:cNvCxnSpPr/>
            <p:nvPr/>
          </p:nvCxnSpPr>
          <p:spPr>
            <a:xfrm rot="16200000" flipH="1">
              <a:off x="6972290" y="2399831"/>
              <a:ext cx="533400" cy="3057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99"/>
            <p:cNvCxnSpPr>
              <a:endCxn id="377" idx="0"/>
            </p:cNvCxnSpPr>
            <p:nvPr/>
          </p:nvCxnSpPr>
          <p:spPr>
            <a:xfrm rot="16200000" flipH="1">
              <a:off x="2095457" y="2475961"/>
              <a:ext cx="457200" cy="2296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100"/>
            <p:cNvCxnSpPr/>
            <p:nvPr/>
          </p:nvCxnSpPr>
          <p:spPr>
            <a:xfrm rot="16200000" flipH="1">
              <a:off x="2628635" y="3238707"/>
              <a:ext cx="457200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101"/>
            <p:cNvCxnSpPr/>
            <p:nvPr/>
          </p:nvCxnSpPr>
          <p:spPr>
            <a:xfrm rot="10800000" flipV="1">
              <a:off x="2743142" y="2209800"/>
              <a:ext cx="2972375" cy="7731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102"/>
            <p:cNvCxnSpPr/>
            <p:nvPr/>
          </p:nvCxnSpPr>
          <p:spPr>
            <a:xfrm rot="16200000" flipH="1">
              <a:off x="4662218" y="2423713"/>
              <a:ext cx="504825" cy="381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103"/>
            <p:cNvCxnSpPr/>
            <p:nvPr/>
          </p:nvCxnSpPr>
          <p:spPr>
            <a:xfrm rot="5400000">
              <a:off x="3314806" y="2856893"/>
              <a:ext cx="1143000" cy="1536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104"/>
            <p:cNvCxnSpPr/>
            <p:nvPr/>
          </p:nvCxnSpPr>
          <p:spPr>
            <a:xfrm rot="16200000" flipH="1">
              <a:off x="5105256" y="3276738"/>
              <a:ext cx="304800" cy="152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105"/>
            <p:cNvCxnSpPr/>
            <p:nvPr/>
          </p:nvCxnSpPr>
          <p:spPr>
            <a:xfrm rot="10800000" flipV="1">
              <a:off x="4039175" y="3124200"/>
              <a:ext cx="762109" cy="544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106"/>
            <p:cNvCxnSpPr>
              <a:stCxn id="379" idx="5"/>
            </p:cNvCxnSpPr>
            <p:nvPr/>
          </p:nvCxnSpPr>
          <p:spPr>
            <a:xfrm rot="16200000" flipH="1">
              <a:off x="3070757" y="1938325"/>
              <a:ext cx="1470025" cy="21431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107"/>
            <p:cNvCxnSpPr>
              <a:stCxn id="387" idx="2"/>
            </p:cNvCxnSpPr>
            <p:nvPr/>
          </p:nvCxnSpPr>
          <p:spPr>
            <a:xfrm rot="16200000" flipH="1">
              <a:off x="7004680" y="3891964"/>
              <a:ext cx="1458913" cy="228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108"/>
            <p:cNvCxnSpPr/>
            <p:nvPr/>
          </p:nvCxnSpPr>
          <p:spPr>
            <a:xfrm rot="5400000">
              <a:off x="6052348" y="3472202"/>
              <a:ext cx="1535113" cy="11439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109"/>
            <p:cNvCxnSpPr>
              <a:stCxn id="387" idx="1"/>
            </p:cNvCxnSpPr>
            <p:nvPr/>
          </p:nvCxnSpPr>
          <p:spPr>
            <a:xfrm rot="10800000" flipV="1">
              <a:off x="6095826" y="3048000"/>
              <a:ext cx="1219971" cy="4683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110"/>
            <p:cNvCxnSpPr>
              <a:endCxn id="378" idx="3"/>
            </p:cNvCxnSpPr>
            <p:nvPr/>
          </p:nvCxnSpPr>
          <p:spPr>
            <a:xfrm rot="10800000" flipV="1">
              <a:off x="5409778" y="2362200"/>
              <a:ext cx="780007" cy="609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111"/>
            <p:cNvCxnSpPr/>
            <p:nvPr/>
          </p:nvCxnSpPr>
          <p:spPr>
            <a:xfrm>
              <a:off x="5053332" y="2217738"/>
              <a:ext cx="2286327" cy="685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灯片编号占位符 2">
            <a:extLst>
              <a:ext uri="{FF2B5EF4-FFF2-40B4-BE49-F238E27FC236}">
                <a16:creationId xmlns:a16="http://schemas.microsoft.com/office/drawing/2014/main" id="{FB8C36D1-1A16-4577-802A-7C26C44A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44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AutoShape 5">
            <a:extLst>
              <a:ext uri="{FF2B5EF4-FFF2-40B4-BE49-F238E27FC236}">
                <a16:creationId xmlns:a16="http://schemas.microsoft.com/office/drawing/2014/main" id="{9073683A-3195-4E82-9158-CFE435E3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23665A37-0E3C-413D-9F32-0927BB7AB5F5}"/>
              </a:ext>
            </a:extLst>
          </p:cNvPr>
          <p:cNvSpPr txBox="1">
            <a:spLocks noChangeArrowheads="1"/>
          </p:cNvSpPr>
          <p:nvPr/>
        </p:nvSpPr>
        <p:spPr>
          <a:xfrm>
            <a:off x="637187" y="947585"/>
            <a:ext cx="2566662" cy="3460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600"/>
              </a:spcBef>
              <a:defRPr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</a:p>
        </p:txBody>
      </p:sp>
    </p:spTree>
    <p:extLst>
      <p:ext uri="{BB962C8B-B14F-4D97-AF65-F5344CB8AC3E}">
        <p14:creationId xmlns:p14="http://schemas.microsoft.com/office/powerpoint/2010/main" val="2427031140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" grpId="0"/>
      <p:bldP spid="51" grpId="0" animBg="1"/>
      <p:bldP spid="51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effectLst/>
              </a:rPr>
              <a:t>本讲总结</a:t>
            </a:r>
            <a:endParaRPr lang="en-US" altLang="zh-CN" dirty="0">
              <a:solidFill>
                <a:schemeClr val="tx1"/>
              </a:solidFill>
              <a:effectLst/>
            </a:endParaRPr>
          </a:p>
        </p:txBody>
      </p:sp>
      <p:sp>
        <p:nvSpPr>
          <p:cNvPr id="282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987574"/>
            <a:ext cx="5544616" cy="3966270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今日的主题总结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因特网和组成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结构视图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主机、交换设备、链路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网络边缘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端系统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接入网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物理媒体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网络核心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FDM, TDM</a:t>
            </a: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datagram network and virtual circuit</a:t>
            </a:r>
          </a:p>
          <a:p>
            <a:pPr lvl="2"/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网络的网络</a:t>
            </a:r>
            <a:r>
              <a:rPr lang="en-US" altLang="zh-CN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1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层级接入</a:t>
            </a:r>
            <a:endParaRPr lang="en-US" altLang="zh-CN" sz="1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大量术语和概念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159" name="Picture 4" descr="8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139" y="1767086"/>
            <a:ext cx="1609328" cy="160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7D9B9CC-DD43-4F46-A963-F0E82DC6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45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3BA966E5-7567-4476-BC94-D0F25F3DC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80504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7" dur="80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" dur="80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80"/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28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28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28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282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282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282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28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28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282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282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282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282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9" dur="80"/>
                                        <p:tgtEl>
                                          <p:spTgt spid="282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0" dur="80"/>
                                        <p:tgtEl>
                                          <p:spTgt spid="282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80"/>
                                        <p:tgtEl>
                                          <p:spTgt spid="282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20"/>
                            </p:stCondLst>
                            <p:childTnLst>
                              <p:par>
                                <p:cTn id="7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build="p"/>
      <p:bldP spid="6" grpId="0" animBg="1"/>
      <p:bldP spid="6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1C1C1C"/>
                </a:solidFill>
                <a:effectLst/>
              </a:rPr>
              <a:t>下讲预告</a:t>
            </a:r>
            <a:endParaRPr lang="en-US" altLang="zh-CN" b="1" dirty="0">
              <a:solidFill>
                <a:srgbClr val="1C1C1C"/>
              </a:solidFill>
              <a:effectLst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059582"/>
            <a:ext cx="7886700" cy="389426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性能问题：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时延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数据包在旅途中：时间都去哪儿了？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丢包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“飞鸽”在途中怎么消失的？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效能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有限的资源怎样最大限度地利用？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分层解决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协议层次：蛋糕、沙漏模型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ts val="600"/>
              </a:spcBef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defRPr/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因特网的传奇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2">
            <a:extLst>
              <a:ext uri="{FF2B5EF4-FFF2-40B4-BE49-F238E27FC236}">
                <a16:creationId xmlns:a16="http://schemas.microsoft.com/office/drawing/2014/main" id="{B746AB0C-4CF6-4675-B823-2012B31C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6416" y="4680000"/>
            <a:ext cx="628650" cy="2738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fld id="{5A4F2AFE-40E9-47D7-93C1-1557BE766B14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46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3F87770A-2B58-48AC-9856-53C321131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666638"/>
      </p:ext>
    </p:extLst>
  </p:cSld>
  <p:clrMapOvr>
    <a:masterClrMapping/>
  </p:clrMapOvr>
  <p:transition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2025/2/16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  <p:sndAc>
      <p:stSnd>
        <p:snd r:embed="rId3" name="arrow.wav"/>
      </p:stSnd>
    </p:sndAc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DD53B248-96AD-4768-934B-E1BC473B8E66}" vid="{617CFBAE-A4D9-4B28-8926-D394536CA5C6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1112</TotalTime>
  <Words>2460</Words>
  <Application>Microsoft Office PowerPoint</Application>
  <PresentationFormat>全屏显示(16:9)</PresentationFormat>
  <Paragraphs>934</Paragraphs>
  <Slides>47</Slides>
  <Notes>8</Notes>
  <HiddenSlides>0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等线</vt:lpstr>
      <vt:lpstr>等线 Light</vt:lpstr>
      <vt:lpstr>楷体</vt:lpstr>
      <vt:lpstr>宋体</vt:lpstr>
      <vt:lpstr>微软雅黑</vt:lpstr>
      <vt:lpstr>Arial</vt:lpstr>
      <vt:lpstr>Calibri</vt:lpstr>
      <vt:lpstr>Cambria Math</vt:lpstr>
      <vt:lpstr>Comic Sans MS</vt:lpstr>
      <vt:lpstr>Gill Sans MT</vt:lpstr>
      <vt:lpstr>Times New Roman</vt:lpstr>
      <vt:lpstr>Wingdings</vt:lpstr>
      <vt:lpstr>Office 主题​​</vt:lpstr>
      <vt:lpstr>Clip</vt:lpstr>
      <vt:lpstr>Visio</vt:lpstr>
      <vt:lpstr>计算机网络</vt:lpstr>
      <vt:lpstr>Preface of Chapter 1</vt:lpstr>
      <vt:lpstr>第1章 路线图</vt:lpstr>
      <vt:lpstr>PowerPoint 演示文稿</vt:lpstr>
      <vt:lpstr>1.1 什么是因特网? </vt:lpstr>
      <vt:lpstr>1.1 什么是因特网? </vt:lpstr>
      <vt:lpstr>1.1 什么是因特网? </vt:lpstr>
      <vt:lpstr>1.1 什么是因特网? </vt:lpstr>
      <vt:lpstr>1.1 什么是因特网? </vt:lpstr>
      <vt:lpstr>1.1 什么是因特网? </vt:lpstr>
      <vt:lpstr>1.1 什么是因特网? </vt:lpstr>
      <vt:lpstr>PowerPoint 演示文稿</vt:lpstr>
      <vt:lpstr>1.2 网络边缘</vt:lpstr>
      <vt:lpstr>1.2 网络边缘</vt:lpstr>
      <vt:lpstr>1.2 网络边缘</vt:lpstr>
      <vt:lpstr>1.2 网络边缘</vt:lpstr>
      <vt:lpstr>1.2 网络边缘</vt:lpstr>
      <vt:lpstr>1.2 网络边缘</vt:lpstr>
      <vt:lpstr>1.2 网络边缘</vt:lpstr>
      <vt:lpstr>1.2 网络边缘</vt:lpstr>
      <vt:lpstr>1.2 网络边缘</vt:lpstr>
      <vt:lpstr>PowerPoint 演示文稿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1.3 网络核心</vt:lpstr>
      <vt:lpstr>本讲总结</vt:lpstr>
      <vt:lpstr>下讲预告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CPS525</dc:creator>
  <cp:lastModifiedBy>cistecoram</cp:lastModifiedBy>
  <cp:revision>59</cp:revision>
  <dcterms:created xsi:type="dcterms:W3CDTF">2020-02-17T12:32:30Z</dcterms:created>
  <dcterms:modified xsi:type="dcterms:W3CDTF">2025-02-16T08:29:11Z</dcterms:modified>
</cp:coreProperties>
</file>