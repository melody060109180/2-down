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49.jpg" ContentType="image/png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68"/>
  </p:notesMasterIdLst>
  <p:handoutMasterIdLst>
    <p:handoutMasterId r:id="rId69"/>
  </p:handoutMasterIdLst>
  <p:sldIdLst>
    <p:sldId id="363" r:id="rId2"/>
    <p:sldId id="323" r:id="rId3"/>
    <p:sldId id="328" r:id="rId4"/>
    <p:sldId id="319" r:id="rId5"/>
    <p:sldId id="330" r:id="rId6"/>
    <p:sldId id="260" r:id="rId7"/>
    <p:sldId id="261" r:id="rId8"/>
    <p:sldId id="262" r:id="rId9"/>
    <p:sldId id="263" r:id="rId10"/>
    <p:sldId id="265" r:id="rId11"/>
    <p:sldId id="266" r:id="rId12"/>
    <p:sldId id="331" r:id="rId13"/>
    <p:sldId id="332" r:id="rId14"/>
    <p:sldId id="270" r:id="rId15"/>
    <p:sldId id="271" r:id="rId16"/>
    <p:sldId id="272" r:id="rId17"/>
    <p:sldId id="333" r:id="rId18"/>
    <p:sldId id="334" r:id="rId19"/>
    <p:sldId id="335" r:id="rId20"/>
    <p:sldId id="336" r:id="rId21"/>
    <p:sldId id="278" r:id="rId22"/>
    <p:sldId id="279" r:id="rId23"/>
    <p:sldId id="280" r:id="rId24"/>
    <p:sldId id="281" r:id="rId25"/>
    <p:sldId id="282" r:id="rId26"/>
    <p:sldId id="375" r:id="rId27"/>
    <p:sldId id="337" r:id="rId28"/>
    <p:sldId id="285" r:id="rId29"/>
    <p:sldId id="286" r:id="rId30"/>
    <p:sldId id="356" r:id="rId31"/>
    <p:sldId id="287" r:id="rId32"/>
    <p:sldId id="288" r:id="rId33"/>
    <p:sldId id="289" r:id="rId34"/>
    <p:sldId id="357" r:id="rId35"/>
    <p:sldId id="290" r:id="rId36"/>
    <p:sldId id="292" r:id="rId37"/>
    <p:sldId id="341" r:id="rId38"/>
    <p:sldId id="340" r:id="rId39"/>
    <p:sldId id="358" r:id="rId40"/>
    <p:sldId id="298" r:id="rId41"/>
    <p:sldId id="342" r:id="rId42"/>
    <p:sldId id="343" r:id="rId43"/>
    <p:sldId id="344" r:id="rId44"/>
    <p:sldId id="345" r:id="rId45"/>
    <p:sldId id="347" r:id="rId46"/>
    <p:sldId id="346" r:id="rId47"/>
    <p:sldId id="348" r:id="rId48"/>
    <p:sldId id="376" r:id="rId49"/>
    <p:sldId id="359" r:id="rId50"/>
    <p:sldId id="273" r:id="rId51"/>
    <p:sldId id="274" r:id="rId52"/>
    <p:sldId id="275" r:id="rId53"/>
    <p:sldId id="276" r:id="rId54"/>
    <p:sldId id="361" r:id="rId55"/>
    <p:sldId id="362" r:id="rId56"/>
    <p:sldId id="350" r:id="rId57"/>
    <p:sldId id="351" r:id="rId58"/>
    <p:sldId id="352" r:id="rId59"/>
    <p:sldId id="353" r:id="rId60"/>
    <p:sldId id="354" r:id="rId61"/>
    <p:sldId id="360" r:id="rId62"/>
    <p:sldId id="283" r:id="rId63"/>
    <p:sldId id="284" r:id="rId64"/>
    <p:sldId id="301" r:id="rId65"/>
    <p:sldId id="366" r:id="rId66"/>
    <p:sldId id="296" r:id="rId67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  <a:srgbClr val="FF3300"/>
    <a:srgbClr val="E18601"/>
    <a:srgbClr val="0080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15" autoAdjust="0"/>
  </p:normalViewPr>
  <p:slideViewPr>
    <p:cSldViewPr>
      <p:cViewPr varScale="1">
        <p:scale>
          <a:sx n="152" d="100"/>
          <a:sy n="152" d="100"/>
        </p:scale>
        <p:origin x="106" y="24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278" y="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071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2919722" y="3448764"/>
            <a:ext cx="319184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3 HTTP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8EC969-2E3F-4E47-A142-94010AE4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灯片编号占位符 6">
            <a:extLst>
              <a:ext uri="{FF2B5EF4-FFF2-40B4-BE49-F238E27FC236}">
                <a16:creationId xmlns:a16="http://schemas.microsoft.com/office/drawing/2014/main" id="{E6A17B63-7448-4A0A-BF3A-0DE07FCE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D5AC36E5-0A4A-40EE-A3AA-64037E91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4" name="灯片编号占位符 6">
            <a:extLst>
              <a:ext uri="{FF2B5EF4-FFF2-40B4-BE49-F238E27FC236}">
                <a16:creationId xmlns:a16="http://schemas.microsoft.com/office/drawing/2014/main" id="{E31952C7-B637-4C9E-A37E-5D60AB9E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6">
            <a:extLst>
              <a:ext uri="{FF2B5EF4-FFF2-40B4-BE49-F238E27FC236}">
                <a16:creationId xmlns:a16="http://schemas.microsoft.com/office/drawing/2014/main" id="{10564231-3BD8-44B8-AA20-4F6298E2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20E1E35C-44A2-4AEE-A656-D00034DC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7A974-AECD-4A3D-8A7C-0C7CDF253C93}" type="datetime1">
              <a:rPr lang="zh-CN" altLang="en-US"/>
              <a:pPr>
                <a:defRPr/>
              </a:pPr>
              <a:t>2025/2/26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494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672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  <p:sldLayoutId id="2147483748" r:id="rId8"/>
    <p:sldLayoutId id="2147483749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1" name="arrow.wav"/>
          </p:stSnd>
        </p:sndAc>
      </p:transition>
    </mc:Choice>
    <mc:Fallback xmlns="">
      <p:transition spd="slow">
        <p:fade/>
        <p:sndAc>
          <p:stSnd>
            <p:snd r:embed="rId12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audio" Target="../media/audio1.wav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audio" Target="../media/audio1.wav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audio" Target="../media/audio1.wav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audio" Target="../media/audio1.wav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audio" Target="../media/audio1.wav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audio" Target="../media/audio1.wav"/><Relationship Id="rId5" Type="http://schemas.openxmlformats.org/officeDocument/2006/relationships/image" Target="../media/image13.png"/><Relationship Id="rId10" Type="http://schemas.openxmlformats.org/officeDocument/2006/relationships/image" Target="../media/image49.jpg"/><Relationship Id="rId4" Type="http://schemas.openxmlformats.org/officeDocument/2006/relationships/image" Target="../media/image12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4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audio" Target="../media/audio1.wav"/><Relationship Id="rId5" Type="http://schemas.openxmlformats.org/officeDocument/2006/relationships/image" Target="../media/image55.png"/><Relationship Id="rId10" Type="http://schemas.openxmlformats.org/officeDocument/2006/relationships/image" Target="../media/image60.jp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audio" Target="../media/audio1.wav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1.bin"/><Relationship Id="rId9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audio" Target="../media/audio1.wav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audio" Target="../media/audio1.wav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audio" Target="../media/audio1.wav"/><Relationship Id="rId5" Type="http://schemas.openxmlformats.org/officeDocument/2006/relationships/image" Target="../media/image61.wmf"/><Relationship Id="rId4" Type="http://schemas.openxmlformats.org/officeDocument/2006/relationships/oleObject" Target="../embeddings/oleObject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audio" Target="../media/audio1.wav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6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audio" Target="../media/audio1.wav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6.bin"/><Relationship Id="rId9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mesite.com/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hyperlink" Target="http://www.somesite.com/object.obj?p1&amp;p2" TargetMode="External"/><Relationship Id="rId4" Type="http://schemas.openxmlformats.org/officeDocument/2006/relationships/hyperlink" Target="http://www.somesite.com/object.obj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67.jpeg"/><Relationship Id="rId4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4" Type="http://schemas.openxmlformats.org/officeDocument/2006/relationships/audio" Target="../media/audio1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75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80.jpe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2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1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/>
        </p:spPr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786684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172737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知识回顾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059582"/>
            <a:ext cx="7886700" cy="3810074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网络的时延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节点处理时延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排队时延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传输时延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分组的丢失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协议体系结构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分层的意义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五层协议体系</a:t>
            </a: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D8AF077-4900-4758-AEB2-8943361B2CCD}"/>
              </a:ext>
            </a:extLst>
          </p:cNvPr>
          <p:cNvGrpSpPr/>
          <p:nvPr/>
        </p:nvGrpSpPr>
        <p:grpSpPr>
          <a:xfrm>
            <a:off x="3995936" y="1027034"/>
            <a:ext cx="4322207" cy="1983842"/>
            <a:chOff x="3995936" y="1027034"/>
            <a:chExt cx="4322207" cy="198384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2760DCF-BA27-487C-9B74-B3158D1E46BB}"/>
                </a:ext>
              </a:extLst>
            </p:cNvPr>
            <p:cNvGrpSpPr/>
            <p:nvPr/>
          </p:nvGrpSpPr>
          <p:grpSpPr>
            <a:xfrm>
              <a:off x="5807797" y="2102023"/>
              <a:ext cx="530915" cy="540849"/>
              <a:chOff x="4033536" y="4012178"/>
              <a:chExt cx="707887" cy="7211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0" name="右大括号 59">
                <a:extLst>
                  <a:ext uri="{FF2B5EF4-FFF2-40B4-BE49-F238E27FC236}">
                    <a16:creationId xmlns:a16="http://schemas.microsoft.com/office/drawing/2014/main" id="{D0E6903A-7FE8-4E2A-BF6B-DD970B53A66C}"/>
                  </a:ext>
                </a:extLst>
              </p:cNvPr>
              <p:cNvSpPr/>
              <p:nvPr/>
            </p:nvSpPr>
            <p:spPr>
              <a:xfrm rot="5400000">
                <a:off x="4206213" y="4075500"/>
                <a:ext cx="252275" cy="125631"/>
              </a:xfrm>
              <a:prstGeom prst="rightBrace">
                <a:avLst/>
              </a:prstGeom>
              <a:ln w="12700">
                <a:solidFill>
                  <a:srgbClr val="00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Text Box 72">
                <a:extLst>
                  <a:ext uri="{FF2B5EF4-FFF2-40B4-BE49-F238E27FC236}">
                    <a16:creationId xmlns:a16="http://schemas.microsoft.com/office/drawing/2014/main" id="{8BFCF33E-272F-4028-B862-7941301583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3536" y="4333200"/>
                <a:ext cx="707887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rgbClr val="0066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</a:t>
                </a:r>
                <a:endParaRPr lang="en-US" altLang="zh-CN" sz="1350" dirty="0">
                  <a:solidFill>
                    <a:srgbClr val="0066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BD1677B-3EC5-493A-8452-830C1DACAC86}"/>
                </a:ext>
              </a:extLst>
            </p:cNvPr>
            <p:cNvGrpSpPr/>
            <p:nvPr/>
          </p:nvGrpSpPr>
          <p:grpSpPr>
            <a:xfrm>
              <a:off x="6083710" y="2097203"/>
              <a:ext cx="1343096" cy="535888"/>
              <a:chOff x="4401422" y="4005759"/>
              <a:chExt cx="1790794" cy="714517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8" name="右大括号 57">
                <a:extLst>
                  <a:ext uri="{FF2B5EF4-FFF2-40B4-BE49-F238E27FC236}">
                    <a16:creationId xmlns:a16="http://schemas.microsoft.com/office/drawing/2014/main" id="{4498F6B0-9B69-46F3-855B-EAA22EC131F9}"/>
                  </a:ext>
                </a:extLst>
              </p:cNvPr>
              <p:cNvSpPr/>
              <p:nvPr/>
            </p:nvSpPr>
            <p:spPr>
              <a:xfrm rot="5400000">
                <a:off x="5170681" y="3236500"/>
                <a:ext cx="252275" cy="1790794"/>
              </a:xfrm>
              <a:prstGeom prst="rightBrace">
                <a:avLst/>
              </a:prstGeom>
              <a:ln w="15875">
                <a:solidFill>
                  <a:srgbClr val="E186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Text Box 72">
                <a:extLst>
                  <a:ext uri="{FF2B5EF4-FFF2-40B4-BE49-F238E27FC236}">
                    <a16:creationId xmlns:a16="http://schemas.microsoft.com/office/drawing/2014/main" id="{ADD73484-E96D-4BC9-8C0A-F83BB4F7B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3652" y="4320167"/>
                <a:ext cx="707886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chemeClr val="accent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传播</a:t>
                </a:r>
                <a:endParaRPr lang="en-US" altLang="zh-CN" sz="135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88190BF-20ED-415F-9870-E76F23ED2686}"/>
                </a:ext>
              </a:extLst>
            </p:cNvPr>
            <p:cNvGrpSpPr/>
            <p:nvPr/>
          </p:nvGrpSpPr>
          <p:grpSpPr>
            <a:xfrm>
              <a:off x="4529283" y="2102020"/>
              <a:ext cx="891143" cy="908856"/>
              <a:chOff x="2328852" y="4012178"/>
              <a:chExt cx="1188190" cy="121180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5" name="右大括号 54">
                <a:extLst>
                  <a:ext uri="{FF2B5EF4-FFF2-40B4-BE49-F238E27FC236}">
                    <a16:creationId xmlns:a16="http://schemas.microsoft.com/office/drawing/2014/main" id="{0917C05E-29A8-4E90-BEAC-75706E3F8397}"/>
                  </a:ext>
                </a:extLst>
              </p:cNvPr>
              <p:cNvSpPr/>
              <p:nvPr/>
            </p:nvSpPr>
            <p:spPr>
              <a:xfrm rot="5400000">
                <a:off x="3197911" y="3945322"/>
                <a:ext cx="252275" cy="385987"/>
              </a:xfrm>
              <a:prstGeom prst="rightBrac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Text Box 72">
                <a:extLst>
                  <a:ext uri="{FF2B5EF4-FFF2-40B4-BE49-F238E27FC236}">
                    <a16:creationId xmlns:a16="http://schemas.microsoft.com/office/drawing/2014/main" id="{D6037385-8FE6-4FDF-A01F-F683061B42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8852" y="4823877"/>
                <a:ext cx="1169550" cy="40010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rgbClr val="CC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节点处理</a:t>
                </a:r>
                <a:endParaRPr lang="en-US" altLang="zh-CN" sz="13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06476AA6-D730-40ED-825F-5A533424E4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5994" y="4418990"/>
                <a:ext cx="431901" cy="438845"/>
              </a:xfrm>
              <a:prstGeom prst="line">
                <a:avLst/>
              </a:prstGeom>
              <a:ln w="158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882AE24-865C-4BAF-AD72-8D41D5631F8C}"/>
                </a:ext>
              </a:extLst>
            </p:cNvPr>
            <p:cNvGrpSpPr/>
            <p:nvPr/>
          </p:nvGrpSpPr>
          <p:grpSpPr>
            <a:xfrm>
              <a:off x="5430166" y="2102020"/>
              <a:ext cx="552334" cy="908856"/>
              <a:chOff x="3530031" y="4012178"/>
              <a:chExt cx="736445" cy="121180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2" name="右大括号 51">
                <a:extLst>
                  <a:ext uri="{FF2B5EF4-FFF2-40B4-BE49-F238E27FC236}">
                    <a16:creationId xmlns:a16="http://schemas.microsoft.com/office/drawing/2014/main" id="{6B63A570-0832-4B34-B5D6-EE8C7583CEC1}"/>
                  </a:ext>
                </a:extLst>
              </p:cNvPr>
              <p:cNvSpPr/>
              <p:nvPr/>
            </p:nvSpPr>
            <p:spPr>
              <a:xfrm rot="5400000">
                <a:off x="3762642" y="3779567"/>
                <a:ext cx="252275" cy="717498"/>
              </a:xfrm>
              <a:prstGeom prst="rightBrace">
                <a:avLst/>
              </a:prstGeom>
              <a:ln w="127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 Box 72">
                <a:extLst>
                  <a:ext uri="{FF2B5EF4-FFF2-40B4-BE49-F238E27FC236}">
                    <a16:creationId xmlns:a16="http://schemas.microsoft.com/office/drawing/2014/main" id="{7D4E8959-D9DB-400B-AEC3-92C4593388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8590" y="4823877"/>
                <a:ext cx="707886" cy="400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35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排队</a:t>
                </a:r>
                <a:endParaRPr lang="en-US" altLang="zh-CN" sz="135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2C0FD5B-69A4-4820-8790-530C6BA8DC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9979" y="4418990"/>
                <a:ext cx="0" cy="404887"/>
              </a:xfrm>
              <a:prstGeom prst="lin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506F0E5-A936-47B4-87AA-6F5A1AC2D8D0}"/>
                </a:ext>
              </a:extLst>
            </p:cNvPr>
            <p:cNvGrpSpPr/>
            <p:nvPr/>
          </p:nvGrpSpPr>
          <p:grpSpPr>
            <a:xfrm>
              <a:off x="3995936" y="1027034"/>
              <a:ext cx="4322207" cy="1269898"/>
              <a:chOff x="2356292" y="1934148"/>
              <a:chExt cx="4322207" cy="1269898"/>
            </a:xfrm>
          </p:grpSpPr>
          <p:grpSp>
            <p:nvGrpSpPr>
              <p:cNvPr id="10" name="Group 170">
                <a:extLst>
                  <a:ext uri="{FF2B5EF4-FFF2-40B4-BE49-F238E27FC236}">
                    <a16:creationId xmlns:a16="http://schemas.microsoft.com/office/drawing/2014/main" id="{7FC1DA11-1F2D-45C1-86D3-C521A2F11E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2276" y="2353531"/>
                <a:ext cx="881062" cy="422275"/>
                <a:chOff x="2356" y="1300"/>
                <a:chExt cx="555" cy="194"/>
              </a:xfrm>
            </p:grpSpPr>
            <p:sp>
              <p:nvSpPr>
                <p:cNvPr id="44" name="Oval 407">
                  <a:extLst>
                    <a:ext uri="{FF2B5EF4-FFF2-40B4-BE49-F238E27FC236}">
                      <a16:creationId xmlns:a16="http://schemas.microsoft.com/office/drawing/2014/main" id="{420FC55B-A12D-4BC1-834E-D83A11473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10">
                  <a:extLst>
                    <a:ext uri="{FF2B5EF4-FFF2-40B4-BE49-F238E27FC236}">
                      <a16:creationId xmlns:a16="http://schemas.microsoft.com/office/drawing/2014/main" id="{9E961C67-6295-4C68-9776-A318DC5F65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" name="Oval 411">
                  <a:extLst>
                    <a:ext uri="{FF2B5EF4-FFF2-40B4-BE49-F238E27FC236}">
                      <a16:creationId xmlns:a16="http://schemas.microsoft.com/office/drawing/2014/main" id="{A33B25A2-2E2C-4307-AEED-9B0CD807F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7" name="Group 174">
                  <a:extLst>
                    <a:ext uri="{FF2B5EF4-FFF2-40B4-BE49-F238E27FC236}">
                      <a16:creationId xmlns:a16="http://schemas.microsoft.com/office/drawing/2014/main" id="{A27AF2B4-F4B0-4309-B584-8D6E60D31B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50" name="Freeform 175">
                    <a:extLst>
                      <a:ext uri="{FF2B5EF4-FFF2-40B4-BE49-F238E27FC236}">
                        <a16:creationId xmlns:a16="http://schemas.microsoft.com/office/drawing/2014/main" id="{9E991FEF-1AF8-40C9-B8DC-18B6AF9D1E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" name="Freeform 176">
                    <a:extLst>
                      <a:ext uri="{FF2B5EF4-FFF2-40B4-BE49-F238E27FC236}">
                        <a16:creationId xmlns:a16="http://schemas.microsoft.com/office/drawing/2014/main" id="{3A226F9B-F72A-4984-8BA2-01F9EBBB57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8" name="Line 177">
                  <a:extLst>
                    <a:ext uri="{FF2B5EF4-FFF2-40B4-BE49-F238E27FC236}">
                      <a16:creationId xmlns:a16="http://schemas.microsoft.com/office/drawing/2014/main" id="{41958D4C-5B70-4488-A57C-D8383253FD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178">
                  <a:extLst>
                    <a:ext uri="{FF2B5EF4-FFF2-40B4-BE49-F238E27FC236}">
                      <a16:creationId xmlns:a16="http://schemas.microsoft.com/office/drawing/2014/main" id="{722DA47C-97DB-4129-BFCF-3DE6C23793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Line 24">
                <a:extLst>
                  <a:ext uri="{FF2B5EF4-FFF2-40B4-BE49-F238E27FC236}">
                    <a16:creationId xmlns:a16="http://schemas.microsoft.com/office/drawing/2014/main" id="{162B7DAC-40A6-46FB-9A85-E739D05F7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757" y="2255118"/>
                <a:ext cx="551260" cy="2738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Line 25">
                <a:extLst>
                  <a:ext uri="{FF2B5EF4-FFF2-40B4-BE49-F238E27FC236}">
                    <a16:creationId xmlns:a16="http://schemas.microsoft.com/office/drawing/2014/main" id="{3BF4BE1E-E1D1-44C1-86B5-7F0B9BD46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9640" y="2655168"/>
                <a:ext cx="576996" cy="3215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Line 26">
                <a:extLst>
                  <a:ext uri="{FF2B5EF4-FFF2-40B4-BE49-F238E27FC236}">
                    <a16:creationId xmlns:a16="http://schemas.microsoft.com/office/drawing/2014/main" id="{0BC0108C-9028-4707-A93C-A4335E0E0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0796" y="2569443"/>
                <a:ext cx="1423034" cy="230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Line 45">
                <a:extLst>
                  <a:ext uri="{FF2B5EF4-FFF2-40B4-BE49-F238E27FC236}">
                    <a16:creationId xmlns:a16="http://schemas.microsoft.com/office/drawing/2014/main" id="{3BB2164E-130A-4779-837B-7999A54DD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25142" y="2827808"/>
                <a:ext cx="158150" cy="744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Text Box 47">
                <a:extLst>
                  <a:ext uri="{FF2B5EF4-FFF2-40B4-BE49-F238E27FC236}">
                    <a16:creationId xmlns:a16="http://schemas.microsoft.com/office/drawing/2014/main" id="{677E0D01-8D4D-4CA5-9CD4-041FADE1DD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0274" y="1934148"/>
                <a:ext cx="34657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16" name="Text Box 48">
                <a:extLst>
                  <a:ext uri="{FF2B5EF4-FFF2-40B4-BE49-F238E27FC236}">
                    <a16:creationId xmlns:a16="http://schemas.microsoft.com/office/drawing/2014/main" id="{FD26B096-A8F0-4413-9687-94300A8403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1368" y="1934157"/>
                <a:ext cx="3385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17" name="Rectangle 84">
                <a:extLst>
                  <a:ext uri="{FF2B5EF4-FFF2-40B4-BE49-F238E27FC236}">
                    <a16:creationId xmlns:a16="http://schemas.microsoft.com/office/drawing/2014/main" id="{706D85C6-4CC4-402E-A6DE-8CB5D9CC9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9911" y="2125340"/>
                <a:ext cx="110728" cy="15001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85">
                <a:extLst>
                  <a:ext uri="{FF2B5EF4-FFF2-40B4-BE49-F238E27FC236}">
                    <a16:creationId xmlns:a16="http://schemas.microsoft.com/office/drawing/2014/main" id="{32172416-DDD0-4FF0-BF07-159DBFCD1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4451" y="2264643"/>
                <a:ext cx="159544" cy="773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Rectangle 86">
                <a:extLst>
                  <a:ext uri="{FF2B5EF4-FFF2-40B4-BE49-F238E27FC236}">
                    <a16:creationId xmlns:a16="http://schemas.microsoft.com/office/drawing/2014/main" id="{1295122A-9148-4CA6-9A78-DF8886152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3248" y="2902256"/>
                <a:ext cx="110729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005DDB47-BA4E-4F97-BF44-73411D5AB719}"/>
                  </a:ext>
                </a:extLst>
              </p:cNvPr>
              <p:cNvGrpSpPr/>
              <p:nvPr/>
            </p:nvGrpSpPr>
            <p:grpSpPr>
              <a:xfrm>
                <a:off x="3714566" y="2607198"/>
                <a:ext cx="546498" cy="150019"/>
                <a:chOff x="3763251" y="2550230"/>
                <a:chExt cx="546498" cy="150019"/>
              </a:xfrm>
            </p:grpSpPr>
            <p:sp>
              <p:nvSpPr>
                <p:cNvPr id="39" name="Rectangle 40">
                  <a:extLst>
                    <a:ext uri="{FF2B5EF4-FFF2-40B4-BE49-F238E27FC236}">
                      <a16:creationId xmlns:a16="http://schemas.microsoft.com/office/drawing/2014/main" id="{EB9C2059-158D-463B-8B90-AA11B6B35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5196" y="2550230"/>
                  <a:ext cx="110729" cy="15001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Rectangle 41">
                  <a:extLst>
                    <a:ext uri="{FF2B5EF4-FFF2-40B4-BE49-F238E27FC236}">
                      <a16:creationId xmlns:a16="http://schemas.microsoft.com/office/drawing/2014/main" id="{93825A37-B334-4D2C-A784-DE28E9174D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9020" y="2550230"/>
                  <a:ext cx="110729" cy="150019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1" name="Rectangle 88">
                  <a:extLst>
                    <a:ext uri="{FF2B5EF4-FFF2-40B4-BE49-F238E27FC236}">
                      <a16:creationId xmlns:a16="http://schemas.microsoft.com/office/drawing/2014/main" id="{E5A8C539-8558-458A-B07B-AADD554C53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2801" y="2550230"/>
                  <a:ext cx="110729" cy="15001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" name="Rectangle 89">
                  <a:extLst>
                    <a:ext uri="{FF2B5EF4-FFF2-40B4-BE49-F238E27FC236}">
                      <a16:creationId xmlns:a16="http://schemas.microsoft.com/office/drawing/2014/main" id="{D128307C-EF37-43AE-A647-6C25C43553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8026" y="2550230"/>
                  <a:ext cx="110729" cy="15001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" name="Rectangle 90">
                  <a:extLst>
                    <a:ext uri="{FF2B5EF4-FFF2-40B4-BE49-F238E27FC236}">
                      <a16:creationId xmlns:a16="http://schemas.microsoft.com/office/drawing/2014/main" id="{EA22703C-FF69-4996-BA3C-6727A9650A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3251" y="2550230"/>
                  <a:ext cx="110729" cy="15001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1" name="Picture 65" descr="desktop_computer_stylized_medium">
                <a:extLst>
                  <a:ext uri="{FF2B5EF4-FFF2-40B4-BE49-F238E27FC236}">
                    <a16:creationId xmlns:a16="http://schemas.microsoft.com/office/drawing/2014/main" id="{E269A6E3-9AEE-4763-A36C-7D532B23C4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384357" y="1970558"/>
                <a:ext cx="584597" cy="509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C4C5D69B-9816-4C00-82E7-8B8B16F9236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33452" y="2019442"/>
                <a:ext cx="284254" cy="233350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7E2F5673-C7B3-4A8C-BAD3-AE048178CDB1}"/>
                  </a:ext>
                </a:extLst>
              </p:cNvPr>
              <p:cNvGrpSpPr/>
              <p:nvPr/>
            </p:nvGrpSpPr>
            <p:grpSpPr>
              <a:xfrm>
                <a:off x="2356292" y="2694458"/>
                <a:ext cx="584597" cy="509588"/>
                <a:chOff x="1794768" y="4236417"/>
                <a:chExt cx="779462" cy="679450"/>
              </a:xfrm>
            </p:grpSpPr>
            <p:pic>
              <p:nvPicPr>
                <p:cNvPr id="37" name="Picture 68" descr="desktop_computer_stylized_medium">
                  <a:extLst>
                    <a:ext uri="{FF2B5EF4-FFF2-40B4-BE49-F238E27FC236}">
                      <a16:creationId xmlns:a16="http://schemas.microsoft.com/office/drawing/2014/main" id="{3E190372-0A42-4C75-8CB1-86C5D4D3DEC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794768" y="4236417"/>
                  <a:ext cx="779462" cy="6794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8" name="Freeform 69">
                  <a:extLst>
                    <a:ext uri="{FF2B5EF4-FFF2-40B4-BE49-F238E27FC236}">
                      <a16:creationId xmlns:a16="http://schemas.microsoft.com/office/drawing/2014/main" id="{C83FE875-7B79-4D31-BD15-777DC7499D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126894" y="4301595"/>
                  <a:ext cx="379004" cy="311133"/>
                </a:xfrm>
                <a:custGeom>
                  <a:avLst/>
                  <a:gdLst>
                    <a:gd name="T0" fmla="*/ 0 w 356"/>
                    <a:gd name="T1" fmla="*/ 0 h 368"/>
                    <a:gd name="T2" fmla="*/ 13459 w 356"/>
                    <a:gd name="T3" fmla="*/ 887 h 368"/>
                    <a:gd name="T4" fmla="*/ 15967 w 356"/>
                    <a:gd name="T5" fmla="*/ 18491 h 368"/>
                    <a:gd name="T6" fmla="*/ 3519 w 356"/>
                    <a:gd name="T7" fmla="*/ 2312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5CD903D1-4CA4-4B14-A59E-4B30AE0D1A7F}"/>
                  </a:ext>
                </a:extLst>
              </p:cNvPr>
              <p:cNvGrpSpPr/>
              <p:nvPr/>
            </p:nvGrpSpPr>
            <p:grpSpPr>
              <a:xfrm>
                <a:off x="3405578" y="2607199"/>
                <a:ext cx="301086" cy="150019"/>
                <a:chOff x="3414032" y="2572887"/>
                <a:chExt cx="301086" cy="150019"/>
              </a:xfrm>
            </p:grpSpPr>
            <p:sp>
              <p:nvSpPr>
                <p:cNvPr id="35" name="Line 44">
                  <a:extLst>
                    <a:ext uri="{FF2B5EF4-FFF2-40B4-BE49-F238E27FC236}">
                      <a16:creationId xmlns:a16="http://schemas.microsoft.com/office/drawing/2014/main" id="{8E912C5B-6A5D-4F9E-82E3-38F27298B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2953" y="2635876"/>
                  <a:ext cx="182165" cy="35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Rectangle 42">
                  <a:extLst>
                    <a:ext uri="{FF2B5EF4-FFF2-40B4-BE49-F238E27FC236}">
                      <a16:creationId xmlns:a16="http://schemas.microsoft.com/office/drawing/2014/main" id="{6B6416D3-2DD9-47C2-B9F7-03ECBF834D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14032" y="2572887"/>
                  <a:ext cx="110728" cy="15001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5" name="Rectangle 63">
                <a:extLst>
                  <a:ext uri="{FF2B5EF4-FFF2-40B4-BE49-F238E27FC236}">
                    <a16:creationId xmlns:a16="http://schemas.microsoft.com/office/drawing/2014/main" id="{0AE4EB90-64F9-4FBD-961F-0D387BB025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7256" y="2468676"/>
                <a:ext cx="110728" cy="15001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" name="Group 170">
                <a:extLst>
                  <a:ext uri="{FF2B5EF4-FFF2-40B4-BE49-F238E27FC236}">
                    <a16:creationId xmlns:a16="http://schemas.microsoft.com/office/drawing/2014/main" id="{A2BBA0A9-DA44-4BC3-A0DF-849B9E6AEF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97437" y="2375297"/>
                <a:ext cx="881062" cy="422275"/>
                <a:chOff x="2356" y="1300"/>
                <a:chExt cx="555" cy="194"/>
              </a:xfrm>
            </p:grpSpPr>
            <p:sp>
              <p:nvSpPr>
                <p:cNvPr id="27" name="Oval 407">
                  <a:extLst>
                    <a:ext uri="{FF2B5EF4-FFF2-40B4-BE49-F238E27FC236}">
                      <a16:creationId xmlns:a16="http://schemas.microsoft.com/office/drawing/2014/main" id="{1C91D72C-E75D-4845-97E1-2215D2579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" name="Rectangle 410">
                  <a:extLst>
                    <a:ext uri="{FF2B5EF4-FFF2-40B4-BE49-F238E27FC236}">
                      <a16:creationId xmlns:a16="http://schemas.microsoft.com/office/drawing/2014/main" id="{983E4FF8-D8DB-4F82-A022-0D3F222B8F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" name="Oval 411">
                  <a:extLst>
                    <a:ext uri="{FF2B5EF4-FFF2-40B4-BE49-F238E27FC236}">
                      <a16:creationId xmlns:a16="http://schemas.microsoft.com/office/drawing/2014/main" id="{DA08D5B7-6423-469F-B1AC-B740AC01AA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0" name="Group 174">
                  <a:extLst>
                    <a:ext uri="{FF2B5EF4-FFF2-40B4-BE49-F238E27FC236}">
                      <a16:creationId xmlns:a16="http://schemas.microsoft.com/office/drawing/2014/main" id="{3CBB0EC8-B8B3-4DC4-A847-14B94BD5FC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33" name="Freeform 175">
                    <a:extLst>
                      <a:ext uri="{FF2B5EF4-FFF2-40B4-BE49-F238E27FC236}">
                        <a16:creationId xmlns:a16="http://schemas.microsoft.com/office/drawing/2014/main" id="{21BB931F-628D-4411-A0FE-53FD73B274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" name="Freeform 176">
                    <a:extLst>
                      <a:ext uri="{FF2B5EF4-FFF2-40B4-BE49-F238E27FC236}">
                        <a16:creationId xmlns:a16="http://schemas.microsoft.com/office/drawing/2014/main" id="{280FE89F-AAD6-413A-B6D0-AC4EB56948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" name="Line 177">
                  <a:extLst>
                    <a:ext uri="{FF2B5EF4-FFF2-40B4-BE49-F238E27FC236}">
                      <a16:creationId xmlns:a16="http://schemas.microsoft.com/office/drawing/2014/main" id="{0D94297C-70C3-4666-9834-2C50C7C60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78">
                  <a:extLst>
                    <a:ext uri="{FF2B5EF4-FFF2-40B4-BE49-F238E27FC236}">
                      <a16:creationId xmlns:a16="http://schemas.microsoft.com/office/drawing/2014/main" id="{36120451-61DD-4ECA-A132-EB1D0DCF2D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0BD201EB-4352-4CF6-B858-E663322062BA}"/>
              </a:ext>
            </a:extLst>
          </p:cNvPr>
          <p:cNvGrpSpPr/>
          <p:nvPr/>
        </p:nvGrpSpPr>
        <p:grpSpPr>
          <a:xfrm>
            <a:off x="4803621" y="3129547"/>
            <a:ext cx="3864654" cy="1651928"/>
            <a:chOff x="5099834" y="1783918"/>
            <a:chExt cx="3864654" cy="1651928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574AF61F-9FFC-4070-A47C-6566E78FA385}"/>
                </a:ext>
              </a:extLst>
            </p:cNvPr>
            <p:cNvGrpSpPr/>
            <p:nvPr/>
          </p:nvGrpSpPr>
          <p:grpSpPr>
            <a:xfrm>
              <a:off x="7157167" y="1783918"/>
              <a:ext cx="932489" cy="1651928"/>
              <a:chOff x="6971138" y="991830"/>
              <a:chExt cx="932489" cy="1611295"/>
            </a:xfrm>
          </p:grpSpPr>
          <p:sp>
            <p:nvSpPr>
              <p:cNvPr id="89" name="Rectangle 23">
                <a:extLst>
                  <a:ext uri="{FF2B5EF4-FFF2-40B4-BE49-F238E27FC236}">
                    <a16:creationId xmlns:a16="http://schemas.microsoft.com/office/drawing/2014/main" id="{5FAAC415-F9D8-4EBF-8655-BE53F1550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39531" y="991830"/>
                <a:ext cx="864096" cy="1546225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90" name="Rectangle 24">
                <a:extLst>
                  <a:ext uri="{FF2B5EF4-FFF2-40B4-BE49-F238E27FC236}">
                    <a16:creationId xmlns:a16="http://schemas.microsoft.com/office/drawing/2014/main" id="{538E339E-56E2-459E-9758-B191DAF03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9065" y="1052955"/>
                <a:ext cx="839468" cy="150336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91" name="Line 25">
                <a:extLst>
                  <a:ext uri="{FF2B5EF4-FFF2-40B4-BE49-F238E27FC236}">
                    <a16:creationId xmlns:a16="http://schemas.microsoft.com/office/drawing/2014/main" id="{49803D7F-FB06-4C59-9CA0-1C0EE15A7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91126" y="1349881"/>
                <a:ext cx="8333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Text Box 26">
                <a:extLst>
                  <a:ext uri="{FF2B5EF4-FFF2-40B4-BE49-F238E27FC236}">
                    <a16:creationId xmlns:a16="http://schemas.microsoft.com/office/drawing/2014/main" id="{42DEF339-0861-42C3-A218-6B15BD93BB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71138" y="1006149"/>
                <a:ext cx="889040" cy="1596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运输层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链路层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物理层</a:t>
                </a:r>
                <a:endParaRPr lang="en-US" altLang="zh-CN" sz="1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27">
                <a:extLst>
                  <a:ext uri="{FF2B5EF4-FFF2-40B4-BE49-F238E27FC236}">
                    <a16:creationId xmlns:a16="http://schemas.microsoft.com/office/drawing/2014/main" id="{43FF3E33-5EAF-4A88-886D-DDCA79813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99064" y="1644429"/>
                <a:ext cx="833188" cy="31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28">
                <a:extLst>
                  <a:ext uri="{FF2B5EF4-FFF2-40B4-BE49-F238E27FC236}">
                    <a16:creationId xmlns:a16="http://schemas.microsoft.com/office/drawing/2014/main" id="{5F398FDD-B112-49F2-98C0-DD35741A1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10106" y="1948248"/>
                <a:ext cx="833188" cy="31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29">
                <a:extLst>
                  <a:ext uri="{FF2B5EF4-FFF2-40B4-BE49-F238E27FC236}">
                    <a16:creationId xmlns:a16="http://schemas.microsoft.com/office/drawing/2014/main" id="{04449693-ECB5-408C-A7B6-F5B92DC53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03826" y="2242741"/>
                <a:ext cx="833188" cy="31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4" name="Rectangle 176">
              <a:extLst>
                <a:ext uri="{FF2B5EF4-FFF2-40B4-BE49-F238E27FC236}">
                  <a16:creationId xmlns:a16="http://schemas.microsoft.com/office/drawing/2014/main" id="{C9B366C5-7C08-4B03-B916-2067C4C42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8781" y="1885396"/>
              <a:ext cx="661850" cy="257175"/>
            </a:xfrm>
            <a:prstGeom prst="rect">
              <a:avLst/>
            </a:pr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B08405E1-92C3-4477-A883-C5E7685389C0}"/>
                </a:ext>
              </a:extLst>
            </p:cNvPr>
            <p:cNvGrpSpPr/>
            <p:nvPr/>
          </p:nvGrpSpPr>
          <p:grpSpPr>
            <a:xfrm>
              <a:off x="6238775" y="2190851"/>
              <a:ext cx="861856" cy="257175"/>
              <a:chOff x="5834361" y="1393744"/>
              <a:chExt cx="1082560" cy="257175"/>
            </a:xfrm>
          </p:grpSpPr>
          <p:sp>
            <p:nvSpPr>
              <p:cNvPr id="86" name="Rectangle 176">
                <a:extLst>
                  <a:ext uri="{FF2B5EF4-FFF2-40B4-BE49-F238E27FC236}">
                    <a16:creationId xmlns:a16="http://schemas.microsoft.com/office/drawing/2014/main" id="{FA179776-5566-4786-8EDE-E94E4821C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4361" y="1393744"/>
                <a:ext cx="249807" cy="257175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12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ht</a:t>
                </a:r>
                <a:endParaRPr lang="zh-CN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Rectangle 176">
                <a:extLst>
                  <a:ext uri="{FF2B5EF4-FFF2-40B4-BE49-F238E27FC236}">
                    <a16:creationId xmlns:a16="http://schemas.microsoft.com/office/drawing/2014/main" id="{CA86E563-F65F-4396-9BC2-B3D8AF425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2672" y="1393744"/>
                <a:ext cx="831336" cy="257175"/>
              </a:xfrm>
              <a:prstGeom prst="rect">
                <a:avLst/>
              </a:prstGeom>
              <a:pattFill prst="smCheck">
                <a:fgClr>
                  <a:schemeClr val="bg1"/>
                </a:fgClr>
                <a:bgClr>
                  <a:schemeClr val="bg1">
                    <a:lumMod val="85000"/>
                  </a:schemeClr>
                </a:bgClr>
              </a:patt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Rectangle 176">
                <a:extLst>
                  <a:ext uri="{FF2B5EF4-FFF2-40B4-BE49-F238E27FC236}">
                    <a16:creationId xmlns:a16="http://schemas.microsoft.com/office/drawing/2014/main" id="{7EB00802-88E4-4C05-92B7-E94248461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7275" y="1393744"/>
                <a:ext cx="1079646" cy="257175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4308502-C182-408A-8526-D6CB041A238C}"/>
                </a:ext>
              </a:extLst>
            </p:cNvPr>
            <p:cNvGrpSpPr/>
            <p:nvPr/>
          </p:nvGrpSpPr>
          <p:grpSpPr>
            <a:xfrm>
              <a:off x="6037499" y="2495870"/>
              <a:ext cx="1061925" cy="257175"/>
              <a:chOff x="5583058" y="1687350"/>
              <a:chExt cx="1333863" cy="257175"/>
            </a:xfrm>
          </p:grpSpPr>
          <p:sp>
            <p:nvSpPr>
              <p:cNvPr id="83" name="Rectangle 176">
                <a:extLst>
                  <a:ext uri="{FF2B5EF4-FFF2-40B4-BE49-F238E27FC236}">
                    <a16:creationId xmlns:a16="http://schemas.microsoft.com/office/drawing/2014/main" id="{7E7C397F-1C6A-4E28-ACBD-E253CEE00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5175" y="1687350"/>
                <a:ext cx="249807" cy="257175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12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hn</a:t>
                </a:r>
                <a:endParaRPr lang="zh-CN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Rectangle 176">
                <a:extLst>
                  <a:ext uri="{FF2B5EF4-FFF2-40B4-BE49-F238E27FC236}">
                    <a16:creationId xmlns:a16="http://schemas.microsoft.com/office/drawing/2014/main" id="{3F79155F-504A-46B9-B04F-DB36B541B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2865" y="1687350"/>
                <a:ext cx="1081143" cy="257175"/>
              </a:xfrm>
              <a:prstGeom prst="rect">
                <a:avLst/>
              </a:prstGeom>
              <a:pattFill prst="lgCheck">
                <a:fgClr>
                  <a:schemeClr val="bg1"/>
                </a:fgClr>
                <a:bgClr>
                  <a:schemeClr val="bg1">
                    <a:lumMod val="85000"/>
                  </a:schemeClr>
                </a:bgClr>
              </a:patt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Rectangle 176">
                <a:extLst>
                  <a:ext uri="{FF2B5EF4-FFF2-40B4-BE49-F238E27FC236}">
                    <a16:creationId xmlns:a16="http://schemas.microsoft.com/office/drawing/2014/main" id="{F2C27EF6-339E-4072-A8E9-A4AD4B9B7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3058" y="1687350"/>
                <a:ext cx="1333863" cy="257175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ECA1555F-947D-4699-A27C-F7DE2104F457}"/>
                </a:ext>
              </a:extLst>
            </p:cNvPr>
            <p:cNvGrpSpPr/>
            <p:nvPr/>
          </p:nvGrpSpPr>
          <p:grpSpPr>
            <a:xfrm>
              <a:off x="5842147" y="2797756"/>
              <a:ext cx="1260804" cy="258407"/>
              <a:chOff x="5333251" y="1980956"/>
              <a:chExt cx="1583671" cy="258407"/>
            </a:xfrm>
          </p:grpSpPr>
          <p:sp>
            <p:nvSpPr>
              <p:cNvPr id="80" name="Rectangle 176">
                <a:extLst>
                  <a:ext uri="{FF2B5EF4-FFF2-40B4-BE49-F238E27FC236}">
                    <a16:creationId xmlns:a16="http://schemas.microsoft.com/office/drawing/2014/main" id="{AFB3D657-3032-4BBE-BBD9-36B6AA265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3251" y="1982188"/>
                <a:ext cx="249807" cy="257175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hl</a:t>
                </a:r>
                <a:endParaRPr lang="zh-CN" altLang="zh-CN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Rectangle 176">
                <a:extLst>
                  <a:ext uri="{FF2B5EF4-FFF2-40B4-BE49-F238E27FC236}">
                    <a16:creationId xmlns:a16="http://schemas.microsoft.com/office/drawing/2014/main" id="{BF651864-7C1A-4894-A50A-8115FFCCF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3058" y="1982188"/>
                <a:ext cx="1330950" cy="257175"/>
              </a:xfrm>
              <a:prstGeom prst="rect">
                <a:avLst/>
              </a:prstGeom>
              <a:pattFill prst="solidDmnd">
                <a:fgClr>
                  <a:schemeClr val="bg1"/>
                </a:fgClr>
                <a:bgClr>
                  <a:schemeClr val="bg1">
                    <a:lumMod val="85000"/>
                  </a:schemeClr>
                </a:bgClr>
              </a:pattFill>
              <a:ln w="9525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Rectangle 176">
                <a:extLst>
                  <a:ext uri="{FF2B5EF4-FFF2-40B4-BE49-F238E27FC236}">
                    <a16:creationId xmlns:a16="http://schemas.microsoft.com/office/drawing/2014/main" id="{E86C5095-7930-45C6-B7CF-1B0AEDA0A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3252" y="1980956"/>
                <a:ext cx="1583670" cy="257175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8" name="Rectangle 176">
              <a:extLst>
                <a:ext uri="{FF2B5EF4-FFF2-40B4-BE49-F238E27FC236}">
                  <a16:creationId xmlns:a16="http://schemas.microsoft.com/office/drawing/2014/main" id="{93CB7D3A-5309-4190-BEE9-A08F08277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8586" y="1885395"/>
              <a:ext cx="664169" cy="257175"/>
            </a:xfrm>
            <a:prstGeom prst="rect">
              <a:avLst/>
            </a:prstGeom>
            <a:pattFill prst="pct10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176">
              <a:extLst>
                <a:ext uri="{FF2B5EF4-FFF2-40B4-BE49-F238E27FC236}">
                  <a16:creationId xmlns:a16="http://schemas.microsoft.com/office/drawing/2014/main" id="{0194223F-3938-42D8-824A-D02A0841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4187" y="3106539"/>
              <a:ext cx="1260804" cy="257175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bg1">
                  <a:lumMod val="85000"/>
                </a:schemeClr>
              </a:bgClr>
            </a:pattFill>
            <a:ln w="254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166">
              <a:extLst>
                <a:ext uri="{FF2B5EF4-FFF2-40B4-BE49-F238E27FC236}">
                  <a16:creationId xmlns:a16="http://schemas.microsoft.com/office/drawing/2014/main" id="{60018D68-824F-4497-AC03-563BFEA32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4398" y="2864671"/>
              <a:ext cx="646331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1200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端系统</a:t>
              </a:r>
              <a:endParaRPr lang="en-US" altLang="zh-CN" sz="1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E0AC39E0-7FEA-4520-A93F-5A57389F4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4805" y="1792380"/>
              <a:ext cx="360362" cy="1577975"/>
            </a:xfrm>
            <a:custGeom>
              <a:avLst/>
              <a:gdLst>
                <a:gd name="T0" fmla="*/ 2147483647 w 267"/>
                <a:gd name="T1" fmla="*/ 2147483647 h 1186"/>
                <a:gd name="T2" fmla="*/ 0 w 267"/>
                <a:gd name="T3" fmla="*/ 0 h 1186"/>
                <a:gd name="T4" fmla="*/ 0 w 267"/>
                <a:gd name="T5" fmla="*/ 2147483647 h 1186"/>
                <a:gd name="T6" fmla="*/ 2147483647 w 267"/>
                <a:gd name="T7" fmla="*/ 2147483647 h 1186"/>
                <a:gd name="T8" fmla="*/ 2147483647 w 267"/>
                <a:gd name="T9" fmla="*/ 2147483647 h 1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7"/>
                <a:gd name="T16" fmla="*/ 0 h 1186"/>
                <a:gd name="T17" fmla="*/ 267 w 267"/>
                <a:gd name="T18" fmla="*/ 1186 h 1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7" h="1186">
                  <a:moveTo>
                    <a:pt x="254" y="466"/>
                  </a:moveTo>
                  <a:lnTo>
                    <a:pt x="0" y="0"/>
                  </a:lnTo>
                  <a:lnTo>
                    <a:pt x="0" y="1186"/>
                  </a:lnTo>
                  <a:lnTo>
                    <a:pt x="267" y="652"/>
                  </a:lnTo>
                  <a:lnTo>
                    <a:pt x="254" y="466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" name="Group 190">
              <a:extLst>
                <a:ext uri="{FF2B5EF4-FFF2-40B4-BE49-F238E27FC236}">
                  <a16:creationId xmlns:a16="http://schemas.microsoft.com/office/drawing/2014/main" id="{287417CE-8D72-4234-AF91-52DE13172DF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8235" y="2289236"/>
              <a:ext cx="596253" cy="601935"/>
              <a:chOff x="-44" y="1473"/>
              <a:chExt cx="981" cy="1105"/>
            </a:xfrm>
          </p:grpSpPr>
          <p:pic>
            <p:nvPicPr>
              <p:cNvPr id="78" name="Picture 191" descr="desktop_computer_stylized_medium">
                <a:extLst>
                  <a:ext uri="{FF2B5EF4-FFF2-40B4-BE49-F238E27FC236}">
                    <a16:creationId xmlns:a16="http://schemas.microsoft.com/office/drawing/2014/main" id="{A209B002-8836-4C5E-9039-E3D8C56FE3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Freeform 192">
                <a:extLst>
                  <a:ext uri="{FF2B5EF4-FFF2-40B4-BE49-F238E27FC236}">
                    <a16:creationId xmlns:a16="http://schemas.microsoft.com/office/drawing/2014/main" id="{1E3F0669-15D8-48A7-AF0D-D1F54BA4A8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3" name="Rectangle 8">
              <a:extLst>
                <a:ext uri="{FF2B5EF4-FFF2-40B4-BE49-F238E27FC236}">
                  <a16:creationId xmlns:a16="http://schemas.microsoft.com/office/drawing/2014/main" id="{0B0C39C8-05D2-4E0D-9A51-C13023FFE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2641" y="1867803"/>
              <a:ext cx="543739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</a:t>
              </a:r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7B6E8845-76CE-4EFB-81FA-A81FD47D1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8519" y="2169333"/>
              <a:ext cx="723275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</a:p>
          </p:txBody>
        </p:sp>
        <p:sp>
          <p:nvSpPr>
            <p:cNvPr id="75" name="Rectangle 8">
              <a:extLst>
                <a:ext uri="{FF2B5EF4-FFF2-40B4-BE49-F238E27FC236}">
                  <a16:creationId xmlns:a16="http://schemas.microsoft.com/office/drawing/2014/main" id="{6E324B60-6438-4FC5-B921-51E51A00A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0303" y="2465618"/>
              <a:ext cx="739498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数据报</a:t>
              </a:r>
            </a:p>
          </p:txBody>
        </p:sp>
        <p:sp>
          <p:nvSpPr>
            <p:cNvPr id="76" name="Rectangle 8">
              <a:extLst>
                <a:ext uri="{FF2B5EF4-FFF2-40B4-BE49-F238E27FC236}">
                  <a16:creationId xmlns:a16="http://schemas.microsoft.com/office/drawing/2014/main" id="{1C409B6D-4EA5-4A74-9DE2-CB7BB1669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8602" y="2775383"/>
              <a:ext cx="364202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</a:t>
              </a:r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536D7FE3-9E1D-43C7-8059-594C0DBC4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9834" y="3106539"/>
              <a:ext cx="750526" cy="30777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</p:grpSp>
      <p:sp>
        <p:nvSpPr>
          <p:cNvPr id="96" name="灯片编号占位符 2">
            <a:extLst>
              <a:ext uri="{FF2B5EF4-FFF2-40B4-BE49-F238E27FC236}">
                <a16:creationId xmlns:a16="http://schemas.microsoft.com/office/drawing/2014/main" id="{FA428B29-C5E1-471D-AEC9-42C17D72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AutoShape 5">
            <a:extLst>
              <a:ext uri="{FF2B5EF4-FFF2-40B4-BE49-F238E27FC236}">
                <a16:creationId xmlns:a16="http://schemas.microsoft.com/office/drawing/2014/main" id="{96D6B480-31D8-41CF-82DA-4CFD115B0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3268A3D-4C5A-4840-BA76-2CD7D963C7E3}"/>
              </a:ext>
            </a:extLst>
          </p:cNvPr>
          <p:cNvCxnSpPr/>
          <p:nvPr/>
        </p:nvCxnSpPr>
        <p:spPr>
          <a:xfrm flipV="1">
            <a:off x="4750283" y="3455864"/>
            <a:ext cx="0" cy="1224136"/>
          </a:xfrm>
          <a:prstGeom prst="straightConnector1">
            <a:avLst/>
          </a:prstGeom>
          <a:ln w="19050"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32A20D11-2A35-4C2F-88FE-87A1665F0B3E}"/>
              </a:ext>
            </a:extLst>
          </p:cNvPr>
          <p:cNvSpPr txBox="1"/>
          <p:nvPr/>
        </p:nvSpPr>
        <p:spPr>
          <a:xfrm>
            <a:off x="4333297" y="3498509"/>
            <a:ext cx="351587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务服供提</a:t>
            </a:r>
          </a:p>
        </p:txBody>
      </p:sp>
    </p:spTree>
    <p:extLst>
      <p:ext uri="{BB962C8B-B14F-4D97-AF65-F5344CB8AC3E}">
        <p14:creationId xmlns:p14="http://schemas.microsoft.com/office/powerpoint/2010/main" val="885578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1195A63-D2DA-4AF6-9917-8D6B0158A06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1642543" y="3773743"/>
            <a:ext cx="3073473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9E42C46-1EE4-4D71-9BB8-FD5B3BA2EFCC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1788158" y="3395140"/>
            <a:ext cx="148769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795EAD-A78E-4166-9618-8AB0F5A8AE71}"/>
              </a:ext>
            </a:extLst>
          </p:cNvPr>
          <p:cNvGrpSpPr/>
          <p:nvPr/>
        </p:nvGrpSpPr>
        <p:grpSpPr>
          <a:xfrm>
            <a:off x="323528" y="1779662"/>
            <a:ext cx="1614488" cy="2465784"/>
            <a:chOff x="323528" y="1779662"/>
            <a:chExt cx="1614488" cy="2465784"/>
          </a:xfrm>
        </p:grpSpPr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365200" y="1779662"/>
              <a:ext cx="1572816" cy="2437210"/>
            </a:xfrm>
            <a:prstGeom prst="rect">
              <a:avLst/>
            </a:prstGeom>
            <a:solidFill>
              <a:srgbClr val="00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323528" y="1821333"/>
              <a:ext cx="1570434" cy="99417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应用层</a:t>
              </a: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323528" y="2884562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运输层</a:t>
              </a: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323528" y="3242940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网络层</a:t>
              </a: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323528" y="3600128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链路层</a:t>
              </a: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323528" y="3957315"/>
              <a:ext cx="1570434" cy="28813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350" dirty="0">
                  <a:solidFill>
                    <a:srgbClr val="74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物理层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379766B-57E6-4329-85A4-AB351FD9F3B0}"/>
              </a:ext>
            </a:extLst>
          </p:cNvPr>
          <p:cNvSpPr/>
          <p:nvPr/>
        </p:nvSpPr>
        <p:spPr>
          <a:xfrm>
            <a:off x="539552" y="915566"/>
            <a:ext cx="2049323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57188" indent="-179388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18315D-4B34-4D39-948E-2037844D6CB9}"/>
              </a:ext>
            </a:extLst>
          </p:cNvPr>
          <p:cNvSpPr txBox="1"/>
          <p:nvPr/>
        </p:nvSpPr>
        <p:spPr>
          <a:xfrm>
            <a:off x="2228162" y="2283718"/>
            <a:ext cx="2284260" cy="26161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Message</a:t>
            </a:r>
            <a:endParaRPr lang="zh-CN" altLang="en-US" sz="11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1DA258-B5B2-47A4-8029-287036ED33E5}"/>
              </a:ext>
            </a:extLst>
          </p:cNvPr>
          <p:cNvSpPr txBox="1"/>
          <p:nvPr/>
        </p:nvSpPr>
        <p:spPr>
          <a:xfrm>
            <a:off x="2588876" y="2864829"/>
            <a:ext cx="836332" cy="26161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message’</a:t>
            </a:r>
            <a:endParaRPr lang="zh-CN" altLang="en-US" sz="11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22CE83-95EE-4199-B42D-5D9289F181EB}"/>
              </a:ext>
            </a:extLst>
          </p:cNvPr>
          <p:cNvSpPr txBox="1"/>
          <p:nvPr/>
        </p:nvSpPr>
        <p:spPr>
          <a:xfrm>
            <a:off x="2230434" y="2864829"/>
            <a:ext cx="358441" cy="2616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 err="1"/>
              <a:t>h</a:t>
            </a:r>
            <a:r>
              <a:rPr lang="en-US" altLang="zh-CN" sz="1100" b="1" baseline="-25000" dirty="0" err="1"/>
              <a:t>t</a:t>
            </a:r>
            <a:endParaRPr lang="zh-CN" altLang="en-US" sz="1100" b="1" baseline="-250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9A78F1A-3B49-4E84-AC3C-E2E7BFA641B4}"/>
              </a:ext>
            </a:extLst>
          </p:cNvPr>
          <p:cNvCxnSpPr>
            <a:cxnSpLocks/>
          </p:cNvCxnSpPr>
          <p:nvPr/>
        </p:nvCxnSpPr>
        <p:spPr>
          <a:xfrm>
            <a:off x="2789802" y="2529254"/>
            <a:ext cx="0" cy="335575"/>
          </a:xfrm>
          <a:prstGeom prst="straightConnector1">
            <a:avLst/>
          </a:prstGeom>
          <a:ln w="1270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6B813A9-808F-48C7-AA9F-7F8424A29962}"/>
              </a:ext>
            </a:extLst>
          </p:cNvPr>
          <p:cNvSpPr txBox="1"/>
          <p:nvPr/>
        </p:nvSpPr>
        <p:spPr>
          <a:xfrm>
            <a:off x="3968696" y="2283718"/>
            <a:ext cx="543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BBA9F2E-D265-4495-8AAB-73B213178D61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 flipV="1">
            <a:off x="1938016" y="2995634"/>
            <a:ext cx="292418" cy="263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22131F-DD83-4217-A346-C27BB7D0E4D1}"/>
              </a:ext>
            </a:extLst>
          </p:cNvPr>
          <p:cNvGrpSpPr/>
          <p:nvPr/>
        </p:nvGrpSpPr>
        <p:grpSpPr>
          <a:xfrm>
            <a:off x="2933818" y="2175758"/>
            <a:ext cx="1008112" cy="468000"/>
            <a:chOff x="2933818" y="2175758"/>
            <a:chExt cx="1008112" cy="46800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F43CB665-F52C-41B5-8102-4675E24600E6}"/>
                </a:ext>
              </a:extLst>
            </p:cNvPr>
            <p:cNvCxnSpPr>
              <a:cxnSpLocks/>
            </p:cNvCxnSpPr>
            <p:nvPr/>
          </p:nvCxnSpPr>
          <p:spPr>
            <a:xfrm>
              <a:off x="3005826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7E66B9E-35C4-4F79-A69F-53C02622ADB8}"/>
                </a:ext>
              </a:extLst>
            </p:cNvPr>
            <p:cNvCxnSpPr>
              <a:cxnSpLocks/>
            </p:cNvCxnSpPr>
            <p:nvPr/>
          </p:nvCxnSpPr>
          <p:spPr>
            <a:xfrm>
              <a:off x="3867344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42C059C-EC50-4F92-BBF0-88320F99751A}"/>
                </a:ext>
              </a:extLst>
            </p:cNvPr>
            <p:cNvCxnSpPr/>
            <p:nvPr/>
          </p:nvCxnSpPr>
          <p:spPr>
            <a:xfrm>
              <a:off x="2933818" y="2303688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44852B7-333B-4AEB-B183-51B3E56FAA72}"/>
                </a:ext>
              </a:extLst>
            </p:cNvPr>
            <p:cNvCxnSpPr/>
            <p:nvPr/>
          </p:nvCxnSpPr>
          <p:spPr>
            <a:xfrm>
              <a:off x="2933818" y="2395441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268E923-3492-4D17-8DBC-2DFCA08215AE}"/>
                </a:ext>
              </a:extLst>
            </p:cNvPr>
            <p:cNvCxnSpPr/>
            <p:nvPr/>
          </p:nvCxnSpPr>
          <p:spPr>
            <a:xfrm>
              <a:off x="3797914" y="2311122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DD519F2-BB89-43E1-8E8F-0A26EC1BEB61}"/>
                </a:ext>
              </a:extLst>
            </p:cNvPr>
            <p:cNvCxnSpPr/>
            <p:nvPr/>
          </p:nvCxnSpPr>
          <p:spPr>
            <a:xfrm>
              <a:off x="3797914" y="2402875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3DCE1BC-ED30-4529-993F-2E987BACCCC3}"/>
              </a:ext>
            </a:extLst>
          </p:cNvPr>
          <p:cNvCxnSpPr>
            <a:cxnSpLocks/>
            <a:stCxn id="15" idx="3"/>
            <a:endCxn id="50" idx="1"/>
          </p:cNvCxnSpPr>
          <p:nvPr/>
        </p:nvCxnSpPr>
        <p:spPr>
          <a:xfrm>
            <a:off x="3425208" y="2995634"/>
            <a:ext cx="222560" cy="313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AA7E190-FC47-4D4D-973F-2ACFAF304D99}"/>
              </a:ext>
            </a:extLst>
          </p:cNvPr>
          <p:cNvCxnSpPr>
            <a:cxnSpLocks/>
          </p:cNvCxnSpPr>
          <p:nvPr/>
        </p:nvCxnSpPr>
        <p:spPr>
          <a:xfrm>
            <a:off x="4236413" y="3140325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098A69B-5CD3-4923-96D4-0211F96C13C4}"/>
              </a:ext>
            </a:extLst>
          </p:cNvPr>
          <p:cNvSpPr txBox="1"/>
          <p:nvPr/>
        </p:nvSpPr>
        <p:spPr>
          <a:xfrm>
            <a:off x="3628018" y="3270517"/>
            <a:ext cx="1216791" cy="261610"/>
          </a:xfrm>
          <a:prstGeom prst="rect">
            <a:avLst/>
          </a:prstGeom>
          <a:pattFill prst="smCheck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dirty="0"/>
              <a:t>Segment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91671E0-058A-4DBC-A2DD-2AB7FB227460}"/>
              </a:ext>
            </a:extLst>
          </p:cNvPr>
          <p:cNvSpPr txBox="1"/>
          <p:nvPr/>
        </p:nvSpPr>
        <p:spPr>
          <a:xfrm>
            <a:off x="3647768" y="2867966"/>
            <a:ext cx="1197045" cy="261610"/>
          </a:xfrm>
          <a:prstGeom prst="rect">
            <a:avLst/>
          </a:prstGeom>
          <a:pattFill prst="smCheck">
            <a:fgClr>
              <a:schemeClr val="accent4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Segment</a:t>
            </a:r>
            <a:endParaRPr lang="zh-CN" altLang="en-US" sz="11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F5AB5F2-54CD-4E7E-8F55-300E40F753C7}"/>
              </a:ext>
            </a:extLst>
          </p:cNvPr>
          <p:cNvSpPr txBox="1"/>
          <p:nvPr/>
        </p:nvSpPr>
        <p:spPr>
          <a:xfrm>
            <a:off x="3275856" y="3270517"/>
            <a:ext cx="358441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 err="1"/>
              <a:t>h</a:t>
            </a:r>
            <a:r>
              <a:rPr lang="en-US" altLang="zh-CN" sz="1100" b="1" baseline="-25000" dirty="0" err="1"/>
              <a:t>n</a:t>
            </a:r>
            <a:endParaRPr lang="zh-CN" altLang="en-US" sz="1100" b="1" baseline="-25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1031A33-8F8A-4B6B-93BB-011E12555AFC}"/>
              </a:ext>
            </a:extLst>
          </p:cNvPr>
          <p:cNvSpPr txBox="1"/>
          <p:nvPr/>
        </p:nvSpPr>
        <p:spPr>
          <a:xfrm>
            <a:off x="5074457" y="3269461"/>
            <a:ext cx="1572815" cy="261610"/>
          </a:xfrm>
          <a:prstGeom prst="rect">
            <a:avLst/>
          </a:prstGeom>
          <a:pattFill prst="lgCheck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Datagram</a:t>
            </a:r>
            <a:endParaRPr lang="zh-CN" altLang="en-US" sz="1100" b="1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1EFDDD2-81A2-41DE-8FF5-205EBD789DAC}"/>
              </a:ext>
            </a:extLst>
          </p:cNvPr>
          <p:cNvCxnSpPr>
            <a:cxnSpLocks/>
            <a:stCxn id="39" idx="3"/>
            <a:endCxn id="59" idx="1"/>
          </p:cNvCxnSpPr>
          <p:nvPr/>
        </p:nvCxnSpPr>
        <p:spPr>
          <a:xfrm flipV="1">
            <a:off x="4844809" y="3400266"/>
            <a:ext cx="229648" cy="105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96BEE97A-6B85-4ABD-91C1-BFAAE29D0A28}"/>
              </a:ext>
            </a:extLst>
          </p:cNvPr>
          <p:cNvSpPr txBox="1"/>
          <p:nvPr/>
        </p:nvSpPr>
        <p:spPr>
          <a:xfrm>
            <a:off x="5074457" y="3651822"/>
            <a:ext cx="1572815" cy="261610"/>
          </a:xfrm>
          <a:prstGeom prst="rect">
            <a:avLst/>
          </a:prstGeom>
          <a:pattFill prst="lgCheck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dirty="0"/>
              <a:t>Datagram</a:t>
            </a:r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233BCD7-D55B-4D43-B5A4-ED98E010BAD3}"/>
              </a:ext>
            </a:extLst>
          </p:cNvPr>
          <p:cNvCxnSpPr>
            <a:cxnSpLocks/>
          </p:cNvCxnSpPr>
          <p:nvPr/>
        </p:nvCxnSpPr>
        <p:spPr>
          <a:xfrm>
            <a:off x="5862494" y="3531071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6537A47A-CF3C-4E71-9F13-1C978832561B}"/>
              </a:ext>
            </a:extLst>
          </p:cNvPr>
          <p:cNvSpPr txBox="1"/>
          <p:nvPr/>
        </p:nvSpPr>
        <p:spPr>
          <a:xfrm>
            <a:off x="4716016" y="3650372"/>
            <a:ext cx="358441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/>
              <a:t>h</a:t>
            </a:r>
            <a:r>
              <a:rPr lang="en-US" altLang="zh-CN" sz="1100" b="1" baseline="-25000" dirty="0"/>
              <a:t>l</a:t>
            </a:r>
            <a:endParaRPr lang="zh-CN" altLang="en-US" sz="1100" b="1" baseline="-25000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8668F06-F611-4593-8A1F-227B730020EF}"/>
              </a:ext>
            </a:extLst>
          </p:cNvPr>
          <p:cNvCxnSpPr>
            <a:cxnSpLocks/>
          </p:cNvCxnSpPr>
          <p:nvPr/>
        </p:nvCxnSpPr>
        <p:spPr>
          <a:xfrm>
            <a:off x="6647272" y="3780154"/>
            <a:ext cx="228984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2F008C6F-22B1-481C-8C41-E3774441D3A3}"/>
              </a:ext>
            </a:extLst>
          </p:cNvPr>
          <p:cNvSpPr txBox="1"/>
          <p:nvPr/>
        </p:nvSpPr>
        <p:spPr>
          <a:xfrm>
            <a:off x="6846514" y="3647237"/>
            <a:ext cx="1931256" cy="261610"/>
          </a:xfrm>
          <a:prstGeom prst="rect">
            <a:avLst/>
          </a:prstGeom>
          <a:pattFill prst="solidDmnd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Frame</a:t>
            </a:r>
            <a:endParaRPr lang="zh-CN" altLang="en-US" sz="11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B8DCE6C-7AF0-4C94-9D0C-695E16ADF863}"/>
              </a:ext>
            </a:extLst>
          </p:cNvPr>
          <p:cNvSpPr txBox="1"/>
          <p:nvPr/>
        </p:nvSpPr>
        <p:spPr>
          <a:xfrm>
            <a:off x="6841120" y="4094139"/>
            <a:ext cx="1931256" cy="261610"/>
          </a:xfrm>
          <a:custGeom>
            <a:avLst/>
            <a:gdLst>
              <a:gd name="connsiteX0" fmla="*/ 0 w 1931256"/>
              <a:gd name="connsiteY0" fmla="*/ 0 h 261610"/>
              <a:gd name="connsiteX1" fmla="*/ 463501 w 1931256"/>
              <a:gd name="connsiteY1" fmla="*/ 0 h 261610"/>
              <a:gd name="connsiteX2" fmla="*/ 946315 w 1931256"/>
              <a:gd name="connsiteY2" fmla="*/ 0 h 261610"/>
              <a:gd name="connsiteX3" fmla="*/ 1429129 w 1931256"/>
              <a:gd name="connsiteY3" fmla="*/ 0 h 261610"/>
              <a:gd name="connsiteX4" fmla="*/ 1931256 w 1931256"/>
              <a:gd name="connsiteY4" fmla="*/ 0 h 261610"/>
              <a:gd name="connsiteX5" fmla="*/ 1931256 w 1931256"/>
              <a:gd name="connsiteY5" fmla="*/ 261610 h 261610"/>
              <a:gd name="connsiteX6" fmla="*/ 1448442 w 1931256"/>
              <a:gd name="connsiteY6" fmla="*/ 261610 h 261610"/>
              <a:gd name="connsiteX7" fmla="*/ 1004253 w 1931256"/>
              <a:gd name="connsiteY7" fmla="*/ 261610 h 261610"/>
              <a:gd name="connsiteX8" fmla="*/ 560064 w 1931256"/>
              <a:gd name="connsiteY8" fmla="*/ 261610 h 261610"/>
              <a:gd name="connsiteX9" fmla="*/ 0 w 1931256"/>
              <a:gd name="connsiteY9" fmla="*/ 261610 h 261610"/>
              <a:gd name="connsiteX10" fmla="*/ 0 w 1931256"/>
              <a:gd name="connsiteY10" fmla="*/ 0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1256" h="261610" fill="none" extrusionOk="0">
                <a:moveTo>
                  <a:pt x="0" y="0"/>
                </a:moveTo>
                <a:cubicBezTo>
                  <a:pt x="217372" y="-36526"/>
                  <a:pt x="247622" y="34652"/>
                  <a:pt x="463501" y="0"/>
                </a:cubicBezTo>
                <a:cubicBezTo>
                  <a:pt x="679380" y="-34652"/>
                  <a:pt x="714850" y="30851"/>
                  <a:pt x="946315" y="0"/>
                </a:cubicBezTo>
                <a:cubicBezTo>
                  <a:pt x="1177780" y="-30851"/>
                  <a:pt x="1301353" y="42208"/>
                  <a:pt x="1429129" y="0"/>
                </a:cubicBezTo>
                <a:cubicBezTo>
                  <a:pt x="1556905" y="-42208"/>
                  <a:pt x="1707592" y="2875"/>
                  <a:pt x="1931256" y="0"/>
                </a:cubicBezTo>
                <a:cubicBezTo>
                  <a:pt x="1948350" y="103173"/>
                  <a:pt x="1920910" y="166881"/>
                  <a:pt x="1931256" y="261610"/>
                </a:cubicBezTo>
                <a:cubicBezTo>
                  <a:pt x="1817971" y="265744"/>
                  <a:pt x="1591323" y="223567"/>
                  <a:pt x="1448442" y="261610"/>
                </a:cubicBezTo>
                <a:cubicBezTo>
                  <a:pt x="1305561" y="299653"/>
                  <a:pt x="1220446" y="249801"/>
                  <a:pt x="1004253" y="261610"/>
                </a:cubicBezTo>
                <a:cubicBezTo>
                  <a:pt x="788060" y="273419"/>
                  <a:pt x="771512" y="238789"/>
                  <a:pt x="560064" y="261610"/>
                </a:cubicBezTo>
                <a:cubicBezTo>
                  <a:pt x="348616" y="284431"/>
                  <a:pt x="201209" y="245656"/>
                  <a:pt x="0" y="261610"/>
                </a:cubicBezTo>
                <a:cubicBezTo>
                  <a:pt x="-1523" y="157087"/>
                  <a:pt x="8085" y="96640"/>
                  <a:pt x="0" y="0"/>
                </a:cubicBezTo>
                <a:close/>
              </a:path>
              <a:path w="1931256" h="261610" stroke="0" extrusionOk="0">
                <a:moveTo>
                  <a:pt x="0" y="0"/>
                </a:moveTo>
                <a:cubicBezTo>
                  <a:pt x="134030" y="-14184"/>
                  <a:pt x="298733" y="55613"/>
                  <a:pt x="463501" y="0"/>
                </a:cubicBezTo>
                <a:cubicBezTo>
                  <a:pt x="628269" y="-55613"/>
                  <a:pt x="788467" y="8339"/>
                  <a:pt x="888378" y="0"/>
                </a:cubicBezTo>
                <a:cubicBezTo>
                  <a:pt x="988289" y="-8339"/>
                  <a:pt x="1170528" y="17095"/>
                  <a:pt x="1409817" y="0"/>
                </a:cubicBezTo>
                <a:cubicBezTo>
                  <a:pt x="1649106" y="-17095"/>
                  <a:pt x="1770650" y="52457"/>
                  <a:pt x="1931256" y="0"/>
                </a:cubicBezTo>
                <a:cubicBezTo>
                  <a:pt x="1959600" y="117550"/>
                  <a:pt x="1912220" y="172824"/>
                  <a:pt x="1931256" y="261610"/>
                </a:cubicBezTo>
                <a:cubicBezTo>
                  <a:pt x="1812361" y="291956"/>
                  <a:pt x="1644565" y="260246"/>
                  <a:pt x="1487067" y="261610"/>
                </a:cubicBezTo>
                <a:cubicBezTo>
                  <a:pt x="1329569" y="262974"/>
                  <a:pt x="1165640" y="248468"/>
                  <a:pt x="1042878" y="261610"/>
                </a:cubicBezTo>
                <a:cubicBezTo>
                  <a:pt x="920116" y="274752"/>
                  <a:pt x="769246" y="240932"/>
                  <a:pt x="521439" y="261610"/>
                </a:cubicBezTo>
                <a:cubicBezTo>
                  <a:pt x="273632" y="282288"/>
                  <a:pt x="131997" y="261252"/>
                  <a:pt x="0" y="261610"/>
                </a:cubicBezTo>
                <a:cubicBezTo>
                  <a:pt x="-5194" y="170871"/>
                  <a:pt x="16048" y="125930"/>
                  <a:pt x="0" y="0"/>
                </a:cubicBezTo>
                <a:close/>
              </a:path>
            </a:pathLst>
          </a:cu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/>
              <a:t>bits~01010111001110……</a:t>
            </a:r>
            <a:endParaRPr lang="zh-CN" altLang="en-US" sz="1100" b="1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0113462-DFF8-490C-911A-B07B879093E1}"/>
              </a:ext>
            </a:extLst>
          </p:cNvPr>
          <p:cNvCxnSpPr>
            <a:cxnSpLocks/>
          </p:cNvCxnSpPr>
          <p:nvPr/>
        </p:nvCxnSpPr>
        <p:spPr>
          <a:xfrm>
            <a:off x="7633208" y="3957315"/>
            <a:ext cx="0" cy="1301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">
            <a:extLst>
              <a:ext uri="{FF2B5EF4-FFF2-40B4-BE49-F238E27FC236}">
                <a16:creationId xmlns:a16="http://schemas.microsoft.com/office/drawing/2014/main" id="{C0E234A7-19EE-4BC8-8EE1-E8AA468C4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7256" y="2258564"/>
            <a:ext cx="1375236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Rectangle 8">
            <a:extLst>
              <a:ext uri="{FF2B5EF4-FFF2-40B4-BE49-F238E27FC236}">
                <a16:creationId xmlns:a16="http://schemas.microsoft.com/office/drawing/2014/main" id="{BFA882BF-FA49-4859-82F7-BE03A947A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372" y="2834119"/>
            <a:ext cx="2232897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(20~1480 bytes )</a:t>
            </a:r>
            <a:endParaRPr lang="zh-CN" altLang="en-US" sz="14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Rectangle 8">
            <a:extLst>
              <a:ext uri="{FF2B5EF4-FFF2-40B4-BE49-F238E27FC236}">
                <a16:creationId xmlns:a16="http://schemas.microsoft.com/office/drawing/2014/main" id="{AFC7DDD5-8E70-4140-9BCC-F5DE18F28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906" y="3233116"/>
            <a:ext cx="1918154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数据报：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~1500Bytes</a:t>
            </a:r>
            <a:endParaRPr lang="zh-CN" altLang="en-US" sz="14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8">
            <a:extLst>
              <a:ext uri="{FF2B5EF4-FFF2-40B4-BE49-F238E27FC236}">
                <a16:creationId xmlns:a16="http://schemas.microsoft.com/office/drawing/2014/main" id="{1138597C-B1A3-4BCE-9A00-2521F130A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4302" y="3628727"/>
            <a:ext cx="364202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</a:t>
            </a:r>
          </a:p>
        </p:txBody>
      </p:sp>
      <p:sp>
        <p:nvSpPr>
          <p:cNvPr id="87" name="Rectangle 8">
            <a:extLst>
              <a:ext uri="{FF2B5EF4-FFF2-40B4-BE49-F238E27FC236}">
                <a16:creationId xmlns:a16="http://schemas.microsoft.com/office/drawing/2014/main" id="{FB12E4D6-537A-472F-86E6-D08D14A65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176" y="4100688"/>
            <a:ext cx="750526" cy="307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比特流</a:t>
            </a:r>
          </a:p>
        </p:txBody>
      </p:sp>
      <p:sp>
        <p:nvSpPr>
          <p:cNvPr id="43" name="Rectangle 13">
            <a:extLst>
              <a:ext uri="{FF2B5EF4-FFF2-40B4-BE49-F238E27FC236}">
                <a16:creationId xmlns:a16="http://schemas.microsoft.com/office/drawing/2014/main" id="{D98F9B30-9066-4240-898B-034E25444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93" y="4370896"/>
            <a:ext cx="139583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TCP/IP: 5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层体系</a:t>
            </a:r>
          </a:p>
        </p:txBody>
      </p:sp>
      <p:sp>
        <p:nvSpPr>
          <p:cNvPr id="44" name="灯片编号占位符 2">
            <a:extLst>
              <a:ext uri="{FF2B5EF4-FFF2-40B4-BE49-F238E27FC236}">
                <a16:creationId xmlns:a16="http://schemas.microsoft.com/office/drawing/2014/main" id="{5113108A-18E6-49D4-90FC-ED8EE093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73CB0171-31E2-48AE-85B9-2ECD093A4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377CA04-D138-41F4-AB6D-A2213207E684}"/>
              </a:ext>
            </a:extLst>
          </p:cNvPr>
          <p:cNvSpPr/>
          <p:nvPr/>
        </p:nvSpPr>
        <p:spPr>
          <a:xfrm>
            <a:off x="2693284" y="915566"/>
            <a:ext cx="274281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Encapsulation 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2">
            <a:extLst>
              <a:ext uri="{FF2B5EF4-FFF2-40B4-BE49-F238E27FC236}">
                <a16:creationId xmlns:a16="http://schemas.microsoft.com/office/drawing/2014/main" id="{7BB1A786-6B5E-4E33-98ED-BE5D898E8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172737" cy="4051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知识回顾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9240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effectLst/>
              </a:rPr>
              <a:t>Figure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Today</a:t>
            </a:r>
            <a:endParaRPr lang="zh-CN" altLang="en-US" dirty="0">
              <a:effectLst/>
            </a:endParaRP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5FA332EB-714D-4494-83C3-8378750A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C7F7C7E9-A7FB-402F-BBD5-8E6FF064E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66843B5-3B65-458C-9D37-5CC42E1A5774}"/>
              </a:ext>
            </a:extLst>
          </p:cNvPr>
          <p:cNvSpPr txBox="1">
            <a:spLocks/>
          </p:cNvSpPr>
          <p:nvPr/>
        </p:nvSpPr>
        <p:spPr>
          <a:xfrm>
            <a:off x="3861485" y="4348317"/>
            <a:ext cx="3456384" cy="405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2016 ACM Turing Award </a:t>
            </a:r>
            <a:endParaRPr lang="zh-CN" altLang="en-US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桌子上放着碗&#10;&#10;描述已自动生成">
            <a:extLst>
              <a:ext uri="{FF2B5EF4-FFF2-40B4-BE49-F238E27FC236}">
                <a16:creationId xmlns:a16="http://schemas.microsoft.com/office/drawing/2014/main" id="{A58758DD-2F92-4F92-ACD4-4032566997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827" y="2076755"/>
            <a:ext cx="1872208" cy="936104"/>
          </a:xfrm>
          <a:prstGeom prst="rect">
            <a:avLst/>
          </a:prstGeom>
        </p:spPr>
      </p:pic>
      <p:pic>
        <p:nvPicPr>
          <p:cNvPr id="4" name="图片 3" descr="屏幕上的男人&#10;&#10;描述已自动生成">
            <a:extLst>
              <a:ext uri="{FF2B5EF4-FFF2-40B4-BE49-F238E27FC236}">
                <a16:creationId xmlns:a16="http://schemas.microsoft.com/office/drawing/2014/main" id="{1900E6F9-7573-4DEC-BED7-C5FE2BD5C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275606"/>
            <a:ext cx="4140968" cy="2226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07B0A05-361D-471B-BB4E-58C1A73EE3AB}"/>
              </a:ext>
            </a:extLst>
          </p:cNvPr>
          <p:cNvSpPr/>
          <p:nvPr/>
        </p:nvSpPr>
        <p:spPr>
          <a:xfrm>
            <a:off x="2340294" y="3867894"/>
            <a:ext cx="233070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Sir Tim Berners-Lee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9891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effectLst/>
              </a:rPr>
              <a:t>第二章 应用层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975644" y="1118393"/>
            <a:ext cx="5192712" cy="3751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本章内容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应用层协议原理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Web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文件传输协议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(v7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删减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2.3/4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因特网中的电子邮件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2.4/5 DNS: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因特网的目录服务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2.5/6 P2P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文件分发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视频流和内容分发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(v7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2.7 TCP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套接字编程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</p:txBody>
      </p:sp>
      <p:pic>
        <p:nvPicPr>
          <p:cNvPr id="8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18393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395D4A1F-B192-49FD-8DE3-ED7A4B53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CD0E70D-33EB-4C0B-94E9-9A5181FE1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761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effectLst/>
              </a:rPr>
              <a:t>第二章 应用层</a:t>
            </a:r>
          </a:p>
        </p:txBody>
      </p:sp>
      <p:sp>
        <p:nvSpPr>
          <p:cNvPr id="311299" name="Oval 3"/>
          <p:cNvSpPr>
            <a:spLocks noChangeArrowheads="1"/>
          </p:cNvSpPr>
          <p:nvPr/>
        </p:nvSpPr>
        <p:spPr bwMode="auto">
          <a:xfrm>
            <a:off x="683568" y="1071708"/>
            <a:ext cx="134541" cy="13454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1350"/>
          </a:p>
        </p:txBody>
      </p:sp>
      <p:sp>
        <p:nvSpPr>
          <p:cNvPr id="32775" name="Rectangle 4"/>
          <p:cNvSpPr>
            <a:spLocks noChangeArrowheads="1"/>
          </p:cNvSpPr>
          <p:nvPr/>
        </p:nvSpPr>
        <p:spPr bwMode="auto">
          <a:xfrm>
            <a:off x="887376" y="949669"/>
            <a:ext cx="3252576" cy="37861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Applications on the Internet</a:t>
            </a:r>
          </a:p>
        </p:txBody>
      </p:sp>
      <p:sp>
        <p:nvSpPr>
          <p:cNvPr id="32781" name="Rectangle 32"/>
          <p:cNvSpPr>
            <a:spLocks noChangeArrowheads="1"/>
          </p:cNvSpPr>
          <p:nvPr/>
        </p:nvSpPr>
        <p:spPr bwMode="auto">
          <a:xfrm>
            <a:off x="5718420" y="3902694"/>
            <a:ext cx="809625" cy="486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pic>
        <p:nvPicPr>
          <p:cNvPr id="32782" name="Picture 49" descr="u=2003976039,1115887494&amp;fm=21&amp;gp=0"/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684" y="2854258"/>
            <a:ext cx="567222" cy="56722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88" name="AutoShape 69" descr="u=3458085429,3978921745&amp;fm=90&amp;gp=0"/>
          <p:cNvSpPr>
            <a:spLocks noChangeAspect="1" noChangeArrowheads="1"/>
          </p:cNvSpPr>
          <p:nvPr/>
        </p:nvSpPr>
        <p:spPr bwMode="auto">
          <a:xfrm>
            <a:off x="4314056" y="278129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32789" name="Picture 71" descr="bd3eb13533fa828b97c0d60efc1f4134960a5a7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943" y="3820995"/>
            <a:ext cx="954664" cy="79477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90" name="AutoShape 75" descr="u=4073654142,98243481&amp;fm=21&amp;gp=0"/>
          <p:cNvSpPr>
            <a:spLocks noChangeAspect="1" noChangeArrowheads="1"/>
          </p:cNvSpPr>
          <p:nvPr/>
        </p:nvSpPr>
        <p:spPr bwMode="auto">
          <a:xfrm>
            <a:off x="4314056" y="278129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792" name="AutoShape 82" descr="u=3991415039,2801905331&amp;fm=21&amp;gp=0"/>
          <p:cNvSpPr>
            <a:spLocks noChangeAspect="1" noChangeArrowheads="1"/>
          </p:cNvSpPr>
          <p:nvPr/>
        </p:nvSpPr>
        <p:spPr bwMode="auto">
          <a:xfrm>
            <a:off x="4314056" y="278129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793" name="AutoShape 84" descr="u=3991415039,2801905331&amp;fm=21&amp;gp=0"/>
          <p:cNvSpPr>
            <a:spLocks noChangeAspect="1" noChangeArrowheads="1"/>
          </p:cNvSpPr>
          <p:nvPr/>
        </p:nvSpPr>
        <p:spPr bwMode="auto">
          <a:xfrm>
            <a:off x="4314056" y="278129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E06138E-BCA8-41F4-B1D3-DB3B8A3AA3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691" y="1815741"/>
            <a:ext cx="981309" cy="7278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 descr="卡通人物&#10;&#10;描述已自动生成">
            <a:extLst>
              <a:ext uri="{FF2B5EF4-FFF2-40B4-BE49-F238E27FC236}">
                <a16:creationId xmlns:a16="http://schemas.microsoft.com/office/drawing/2014/main" id="{3BD4DFC5-6AAE-41C9-8FCC-E4527D65D7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157" y="1751117"/>
            <a:ext cx="648375" cy="6483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 descr="卡通画&#10;&#10;描述已自动生成">
            <a:extLst>
              <a:ext uri="{FF2B5EF4-FFF2-40B4-BE49-F238E27FC236}">
                <a16:creationId xmlns:a16="http://schemas.microsoft.com/office/drawing/2014/main" id="{914988B2-CDAE-43A1-8242-5250AA9DB7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155" y="1888261"/>
            <a:ext cx="496479" cy="5043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 descr="卡通画&#10;&#10;描述已自动生成">
            <a:extLst>
              <a:ext uri="{FF2B5EF4-FFF2-40B4-BE49-F238E27FC236}">
                <a16:creationId xmlns:a16="http://schemas.microsoft.com/office/drawing/2014/main" id="{FA4B18C3-676B-4EB3-A29F-FC5764C2A3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057" y="1815741"/>
            <a:ext cx="590385" cy="6046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 descr="卡通人物&#10;&#10;描述已自动生成">
            <a:extLst>
              <a:ext uri="{FF2B5EF4-FFF2-40B4-BE49-F238E27FC236}">
                <a16:creationId xmlns:a16="http://schemas.microsoft.com/office/drawing/2014/main" id="{A41282B8-8D0B-4332-9B32-5944BCCD82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798" y="2854258"/>
            <a:ext cx="954664" cy="7173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 descr="卡通人物&#10;&#10;描述已自动生成">
            <a:extLst>
              <a:ext uri="{FF2B5EF4-FFF2-40B4-BE49-F238E27FC236}">
                <a16:creationId xmlns:a16="http://schemas.microsoft.com/office/drawing/2014/main" id="{5F84E3FC-CD41-46CF-84A9-0BB029C3BF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593" y="2767179"/>
            <a:ext cx="891504" cy="8915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 descr="卡通人物&#10;&#10;描述已自动生成">
            <a:extLst>
              <a:ext uri="{FF2B5EF4-FFF2-40B4-BE49-F238E27FC236}">
                <a16:creationId xmlns:a16="http://schemas.microsoft.com/office/drawing/2014/main" id="{D3763657-18EA-4708-9414-1943C05517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057" y="2874204"/>
            <a:ext cx="650727" cy="5822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5" name="图片 24" descr="卡通人物&#10;&#10;描述已自动生成">
            <a:extLst>
              <a:ext uri="{FF2B5EF4-FFF2-40B4-BE49-F238E27FC236}">
                <a16:creationId xmlns:a16="http://schemas.microsoft.com/office/drawing/2014/main" id="{1D39605C-3E3C-4EC8-8B2E-67050EACCF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112" y="3813571"/>
            <a:ext cx="736463" cy="7481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7" name="图片 26" descr="图片包含 游戏机, 食物, 画&#10;&#10;描述已自动生成">
            <a:extLst>
              <a:ext uri="{FF2B5EF4-FFF2-40B4-BE49-F238E27FC236}">
                <a16:creationId xmlns:a16="http://schemas.microsoft.com/office/drawing/2014/main" id="{8CD8DB67-8574-4B47-B8E3-097C5474234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884" y="3813571"/>
            <a:ext cx="630944" cy="6783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3" name="图片 32" descr="图片包含 游戏机&#10;&#10;描述已自动生成">
            <a:extLst>
              <a:ext uri="{FF2B5EF4-FFF2-40B4-BE49-F238E27FC236}">
                <a16:creationId xmlns:a16="http://schemas.microsoft.com/office/drawing/2014/main" id="{94C281EE-FC48-4FF7-81AD-E3267C08C60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379" y="1792684"/>
            <a:ext cx="736464" cy="650726"/>
          </a:xfrm>
          <a:prstGeom prst="rect">
            <a:avLst/>
          </a:prstGeom>
        </p:spPr>
      </p:pic>
      <p:pic>
        <p:nvPicPr>
          <p:cNvPr id="35" name="图片 34" descr="图片包含 游戏机, 画&#10;&#10;描述已自动生成">
            <a:extLst>
              <a:ext uri="{FF2B5EF4-FFF2-40B4-BE49-F238E27FC236}">
                <a16:creationId xmlns:a16="http://schemas.microsoft.com/office/drawing/2014/main" id="{47A6A42F-1022-402B-8006-DBB29910A7E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589" y="2854258"/>
            <a:ext cx="650727" cy="6507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4638FBFC-D9F9-45B2-853E-EEEF1A9F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0753180C-5FF0-4A6D-B88C-4C6C387D4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354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1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effectLst/>
              </a:rPr>
              <a:t>第二章 应用层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763688" y="987574"/>
            <a:ext cx="5192712" cy="4032448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网络应用协议的基本概念和实现方法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应用程序依赖什么样的网络传输服务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网络应用程序的体系结构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学习了解典型的应用层协议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SMTP/POP3/IMAP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如何开发网络应用程序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 Socket Programing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7" descr="rad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88203"/>
            <a:ext cx="936104" cy="9234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B46D4AE7-EEBC-4F20-852C-B6074609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7D8117A4-8A39-4928-BADF-201CBDF68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670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FD3349-680C-4CF2-97C3-99F7E32296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2.1 </a:t>
            </a:r>
            <a:r>
              <a:rPr lang="zh-CN" altLang="en-US" sz="2400" dirty="0"/>
              <a:t>应用层协议原理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0BA65E-9DC7-4D53-ABE6-7327D6A5B20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dirty="0"/>
              <a:t>2.2 Web</a:t>
            </a:r>
            <a:r>
              <a:rPr lang="zh-CN" altLang="en-US" sz="2400" dirty="0"/>
              <a:t>和</a:t>
            </a:r>
            <a:r>
              <a:rPr lang="en-US" altLang="zh-CN" sz="2400" dirty="0"/>
              <a:t>HTTP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29602FBC-0B9B-49CA-BB6F-8BBC13F2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9E65583-07B4-4708-8964-FD36FA06D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643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619672" y="1157148"/>
            <a:ext cx="5192712" cy="3286810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网络应用程序的体系结构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进程之间的通信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可供应用层使用的运输服务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2.1.4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因特网提供的运输服务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2.1.5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应用层协议概况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32756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4CB4E263-2B2F-4D7B-AFE5-65F6481B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06677FC4-3918-403A-9582-A21C4CFA5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32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42854" y="983709"/>
            <a:ext cx="4001039" cy="3763677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网络应用程序的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工作范围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部署在不同的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通过网络进行通信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browser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Firefox/IE/Chrome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web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Apache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在端系统上开发部署应用程序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可快速地研发、部署和推广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网络核心设施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不运行面向终端用户的应用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只专注于网络数据的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0" name="Freeform 917">
            <a:extLst>
              <a:ext uri="{FF2B5EF4-FFF2-40B4-BE49-F238E27FC236}">
                <a16:creationId xmlns:a16="http://schemas.microsoft.com/office/drawing/2014/main" id="{308E34C6-96FC-45C5-9EF8-F5EA0BB4AD84}"/>
              </a:ext>
            </a:extLst>
          </p:cNvPr>
          <p:cNvSpPr>
            <a:spLocks/>
          </p:cNvSpPr>
          <p:nvPr/>
        </p:nvSpPr>
        <p:spPr bwMode="auto">
          <a:xfrm flipH="1">
            <a:off x="8425059" y="2440901"/>
            <a:ext cx="327621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云形 5">
            <a:extLst>
              <a:ext uri="{FF2B5EF4-FFF2-40B4-BE49-F238E27FC236}">
                <a16:creationId xmlns:a16="http://schemas.microsoft.com/office/drawing/2014/main" id="{345875A0-3366-4D89-BD51-17E6CE4DD30C}"/>
              </a:ext>
            </a:extLst>
          </p:cNvPr>
          <p:cNvSpPr/>
          <p:nvPr/>
        </p:nvSpPr>
        <p:spPr>
          <a:xfrm>
            <a:off x="5730155" y="3219541"/>
            <a:ext cx="1280912" cy="85571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Line 913"/>
          <p:cNvSpPr>
            <a:spLocks noChangeShapeType="1"/>
          </p:cNvSpPr>
          <p:nvPr/>
        </p:nvSpPr>
        <p:spPr bwMode="auto">
          <a:xfrm>
            <a:off x="5454344" y="2511705"/>
            <a:ext cx="2280654" cy="0"/>
          </a:xfrm>
          <a:prstGeom prst="line">
            <a:avLst/>
          </a:prstGeom>
          <a:noFill/>
          <a:ln w="47625">
            <a:solidFill>
              <a:srgbClr val="CC0000"/>
            </a:solidFill>
            <a:prstDash val="sysDash"/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89" name="Freeform 917">
            <a:extLst>
              <a:ext uri="{FF2B5EF4-FFF2-40B4-BE49-F238E27FC236}">
                <a16:creationId xmlns:a16="http://schemas.microsoft.com/office/drawing/2014/main" id="{4786022E-70C3-4454-8B64-FECA97AB9641}"/>
              </a:ext>
            </a:extLst>
          </p:cNvPr>
          <p:cNvSpPr>
            <a:spLocks/>
          </p:cNvSpPr>
          <p:nvPr/>
        </p:nvSpPr>
        <p:spPr bwMode="auto">
          <a:xfrm>
            <a:off x="4467832" y="2452374"/>
            <a:ext cx="276595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8E5BC7-46B6-40F8-843C-09E413C645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837" y="1840516"/>
            <a:ext cx="878873" cy="6210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90" name="图片 789">
            <a:extLst>
              <a:ext uri="{FF2B5EF4-FFF2-40B4-BE49-F238E27FC236}">
                <a16:creationId xmlns:a16="http://schemas.microsoft.com/office/drawing/2014/main" id="{BEDC0FBD-AB66-4A30-9DFC-6A4940691C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334" y="1851670"/>
            <a:ext cx="692149" cy="51334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800" name="Group 190">
            <a:extLst>
              <a:ext uri="{FF2B5EF4-FFF2-40B4-BE49-F238E27FC236}">
                <a16:creationId xmlns:a16="http://schemas.microsoft.com/office/drawing/2014/main" id="{17433746-CD4C-4F1F-9738-F03851E5511B}"/>
              </a:ext>
            </a:extLst>
          </p:cNvPr>
          <p:cNvGrpSpPr>
            <a:grpSpLocks/>
          </p:cNvGrpSpPr>
          <p:nvPr/>
        </p:nvGrpSpPr>
        <p:grpSpPr bwMode="auto">
          <a:xfrm>
            <a:off x="4054008" y="3235789"/>
            <a:ext cx="623698" cy="669219"/>
            <a:chOff x="-44" y="1473"/>
            <a:chExt cx="981" cy="1105"/>
          </a:xfrm>
        </p:grpSpPr>
        <p:pic>
          <p:nvPicPr>
            <p:cNvPr id="801" name="Picture 191" descr="desktop_computer_stylized_medium">
              <a:extLst>
                <a:ext uri="{FF2B5EF4-FFF2-40B4-BE49-F238E27FC236}">
                  <a16:creationId xmlns:a16="http://schemas.microsoft.com/office/drawing/2014/main" id="{2FE47488-114B-4C14-9FB8-251C26A6F6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2" name="Freeform 192">
              <a:extLst>
                <a:ext uri="{FF2B5EF4-FFF2-40B4-BE49-F238E27FC236}">
                  <a16:creationId xmlns:a16="http://schemas.microsoft.com/office/drawing/2014/main" id="{70C688DD-6B23-4E59-B0D1-E09F8A91142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91" name="组合 390">
            <a:extLst>
              <a:ext uri="{FF2B5EF4-FFF2-40B4-BE49-F238E27FC236}">
                <a16:creationId xmlns:a16="http://schemas.microsoft.com/office/drawing/2014/main" id="{B4BCD1F1-3A5F-49E5-BBBB-281910FCEA2B}"/>
              </a:ext>
            </a:extLst>
          </p:cNvPr>
          <p:cNvGrpSpPr/>
          <p:nvPr/>
        </p:nvGrpSpPr>
        <p:grpSpPr>
          <a:xfrm>
            <a:off x="4762031" y="2452374"/>
            <a:ext cx="632452" cy="887472"/>
            <a:chOff x="5613719" y="2052467"/>
            <a:chExt cx="568865" cy="79824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2147373-68D2-4055-976C-E01715999707}"/>
                </a:ext>
              </a:extLst>
            </p:cNvPr>
            <p:cNvSpPr/>
            <p:nvPr/>
          </p:nvSpPr>
          <p:spPr>
            <a:xfrm>
              <a:off x="5613719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803" name="矩形 802">
              <a:extLst>
                <a:ext uri="{FF2B5EF4-FFF2-40B4-BE49-F238E27FC236}">
                  <a16:creationId xmlns:a16="http://schemas.microsoft.com/office/drawing/2014/main" id="{989428E9-4815-4D24-871A-9BD6887B7C37}"/>
                </a:ext>
              </a:extLst>
            </p:cNvPr>
            <p:cNvSpPr/>
            <p:nvPr/>
          </p:nvSpPr>
          <p:spPr>
            <a:xfrm>
              <a:off x="5613719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805" name="矩形 804">
              <a:extLst>
                <a:ext uri="{FF2B5EF4-FFF2-40B4-BE49-F238E27FC236}">
                  <a16:creationId xmlns:a16="http://schemas.microsoft.com/office/drawing/2014/main" id="{BC7548B3-EEA9-42A3-AD45-81C59DC8B0FC}"/>
                </a:ext>
              </a:extLst>
            </p:cNvPr>
            <p:cNvSpPr/>
            <p:nvPr/>
          </p:nvSpPr>
          <p:spPr>
            <a:xfrm>
              <a:off x="5613719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807" name="矩形 806">
              <a:extLst>
                <a:ext uri="{FF2B5EF4-FFF2-40B4-BE49-F238E27FC236}">
                  <a16:creationId xmlns:a16="http://schemas.microsoft.com/office/drawing/2014/main" id="{D6CD1C88-07A3-4DC4-8986-EE4105F50E37}"/>
                </a:ext>
              </a:extLst>
            </p:cNvPr>
            <p:cNvSpPr/>
            <p:nvPr/>
          </p:nvSpPr>
          <p:spPr>
            <a:xfrm>
              <a:off x="5613719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808" name="矩形 807">
              <a:extLst>
                <a:ext uri="{FF2B5EF4-FFF2-40B4-BE49-F238E27FC236}">
                  <a16:creationId xmlns:a16="http://schemas.microsoft.com/office/drawing/2014/main" id="{7B8B7F75-5041-4CA8-8F97-C73B1059C81B}"/>
                </a:ext>
              </a:extLst>
            </p:cNvPr>
            <p:cNvSpPr/>
            <p:nvPr/>
          </p:nvSpPr>
          <p:spPr>
            <a:xfrm>
              <a:off x="5613719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394" name="组合 393">
            <a:extLst>
              <a:ext uri="{FF2B5EF4-FFF2-40B4-BE49-F238E27FC236}">
                <a16:creationId xmlns:a16="http://schemas.microsoft.com/office/drawing/2014/main" id="{01BB436F-7E76-4511-A9AE-5E069FE01CA2}"/>
              </a:ext>
            </a:extLst>
          </p:cNvPr>
          <p:cNvGrpSpPr/>
          <p:nvPr/>
        </p:nvGrpSpPr>
        <p:grpSpPr>
          <a:xfrm>
            <a:off x="6650838" y="2896438"/>
            <a:ext cx="632452" cy="530026"/>
            <a:chOff x="7029840" y="3000090"/>
            <a:chExt cx="568865" cy="476737"/>
          </a:xfrm>
        </p:grpSpPr>
        <p:sp>
          <p:nvSpPr>
            <p:cNvPr id="809" name="矩形 808">
              <a:extLst>
                <a:ext uri="{FF2B5EF4-FFF2-40B4-BE49-F238E27FC236}">
                  <a16:creationId xmlns:a16="http://schemas.microsoft.com/office/drawing/2014/main" id="{09EB50E4-1639-4AB1-A662-DB0A5315D2E6}"/>
                </a:ext>
              </a:extLst>
            </p:cNvPr>
            <p:cNvSpPr/>
            <p:nvPr/>
          </p:nvSpPr>
          <p:spPr>
            <a:xfrm>
              <a:off x="7029840" y="3000090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810" name="矩形 809">
              <a:extLst>
                <a:ext uri="{FF2B5EF4-FFF2-40B4-BE49-F238E27FC236}">
                  <a16:creationId xmlns:a16="http://schemas.microsoft.com/office/drawing/2014/main" id="{6E726D98-7AD0-4A0E-B5B7-2965ED97B415}"/>
                </a:ext>
              </a:extLst>
            </p:cNvPr>
            <p:cNvSpPr/>
            <p:nvPr/>
          </p:nvSpPr>
          <p:spPr>
            <a:xfrm>
              <a:off x="7029840" y="3157157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811" name="矩形 810">
              <a:extLst>
                <a:ext uri="{FF2B5EF4-FFF2-40B4-BE49-F238E27FC236}">
                  <a16:creationId xmlns:a16="http://schemas.microsoft.com/office/drawing/2014/main" id="{E84D17B9-1B55-413E-9A67-C6EB6570B865}"/>
                </a:ext>
              </a:extLst>
            </p:cNvPr>
            <p:cNvSpPr/>
            <p:nvPr/>
          </p:nvSpPr>
          <p:spPr>
            <a:xfrm>
              <a:off x="7029840" y="3314870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396" name="组合 395">
            <a:extLst>
              <a:ext uri="{FF2B5EF4-FFF2-40B4-BE49-F238E27FC236}">
                <a16:creationId xmlns:a16="http://schemas.microsoft.com/office/drawing/2014/main" id="{CC556E23-2250-4138-AF2D-C7CD04698F9E}"/>
              </a:ext>
            </a:extLst>
          </p:cNvPr>
          <p:cNvGrpSpPr/>
          <p:nvPr/>
        </p:nvGrpSpPr>
        <p:grpSpPr>
          <a:xfrm>
            <a:off x="7768048" y="2452374"/>
            <a:ext cx="632454" cy="887472"/>
            <a:chOff x="7984582" y="2052467"/>
            <a:chExt cx="568867" cy="798245"/>
          </a:xfrm>
        </p:grpSpPr>
        <p:sp>
          <p:nvSpPr>
            <p:cNvPr id="812" name="矩形 811">
              <a:extLst>
                <a:ext uri="{FF2B5EF4-FFF2-40B4-BE49-F238E27FC236}">
                  <a16:creationId xmlns:a16="http://schemas.microsoft.com/office/drawing/2014/main" id="{4025980A-3BF5-41B4-BD75-A08A9B7AF9C5}"/>
                </a:ext>
              </a:extLst>
            </p:cNvPr>
            <p:cNvSpPr/>
            <p:nvPr/>
          </p:nvSpPr>
          <p:spPr>
            <a:xfrm>
              <a:off x="7984584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813" name="矩形 812">
              <a:extLst>
                <a:ext uri="{FF2B5EF4-FFF2-40B4-BE49-F238E27FC236}">
                  <a16:creationId xmlns:a16="http://schemas.microsoft.com/office/drawing/2014/main" id="{1E4F5963-553A-44FB-9836-A6B41DC6BC0B}"/>
                </a:ext>
              </a:extLst>
            </p:cNvPr>
            <p:cNvSpPr/>
            <p:nvPr/>
          </p:nvSpPr>
          <p:spPr>
            <a:xfrm>
              <a:off x="7984582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814" name="矩形 813">
              <a:extLst>
                <a:ext uri="{FF2B5EF4-FFF2-40B4-BE49-F238E27FC236}">
                  <a16:creationId xmlns:a16="http://schemas.microsoft.com/office/drawing/2014/main" id="{016E65B1-65CE-45BF-AC69-AD769CA02124}"/>
                </a:ext>
              </a:extLst>
            </p:cNvPr>
            <p:cNvSpPr/>
            <p:nvPr/>
          </p:nvSpPr>
          <p:spPr>
            <a:xfrm>
              <a:off x="7984584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815" name="矩形 814">
              <a:extLst>
                <a:ext uri="{FF2B5EF4-FFF2-40B4-BE49-F238E27FC236}">
                  <a16:creationId xmlns:a16="http://schemas.microsoft.com/office/drawing/2014/main" id="{EBB0908F-4D66-46CC-8452-9C1DAC7BFACE}"/>
                </a:ext>
              </a:extLst>
            </p:cNvPr>
            <p:cNvSpPr/>
            <p:nvPr/>
          </p:nvSpPr>
          <p:spPr>
            <a:xfrm>
              <a:off x="7984584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816" name="矩形 815">
              <a:extLst>
                <a:ext uri="{FF2B5EF4-FFF2-40B4-BE49-F238E27FC236}">
                  <a16:creationId xmlns:a16="http://schemas.microsoft.com/office/drawing/2014/main" id="{9887331A-6F10-4276-ADB2-59E113AEC1EB}"/>
                </a:ext>
              </a:extLst>
            </p:cNvPr>
            <p:cNvSpPr/>
            <p:nvPr/>
          </p:nvSpPr>
          <p:spPr>
            <a:xfrm>
              <a:off x="7984584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817" name="Group 170">
            <a:extLst>
              <a:ext uri="{FF2B5EF4-FFF2-40B4-BE49-F238E27FC236}">
                <a16:creationId xmlns:a16="http://schemas.microsoft.com/office/drawing/2014/main" id="{CB13C248-2B31-4674-87A4-262664845B29}"/>
              </a:ext>
            </a:extLst>
          </p:cNvPr>
          <p:cNvGrpSpPr>
            <a:grpSpLocks/>
          </p:cNvGrpSpPr>
          <p:nvPr/>
        </p:nvGrpSpPr>
        <p:grpSpPr bwMode="auto">
          <a:xfrm>
            <a:off x="6134617" y="3517846"/>
            <a:ext cx="419000" cy="224186"/>
            <a:chOff x="2356" y="1300"/>
            <a:chExt cx="555" cy="194"/>
          </a:xfrm>
        </p:grpSpPr>
        <p:sp>
          <p:nvSpPr>
            <p:cNvPr id="818" name="Oval 407">
              <a:extLst>
                <a:ext uri="{FF2B5EF4-FFF2-40B4-BE49-F238E27FC236}">
                  <a16:creationId xmlns:a16="http://schemas.microsoft.com/office/drawing/2014/main" id="{57127449-956B-444C-A14D-8162ED752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819" name="Rectangle 410">
              <a:extLst>
                <a:ext uri="{FF2B5EF4-FFF2-40B4-BE49-F238E27FC236}">
                  <a16:creationId xmlns:a16="http://schemas.microsoft.com/office/drawing/2014/main" id="{5E50B0E5-1BDC-4157-8FCA-AC6EE7090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820" name="Oval 411">
              <a:extLst>
                <a:ext uri="{FF2B5EF4-FFF2-40B4-BE49-F238E27FC236}">
                  <a16:creationId xmlns:a16="http://schemas.microsoft.com/office/drawing/2014/main" id="{B86BDE2B-CB4D-42AD-89A6-892539475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821" name="Group 174">
              <a:extLst>
                <a:ext uri="{FF2B5EF4-FFF2-40B4-BE49-F238E27FC236}">
                  <a16:creationId xmlns:a16="http://schemas.microsoft.com/office/drawing/2014/main" id="{04E4C108-7EC5-43D9-97F1-99700CC1D6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824" name="Freeform 175">
                <a:extLst>
                  <a:ext uri="{FF2B5EF4-FFF2-40B4-BE49-F238E27FC236}">
                    <a16:creationId xmlns:a16="http://schemas.microsoft.com/office/drawing/2014/main" id="{BEF0CFF4-5DBB-49F2-81C8-87EB9F683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" name="Freeform 176">
                <a:extLst>
                  <a:ext uri="{FF2B5EF4-FFF2-40B4-BE49-F238E27FC236}">
                    <a16:creationId xmlns:a16="http://schemas.microsoft.com/office/drawing/2014/main" id="{B4E858B7-56BC-43B3-83F1-646A1CFFE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2" name="Line 177">
              <a:extLst>
                <a:ext uri="{FF2B5EF4-FFF2-40B4-BE49-F238E27FC236}">
                  <a16:creationId xmlns:a16="http://schemas.microsoft.com/office/drawing/2014/main" id="{3D6C2F40-94B5-4528-8EF7-A4351AA3C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" name="Line 178">
              <a:extLst>
                <a:ext uri="{FF2B5EF4-FFF2-40B4-BE49-F238E27FC236}">
                  <a16:creationId xmlns:a16="http://schemas.microsoft.com/office/drawing/2014/main" id="{176008BA-0348-4D3B-BA7D-28AE32FD6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93" name="直接连接符 392">
            <a:extLst>
              <a:ext uri="{FF2B5EF4-FFF2-40B4-BE49-F238E27FC236}">
                <a16:creationId xmlns:a16="http://schemas.microsoft.com/office/drawing/2014/main" id="{DAF200ED-D8B4-46D4-B0D9-FF56233C1DA6}"/>
              </a:ext>
            </a:extLst>
          </p:cNvPr>
          <p:cNvCxnSpPr>
            <a:cxnSpLocks/>
            <a:stCxn id="801" idx="1"/>
            <a:endCxn id="822" idx="1"/>
          </p:cNvCxnSpPr>
          <p:nvPr/>
        </p:nvCxnSpPr>
        <p:spPr>
          <a:xfrm>
            <a:off x="4677706" y="3570399"/>
            <a:ext cx="1457667" cy="11500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直接连接符 858">
            <a:extLst>
              <a:ext uri="{FF2B5EF4-FFF2-40B4-BE49-F238E27FC236}">
                <a16:creationId xmlns:a16="http://schemas.microsoft.com/office/drawing/2014/main" id="{3EC500FC-7D46-42EC-B53A-194EFD3D6C1D}"/>
              </a:ext>
            </a:extLst>
          </p:cNvPr>
          <p:cNvCxnSpPr>
            <a:cxnSpLocks/>
            <a:stCxn id="823" idx="0"/>
            <a:endCxn id="828" idx="1"/>
          </p:cNvCxnSpPr>
          <p:nvPr/>
        </p:nvCxnSpPr>
        <p:spPr>
          <a:xfrm flipV="1">
            <a:off x="6550597" y="3510084"/>
            <a:ext cx="2053999" cy="8056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6" name="Group 147">
            <a:extLst>
              <a:ext uri="{FF2B5EF4-FFF2-40B4-BE49-F238E27FC236}">
                <a16:creationId xmlns:a16="http://schemas.microsoft.com/office/drawing/2014/main" id="{912B44F1-013C-4F35-BF43-037DE5DC2C24}"/>
              </a:ext>
            </a:extLst>
          </p:cNvPr>
          <p:cNvGrpSpPr>
            <a:grpSpLocks/>
          </p:cNvGrpSpPr>
          <p:nvPr/>
        </p:nvGrpSpPr>
        <p:grpSpPr bwMode="auto">
          <a:xfrm>
            <a:off x="8591398" y="3247277"/>
            <a:ext cx="293864" cy="550664"/>
            <a:chOff x="4140" y="429"/>
            <a:chExt cx="1425" cy="2396"/>
          </a:xfrm>
        </p:grpSpPr>
        <p:sp>
          <p:nvSpPr>
            <p:cNvPr id="827" name="Freeform 148">
              <a:extLst>
                <a:ext uri="{FF2B5EF4-FFF2-40B4-BE49-F238E27FC236}">
                  <a16:creationId xmlns:a16="http://schemas.microsoft.com/office/drawing/2014/main" id="{CE3AF67E-B250-4B49-A613-39F54F2B7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8" name="Rectangle 149">
              <a:extLst>
                <a:ext uri="{FF2B5EF4-FFF2-40B4-BE49-F238E27FC236}">
                  <a16:creationId xmlns:a16="http://schemas.microsoft.com/office/drawing/2014/main" id="{24375337-7827-4C4E-B1DA-D5BCF1662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29" name="Freeform 150">
              <a:extLst>
                <a:ext uri="{FF2B5EF4-FFF2-40B4-BE49-F238E27FC236}">
                  <a16:creationId xmlns:a16="http://schemas.microsoft.com/office/drawing/2014/main" id="{E5DEB7C5-B907-498D-A081-4C383B368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30" name="Freeform 151">
              <a:extLst>
                <a:ext uri="{FF2B5EF4-FFF2-40B4-BE49-F238E27FC236}">
                  <a16:creationId xmlns:a16="http://schemas.microsoft.com/office/drawing/2014/main" id="{C1E603EC-50A3-4CAF-BE7E-19BD62B10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31" name="Rectangle 152">
              <a:extLst>
                <a:ext uri="{FF2B5EF4-FFF2-40B4-BE49-F238E27FC236}">
                  <a16:creationId xmlns:a16="http://schemas.microsoft.com/office/drawing/2014/main" id="{7C8A1917-77B1-483F-B141-8B8FA75E0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832" name="Group 153">
              <a:extLst>
                <a:ext uri="{FF2B5EF4-FFF2-40B4-BE49-F238E27FC236}">
                  <a16:creationId xmlns:a16="http://schemas.microsoft.com/office/drawing/2014/main" id="{4B0C2D1E-5F63-467B-A9D4-AF226FBF02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57" name="AutoShape 154">
                <a:extLst>
                  <a:ext uri="{FF2B5EF4-FFF2-40B4-BE49-F238E27FC236}">
                    <a16:creationId xmlns:a16="http://schemas.microsoft.com/office/drawing/2014/main" id="{0743FCBB-BA4D-4FE6-A798-22520E28E0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58" name="AutoShape 155">
                <a:extLst>
                  <a:ext uri="{FF2B5EF4-FFF2-40B4-BE49-F238E27FC236}">
                    <a16:creationId xmlns:a16="http://schemas.microsoft.com/office/drawing/2014/main" id="{F1384A48-A060-478C-A623-3D0962C56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33" name="Rectangle 156">
              <a:extLst>
                <a:ext uri="{FF2B5EF4-FFF2-40B4-BE49-F238E27FC236}">
                  <a16:creationId xmlns:a16="http://schemas.microsoft.com/office/drawing/2014/main" id="{FC6AD802-8894-4659-AC25-192EC8D9F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834" name="Group 157">
              <a:extLst>
                <a:ext uri="{FF2B5EF4-FFF2-40B4-BE49-F238E27FC236}">
                  <a16:creationId xmlns:a16="http://schemas.microsoft.com/office/drawing/2014/main" id="{C6E93E32-34DD-4DEC-BD0D-87BE2469CD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55" name="AutoShape 158">
                <a:extLst>
                  <a:ext uri="{FF2B5EF4-FFF2-40B4-BE49-F238E27FC236}">
                    <a16:creationId xmlns:a16="http://schemas.microsoft.com/office/drawing/2014/main" id="{5D0B4B64-9454-4525-9C40-8BBC94D8E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56" name="AutoShape 159">
                <a:extLst>
                  <a:ext uri="{FF2B5EF4-FFF2-40B4-BE49-F238E27FC236}">
                    <a16:creationId xmlns:a16="http://schemas.microsoft.com/office/drawing/2014/main" id="{BAF788CA-230C-4000-A646-A60528CAA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35" name="Rectangle 160">
              <a:extLst>
                <a:ext uri="{FF2B5EF4-FFF2-40B4-BE49-F238E27FC236}">
                  <a16:creationId xmlns:a16="http://schemas.microsoft.com/office/drawing/2014/main" id="{BD6F28DD-6EA0-4D66-BCAA-85F0B3390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36" name="Rectangle 161">
              <a:extLst>
                <a:ext uri="{FF2B5EF4-FFF2-40B4-BE49-F238E27FC236}">
                  <a16:creationId xmlns:a16="http://schemas.microsoft.com/office/drawing/2014/main" id="{D3687404-4C11-422E-8683-3F83A02CD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837" name="Group 162">
              <a:extLst>
                <a:ext uri="{FF2B5EF4-FFF2-40B4-BE49-F238E27FC236}">
                  <a16:creationId xmlns:a16="http://schemas.microsoft.com/office/drawing/2014/main" id="{545F91DB-ACB1-4F08-BBD8-C2A534FC39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53" name="AutoShape 163">
                <a:extLst>
                  <a:ext uri="{FF2B5EF4-FFF2-40B4-BE49-F238E27FC236}">
                    <a16:creationId xmlns:a16="http://schemas.microsoft.com/office/drawing/2014/main" id="{BD1B5E63-031C-4C3F-B650-090B0B66D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54" name="AutoShape 164">
                <a:extLst>
                  <a:ext uri="{FF2B5EF4-FFF2-40B4-BE49-F238E27FC236}">
                    <a16:creationId xmlns:a16="http://schemas.microsoft.com/office/drawing/2014/main" id="{2EECCECA-9AE2-460D-98C0-74AB378E0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38" name="Freeform 165">
              <a:extLst>
                <a:ext uri="{FF2B5EF4-FFF2-40B4-BE49-F238E27FC236}">
                  <a16:creationId xmlns:a16="http://schemas.microsoft.com/office/drawing/2014/main" id="{F86AC201-69FE-4AC0-A05A-8096EDA25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39" name="Group 166">
              <a:extLst>
                <a:ext uri="{FF2B5EF4-FFF2-40B4-BE49-F238E27FC236}">
                  <a16:creationId xmlns:a16="http://schemas.microsoft.com/office/drawing/2014/main" id="{98426B4C-B25B-4198-92E6-8E86F1477F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51" name="AutoShape 167">
                <a:extLst>
                  <a:ext uri="{FF2B5EF4-FFF2-40B4-BE49-F238E27FC236}">
                    <a16:creationId xmlns:a16="http://schemas.microsoft.com/office/drawing/2014/main" id="{E15E11CF-F0B5-4FF3-9805-E82FFFB29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52" name="AutoShape 168">
                <a:extLst>
                  <a:ext uri="{FF2B5EF4-FFF2-40B4-BE49-F238E27FC236}">
                    <a16:creationId xmlns:a16="http://schemas.microsoft.com/office/drawing/2014/main" id="{9B0EA20D-A6DA-4A28-8AA3-31281E8B0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40" name="Rectangle 169">
              <a:extLst>
                <a:ext uri="{FF2B5EF4-FFF2-40B4-BE49-F238E27FC236}">
                  <a16:creationId xmlns:a16="http://schemas.microsoft.com/office/drawing/2014/main" id="{5F1A8302-3DE4-4CE1-957E-A898C5713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41" name="Freeform 170">
              <a:extLst>
                <a:ext uri="{FF2B5EF4-FFF2-40B4-BE49-F238E27FC236}">
                  <a16:creationId xmlns:a16="http://schemas.microsoft.com/office/drawing/2014/main" id="{C9FC792C-5D5D-4836-8A51-D24D4E772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42" name="Freeform 171">
              <a:extLst>
                <a:ext uri="{FF2B5EF4-FFF2-40B4-BE49-F238E27FC236}">
                  <a16:creationId xmlns:a16="http://schemas.microsoft.com/office/drawing/2014/main" id="{36144976-E8E5-440B-B854-9D08A5F69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43" name="Oval 172">
              <a:extLst>
                <a:ext uri="{FF2B5EF4-FFF2-40B4-BE49-F238E27FC236}">
                  <a16:creationId xmlns:a16="http://schemas.microsoft.com/office/drawing/2014/main" id="{A1963540-B121-4B77-BEC1-D7BF44894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44" name="Freeform 173">
              <a:extLst>
                <a:ext uri="{FF2B5EF4-FFF2-40B4-BE49-F238E27FC236}">
                  <a16:creationId xmlns:a16="http://schemas.microsoft.com/office/drawing/2014/main" id="{BAB9DBCD-F44D-49D4-B140-5816A2CF9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45" name="AutoShape 174">
              <a:extLst>
                <a:ext uri="{FF2B5EF4-FFF2-40B4-BE49-F238E27FC236}">
                  <a16:creationId xmlns:a16="http://schemas.microsoft.com/office/drawing/2014/main" id="{64CF579A-A7D1-4817-BC39-32E47C402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46" name="AutoShape 175">
              <a:extLst>
                <a:ext uri="{FF2B5EF4-FFF2-40B4-BE49-F238E27FC236}">
                  <a16:creationId xmlns:a16="http://schemas.microsoft.com/office/drawing/2014/main" id="{16682512-DBA9-42FB-B29D-3FA8F7F80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47" name="Oval 176">
              <a:extLst>
                <a:ext uri="{FF2B5EF4-FFF2-40B4-BE49-F238E27FC236}">
                  <a16:creationId xmlns:a16="http://schemas.microsoft.com/office/drawing/2014/main" id="{2C551BB1-FF92-4D77-865E-E58AA11E0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48" name="Oval 177">
              <a:extLst>
                <a:ext uri="{FF2B5EF4-FFF2-40B4-BE49-F238E27FC236}">
                  <a16:creationId xmlns:a16="http://schemas.microsoft.com/office/drawing/2014/main" id="{B9C6DBBD-2678-4F2F-81A9-4959C7E4F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9" name="Oval 178">
              <a:extLst>
                <a:ext uri="{FF2B5EF4-FFF2-40B4-BE49-F238E27FC236}">
                  <a16:creationId xmlns:a16="http://schemas.microsoft.com/office/drawing/2014/main" id="{AC63AF63-8E30-4BA5-BE3F-445A06E8E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50" name="Rectangle 179">
              <a:extLst>
                <a:ext uri="{FF2B5EF4-FFF2-40B4-BE49-F238E27FC236}">
                  <a16:creationId xmlns:a16="http://schemas.microsoft.com/office/drawing/2014/main" id="{1DA9511B-6E70-4D0B-B2A8-1EE55E64E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pic>
        <p:nvPicPr>
          <p:cNvPr id="869" name="图片 868" descr="图片包含 游戏机, 钟表&#10;&#10;描述已自动生成">
            <a:extLst>
              <a:ext uri="{FF2B5EF4-FFF2-40B4-BE49-F238E27FC236}">
                <a16:creationId xmlns:a16="http://schemas.microsoft.com/office/drawing/2014/main" id="{57F3190C-DE11-4A10-AEE6-67FE642F8E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291" y="1362893"/>
            <a:ext cx="541055" cy="457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71" name="直接箭头连接符 870">
            <a:extLst>
              <a:ext uri="{FF2B5EF4-FFF2-40B4-BE49-F238E27FC236}">
                <a16:creationId xmlns:a16="http://schemas.microsoft.com/office/drawing/2014/main" id="{3AF77503-3381-4371-93FE-7801A5AEE7E9}"/>
              </a:ext>
            </a:extLst>
          </p:cNvPr>
          <p:cNvCxnSpPr/>
          <p:nvPr/>
        </p:nvCxnSpPr>
        <p:spPr>
          <a:xfrm>
            <a:off x="8172400" y="1707654"/>
            <a:ext cx="0" cy="360040"/>
          </a:xfrm>
          <a:prstGeom prst="straightConnector1">
            <a:avLst/>
          </a:prstGeom>
          <a:noFill/>
          <a:ln w="47625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EE672F7E-02C3-41B2-8899-77451F2451F2}"/>
              </a:ext>
            </a:extLst>
          </p:cNvPr>
          <p:cNvCxnSpPr>
            <a:stCxn id="818" idx="4"/>
            <a:endCxn id="818" idx="4"/>
          </p:cNvCxnSpPr>
          <p:nvPr/>
        </p:nvCxnSpPr>
        <p:spPr>
          <a:xfrm>
            <a:off x="6343362" y="374203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096BFD58-21C1-4299-BDA6-00CF16091AE9}"/>
              </a:ext>
            </a:extLst>
          </p:cNvPr>
          <p:cNvCxnSpPr>
            <a:cxnSpLocks/>
            <a:stCxn id="818" idx="4"/>
            <a:endCxn id="6" idx="1"/>
          </p:cNvCxnSpPr>
          <p:nvPr/>
        </p:nvCxnSpPr>
        <p:spPr>
          <a:xfrm>
            <a:off x="6343362" y="3742032"/>
            <a:ext cx="27249" cy="33231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直接连接符 880">
            <a:extLst>
              <a:ext uri="{FF2B5EF4-FFF2-40B4-BE49-F238E27FC236}">
                <a16:creationId xmlns:a16="http://schemas.microsoft.com/office/drawing/2014/main" id="{1A59D265-71EF-4024-892D-46941521A67E}"/>
              </a:ext>
            </a:extLst>
          </p:cNvPr>
          <p:cNvCxnSpPr>
            <a:cxnSpLocks/>
            <a:stCxn id="820" idx="0"/>
            <a:endCxn id="6" idx="3"/>
          </p:cNvCxnSpPr>
          <p:nvPr/>
        </p:nvCxnSpPr>
        <p:spPr>
          <a:xfrm flipV="1">
            <a:off x="6342607" y="3268467"/>
            <a:ext cx="28004" cy="24937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Freeform 917"/>
          <p:cNvSpPr>
            <a:spLocks/>
          </p:cNvSpPr>
          <p:nvPr/>
        </p:nvSpPr>
        <p:spPr bwMode="auto">
          <a:xfrm>
            <a:off x="6387272" y="2879908"/>
            <a:ext cx="249315" cy="637938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9" name="灯片编号占位符 2">
            <a:extLst>
              <a:ext uri="{FF2B5EF4-FFF2-40B4-BE49-F238E27FC236}">
                <a16:creationId xmlns:a16="http://schemas.microsoft.com/office/drawing/2014/main" id="{F95EAE44-88D3-4E19-89E0-334EBBB4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AutoShape 5">
            <a:extLst>
              <a:ext uri="{FF2B5EF4-FFF2-40B4-BE49-F238E27FC236}">
                <a16:creationId xmlns:a16="http://schemas.microsoft.com/office/drawing/2014/main" id="{00074372-E8B7-4BD1-A54E-7197A1005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" name="Text Box 32">
            <a:extLst>
              <a:ext uri="{FF2B5EF4-FFF2-40B4-BE49-F238E27FC236}">
                <a16:creationId xmlns:a16="http://schemas.microsoft.com/office/drawing/2014/main" id="{551C315A-9B00-4AC5-9A4E-816A38D90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610" y="3849611"/>
            <a:ext cx="62369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Box 32">
            <a:extLst>
              <a:ext uri="{FF2B5EF4-FFF2-40B4-BE49-F238E27FC236}">
                <a16:creationId xmlns:a16="http://schemas.microsoft.com/office/drawing/2014/main" id="{F25BA036-6981-401C-8006-A02D53E70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9363" y="3852138"/>
            <a:ext cx="69317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2899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27583" y="1491630"/>
            <a:ext cx="2952327" cy="648072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服务器模式（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C/S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点对点模式（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007C5F-C462-4153-8116-3F89D9EA2A8F}"/>
              </a:ext>
            </a:extLst>
          </p:cNvPr>
          <p:cNvSpPr/>
          <p:nvPr/>
        </p:nvSpPr>
        <p:spPr>
          <a:xfrm>
            <a:off x="467544" y="987574"/>
            <a:ext cx="356860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网络应用程序的体系结构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E9DA219-9C21-4C23-93D6-46F7C8E73EFA}"/>
              </a:ext>
            </a:extLst>
          </p:cNvPr>
          <p:cNvCxnSpPr>
            <a:cxnSpLocks/>
          </p:cNvCxnSpPr>
          <p:nvPr/>
        </p:nvCxnSpPr>
        <p:spPr>
          <a:xfrm>
            <a:off x="3059832" y="1815140"/>
            <a:ext cx="0" cy="468052"/>
          </a:xfrm>
          <a:prstGeom prst="straightConnector1">
            <a:avLst/>
          </a:prstGeom>
          <a:ln w="53975">
            <a:solidFill>
              <a:srgbClr val="FF3300">
                <a:alpha val="77000"/>
              </a:srgb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60">
            <a:extLst>
              <a:ext uri="{FF2B5EF4-FFF2-40B4-BE49-F238E27FC236}">
                <a16:creationId xmlns:a16="http://schemas.microsoft.com/office/drawing/2014/main" id="{E5466719-8607-433B-95B9-8F866B48B095}"/>
              </a:ext>
            </a:extLst>
          </p:cNvPr>
          <p:cNvSpPr txBox="1">
            <a:spLocks noChangeArrowheads="1"/>
          </p:cNvSpPr>
          <p:nvPr/>
        </p:nvSpPr>
        <p:spPr>
          <a:xfrm>
            <a:off x="1424851" y="2294340"/>
            <a:ext cx="2845185" cy="2520806"/>
          </a:xfrm>
          <a:prstGeom prst="rect">
            <a:avLst/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rgbClr val="FF33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en-US" altLang="zh-CN" sz="140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449263" indent="-266700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持续地工作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(365*24)</a:t>
            </a:r>
          </a:p>
          <a:p>
            <a:pPr marL="449263" indent="-266700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固定的网络地址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9263" indent="-266700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备有数据中心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75000"/>
              </a:spcBef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1400" dirty="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449263" indent="-266700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与服务器端通信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9263" indent="-266700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一般间歇地工作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9263" indent="-266700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可能更换网络地址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9263" indent="-266700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客户端之间不直接通信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E367F5E-A6CF-4D94-802F-CA0E0FE0D70C}"/>
              </a:ext>
            </a:extLst>
          </p:cNvPr>
          <p:cNvGrpSpPr/>
          <p:nvPr/>
        </p:nvGrpSpPr>
        <p:grpSpPr>
          <a:xfrm>
            <a:off x="5122754" y="987574"/>
            <a:ext cx="3583539" cy="3767299"/>
            <a:chOff x="5122754" y="987574"/>
            <a:chExt cx="3583539" cy="3767299"/>
          </a:xfrm>
        </p:grpSpPr>
        <p:sp>
          <p:nvSpPr>
            <p:cNvPr id="11" name="Freeform 415">
              <a:extLst>
                <a:ext uri="{FF2B5EF4-FFF2-40B4-BE49-F238E27FC236}">
                  <a16:creationId xmlns:a16="http://schemas.microsoft.com/office/drawing/2014/main" id="{15C140C6-E8B0-47E1-B053-0289E2417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5697" y="2720403"/>
              <a:ext cx="1147487" cy="545521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416">
              <a:extLst>
                <a:ext uri="{FF2B5EF4-FFF2-40B4-BE49-F238E27FC236}">
                  <a16:creationId xmlns:a16="http://schemas.microsoft.com/office/drawing/2014/main" id="{2772AF36-135D-4F0C-8ACE-FF9A1B8F9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2328" y="1486886"/>
              <a:ext cx="1510580" cy="910057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417">
              <a:extLst>
                <a:ext uri="{FF2B5EF4-FFF2-40B4-BE49-F238E27FC236}">
                  <a16:creationId xmlns:a16="http://schemas.microsoft.com/office/drawing/2014/main" id="{D0A4E092-E13B-41B6-BC54-E30C779D0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754" y="1250708"/>
              <a:ext cx="1516124" cy="866415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Group 418">
              <a:extLst>
                <a:ext uri="{FF2B5EF4-FFF2-40B4-BE49-F238E27FC236}">
                  <a16:creationId xmlns:a16="http://schemas.microsoft.com/office/drawing/2014/main" id="{85FF786D-E0BE-4777-B64F-E18187963D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9275" y="2273718"/>
              <a:ext cx="1273599" cy="754743"/>
              <a:chOff x="2889" y="1631"/>
              <a:chExt cx="980" cy="74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4" name="Rectangle 419">
                <a:extLst>
                  <a:ext uri="{FF2B5EF4-FFF2-40B4-BE49-F238E27FC236}">
                    <a16:creationId xmlns:a16="http://schemas.microsoft.com/office/drawing/2014/main" id="{3A048105-2970-4DBE-A412-85C10A350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5" name="AutoShape 420">
                <a:extLst>
                  <a:ext uri="{FF2B5EF4-FFF2-40B4-BE49-F238E27FC236}">
                    <a16:creationId xmlns:a16="http://schemas.microsoft.com/office/drawing/2014/main" id="{EE74B0C3-8176-4A15-A229-BEA8A5323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" name="Line 421">
              <a:extLst>
                <a:ext uri="{FF2B5EF4-FFF2-40B4-BE49-F238E27FC236}">
                  <a16:creationId xmlns:a16="http://schemas.microsoft.com/office/drawing/2014/main" id="{4038CD2C-6A8E-4678-A192-A08179E92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8004" y="2951447"/>
              <a:ext cx="142742" cy="97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422">
              <a:extLst>
                <a:ext uri="{FF2B5EF4-FFF2-40B4-BE49-F238E27FC236}">
                  <a16:creationId xmlns:a16="http://schemas.microsoft.com/office/drawing/2014/main" id="{0816602E-4A58-40DB-AB5F-F026ACC3E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2540" y="2887268"/>
              <a:ext cx="2439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423">
              <a:extLst>
                <a:ext uri="{FF2B5EF4-FFF2-40B4-BE49-F238E27FC236}">
                  <a16:creationId xmlns:a16="http://schemas.microsoft.com/office/drawing/2014/main" id="{52F964C0-9D7E-406E-9C20-EEBA81AC28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29033" y="2956581"/>
              <a:ext cx="117797" cy="847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424">
              <a:extLst>
                <a:ext uri="{FF2B5EF4-FFF2-40B4-BE49-F238E27FC236}">
                  <a16:creationId xmlns:a16="http://schemas.microsoft.com/office/drawing/2014/main" id="{05ADA99F-FD9F-4139-9AAD-EFCC73BD8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633" y="2892402"/>
              <a:ext cx="593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425">
              <a:extLst>
                <a:ext uri="{FF2B5EF4-FFF2-40B4-BE49-F238E27FC236}">
                  <a16:creationId xmlns:a16="http://schemas.microsoft.com/office/drawing/2014/main" id="{54FF3B4C-B9FB-462E-90C7-65EDCA037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2836" y="1689531"/>
              <a:ext cx="465313" cy="193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426">
              <a:extLst>
                <a:ext uri="{FF2B5EF4-FFF2-40B4-BE49-F238E27FC236}">
                  <a16:creationId xmlns:a16="http://schemas.microsoft.com/office/drawing/2014/main" id="{468F1112-1237-455B-8F43-74009A9470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72062" y="1733531"/>
              <a:ext cx="211065" cy="780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427">
              <a:extLst>
                <a:ext uri="{FF2B5EF4-FFF2-40B4-BE49-F238E27FC236}">
                  <a16:creationId xmlns:a16="http://schemas.microsoft.com/office/drawing/2014/main" id="{A30DED53-F31C-49BB-B8AB-806547741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0523" y="3408400"/>
              <a:ext cx="2688556" cy="1346473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428">
              <a:extLst>
                <a:ext uri="{FF2B5EF4-FFF2-40B4-BE49-F238E27FC236}">
                  <a16:creationId xmlns:a16="http://schemas.microsoft.com/office/drawing/2014/main" id="{E3E6B704-BF5B-4988-8E27-13A988B09A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447075" y="4035421"/>
              <a:ext cx="423580" cy="1219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429">
              <a:extLst>
                <a:ext uri="{FF2B5EF4-FFF2-40B4-BE49-F238E27FC236}">
                  <a16:creationId xmlns:a16="http://schemas.microsoft.com/office/drawing/2014/main" id="{D7197142-3E3C-46B4-89D5-FD53C3514F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557801" y="4264352"/>
              <a:ext cx="2567" cy="74836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430">
              <a:extLst>
                <a:ext uri="{FF2B5EF4-FFF2-40B4-BE49-F238E27FC236}">
                  <a16:creationId xmlns:a16="http://schemas.microsoft.com/office/drawing/2014/main" id="{922899FA-653E-457B-AEEE-25C6645189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719844" y="4001582"/>
              <a:ext cx="0" cy="997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31">
              <a:extLst>
                <a:ext uri="{FF2B5EF4-FFF2-40B4-BE49-F238E27FC236}">
                  <a16:creationId xmlns:a16="http://schemas.microsoft.com/office/drawing/2014/main" id="{D30F5EC1-F308-424F-BF2E-A68E0F273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4743" y="3666400"/>
              <a:ext cx="340920" cy="1488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32">
              <a:extLst>
                <a:ext uri="{FF2B5EF4-FFF2-40B4-BE49-F238E27FC236}">
                  <a16:creationId xmlns:a16="http://schemas.microsoft.com/office/drawing/2014/main" id="{AEB4001D-0248-47E0-AE47-A0B4342B5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62874" y="3656131"/>
              <a:ext cx="281329" cy="160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33">
              <a:extLst>
                <a:ext uri="{FF2B5EF4-FFF2-40B4-BE49-F238E27FC236}">
                  <a16:creationId xmlns:a16="http://schemas.microsoft.com/office/drawing/2014/main" id="{D4039540-0D72-4229-91B8-8EC235F38F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00292" y="3892309"/>
              <a:ext cx="848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35">
              <a:extLst>
                <a:ext uri="{FF2B5EF4-FFF2-40B4-BE49-F238E27FC236}">
                  <a16:creationId xmlns:a16="http://schemas.microsoft.com/office/drawing/2014/main" id="{74E8635C-063C-4239-A0DA-B6899DD89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7147" y="3728011"/>
              <a:ext cx="230052" cy="69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436">
              <a:extLst>
                <a:ext uri="{FF2B5EF4-FFF2-40B4-BE49-F238E27FC236}">
                  <a16:creationId xmlns:a16="http://schemas.microsoft.com/office/drawing/2014/main" id="{C791578B-487D-4CFE-BD83-4751039BD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1253" y="3897444"/>
              <a:ext cx="360322" cy="1026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439">
              <a:extLst>
                <a:ext uri="{FF2B5EF4-FFF2-40B4-BE49-F238E27FC236}">
                  <a16:creationId xmlns:a16="http://schemas.microsoft.com/office/drawing/2014/main" id="{4A848834-907E-4538-9DB3-09CA17D3B2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2661" y="3968040"/>
              <a:ext cx="124727" cy="1604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440">
              <a:extLst>
                <a:ext uri="{FF2B5EF4-FFF2-40B4-BE49-F238E27FC236}">
                  <a16:creationId xmlns:a16="http://schemas.microsoft.com/office/drawing/2014/main" id="{DA47E89F-4BBD-4B08-BCDF-A6B3E9010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32604" y="3989861"/>
              <a:ext cx="65136" cy="1399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441">
              <a:extLst>
                <a:ext uri="{FF2B5EF4-FFF2-40B4-BE49-F238E27FC236}">
                  <a16:creationId xmlns:a16="http://schemas.microsoft.com/office/drawing/2014/main" id="{EB50183E-8544-4D4A-9791-E75F8B3D8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8417" y="3953921"/>
              <a:ext cx="439316" cy="218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443">
              <a:extLst>
                <a:ext uri="{FF2B5EF4-FFF2-40B4-BE49-F238E27FC236}">
                  <a16:creationId xmlns:a16="http://schemas.microsoft.com/office/drawing/2014/main" id="{18B26077-2563-4247-8D00-3772A65AA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5134" y="2716553"/>
              <a:ext cx="0" cy="106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444">
              <a:extLst>
                <a:ext uri="{FF2B5EF4-FFF2-40B4-BE49-F238E27FC236}">
                  <a16:creationId xmlns:a16="http://schemas.microsoft.com/office/drawing/2014/main" id="{4CD2D6CC-3052-43FE-8B72-82B7FB47D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5991" y="1883511"/>
              <a:ext cx="108097" cy="705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445">
              <a:extLst>
                <a:ext uri="{FF2B5EF4-FFF2-40B4-BE49-F238E27FC236}">
                  <a16:creationId xmlns:a16="http://schemas.microsoft.com/office/drawing/2014/main" id="{CAFF2ABA-5D74-4DBA-A915-3231C8857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6319" y="2023421"/>
              <a:ext cx="0" cy="66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446">
              <a:extLst>
                <a:ext uri="{FF2B5EF4-FFF2-40B4-BE49-F238E27FC236}">
                  <a16:creationId xmlns:a16="http://schemas.microsoft.com/office/drawing/2014/main" id="{072A4DB1-EC5F-442B-9CF9-058BC7BEA4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5991" y="1939988"/>
              <a:ext cx="230052" cy="233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447">
              <a:extLst>
                <a:ext uri="{FF2B5EF4-FFF2-40B4-BE49-F238E27FC236}">
                  <a16:creationId xmlns:a16="http://schemas.microsoft.com/office/drawing/2014/main" id="{EB52E982-5F86-475D-87F0-678CC8A18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4737" y="1938705"/>
              <a:ext cx="0" cy="159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448">
              <a:extLst>
                <a:ext uri="{FF2B5EF4-FFF2-40B4-BE49-F238E27FC236}">
                  <a16:creationId xmlns:a16="http://schemas.microsoft.com/office/drawing/2014/main" id="{9AF10224-2C33-4EF4-9489-607895D02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621" y="2186435"/>
              <a:ext cx="1649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449">
              <a:extLst>
                <a:ext uri="{FF2B5EF4-FFF2-40B4-BE49-F238E27FC236}">
                  <a16:creationId xmlns:a16="http://schemas.microsoft.com/office/drawing/2014/main" id="{E8D4D2AD-1B56-4C9C-AC9E-45E56AB11B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24214" y="2887268"/>
              <a:ext cx="146900" cy="2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450">
              <a:extLst>
                <a:ext uri="{FF2B5EF4-FFF2-40B4-BE49-F238E27FC236}">
                  <a16:creationId xmlns:a16="http://schemas.microsoft.com/office/drawing/2014/main" id="{F370AF73-B3BB-4C9B-BBC5-844BB9BF4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284" y="2178733"/>
              <a:ext cx="155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451">
              <a:extLst>
                <a:ext uri="{FF2B5EF4-FFF2-40B4-BE49-F238E27FC236}">
                  <a16:creationId xmlns:a16="http://schemas.microsoft.com/office/drawing/2014/main" id="{20D48214-8CAB-4AFD-9042-3F72AD228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50694" y="2240345"/>
              <a:ext cx="85923" cy="5699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452">
              <a:extLst>
                <a:ext uri="{FF2B5EF4-FFF2-40B4-BE49-F238E27FC236}">
                  <a16:creationId xmlns:a16="http://schemas.microsoft.com/office/drawing/2014/main" id="{C42EC21D-801A-4867-A341-FA8D1E215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7618" y="2240345"/>
              <a:ext cx="97010" cy="5878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541">
              <a:extLst>
                <a:ext uri="{FF2B5EF4-FFF2-40B4-BE49-F238E27FC236}">
                  <a16:creationId xmlns:a16="http://schemas.microsoft.com/office/drawing/2014/main" id="{805FEDA9-C50C-4B1E-B27F-6532A7080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29907" y="3163237"/>
              <a:ext cx="198177" cy="3529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Group 590">
              <a:extLst>
                <a:ext uri="{FF2B5EF4-FFF2-40B4-BE49-F238E27FC236}">
                  <a16:creationId xmlns:a16="http://schemas.microsoft.com/office/drawing/2014/main" id="{9150E1D2-76F5-4C03-AE88-71779546268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623047" y="3534191"/>
              <a:ext cx="361707" cy="301641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62" name="Picture 591" descr="desktop_computer_stylized_medium">
                <a:extLst>
                  <a:ext uri="{FF2B5EF4-FFF2-40B4-BE49-F238E27FC236}">
                    <a16:creationId xmlns:a16="http://schemas.microsoft.com/office/drawing/2014/main" id="{C14FEF77-E347-4616-A720-94F00A02A5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3" name="Freeform 592">
                <a:extLst>
                  <a:ext uri="{FF2B5EF4-FFF2-40B4-BE49-F238E27FC236}">
                    <a16:creationId xmlns:a16="http://schemas.microsoft.com/office/drawing/2014/main" id="{E45AFADA-5890-466C-8565-7C4A455C6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593">
              <a:extLst>
                <a:ext uri="{FF2B5EF4-FFF2-40B4-BE49-F238E27FC236}">
                  <a16:creationId xmlns:a16="http://schemas.microsoft.com/office/drawing/2014/main" id="{E4F63990-5860-4EF9-BD97-8657538C166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345876" y="3874339"/>
              <a:ext cx="421299" cy="328596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60" name="Picture 594" descr="desktop_computer_stylized_medium">
                <a:extLst>
                  <a:ext uri="{FF2B5EF4-FFF2-40B4-BE49-F238E27FC236}">
                    <a16:creationId xmlns:a16="http://schemas.microsoft.com/office/drawing/2014/main" id="{F0D27082-731D-4EA0-AE24-62EFFEB30F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1" name="Freeform 595">
                <a:extLst>
                  <a:ext uri="{FF2B5EF4-FFF2-40B4-BE49-F238E27FC236}">
                    <a16:creationId xmlns:a16="http://schemas.microsoft.com/office/drawing/2014/main" id="{1ABE2CDC-DBEB-4392-A0A7-F354AA022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" name="Group 596">
              <a:extLst>
                <a:ext uri="{FF2B5EF4-FFF2-40B4-BE49-F238E27FC236}">
                  <a16:creationId xmlns:a16="http://schemas.microsoft.com/office/drawing/2014/main" id="{27985394-1703-4A82-9F95-EB293795FF8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63018" y="4118219"/>
              <a:ext cx="372794" cy="282387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58" name="Picture 597" descr="desktop_computer_stylized_medium">
                <a:extLst>
                  <a:ext uri="{FF2B5EF4-FFF2-40B4-BE49-F238E27FC236}">
                    <a16:creationId xmlns:a16="http://schemas.microsoft.com/office/drawing/2014/main" id="{187C70B9-80EA-4B3D-8313-34CF760B59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" name="Freeform 598">
                <a:extLst>
                  <a:ext uri="{FF2B5EF4-FFF2-40B4-BE49-F238E27FC236}">
                    <a16:creationId xmlns:a16="http://schemas.microsoft.com/office/drawing/2014/main" id="{15E4123F-1A8F-49A3-B728-DC26FFDBC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Group 599">
              <a:extLst>
                <a:ext uri="{FF2B5EF4-FFF2-40B4-BE49-F238E27FC236}">
                  <a16:creationId xmlns:a16="http://schemas.microsoft.com/office/drawing/2014/main" id="{FE0D99FC-75CD-423B-BFD3-4149978A8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99343" y="4104099"/>
              <a:ext cx="372794" cy="283671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56" name="Picture 600" descr="desktop_computer_stylized_medium">
                <a:extLst>
                  <a:ext uri="{FF2B5EF4-FFF2-40B4-BE49-F238E27FC236}">
                    <a16:creationId xmlns:a16="http://schemas.microsoft.com/office/drawing/2014/main" id="{9C2863B4-87AC-442C-B45E-1DFDFE2C27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7" name="Freeform 601">
                <a:extLst>
                  <a:ext uri="{FF2B5EF4-FFF2-40B4-BE49-F238E27FC236}">
                    <a16:creationId xmlns:a16="http://schemas.microsoft.com/office/drawing/2014/main" id="{D2AD458D-075C-4896-8D9F-B3AE7CE1A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8031FD5B-44F3-4356-995B-690A3A2715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7797" y="1259692"/>
              <a:ext cx="741431" cy="13605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4D43ADCE-FFAA-4AAF-9F94-80E06F9114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1690" y="1118499"/>
              <a:ext cx="363094" cy="311910"/>
              <a:chOff x="2751" y="1851"/>
              <a:chExt cx="462" cy="47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54" name="Picture 653" descr="iphone_stylized_small">
                <a:extLst>
                  <a:ext uri="{FF2B5EF4-FFF2-40B4-BE49-F238E27FC236}">
                    <a16:creationId xmlns:a16="http://schemas.microsoft.com/office/drawing/2014/main" id="{DE7909CD-A104-44C8-93A9-3FEEE90FC5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5" name="Picture 654" descr="antenna_radiation_stylized">
                <a:extLst>
                  <a:ext uri="{FF2B5EF4-FFF2-40B4-BE49-F238E27FC236}">
                    <a16:creationId xmlns:a16="http://schemas.microsoft.com/office/drawing/2014/main" id="{E26AFFCD-65F1-4666-B142-514114BFFA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0" name="Group 665">
              <a:extLst>
                <a:ext uri="{FF2B5EF4-FFF2-40B4-BE49-F238E27FC236}">
                  <a16:creationId xmlns:a16="http://schemas.microsoft.com/office/drawing/2014/main" id="{449E378C-8D04-43B3-B1F0-558E6E3874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94386" y="1805213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46" name="Oval 407">
                <a:extLst>
                  <a:ext uri="{FF2B5EF4-FFF2-40B4-BE49-F238E27FC236}">
                    <a16:creationId xmlns:a16="http://schemas.microsoft.com/office/drawing/2014/main" id="{1935D18F-7C9F-4595-A6C3-2C9F36456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Rectangle 410">
                <a:extLst>
                  <a:ext uri="{FF2B5EF4-FFF2-40B4-BE49-F238E27FC236}">
                    <a16:creationId xmlns:a16="http://schemas.microsoft.com/office/drawing/2014/main" id="{1A60C987-3030-4536-9513-8FE913FF4F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Oval 411">
                <a:extLst>
                  <a:ext uri="{FF2B5EF4-FFF2-40B4-BE49-F238E27FC236}">
                    <a16:creationId xmlns:a16="http://schemas.microsoft.com/office/drawing/2014/main" id="{3DF3023B-A78E-4071-A0B3-F618566DE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49" name="Group 659">
                <a:extLst>
                  <a:ext uri="{FF2B5EF4-FFF2-40B4-BE49-F238E27FC236}">
                    <a16:creationId xmlns:a16="http://schemas.microsoft.com/office/drawing/2014/main" id="{4E1CA6A8-AE1B-470B-8510-37730053DA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2" name="Freeform 660">
                  <a:extLst>
                    <a:ext uri="{FF2B5EF4-FFF2-40B4-BE49-F238E27FC236}">
                      <a16:creationId xmlns:a16="http://schemas.microsoft.com/office/drawing/2014/main" id="{EF89ACB6-BE58-4A11-B37B-F75E238BDD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3" name="Freeform 661">
                  <a:extLst>
                    <a:ext uri="{FF2B5EF4-FFF2-40B4-BE49-F238E27FC236}">
                      <a16:creationId xmlns:a16="http://schemas.microsoft.com/office/drawing/2014/main" id="{EC6A3310-B887-4D56-ADA8-09A9AAB5C5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50" name="Line 662">
                <a:extLst>
                  <a:ext uri="{FF2B5EF4-FFF2-40B4-BE49-F238E27FC236}">
                    <a16:creationId xmlns:a16="http://schemas.microsoft.com/office/drawing/2014/main" id="{2B3E6097-E66C-482D-A69B-0C33DFF8F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1" name="Line 663">
                <a:extLst>
                  <a:ext uri="{FF2B5EF4-FFF2-40B4-BE49-F238E27FC236}">
                    <a16:creationId xmlns:a16="http://schemas.microsoft.com/office/drawing/2014/main" id="{65F20FDB-B29F-484E-BBED-39519E426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666">
              <a:extLst>
                <a:ext uri="{FF2B5EF4-FFF2-40B4-BE49-F238E27FC236}">
                  <a16:creationId xmlns:a16="http://schemas.microsoft.com/office/drawing/2014/main" id="{861AD566-B226-41E7-AC3A-B448B1EE3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58135" y="2097869"/>
              <a:ext cx="340920" cy="142477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38" name="Oval 407">
                <a:extLst>
                  <a:ext uri="{FF2B5EF4-FFF2-40B4-BE49-F238E27FC236}">
                    <a16:creationId xmlns:a16="http://schemas.microsoft.com/office/drawing/2014/main" id="{08BE06A9-D620-4B46-B21E-130A95A74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Rectangle 410">
                <a:extLst>
                  <a:ext uri="{FF2B5EF4-FFF2-40B4-BE49-F238E27FC236}">
                    <a16:creationId xmlns:a16="http://schemas.microsoft.com/office/drawing/2014/main" id="{585910F2-4BAD-4137-BD20-5D25D14D6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Oval 411">
                <a:extLst>
                  <a:ext uri="{FF2B5EF4-FFF2-40B4-BE49-F238E27FC236}">
                    <a16:creationId xmlns:a16="http://schemas.microsoft.com/office/drawing/2014/main" id="{27DEF163-99AB-4AFC-B844-53F04C5F9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41" name="Group 670">
                <a:extLst>
                  <a:ext uri="{FF2B5EF4-FFF2-40B4-BE49-F238E27FC236}">
                    <a16:creationId xmlns:a16="http://schemas.microsoft.com/office/drawing/2014/main" id="{C7F14FFE-3FDC-48A0-B9AA-D861921EE6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44" name="Freeform 671">
                  <a:extLst>
                    <a:ext uri="{FF2B5EF4-FFF2-40B4-BE49-F238E27FC236}">
                      <a16:creationId xmlns:a16="http://schemas.microsoft.com/office/drawing/2014/main" id="{15C041A3-2C90-47A5-920C-B9E265CFEC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5" name="Freeform 672">
                  <a:extLst>
                    <a:ext uri="{FF2B5EF4-FFF2-40B4-BE49-F238E27FC236}">
                      <a16:creationId xmlns:a16="http://schemas.microsoft.com/office/drawing/2014/main" id="{BC938CDF-433A-43E3-9B3E-FF5627F1D3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42" name="Line 673">
                <a:extLst>
                  <a:ext uri="{FF2B5EF4-FFF2-40B4-BE49-F238E27FC236}">
                    <a16:creationId xmlns:a16="http://schemas.microsoft.com/office/drawing/2014/main" id="{EFBFF530-3883-44E8-B1C9-A1C4D1C886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Line 674">
                <a:extLst>
                  <a:ext uri="{FF2B5EF4-FFF2-40B4-BE49-F238E27FC236}">
                    <a16:creationId xmlns:a16="http://schemas.microsoft.com/office/drawing/2014/main" id="{C7E7D181-E95F-405D-9F50-5EB6814F4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Group 675">
              <a:extLst>
                <a:ext uri="{FF2B5EF4-FFF2-40B4-BE49-F238E27FC236}">
                  <a16:creationId xmlns:a16="http://schemas.microsoft.com/office/drawing/2014/main" id="{24077C4E-E50F-4FE1-B06A-7CD83F7801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0315" y="1884795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30" name="Oval 407">
                <a:extLst>
                  <a:ext uri="{FF2B5EF4-FFF2-40B4-BE49-F238E27FC236}">
                    <a16:creationId xmlns:a16="http://schemas.microsoft.com/office/drawing/2014/main" id="{6FD8DD8B-F080-4DDB-B6FF-838E3CBFC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1" name="Rectangle 410">
                <a:extLst>
                  <a:ext uri="{FF2B5EF4-FFF2-40B4-BE49-F238E27FC236}">
                    <a16:creationId xmlns:a16="http://schemas.microsoft.com/office/drawing/2014/main" id="{D364E532-1917-46A6-A91D-D36CEC94A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Oval 411">
                <a:extLst>
                  <a:ext uri="{FF2B5EF4-FFF2-40B4-BE49-F238E27FC236}">
                    <a16:creationId xmlns:a16="http://schemas.microsoft.com/office/drawing/2014/main" id="{CB3AEC05-7D68-4A8D-990B-E0739FD9D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33" name="Group 679">
                <a:extLst>
                  <a:ext uri="{FF2B5EF4-FFF2-40B4-BE49-F238E27FC236}">
                    <a16:creationId xmlns:a16="http://schemas.microsoft.com/office/drawing/2014/main" id="{4145E872-C578-410F-B343-B2AB4E5C2D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36" name="Freeform 680">
                  <a:extLst>
                    <a:ext uri="{FF2B5EF4-FFF2-40B4-BE49-F238E27FC236}">
                      <a16:creationId xmlns:a16="http://schemas.microsoft.com/office/drawing/2014/main" id="{517975D2-6764-4255-8EC2-B90B434DBB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7" name="Freeform 681">
                  <a:extLst>
                    <a:ext uri="{FF2B5EF4-FFF2-40B4-BE49-F238E27FC236}">
                      <a16:creationId xmlns:a16="http://schemas.microsoft.com/office/drawing/2014/main" id="{4C27B44A-B3A5-4291-89F7-0AB094AF6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34" name="Line 682">
                <a:extLst>
                  <a:ext uri="{FF2B5EF4-FFF2-40B4-BE49-F238E27FC236}">
                    <a16:creationId xmlns:a16="http://schemas.microsoft.com/office/drawing/2014/main" id="{7A86EADE-941D-4B46-867B-FC7C5CB07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683">
                <a:extLst>
                  <a:ext uri="{FF2B5EF4-FFF2-40B4-BE49-F238E27FC236}">
                    <a16:creationId xmlns:a16="http://schemas.microsoft.com/office/drawing/2014/main" id="{26F00E91-0665-4527-8729-6E9F8FA43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3" name="Group 684">
              <a:extLst>
                <a:ext uri="{FF2B5EF4-FFF2-40B4-BE49-F238E27FC236}">
                  <a16:creationId xmlns:a16="http://schemas.microsoft.com/office/drawing/2014/main" id="{4FD24576-DD23-4954-965D-BEBD32805D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0016" y="2097869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22" name="Oval 407">
                <a:extLst>
                  <a:ext uri="{FF2B5EF4-FFF2-40B4-BE49-F238E27FC236}">
                    <a16:creationId xmlns:a16="http://schemas.microsoft.com/office/drawing/2014/main" id="{65072E60-F5DA-4E5A-AAE6-24E8B9AFE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3" name="Rectangle 410">
                <a:extLst>
                  <a:ext uri="{FF2B5EF4-FFF2-40B4-BE49-F238E27FC236}">
                    <a16:creationId xmlns:a16="http://schemas.microsoft.com/office/drawing/2014/main" id="{AA3F4302-02B5-496E-82FF-9110DBA80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Oval 411">
                <a:extLst>
                  <a:ext uri="{FF2B5EF4-FFF2-40B4-BE49-F238E27FC236}">
                    <a16:creationId xmlns:a16="http://schemas.microsoft.com/office/drawing/2014/main" id="{70270867-911A-4212-8E04-5FA08624A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5" name="Group 688">
                <a:extLst>
                  <a:ext uri="{FF2B5EF4-FFF2-40B4-BE49-F238E27FC236}">
                    <a16:creationId xmlns:a16="http://schemas.microsoft.com/office/drawing/2014/main" id="{67A01E3A-DD5A-4FF3-B6AB-078166F0C5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8" name="Freeform 689">
                  <a:extLst>
                    <a:ext uri="{FF2B5EF4-FFF2-40B4-BE49-F238E27FC236}">
                      <a16:creationId xmlns:a16="http://schemas.microsoft.com/office/drawing/2014/main" id="{D584DB98-C92F-487B-ACD7-457A829710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9" name="Freeform 690">
                  <a:extLst>
                    <a:ext uri="{FF2B5EF4-FFF2-40B4-BE49-F238E27FC236}">
                      <a16:creationId xmlns:a16="http://schemas.microsoft.com/office/drawing/2014/main" id="{B5FBE04E-FF9D-4E17-BCD7-05EF665E75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26" name="Line 691">
                <a:extLst>
                  <a:ext uri="{FF2B5EF4-FFF2-40B4-BE49-F238E27FC236}">
                    <a16:creationId xmlns:a16="http://schemas.microsoft.com/office/drawing/2014/main" id="{1363BFF9-AB91-4A40-9010-3C2EDD42A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" name="Line 692">
                <a:extLst>
                  <a:ext uri="{FF2B5EF4-FFF2-40B4-BE49-F238E27FC236}">
                    <a16:creationId xmlns:a16="http://schemas.microsoft.com/office/drawing/2014/main" id="{4FE143D0-B74B-416B-8145-D83BB7FE3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4" name="Line 693">
              <a:extLst>
                <a:ext uri="{FF2B5EF4-FFF2-40B4-BE49-F238E27FC236}">
                  <a16:creationId xmlns:a16="http://schemas.microsoft.com/office/drawing/2014/main" id="{B3F71F11-3559-46A5-8414-1D5B4A385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66744" y="2177450"/>
              <a:ext cx="15521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Group 694">
              <a:extLst>
                <a:ext uri="{FF2B5EF4-FFF2-40B4-BE49-F238E27FC236}">
                  <a16:creationId xmlns:a16="http://schemas.microsoft.com/office/drawing/2014/main" id="{EE03789F-31C6-4520-A56F-32102FAD2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42161" y="3031029"/>
              <a:ext cx="424071" cy="16429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14" name="Oval 407">
                <a:extLst>
                  <a:ext uri="{FF2B5EF4-FFF2-40B4-BE49-F238E27FC236}">
                    <a16:creationId xmlns:a16="http://schemas.microsoft.com/office/drawing/2014/main" id="{0CF982CA-40D5-4E60-9A50-0E2332247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5" name="Rectangle 410">
                <a:extLst>
                  <a:ext uri="{FF2B5EF4-FFF2-40B4-BE49-F238E27FC236}">
                    <a16:creationId xmlns:a16="http://schemas.microsoft.com/office/drawing/2014/main" id="{1A448190-E65C-40A0-B399-015BC2766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Oval 411">
                <a:extLst>
                  <a:ext uri="{FF2B5EF4-FFF2-40B4-BE49-F238E27FC236}">
                    <a16:creationId xmlns:a16="http://schemas.microsoft.com/office/drawing/2014/main" id="{6822E1CE-0988-4C74-A4CF-E608EBB1D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17" name="Group 698">
                <a:extLst>
                  <a:ext uri="{FF2B5EF4-FFF2-40B4-BE49-F238E27FC236}">
                    <a16:creationId xmlns:a16="http://schemas.microsoft.com/office/drawing/2014/main" id="{C288EFFA-7C92-4FEC-98A1-D120004805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" name="Freeform 699">
                  <a:extLst>
                    <a:ext uri="{FF2B5EF4-FFF2-40B4-BE49-F238E27FC236}">
                      <a16:creationId xmlns:a16="http://schemas.microsoft.com/office/drawing/2014/main" id="{373040A7-2F34-4426-84EA-E534ED524D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1" name="Freeform 700">
                  <a:extLst>
                    <a:ext uri="{FF2B5EF4-FFF2-40B4-BE49-F238E27FC236}">
                      <a16:creationId xmlns:a16="http://schemas.microsoft.com/office/drawing/2014/main" id="{B8D3AE07-C267-4595-9F56-9FF7F110E6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8" name="Line 701">
                <a:extLst>
                  <a:ext uri="{FF2B5EF4-FFF2-40B4-BE49-F238E27FC236}">
                    <a16:creationId xmlns:a16="http://schemas.microsoft.com/office/drawing/2014/main" id="{6D938A44-0F94-4D4D-BCD5-BBE3E999B1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Line 702">
                <a:extLst>
                  <a:ext uri="{FF2B5EF4-FFF2-40B4-BE49-F238E27FC236}">
                    <a16:creationId xmlns:a16="http://schemas.microsoft.com/office/drawing/2014/main" id="{8E81F499-0B77-4BDA-8BF8-14C792811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6" name="Group 712">
              <a:extLst>
                <a:ext uri="{FF2B5EF4-FFF2-40B4-BE49-F238E27FC236}">
                  <a16:creationId xmlns:a16="http://schemas.microsoft.com/office/drawing/2014/main" id="{A70D53ED-5484-4CA2-8888-328324412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63605" y="2803836"/>
              <a:ext cx="424071" cy="16429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6" name="Oval 407">
                <a:extLst>
                  <a:ext uri="{FF2B5EF4-FFF2-40B4-BE49-F238E27FC236}">
                    <a16:creationId xmlns:a16="http://schemas.microsoft.com/office/drawing/2014/main" id="{E1783DF1-6D7A-414A-8A29-D30E34778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" name="Rectangle 410">
                <a:extLst>
                  <a:ext uri="{FF2B5EF4-FFF2-40B4-BE49-F238E27FC236}">
                    <a16:creationId xmlns:a16="http://schemas.microsoft.com/office/drawing/2014/main" id="{A20B2826-F892-47BB-9978-819027DBA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Oval 411">
                <a:extLst>
                  <a:ext uri="{FF2B5EF4-FFF2-40B4-BE49-F238E27FC236}">
                    <a16:creationId xmlns:a16="http://schemas.microsoft.com/office/drawing/2014/main" id="{E5EF95BA-88E6-4295-B2A6-F7638D65E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09" name="Group 716">
                <a:extLst>
                  <a:ext uri="{FF2B5EF4-FFF2-40B4-BE49-F238E27FC236}">
                    <a16:creationId xmlns:a16="http://schemas.microsoft.com/office/drawing/2014/main" id="{C12595A4-C5DC-4760-8578-2699CDC647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12" name="Freeform 717">
                  <a:extLst>
                    <a:ext uri="{FF2B5EF4-FFF2-40B4-BE49-F238E27FC236}">
                      <a16:creationId xmlns:a16="http://schemas.microsoft.com/office/drawing/2014/main" id="{A373321B-E7A1-4B61-B2F5-A10666B26F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3" name="Freeform 718">
                  <a:extLst>
                    <a:ext uri="{FF2B5EF4-FFF2-40B4-BE49-F238E27FC236}">
                      <a16:creationId xmlns:a16="http://schemas.microsoft.com/office/drawing/2014/main" id="{FBBF9EBE-52B9-4CA0-9B6F-F3EFC5EE05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0" name="Line 719">
                <a:extLst>
                  <a:ext uri="{FF2B5EF4-FFF2-40B4-BE49-F238E27FC236}">
                    <a16:creationId xmlns:a16="http://schemas.microsoft.com/office/drawing/2014/main" id="{4C739AC1-BBE2-4395-A3EF-3F9B4264C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Line 720">
                <a:extLst>
                  <a:ext uri="{FF2B5EF4-FFF2-40B4-BE49-F238E27FC236}">
                    <a16:creationId xmlns:a16="http://schemas.microsoft.com/office/drawing/2014/main" id="{F53861F3-D40E-4375-9FFD-B7CC03FD4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721">
              <a:extLst>
                <a:ext uri="{FF2B5EF4-FFF2-40B4-BE49-F238E27FC236}">
                  <a16:creationId xmlns:a16="http://schemas.microsoft.com/office/drawing/2014/main" id="{56492CCE-E5EF-4531-82F6-3575879E4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41505" y="2814105"/>
              <a:ext cx="424071" cy="16429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8" name="Oval 407">
                <a:extLst>
                  <a:ext uri="{FF2B5EF4-FFF2-40B4-BE49-F238E27FC236}">
                    <a16:creationId xmlns:a16="http://schemas.microsoft.com/office/drawing/2014/main" id="{93F74262-37D8-443E-83F9-19CC3A3B3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9" name="Rectangle 410">
                <a:extLst>
                  <a:ext uri="{FF2B5EF4-FFF2-40B4-BE49-F238E27FC236}">
                    <a16:creationId xmlns:a16="http://schemas.microsoft.com/office/drawing/2014/main" id="{B3866392-516A-44F6-8D79-CDA6FF62F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Oval 411">
                <a:extLst>
                  <a:ext uri="{FF2B5EF4-FFF2-40B4-BE49-F238E27FC236}">
                    <a16:creationId xmlns:a16="http://schemas.microsoft.com/office/drawing/2014/main" id="{9BD31C3F-5532-4557-99BF-E7574A604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01" name="Group 725">
                <a:extLst>
                  <a:ext uri="{FF2B5EF4-FFF2-40B4-BE49-F238E27FC236}">
                    <a16:creationId xmlns:a16="http://schemas.microsoft.com/office/drawing/2014/main" id="{133CC1E2-9402-4B8D-9DC1-E1992B3A2E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4" name="Freeform 726">
                  <a:extLst>
                    <a:ext uri="{FF2B5EF4-FFF2-40B4-BE49-F238E27FC236}">
                      <a16:creationId xmlns:a16="http://schemas.microsoft.com/office/drawing/2014/main" id="{60238ED6-21CD-4BF4-B200-76156A13DB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5" name="Freeform 727">
                  <a:extLst>
                    <a:ext uri="{FF2B5EF4-FFF2-40B4-BE49-F238E27FC236}">
                      <a16:creationId xmlns:a16="http://schemas.microsoft.com/office/drawing/2014/main" id="{4C21BAF8-DBD6-4885-90C6-D8527E0816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02" name="Line 728">
                <a:extLst>
                  <a:ext uri="{FF2B5EF4-FFF2-40B4-BE49-F238E27FC236}">
                    <a16:creationId xmlns:a16="http://schemas.microsoft.com/office/drawing/2014/main" id="{1004981C-186D-45B4-9899-05BAE959E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Line 729">
                <a:extLst>
                  <a:ext uri="{FF2B5EF4-FFF2-40B4-BE49-F238E27FC236}">
                    <a16:creationId xmlns:a16="http://schemas.microsoft.com/office/drawing/2014/main" id="{9B6DC083-26AF-4E67-889C-2393F756E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8" name="Group 730">
              <a:extLst>
                <a:ext uri="{FF2B5EF4-FFF2-40B4-BE49-F238E27FC236}">
                  <a16:creationId xmlns:a16="http://schemas.microsoft.com/office/drawing/2014/main" id="{952C39F7-A709-4F3C-AD45-84B8991969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9665" y="3511086"/>
              <a:ext cx="540483" cy="19638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0" name="Oval 407">
                <a:extLst>
                  <a:ext uri="{FF2B5EF4-FFF2-40B4-BE49-F238E27FC236}">
                    <a16:creationId xmlns:a16="http://schemas.microsoft.com/office/drawing/2014/main" id="{C19AD5D5-B601-4607-AF23-E1F351AF2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1" name="Rectangle 410">
                <a:extLst>
                  <a:ext uri="{FF2B5EF4-FFF2-40B4-BE49-F238E27FC236}">
                    <a16:creationId xmlns:a16="http://schemas.microsoft.com/office/drawing/2014/main" id="{BBE6B1F7-2F82-4DEE-B6BE-063129F8D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2" name="Oval 411">
                <a:extLst>
                  <a:ext uri="{FF2B5EF4-FFF2-40B4-BE49-F238E27FC236}">
                    <a16:creationId xmlns:a16="http://schemas.microsoft.com/office/drawing/2014/main" id="{CC36ED6D-0F52-47C5-9B7D-0D3BF2ECD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93" name="Group 734">
                <a:extLst>
                  <a:ext uri="{FF2B5EF4-FFF2-40B4-BE49-F238E27FC236}">
                    <a16:creationId xmlns:a16="http://schemas.microsoft.com/office/drawing/2014/main" id="{C7C4502D-32D9-4108-95EF-77CB5315A8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6" name="Freeform 735">
                  <a:extLst>
                    <a:ext uri="{FF2B5EF4-FFF2-40B4-BE49-F238E27FC236}">
                      <a16:creationId xmlns:a16="http://schemas.microsoft.com/office/drawing/2014/main" id="{141E077F-F91F-40BE-AC0E-DBF0BB1D0B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7" name="Freeform 736">
                  <a:extLst>
                    <a:ext uri="{FF2B5EF4-FFF2-40B4-BE49-F238E27FC236}">
                      <a16:creationId xmlns:a16="http://schemas.microsoft.com/office/drawing/2014/main" id="{528CDD99-C220-47F8-904A-ED79F92E81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4" name="Line 737">
                <a:extLst>
                  <a:ext uri="{FF2B5EF4-FFF2-40B4-BE49-F238E27FC236}">
                    <a16:creationId xmlns:a16="http://schemas.microsoft.com/office/drawing/2014/main" id="{D4CBE0F3-854C-480D-AEF6-CF4B56CE9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5" name="Line 738">
                <a:extLst>
                  <a:ext uri="{FF2B5EF4-FFF2-40B4-BE49-F238E27FC236}">
                    <a16:creationId xmlns:a16="http://schemas.microsoft.com/office/drawing/2014/main" id="{21DF9CA1-4E7E-48B1-8C61-018EC96EC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9" name="Group 739">
              <a:extLst>
                <a:ext uri="{FF2B5EF4-FFF2-40B4-BE49-F238E27FC236}">
                  <a16:creationId xmlns:a16="http://schemas.microsoft.com/office/drawing/2014/main" id="{421DB3BA-A6A0-4C72-B8CD-70F27A5DD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2621" y="3752399"/>
              <a:ext cx="540483" cy="19638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2" name="Oval 407">
                <a:extLst>
                  <a:ext uri="{FF2B5EF4-FFF2-40B4-BE49-F238E27FC236}">
                    <a16:creationId xmlns:a16="http://schemas.microsoft.com/office/drawing/2014/main" id="{F80BA94D-EA6E-4261-8740-CFFF5AB0B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Rectangle 410">
                <a:extLst>
                  <a:ext uri="{FF2B5EF4-FFF2-40B4-BE49-F238E27FC236}">
                    <a16:creationId xmlns:a16="http://schemas.microsoft.com/office/drawing/2014/main" id="{D99C1E8B-3772-49D3-B8BC-448CF000B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Oval 411">
                <a:extLst>
                  <a:ext uri="{FF2B5EF4-FFF2-40B4-BE49-F238E27FC236}">
                    <a16:creationId xmlns:a16="http://schemas.microsoft.com/office/drawing/2014/main" id="{DC3FA619-64BB-4A87-98E3-4A8C84FCF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85" name="Group 743">
                <a:extLst>
                  <a:ext uri="{FF2B5EF4-FFF2-40B4-BE49-F238E27FC236}">
                    <a16:creationId xmlns:a16="http://schemas.microsoft.com/office/drawing/2014/main" id="{59A1948F-112D-43E0-A0A8-9945FAD684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8" name="Freeform 744">
                  <a:extLst>
                    <a:ext uri="{FF2B5EF4-FFF2-40B4-BE49-F238E27FC236}">
                      <a16:creationId xmlns:a16="http://schemas.microsoft.com/office/drawing/2014/main" id="{4ED1280E-196B-4EC8-A9CC-2A804A1062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9" name="Freeform 745">
                  <a:extLst>
                    <a:ext uri="{FF2B5EF4-FFF2-40B4-BE49-F238E27FC236}">
                      <a16:creationId xmlns:a16="http://schemas.microsoft.com/office/drawing/2014/main" id="{E0755C3A-81E1-4ED2-A1A0-ABA5ECA417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86" name="Line 746">
                <a:extLst>
                  <a:ext uri="{FF2B5EF4-FFF2-40B4-BE49-F238E27FC236}">
                    <a16:creationId xmlns:a16="http://schemas.microsoft.com/office/drawing/2014/main" id="{EE71B794-34C8-4178-ACC1-2F9C3E98E7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Line 747">
                <a:extLst>
                  <a:ext uri="{FF2B5EF4-FFF2-40B4-BE49-F238E27FC236}">
                    <a16:creationId xmlns:a16="http://schemas.microsoft.com/office/drawing/2014/main" id="{5CFDBA8C-0CA4-46D7-BA65-7374898ED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748">
              <a:extLst>
                <a:ext uri="{FF2B5EF4-FFF2-40B4-BE49-F238E27FC236}">
                  <a16:creationId xmlns:a16="http://schemas.microsoft.com/office/drawing/2014/main" id="{DCC258C1-BA84-4BCA-8024-57FE8D37C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4646" y="3788339"/>
              <a:ext cx="540483" cy="19638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4" name="Oval 407">
                <a:extLst>
                  <a:ext uri="{FF2B5EF4-FFF2-40B4-BE49-F238E27FC236}">
                    <a16:creationId xmlns:a16="http://schemas.microsoft.com/office/drawing/2014/main" id="{0BFD2B35-24C4-4D7E-BCE1-27A252E0B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Rectangle 410">
                <a:extLst>
                  <a:ext uri="{FF2B5EF4-FFF2-40B4-BE49-F238E27FC236}">
                    <a16:creationId xmlns:a16="http://schemas.microsoft.com/office/drawing/2014/main" id="{F68DB43C-3F69-4A86-B177-7C5BB54A2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Oval 411">
                <a:extLst>
                  <a:ext uri="{FF2B5EF4-FFF2-40B4-BE49-F238E27FC236}">
                    <a16:creationId xmlns:a16="http://schemas.microsoft.com/office/drawing/2014/main" id="{6D9625A2-DE6E-4C60-9A87-8806EF917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77" name="Group 752">
                <a:extLst>
                  <a:ext uri="{FF2B5EF4-FFF2-40B4-BE49-F238E27FC236}">
                    <a16:creationId xmlns:a16="http://schemas.microsoft.com/office/drawing/2014/main" id="{118EB3B7-D0DB-4BE8-ABB7-49022A780D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" name="Freeform 753">
                  <a:extLst>
                    <a:ext uri="{FF2B5EF4-FFF2-40B4-BE49-F238E27FC236}">
                      <a16:creationId xmlns:a16="http://schemas.microsoft.com/office/drawing/2014/main" id="{CFA8B943-B925-4AD5-B4F8-DB1BA6D490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1" name="Freeform 754">
                  <a:extLst>
                    <a:ext uri="{FF2B5EF4-FFF2-40B4-BE49-F238E27FC236}">
                      <a16:creationId xmlns:a16="http://schemas.microsoft.com/office/drawing/2014/main" id="{004DE349-98E3-4574-901C-E1851C3DCE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78" name="Line 755">
                <a:extLst>
                  <a:ext uri="{FF2B5EF4-FFF2-40B4-BE49-F238E27FC236}">
                    <a16:creationId xmlns:a16="http://schemas.microsoft.com/office/drawing/2014/main" id="{81D26B95-A209-4357-9281-D094F6CA4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Line 756">
                <a:extLst>
                  <a:ext uri="{FF2B5EF4-FFF2-40B4-BE49-F238E27FC236}">
                    <a16:creationId xmlns:a16="http://schemas.microsoft.com/office/drawing/2014/main" id="{20871953-04B4-42AE-B842-960C298C4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Group 757">
              <a:extLst>
                <a:ext uri="{FF2B5EF4-FFF2-40B4-BE49-F238E27FC236}">
                  <a16:creationId xmlns:a16="http://schemas.microsoft.com/office/drawing/2014/main" id="{82C47E8F-325E-4D51-AA94-3F79EFA632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5572" y="2811537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6" name="Oval 407">
                <a:extLst>
                  <a:ext uri="{FF2B5EF4-FFF2-40B4-BE49-F238E27FC236}">
                    <a16:creationId xmlns:a16="http://schemas.microsoft.com/office/drawing/2014/main" id="{7AEB7661-57F0-4671-85F2-5793E8697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Rectangle 410">
                <a:extLst>
                  <a:ext uri="{FF2B5EF4-FFF2-40B4-BE49-F238E27FC236}">
                    <a16:creationId xmlns:a16="http://schemas.microsoft.com/office/drawing/2014/main" id="{FB7E3B4C-DDBD-4115-9253-14A05BF14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Oval 411">
                <a:extLst>
                  <a:ext uri="{FF2B5EF4-FFF2-40B4-BE49-F238E27FC236}">
                    <a16:creationId xmlns:a16="http://schemas.microsoft.com/office/drawing/2014/main" id="{AA242421-6D52-4AAB-9DDF-B4B92C69E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9" name="Group 761">
                <a:extLst>
                  <a:ext uri="{FF2B5EF4-FFF2-40B4-BE49-F238E27FC236}">
                    <a16:creationId xmlns:a16="http://schemas.microsoft.com/office/drawing/2014/main" id="{0A5E3506-B0FA-407E-9C41-F6E91512CE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2" name="Freeform 762">
                  <a:extLst>
                    <a:ext uri="{FF2B5EF4-FFF2-40B4-BE49-F238E27FC236}">
                      <a16:creationId xmlns:a16="http://schemas.microsoft.com/office/drawing/2014/main" id="{A8AB3D79-B188-436F-9CBA-7DB187E017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3" name="Freeform 763">
                  <a:extLst>
                    <a:ext uri="{FF2B5EF4-FFF2-40B4-BE49-F238E27FC236}">
                      <a16:creationId xmlns:a16="http://schemas.microsoft.com/office/drawing/2014/main" id="{B3786B99-C11F-4D2B-BECF-4E93FAF9F7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70" name="Line 764">
                <a:extLst>
                  <a:ext uri="{FF2B5EF4-FFF2-40B4-BE49-F238E27FC236}">
                    <a16:creationId xmlns:a16="http://schemas.microsoft.com/office/drawing/2014/main" id="{F100963C-6B1C-481A-BD4A-842F36D88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Line 765">
                <a:extLst>
                  <a:ext uri="{FF2B5EF4-FFF2-40B4-BE49-F238E27FC236}">
                    <a16:creationId xmlns:a16="http://schemas.microsoft.com/office/drawing/2014/main" id="{67C3771C-B779-4853-8596-F7ED3D1AC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2" name="Group 767">
              <a:extLst>
                <a:ext uri="{FF2B5EF4-FFF2-40B4-BE49-F238E27FC236}">
                  <a16:creationId xmlns:a16="http://schemas.microsoft.com/office/drawing/2014/main" id="{E2566F9B-1619-4436-890C-6C91FB5820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52640" y="1628870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58" name="Oval 407">
                <a:extLst>
                  <a:ext uri="{FF2B5EF4-FFF2-40B4-BE49-F238E27FC236}">
                    <a16:creationId xmlns:a16="http://schemas.microsoft.com/office/drawing/2014/main" id="{D06BA3B0-0F23-4C38-A25E-5F2B679D6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Rectangle 410">
                <a:extLst>
                  <a:ext uri="{FF2B5EF4-FFF2-40B4-BE49-F238E27FC236}">
                    <a16:creationId xmlns:a16="http://schemas.microsoft.com/office/drawing/2014/main" id="{CF970A70-F735-4018-A29C-7E091A234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Oval 411">
                <a:extLst>
                  <a:ext uri="{FF2B5EF4-FFF2-40B4-BE49-F238E27FC236}">
                    <a16:creationId xmlns:a16="http://schemas.microsoft.com/office/drawing/2014/main" id="{11205BB3-298F-4AD3-B9C0-821A7C069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1" name="Group 771">
                <a:extLst>
                  <a:ext uri="{FF2B5EF4-FFF2-40B4-BE49-F238E27FC236}">
                    <a16:creationId xmlns:a16="http://schemas.microsoft.com/office/drawing/2014/main" id="{026FA96F-F949-421A-B92B-D1A56C769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64" name="Freeform 772">
                  <a:extLst>
                    <a:ext uri="{FF2B5EF4-FFF2-40B4-BE49-F238E27FC236}">
                      <a16:creationId xmlns:a16="http://schemas.microsoft.com/office/drawing/2014/main" id="{3964090B-967B-4624-8E74-4FBE61EC37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5" name="Freeform 773">
                  <a:extLst>
                    <a:ext uri="{FF2B5EF4-FFF2-40B4-BE49-F238E27FC236}">
                      <a16:creationId xmlns:a16="http://schemas.microsoft.com/office/drawing/2014/main" id="{8B1AF256-B70C-48B4-AC4E-179FB59C3A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62" name="Line 774">
                <a:extLst>
                  <a:ext uri="{FF2B5EF4-FFF2-40B4-BE49-F238E27FC236}">
                    <a16:creationId xmlns:a16="http://schemas.microsoft.com/office/drawing/2014/main" id="{2C0AE5F0-F624-45A9-886E-3B845B5C51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775">
                <a:extLst>
                  <a:ext uri="{FF2B5EF4-FFF2-40B4-BE49-F238E27FC236}">
                    <a16:creationId xmlns:a16="http://schemas.microsoft.com/office/drawing/2014/main" id="{2414D16A-0207-467B-8644-F7E1B7EDE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776">
              <a:extLst>
                <a:ext uri="{FF2B5EF4-FFF2-40B4-BE49-F238E27FC236}">
                  <a16:creationId xmlns:a16="http://schemas.microsoft.com/office/drawing/2014/main" id="{BD7C99D3-2B87-436F-8665-B116746B6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0304" y="2698583"/>
              <a:ext cx="442087" cy="284954"/>
              <a:chOff x="2967" y="478"/>
              <a:chExt cx="788" cy="62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56" name="Picture 777" descr="access_point_stylized_small">
                <a:extLst>
                  <a:ext uri="{FF2B5EF4-FFF2-40B4-BE49-F238E27FC236}">
                    <a16:creationId xmlns:a16="http://schemas.microsoft.com/office/drawing/2014/main" id="{7257FDDE-E4AC-4827-97BA-0B611A6D02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7" name="Picture 778" descr="antenna_radiation_stylized">
                <a:extLst>
                  <a:ext uri="{FF2B5EF4-FFF2-40B4-BE49-F238E27FC236}">
                    <a16:creationId xmlns:a16="http://schemas.microsoft.com/office/drawing/2014/main" id="{D3B00B03-337A-4E3F-8D88-1536D3275C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4" name="Group 779">
              <a:extLst>
                <a:ext uri="{FF2B5EF4-FFF2-40B4-BE49-F238E27FC236}">
                  <a16:creationId xmlns:a16="http://schemas.microsoft.com/office/drawing/2014/main" id="{BD177520-7752-4F0E-A351-FA73026749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07952" y="3914130"/>
              <a:ext cx="491978" cy="340148"/>
              <a:chOff x="2967" y="478"/>
              <a:chExt cx="788" cy="62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54" name="Picture 780" descr="access_point_stylized_small">
                <a:extLst>
                  <a:ext uri="{FF2B5EF4-FFF2-40B4-BE49-F238E27FC236}">
                    <a16:creationId xmlns:a16="http://schemas.microsoft.com/office/drawing/2014/main" id="{1F2DDE24-5A7A-4E43-B984-DB2080F151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5" name="Picture 781" descr="antenna_radiation_stylized">
                <a:extLst>
                  <a:ext uri="{FF2B5EF4-FFF2-40B4-BE49-F238E27FC236}">
                    <a16:creationId xmlns:a16="http://schemas.microsoft.com/office/drawing/2014/main" id="{7428FC36-B7CB-4813-9678-847358C5E6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5" name="Group 782">
              <a:extLst>
                <a:ext uri="{FF2B5EF4-FFF2-40B4-BE49-F238E27FC236}">
                  <a16:creationId xmlns:a16="http://schemas.microsoft.com/office/drawing/2014/main" id="{99B29F29-D4F8-4A45-8801-FE237C3C44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72500" y="1359811"/>
              <a:ext cx="399126" cy="510864"/>
              <a:chOff x="742" y="2409"/>
              <a:chExt cx="576" cy="8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36" name="Group 783">
                <a:extLst>
                  <a:ext uri="{FF2B5EF4-FFF2-40B4-BE49-F238E27FC236}">
                    <a16:creationId xmlns:a16="http://schemas.microsoft.com/office/drawing/2014/main" id="{A2AF9B38-FB32-40AC-A6B3-807D834A50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39" name="Line 270">
                  <a:extLst>
                    <a:ext uri="{FF2B5EF4-FFF2-40B4-BE49-F238E27FC236}">
                      <a16:creationId xmlns:a16="http://schemas.microsoft.com/office/drawing/2014/main" id="{20E64EFD-2B5E-4CE0-942A-B2BAF792C3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0" name="Line 271">
                  <a:extLst>
                    <a:ext uri="{FF2B5EF4-FFF2-40B4-BE49-F238E27FC236}">
                      <a16:creationId xmlns:a16="http://schemas.microsoft.com/office/drawing/2014/main" id="{E462FF01-5A57-4F6F-9569-859965C255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1" name="Line 272">
                  <a:extLst>
                    <a:ext uri="{FF2B5EF4-FFF2-40B4-BE49-F238E27FC236}">
                      <a16:creationId xmlns:a16="http://schemas.microsoft.com/office/drawing/2014/main" id="{93474D7A-A03D-4B4E-9F80-D6BC8398E6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2" name="Line 273">
                  <a:extLst>
                    <a:ext uri="{FF2B5EF4-FFF2-40B4-BE49-F238E27FC236}">
                      <a16:creationId xmlns:a16="http://schemas.microsoft.com/office/drawing/2014/main" id="{679CF281-4E90-4D3D-8D5F-D4B8C4E9B5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3" name="Line 274">
                  <a:extLst>
                    <a:ext uri="{FF2B5EF4-FFF2-40B4-BE49-F238E27FC236}">
                      <a16:creationId xmlns:a16="http://schemas.microsoft.com/office/drawing/2014/main" id="{60B24460-4276-49CB-A8CE-744AD12814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4" name="Line 275">
                  <a:extLst>
                    <a:ext uri="{FF2B5EF4-FFF2-40B4-BE49-F238E27FC236}">
                      <a16:creationId xmlns:a16="http://schemas.microsoft.com/office/drawing/2014/main" id="{AD0D83B7-DAD3-4B6B-B7BF-43988C563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5" name="Line 276">
                  <a:extLst>
                    <a:ext uri="{FF2B5EF4-FFF2-40B4-BE49-F238E27FC236}">
                      <a16:creationId xmlns:a16="http://schemas.microsoft.com/office/drawing/2014/main" id="{810F113F-8973-454C-A4C6-DC9F08980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6" name="Line 277">
                  <a:extLst>
                    <a:ext uri="{FF2B5EF4-FFF2-40B4-BE49-F238E27FC236}">
                      <a16:creationId xmlns:a16="http://schemas.microsoft.com/office/drawing/2014/main" id="{C8CFD92F-2A89-4593-83FC-CA51B3CA07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7" name="Line 278">
                  <a:extLst>
                    <a:ext uri="{FF2B5EF4-FFF2-40B4-BE49-F238E27FC236}">
                      <a16:creationId xmlns:a16="http://schemas.microsoft.com/office/drawing/2014/main" id="{0E3CBAEA-ED7B-4B50-8925-4BA34F2DAC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8" name="Line 279">
                  <a:extLst>
                    <a:ext uri="{FF2B5EF4-FFF2-40B4-BE49-F238E27FC236}">
                      <a16:creationId xmlns:a16="http://schemas.microsoft.com/office/drawing/2014/main" id="{DAF2C5EF-9088-4596-A406-CFA586F2F6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9" name="Line 280">
                  <a:extLst>
                    <a:ext uri="{FF2B5EF4-FFF2-40B4-BE49-F238E27FC236}">
                      <a16:creationId xmlns:a16="http://schemas.microsoft.com/office/drawing/2014/main" id="{0D2661EE-4C42-40F3-AA19-911B8BFF14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0" name="Line 281">
                  <a:extLst>
                    <a:ext uri="{FF2B5EF4-FFF2-40B4-BE49-F238E27FC236}">
                      <a16:creationId xmlns:a16="http://schemas.microsoft.com/office/drawing/2014/main" id="{DB2CEF79-DF3F-4C81-B17E-856F439070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1" name="Line 282">
                  <a:extLst>
                    <a:ext uri="{FF2B5EF4-FFF2-40B4-BE49-F238E27FC236}">
                      <a16:creationId xmlns:a16="http://schemas.microsoft.com/office/drawing/2014/main" id="{87C5F0EC-5136-4CE3-AC96-947F6BE2F8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2" name="Line 283">
                  <a:extLst>
                    <a:ext uri="{FF2B5EF4-FFF2-40B4-BE49-F238E27FC236}">
                      <a16:creationId xmlns:a16="http://schemas.microsoft.com/office/drawing/2014/main" id="{D43250F2-CBCC-4D0D-9BDD-5FB84BE3ED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3" name="Line 284">
                  <a:extLst>
                    <a:ext uri="{FF2B5EF4-FFF2-40B4-BE49-F238E27FC236}">
                      <a16:creationId xmlns:a16="http://schemas.microsoft.com/office/drawing/2014/main" id="{71F57B9C-B991-4D51-8DAA-256A2B9B7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37" name="Picture 799" descr="cell_tower_radiation copy">
                <a:extLst>
                  <a:ext uri="{FF2B5EF4-FFF2-40B4-BE49-F238E27FC236}">
                    <a16:creationId xmlns:a16="http://schemas.microsoft.com/office/drawing/2014/main" id="{3C0B3915-E965-460A-8BFD-ABC251D9D5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8" name="Oval 800">
                <a:extLst>
                  <a:ext uri="{FF2B5EF4-FFF2-40B4-BE49-F238E27FC236}">
                    <a16:creationId xmlns:a16="http://schemas.microsoft.com/office/drawing/2014/main" id="{C0A8983F-1C35-4A7A-82F9-A78C1A8DE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6" name="Text Box 580">
              <a:extLst>
                <a:ext uri="{FF2B5EF4-FFF2-40B4-BE49-F238E27FC236}">
                  <a16:creationId xmlns:a16="http://schemas.microsoft.com/office/drawing/2014/main" id="{B5CA5110-2362-4D19-969A-8F50DB60A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2421" y="987574"/>
              <a:ext cx="800219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移动接入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Text Box 580">
              <a:extLst>
                <a:ext uri="{FF2B5EF4-FFF2-40B4-BE49-F238E27FC236}">
                  <a16:creationId xmlns:a16="http://schemas.microsoft.com/office/drawing/2014/main" id="{722EE7D2-06AF-405A-9AEE-F3EB00D3D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133" y="1543363"/>
              <a:ext cx="1261884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全局网络提供商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Box 580">
              <a:extLst>
                <a:ext uri="{FF2B5EF4-FFF2-40B4-BE49-F238E27FC236}">
                  <a16:creationId xmlns:a16="http://schemas.microsoft.com/office/drawing/2014/main" id="{E2E7DE12-A149-4978-B930-E450F008D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4409" y="2999504"/>
              <a:ext cx="1261884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本地网络提供商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 Box 580">
              <a:extLst>
                <a:ext uri="{FF2B5EF4-FFF2-40B4-BE49-F238E27FC236}">
                  <a16:creationId xmlns:a16="http://schemas.microsoft.com/office/drawing/2014/main" id="{2118D6A1-A1CE-4620-B9B0-2ACABB481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803" y="2226565"/>
              <a:ext cx="800219" cy="24006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家庭网络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580">
              <a:extLst>
                <a:ext uri="{FF2B5EF4-FFF2-40B4-BE49-F238E27FC236}">
                  <a16:creationId xmlns:a16="http://schemas.microsoft.com/office/drawing/2014/main" id="{FD0E2091-9A0D-4231-A7C8-F884D32E9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0648" y="3266657"/>
              <a:ext cx="1107996" cy="24006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组织机构网络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1" name="Group 950">
              <a:extLst>
                <a:ext uri="{FF2B5EF4-FFF2-40B4-BE49-F238E27FC236}">
                  <a16:creationId xmlns:a16="http://schemas.microsoft.com/office/drawing/2014/main" id="{CBEB19AB-756C-407E-B4F9-17EF682D92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75278" y="3912846"/>
              <a:ext cx="198177" cy="388924"/>
              <a:chOff x="4140" y="429"/>
              <a:chExt cx="1425" cy="239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4" name="Freeform 951">
                <a:extLst>
                  <a:ext uri="{FF2B5EF4-FFF2-40B4-BE49-F238E27FC236}">
                    <a16:creationId xmlns:a16="http://schemas.microsoft.com/office/drawing/2014/main" id="{5586F429-43A3-4E5A-963F-26D4F35F1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Rectangle 952">
                <a:extLst>
                  <a:ext uri="{FF2B5EF4-FFF2-40B4-BE49-F238E27FC236}">
                    <a16:creationId xmlns:a16="http://schemas.microsoft.com/office/drawing/2014/main" id="{CF1774C4-C3FB-468E-864A-8989E0A84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953">
                <a:extLst>
                  <a:ext uri="{FF2B5EF4-FFF2-40B4-BE49-F238E27FC236}">
                    <a16:creationId xmlns:a16="http://schemas.microsoft.com/office/drawing/2014/main" id="{4B6C05B8-D857-461F-8C29-7DB96F4C2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954">
                <a:extLst>
                  <a:ext uri="{FF2B5EF4-FFF2-40B4-BE49-F238E27FC236}">
                    <a16:creationId xmlns:a16="http://schemas.microsoft.com/office/drawing/2014/main" id="{BE10AAD3-6795-41FF-8384-8133E6239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Rectangle 955">
                <a:extLst>
                  <a:ext uri="{FF2B5EF4-FFF2-40B4-BE49-F238E27FC236}">
                    <a16:creationId xmlns:a16="http://schemas.microsoft.com/office/drawing/2014/main" id="{579357FC-76F8-4630-B83A-D3673C6E2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9" name="Group 956">
                <a:extLst>
                  <a:ext uri="{FF2B5EF4-FFF2-40B4-BE49-F238E27FC236}">
                    <a16:creationId xmlns:a16="http://schemas.microsoft.com/office/drawing/2014/main" id="{5E16D2F7-46EB-42CF-A27B-1315C4D751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34" name="AutoShape 957">
                  <a:extLst>
                    <a:ext uri="{FF2B5EF4-FFF2-40B4-BE49-F238E27FC236}">
                      <a16:creationId xmlns:a16="http://schemas.microsoft.com/office/drawing/2014/main" id="{2AF23CE1-BDF5-43D6-8CFA-55507594EA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5" name="AutoShape 958">
                  <a:extLst>
                    <a:ext uri="{FF2B5EF4-FFF2-40B4-BE49-F238E27FC236}">
                      <a16:creationId xmlns:a16="http://schemas.microsoft.com/office/drawing/2014/main" id="{CD7D4CDA-78B3-4FA1-B691-3B3D321DC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0" name="Rectangle 959">
                <a:extLst>
                  <a:ext uri="{FF2B5EF4-FFF2-40B4-BE49-F238E27FC236}">
                    <a16:creationId xmlns:a16="http://schemas.microsoft.com/office/drawing/2014/main" id="{8023900B-3046-4D59-8A66-0F0834AB2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1" name="Group 960">
                <a:extLst>
                  <a:ext uri="{FF2B5EF4-FFF2-40B4-BE49-F238E27FC236}">
                    <a16:creationId xmlns:a16="http://schemas.microsoft.com/office/drawing/2014/main" id="{85FADEF5-4FF1-4584-9272-F37799856C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32" name="AutoShape 961">
                  <a:extLst>
                    <a:ext uri="{FF2B5EF4-FFF2-40B4-BE49-F238E27FC236}">
                      <a16:creationId xmlns:a16="http://schemas.microsoft.com/office/drawing/2014/main" id="{BA117B05-77AF-494C-93CF-B860C61B04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3" name="AutoShape 962">
                  <a:extLst>
                    <a:ext uri="{FF2B5EF4-FFF2-40B4-BE49-F238E27FC236}">
                      <a16:creationId xmlns:a16="http://schemas.microsoft.com/office/drawing/2014/main" id="{EA014E26-BF5F-44B2-A019-D42C53369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2" name="Rectangle 963">
                <a:extLst>
                  <a:ext uri="{FF2B5EF4-FFF2-40B4-BE49-F238E27FC236}">
                    <a16:creationId xmlns:a16="http://schemas.microsoft.com/office/drawing/2014/main" id="{521E7A29-F7C5-4411-8E60-C22DDAE03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Rectangle 964">
                <a:extLst>
                  <a:ext uri="{FF2B5EF4-FFF2-40B4-BE49-F238E27FC236}">
                    <a16:creationId xmlns:a16="http://schemas.microsoft.com/office/drawing/2014/main" id="{A479267C-D1E7-4350-97B9-FE40A5B32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4" name="Group 965">
                <a:extLst>
                  <a:ext uri="{FF2B5EF4-FFF2-40B4-BE49-F238E27FC236}">
                    <a16:creationId xmlns:a16="http://schemas.microsoft.com/office/drawing/2014/main" id="{F7AC348F-9EFD-4CD2-BD9B-3ED8633EA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30" name="AutoShape 966">
                  <a:extLst>
                    <a:ext uri="{FF2B5EF4-FFF2-40B4-BE49-F238E27FC236}">
                      <a16:creationId xmlns:a16="http://schemas.microsoft.com/office/drawing/2014/main" id="{D8C0BB8F-689A-4437-8EAF-996B6D5F1A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1" name="AutoShape 967">
                  <a:extLst>
                    <a:ext uri="{FF2B5EF4-FFF2-40B4-BE49-F238E27FC236}">
                      <a16:creationId xmlns:a16="http://schemas.microsoft.com/office/drawing/2014/main" id="{937C1B66-0D52-4976-B3EC-7416B052B4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5" name="Freeform 968">
                <a:extLst>
                  <a:ext uri="{FF2B5EF4-FFF2-40B4-BE49-F238E27FC236}">
                    <a16:creationId xmlns:a16="http://schemas.microsoft.com/office/drawing/2014/main" id="{AB9981B0-27A1-42D1-9DEF-0A67DD75B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6" name="Group 969">
                <a:extLst>
                  <a:ext uri="{FF2B5EF4-FFF2-40B4-BE49-F238E27FC236}">
                    <a16:creationId xmlns:a16="http://schemas.microsoft.com/office/drawing/2014/main" id="{238C335B-A4B7-4138-B5B7-5F3B6F15CA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28" name="AutoShape 970">
                  <a:extLst>
                    <a:ext uri="{FF2B5EF4-FFF2-40B4-BE49-F238E27FC236}">
                      <a16:creationId xmlns:a16="http://schemas.microsoft.com/office/drawing/2014/main" id="{8D61A93F-7686-4355-B0E6-7CADDC2517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9" name="AutoShape 971">
                  <a:extLst>
                    <a:ext uri="{FF2B5EF4-FFF2-40B4-BE49-F238E27FC236}">
                      <a16:creationId xmlns:a16="http://schemas.microsoft.com/office/drawing/2014/main" id="{0F8A5F89-9496-41B1-91C6-6F91293B3E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7" name="Rectangle 972">
                <a:extLst>
                  <a:ext uri="{FF2B5EF4-FFF2-40B4-BE49-F238E27FC236}">
                    <a16:creationId xmlns:a16="http://schemas.microsoft.com/office/drawing/2014/main" id="{E62A066B-32EA-4E52-BEC8-29C86ABC6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973">
                <a:extLst>
                  <a:ext uri="{FF2B5EF4-FFF2-40B4-BE49-F238E27FC236}">
                    <a16:creationId xmlns:a16="http://schemas.microsoft.com/office/drawing/2014/main" id="{F30C7263-0ECF-4633-82F5-F6013A1E2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974">
                <a:extLst>
                  <a:ext uri="{FF2B5EF4-FFF2-40B4-BE49-F238E27FC236}">
                    <a16:creationId xmlns:a16="http://schemas.microsoft.com/office/drawing/2014/main" id="{86732594-3A2B-4ABF-9646-5B3EF3264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Oval 975">
                <a:extLst>
                  <a:ext uri="{FF2B5EF4-FFF2-40B4-BE49-F238E27FC236}">
                    <a16:creationId xmlns:a16="http://schemas.microsoft.com/office/drawing/2014/main" id="{94FDCE0E-8FB1-4980-84F2-DA18B6807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Freeform 976">
                <a:extLst>
                  <a:ext uri="{FF2B5EF4-FFF2-40B4-BE49-F238E27FC236}">
                    <a16:creationId xmlns:a16="http://schemas.microsoft.com/office/drawing/2014/main" id="{B07E19AD-5E41-4C03-A66A-9AEA2A384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AutoShape 977">
                <a:extLst>
                  <a:ext uri="{FF2B5EF4-FFF2-40B4-BE49-F238E27FC236}">
                    <a16:creationId xmlns:a16="http://schemas.microsoft.com/office/drawing/2014/main" id="{AAA3E3A5-2299-4756-9DE7-C1DD1044D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AutoShape 978">
                <a:extLst>
                  <a:ext uri="{FF2B5EF4-FFF2-40B4-BE49-F238E27FC236}">
                    <a16:creationId xmlns:a16="http://schemas.microsoft.com/office/drawing/2014/main" id="{C65F0BA8-73B2-4FDC-8690-4067AE24C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Oval 979">
                <a:extLst>
                  <a:ext uri="{FF2B5EF4-FFF2-40B4-BE49-F238E27FC236}">
                    <a16:creationId xmlns:a16="http://schemas.microsoft.com/office/drawing/2014/main" id="{A429FD82-DB88-4554-9323-1814A8258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5" name="Oval 980">
                <a:extLst>
                  <a:ext uri="{FF2B5EF4-FFF2-40B4-BE49-F238E27FC236}">
                    <a16:creationId xmlns:a16="http://schemas.microsoft.com/office/drawing/2014/main" id="{504F342A-7DC2-425B-A144-612BEF131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Oval 981">
                <a:extLst>
                  <a:ext uri="{FF2B5EF4-FFF2-40B4-BE49-F238E27FC236}">
                    <a16:creationId xmlns:a16="http://schemas.microsoft.com/office/drawing/2014/main" id="{2E8A2BA3-B460-4467-A62A-5A9B23BC1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Rectangle 982">
                <a:extLst>
                  <a:ext uri="{FF2B5EF4-FFF2-40B4-BE49-F238E27FC236}">
                    <a16:creationId xmlns:a16="http://schemas.microsoft.com/office/drawing/2014/main" id="{B1430032-E2B1-4788-8BD6-5006C0488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983">
              <a:extLst>
                <a:ext uri="{FF2B5EF4-FFF2-40B4-BE49-F238E27FC236}">
                  <a16:creationId xmlns:a16="http://schemas.microsoft.com/office/drawing/2014/main" id="{2E30D1A7-014D-4BE0-BD91-D74E2EBB3E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9493" y="4156726"/>
              <a:ext cx="198177" cy="388924"/>
              <a:chOff x="4140" y="429"/>
              <a:chExt cx="1425" cy="239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2" name="Freeform 984">
                <a:extLst>
                  <a:ext uri="{FF2B5EF4-FFF2-40B4-BE49-F238E27FC236}">
                    <a16:creationId xmlns:a16="http://schemas.microsoft.com/office/drawing/2014/main" id="{1BF46E46-30AA-4DCA-A6E1-04B37E575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985">
                <a:extLst>
                  <a:ext uri="{FF2B5EF4-FFF2-40B4-BE49-F238E27FC236}">
                    <a16:creationId xmlns:a16="http://schemas.microsoft.com/office/drawing/2014/main" id="{2599F211-7903-4CDF-AF08-FD24CD808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Freeform 986">
                <a:extLst>
                  <a:ext uri="{FF2B5EF4-FFF2-40B4-BE49-F238E27FC236}">
                    <a16:creationId xmlns:a16="http://schemas.microsoft.com/office/drawing/2014/main" id="{1C32DAE8-074F-4E84-A4AC-F3EB23283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Freeform 987">
                <a:extLst>
                  <a:ext uri="{FF2B5EF4-FFF2-40B4-BE49-F238E27FC236}">
                    <a16:creationId xmlns:a16="http://schemas.microsoft.com/office/drawing/2014/main" id="{15E4EA7D-19C6-47FC-AA55-8B069AD0F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Rectangle 988">
                <a:extLst>
                  <a:ext uri="{FF2B5EF4-FFF2-40B4-BE49-F238E27FC236}">
                    <a16:creationId xmlns:a16="http://schemas.microsoft.com/office/drawing/2014/main" id="{071F5226-4654-441E-A7E8-C26DBB3D9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7" name="Group 989">
                <a:extLst>
                  <a:ext uri="{FF2B5EF4-FFF2-40B4-BE49-F238E27FC236}">
                    <a16:creationId xmlns:a16="http://schemas.microsoft.com/office/drawing/2014/main" id="{32671038-8521-439A-B625-DFF4071DBA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2" name="AutoShape 990">
                  <a:extLst>
                    <a:ext uri="{FF2B5EF4-FFF2-40B4-BE49-F238E27FC236}">
                      <a16:creationId xmlns:a16="http://schemas.microsoft.com/office/drawing/2014/main" id="{62876AFC-0267-44CC-9462-7319BC10D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3" name="AutoShape 991">
                  <a:extLst>
                    <a:ext uri="{FF2B5EF4-FFF2-40B4-BE49-F238E27FC236}">
                      <a16:creationId xmlns:a16="http://schemas.microsoft.com/office/drawing/2014/main" id="{BF3127FB-A942-4408-8C45-D67F7B7E22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78" name="Rectangle 992">
                <a:extLst>
                  <a:ext uri="{FF2B5EF4-FFF2-40B4-BE49-F238E27FC236}">
                    <a16:creationId xmlns:a16="http://schemas.microsoft.com/office/drawing/2014/main" id="{DE14C09F-A450-4ED4-9DB8-07FEA6CE0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9" name="Group 993">
                <a:extLst>
                  <a:ext uri="{FF2B5EF4-FFF2-40B4-BE49-F238E27FC236}">
                    <a16:creationId xmlns:a16="http://schemas.microsoft.com/office/drawing/2014/main" id="{3CCE1994-5BD3-41F0-BC31-4D0FFA069E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00" name="AutoShape 994">
                  <a:extLst>
                    <a:ext uri="{FF2B5EF4-FFF2-40B4-BE49-F238E27FC236}">
                      <a16:creationId xmlns:a16="http://schemas.microsoft.com/office/drawing/2014/main" id="{69D2F7A9-FDA3-4BC9-AA95-89B14C23B0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AutoShape 995">
                  <a:extLst>
                    <a:ext uri="{FF2B5EF4-FFF2-40B4-BE49-F238E27FC236}">
                      <a16:creationId xmlns:a16="http://schemas.microsoft.com/office/drawing/2014/main" id="{3C9E2AA2-4AEF-4306-8081-358FB898E0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0" name="Rectangle 996">
                <a:extLst>
                  <a:ext uri="{FF2B5EF4-FFF2-40B4-BE49-F238E27FC236}">
                    <a16:creationId xmlns:a16="http://schemas.microsoft.com/office/drawing/2014/main" id="{CDA65CD1-0FFF-4AE8-A3D5-8907450C2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Rectangle 997">
                <a:extLst>
                  <a:ext uri="{FF2B5EF4-FFF2-40B4-BE49-F238E27FC236}">
                    <a16:creationId xmlns:a16="http://schemas.microsoft.com/office/drawing/2014/main" id="{1C6E968C-CD9D-4E55-A462-D842626FF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2" name="Group 998">
                <a:extLst>
                  <a:ext uri="{FF2B5EF4-FFF2-40B4-BE49-F238E27FC236}">
                    <a16:creationId xmlns:a16="http://schemas.microsoft.com/office/drawing/2014/main" id="{BA775751-943D-40BD-BC8C-FC00D33817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8" name="AutoShape 999">
                  <a:extLst>
                    <a:ext uri="{FF2B5EF4-FFF2-40B4-BE49-F238E27FC236}">
                      <a16:creationId xmlns:a16="http://schemas.microsoft.com/office/drawing/2014/main" id="{7846B5FC-F2D4-4256-BFE7-DA0BD3C2CD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9" name="AutoShape 1000">
                  <a:extLst>
                    <a:ext uri="{FF2B5EF4-FFF2-40B4-BE49-F238E27FC236}">
                      <a16:creationId xmlns:a16="http://schemas.microsoft.com/office/drawing/2014/main" id="{48687173-DDB6-4A69-BCB8-F41289524D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3" name="Freeform 1001">
                <a:extLst>
                  <a:ext uri="{FF2B5EF4-FFF2-40B4-BE49-F238E27FC236}">
                    <a16:creationId xmlns:a16="http://schemas.microsoft.com/office/drawing/2014/main" id="{FCD10EA1-B5C6-49BD-BB1E-64F41E654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4" name="Group 1002">
                <a:extLst>
                  <a:ext uri="{FF2B5EF4-FFF2-40B4-BE49-F238E27FC236}">
                    <a16:creationId xmlns:a16="http://schemas.microsoft.com/office/drawing/2014/main" id="{6FD5ABDC-63AD-4BC1-AC35-9ACC2EA7D5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6" name="AutoShape 1003">
                  <a:extLst>
                    <a:ext uri="{FF2B5EF4-FFF2-40B4-BE49-F238E27FC236}">
                      <a16:creationId xmlns:a16="http://schemas.microsoft.com/office/drawing/2014/main" id="{3B6BA0C7-14E0-42D2-9AE5-B64EC74B6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7" name="AutoShape 1004">
                  <a:extLst>
                    <a:ext uri="{FF2B5EF4-FFF2-40B4-BE49-F238E27FC236}">
                      <a16:creationId xmlns:a16="http://schemas.microsoft.com/office/drawing/2014/main" id="{786F9193-16A2-4ACF-A93D-54E05173F6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5" name="Rectangle 1005">
                <a:extLst>
                  <a:ext uri="{FF2B5EF4-FFF2-40B4-BE49-F238E27FC236}">
                    <a16:creationId xmlns:a16="http://schemas.microsoft.com/office/drawing/2014/main" id="{B1D60410-5802-445A-8F19-3C4FB1265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1006">
                <a:extLst>
                  <a:ext uri="{FF2B5EF4-FFF2-40B4-BE49-F238E27FC236}">
                    <a16:creationId xmlns:a16="http://schemas.microsoft.com/office/drawing/2014/main" id="{CE5E3CE0-FE17-44B5-97D8-D866B35F5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Freeform 1007">
                <a:extLst>
                  <a:ext uri="{FF2B5EF4-FFF2-40B4-BE49-F238E27FC236}">
                    <a16:creationId xmlns:a16="http://schemas.microsoft.com/office/drawing/2014/main" id="{5604C14C-33F9-487B-B3C9-E82E092D3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Oval 1008">
                <a:extLst>
                  <a:ext uri="{FF2B5EF4-FFF2-40B4-BE49-F238E27FC236}">
                    <a16:creationId xmlns:a16="http://schemas.microsoft.com/office/drawing/2014/main" id="{5F98D2D5-8E03-47C7-81B3-B7A82BB0B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Freeform 1009">
                <a:extLst>
                  <a:ext uri="{FF2B5EF4-FFF2-40B4-BE49-F238E27FC236}">
                    <a16:creationId xmlns:a16="http://schemas.microsoft.com/office/drawing/2014/main" id="{13D81651-8B5F-4D3D-A5E8-6EDBD56A2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AutoShape 1010">
                <a:extLst>
                  <a:ext uri="{FF2B5EF4-FFF2-40B4-BE49-F238E27FC236}">
                    <a16:creationId xmlns:a16="http://schemas.microsoft.com/office/drawing/2014/main" id="{155CF125-D10F-4362-8138-B9AA1CF95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AutoShape 1011">
                <a:extLst>
                  <a:ext uri="{FF2B5EF4-FFF2-40B4-BE49-F238E27FC236}">
                    <a16:creationId xmlns:a16="http://schemas.microsoft.com/office/drawing/2014/main" id="{8E964529-9E59-4DA8-8857-87FC9DA7D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Oval 1012">
                <a:extLst>
                  <a:ext uri="{FF2B5EF4-FFF2-40B4-BE49-F238E27FC236}">
                    <a16:creationId xmlns:a16="http://schemas.microsoft.com/office/drawing/2014/main" id="{4A9F45F0-AAC5-4923-9C0A-D14220B80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Oval 1013">
                <a:extLst>
                  <a:ext uri="{FF2B5EF4-FFF2-40B4-BE49-F238E27FC236}">
                    <a16:creationId xmlns:a16="http://schemas.microsoft.com/office/drawing/2014/main" id="{65C9804D-8E99-4342-A99B-EAFF973A7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Oval 1014">
                <a:extLst>
                  <a:ext uri="{FF2B5EF4-FFF2-40B4-BE49-F238E27FC236}">
                    <a16:creationId xmlns:a16="http://schemas.microsoft.com/office/drawing/2014/main" id="{3B414F63-FB75-4C24-8B5B-34E25CA02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Rectangle 1015">
                <a:extLst>
                  <a:ext uri="{FF2B5EF4-FFF2-40B4-BE49-F238E27FC236}">
                    <a16:creationId xmlns:a16="http://schemas.microsoft.com/office/drawing/2014/main" id="{8F09685D-C81C-41EC-823D-59C81AC76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Group 1016">
              <a:extLst>
                <a:ext uri="{FF2B5EF4-FFF2-40B4-BE49-F238E27FC236}">
                  <a16:creationId xmlns:a16="http://schemas.microsoft.com/office/drawing/2014/main" id="{A855D354-745C-4A3D-A20B-C2B68AF5F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0062" y="1520259"/>
              <a:ext cx="467032" cy="329880"/>
              <a:chOff x="877" y="1008"/>
              <a:chExt cx="2747" cy="25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49" name="Picture 1017" descr="antenna_stylized">
                <a:extLst>
                  <a:ext uri="{FF2B5EF4-FFF2-40B4-BE49-F238E27FC236}">
                    <a16:creationId xmlns:a16="http://schemas.microsoft.com/office/drawing/2014/main" id="{730ED01F-B5B4-4D57-9FA7-4CE96E6260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0" name="Picture 1018" descr="laptop_keyboard">
                <a:extLst>
                  <a:ext uri="{FF2B5EF4-FFF2-40B4-BE49-F238E27FC236}">
                    <a16:creationId xmlns:a16="http://schemas.microsoft.com/office/drawing/2014/main" id="{C2DBB040-439F-40E4-A0FD-BA14D39412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1019">
                <a:extLst>
                  <a:ext uri="{FF2B5EF4-FFF2-40B4-BE49-F238E27FC236}">
                    <a16:creationId xmlns:a16="http://schemas.microsoft.com/office/drawing/2014/main" id="{06974289-5841-439F-93C7-AB887B6F6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52" name="Picture 1020" descr="screen">
                <a:extLst>
                  <a:ext uri="{FF2B5EF4-FFF2-40B4-BE49-F238E27FC236}">
                    <a16:creationId xmlns:a16="http://schemas.microsoft.com/office/drawing/2014/main" id="{3836B4EE-4705-40AF-A83F-E56615F307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3" name="Freeform 1021">
                <a:extLst>
                  <a:ext uri="{FF2B5EF4-FFF2-40B4-BE49-F238E27FC236}">
                    <a16:creationId xmlns:a16="http://schemas.microsoft.com/office/drawing/2014/main" id="{5FFE2430-2CD9-4DF5-8F1C-F50FE057C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Freeform 1022">
                <a:extLst>
                  <a:ext uri="{FF2B5EF4-FFF2-40B4-BE49-F238E27FC236}">
                    <a16:creationId xmlns:a16="http://schemas.microsoft.com/office/drawing/2014/main" id="{6E5B8F96-764B-486C-9D71-F18B508DB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Freeform 1023">
                <a:extLst>
                  <a:ext uri="{FF2B5EF4-FFF2-40B4-BE49-F238E27FC236}">
                    <a16:creationId xmlns:a16="http://schemas.microsoft.com/office/drawing/2014/main" id="{8C82EF5D-F684-45E2-9B6F-9114EE8E8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Freeform 1024">
                <a:extLst>
                  <a:ext uri="{FF2B5EF4-FFF2-40B4-BE49-F238E27FC236}">
                    <a16:creationId xmlns:a16="http://schemas.microsoft.com/office/drawing/2014/main" id="{1BA9535C-0A97-4047-94CD-28A1601DB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Freeform 1025">
                <a:extLst>
                  <a:ext uri="{FF2B5EF4-FFF2-40B4-BE49-F238E27FC236}">
                    <a16:creationId xmlns:a16="http://schemas.microsoft.com/office/drawing/2014/main" id="{2FEEE7FA-CE67-447E-AF15-A46C52BE7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Freeform 1026">
                <a:extLst>
                  <a:ext uri="{FF2B5EF4-FFF2-40B4-BE49-F238E27FC236}">
                    <a16:creationId xmlns:a16="http://schemas.microsoft.com/office/drawing/2014/main" id="{1516B006-72E2-4A8D-9525-E24FCA1DC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9" name="Group 1027">
                <a:extLst>
                  <a:ext uri="{FF2B5EF4-FFF2-40B4-BE49-F238E27FC236}">
                    <a16:creationId xmlns:a16="http://schemas.microsoft.com/office/drawing/2014/main" id="{9E4873D1-60F0-4EAE-9122-A0B9C914D7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66" name="Freeform 1028">
                  <a:extLst>
                    <a:ext uri="{FF2B5EF4-FFF2-40B4-BE49-F238E27FC236}">
                      <a16:creationId xmlns:a16="http://schemas.microsoft.com/office/drawing/2014/main" id="{5766EB39-4E45-4495-9564-FBAE735B12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7" name="Freeform 1029">
                  <a:extLst>
                    <a:ext uri="{FF2B5EF4-FFF2-40B4-BE49-F238E27FC236}">
                      <a16:creationId xmlns:a16="http://schemas.microsoft.com/office/drawing/2014/main" id="{B1F45A80-A911-4C7C-94E9-4E2C710D14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8" name="Freeform 1030">
                  <a:extLst>
                    <a:ext uri="{FF2B5EF4-FFF2-40B4-BE49-F238E27FC236}">
                      <a16:creationId xmlns:a16="http://schemas.microsoft.com/office/drawing/2014/main" id="{0DA3CECB-383E-47E0-A005-CA53EEBE0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9" name="Freeform 1031">
                  <a:extLst>
                    <a:ext uri="{FF2B5EF4-FFF2-40B4-BE49-F238E27FC236}">
                      <a16:creationId xmlns:a16="http://schemas.microsoft.com/office/drawing/2014/main" id="{3557262F-6A5A-4401-96C6-AA07BC77CD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0" name="Freeform 1032">
                  <a:extLst>
                    <a:ext uri="{FF2B5EF4-FFF2-40B4-BE49-F238E27FC236}">
                      <a16:creationId xmlns:a16="http://schemas.microsoft.com/office/drawing/2014/main" id="{4E8FC5A4-7CA6-4D11-A11B-2944CC7226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1" name="Freeform 1033">
                  <a:extLst>
                    <a:ext uri="{FF2B5EF4-FFF2-40B4-BE49-F238E27FC236}">
                      <a16:creationId xmlns:a16="http://schemas.microsoft.com/office/drawing/2014/main" id="{E10D4F5E-B6ED-41DB-8C15-4A048D8333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0" name="Freeform 1034">
                <a:extLst>
                  <a:ext uri="{FF2B5EF4-FFF2-40B4-BE49-F238E27FC236}">
                    <a16:creationId xmlns:a16="http://schemas.microsoft.com/office/drawing/2014/main" id="{62E55D34-932C-497F-91EC-78437A6CF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Freeform 1035">
                <a:extLst>
                  <a:ext uri="{FF2B5EF4-FFF2-40B4-BE49-F238E27FC236}">
                    <a16:creationId xmlns:a16="http://schemas.microsoft.com/office/drawing/2014/main" id="{79709267-C08F-4015-AEA5-A66AA9826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Freeform 1036">
                <a:extLst>
                  <a:ext uri="{FF2B5EF4-FFF2-40B4-BE49-F238E27FC236}">
                    <a16:creationId xmlns:a16="http://schemas.microsoft.com/office/drawing/2014/main" id="{211685E5-82FD-4379-9301-BAAC6239D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Freeform 1037">
                <a:extLst>
                  <a:ext uri="{FF2B5EF4-FFF2-40B4-BE49-F238E27FC236}">
                    <a16:creationId xmlns:a16="http://schemas.microsoft.com/office/drawing/2014/main" id="{26D37277-1856-43E2-B5D9-218641CCF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Freeform 1038">
                <a:extLst>
                  <a:ext uri="{FF2B5EF4-FFF2-40B4-BE49-F238E27FC236}">
                    <a16:creationId xmlns:a16="http://schemas.microsoft.com/office/drawing/2014/main" id="{F6EA16CC-47EA-4787-8D01-C5E3A3857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1039">
                <a:extLst>
                  <a:ext uri="{FF2B5EF4-FFF2-40B4-BE49-F238E27FC236}">
                    <a16:creationId xmlns:a16="http://schemas.microsoft.com/office/drawing/2014/main" id="{E9983862-00A8-4B31-B252-28520B30DB7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Group 1064">
              <a:extLst>
                <a:ext uri="{FF2B5EF4-FFF2-40B4-BE49-F238E27FC236}">
                  <a16:creationId xmlns:a16="http://schemas.microsoft.com/office/drawing/2014/main" id="{E873C02E-039E-4995-8992-52389E9A3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0672" y="4304337"/>
              <a:ext cx="414370" cy="329880"/>
              <a:chOff x="877" y="1008"/>
              <a:chExt cx="2747" cy="25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26" name="Picture 1065" descr="antenna_stylized">
                <a:extLst>
                  <a:ext uri="{FF2B5EF4-FFF2-40B4-BE49-F238E27FC236}">
                    <a16:creationId xmlns:a16="http://schemas.microsoft.com/office/drawing/2014/main" id="{BCD5B672-B17E-4AC5-B58F-6E8096F05F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7" name="Picture 1066" descr="laptop_keyboard">
                <a:extLst>
                  <a:ext uri="{FF2B5EF4-FFF2-40B4-BE49-F238E27FC236}">
                    <a16:creationId xmlns:a16="http://schemas.microsoft.com/office/drawing/2014/main" id="{4FA54F1A-EAC4-4256-A4EB-3EEE9023BF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1067">
                <a:extLst>
                  <a:ext uri="{FF2B5EF4-FFF2-40B4-BE49-F238E27FC236}">
                    <a16:creationId xmlns:a16="http://schemas.microsoft.com/office/drawing/2014/main" id="{61B3ED42-4279-49E8-81FE-176849DA3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29" name="Picture 1068" descr="screen">
                <a:extLst>
                  <a:ext uri="{FF2B5EF4-FFF2-40B4-BE49-F238E27FC236}">
                    <a16:creationId xmlns:a16="http://schemas.microsoft.com/office/drawing/2014/main" id="{A5327BB4-5841-4E12-A980-4F1B3D8944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0" name="Freeform 1069">
                <a:extLst>
                  <a:ext uri="{FF2B5EF4-FFF2-40B4-BE49-F238E27FC236}">
                    <a16:creationId xmlns:a16="http://schemas.microsoft.com/office/drawing/2014/main" id="{69FC44E8-8C05-4BC7-A103-7C6357CF7B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Freeform 1070">
                <a:extLst>
                  <a:ext uri="{FF2B5EF4-FFF2-40B4-BE49-F238E27FC236}">
                    <a16:creationId xmlns:a16="http://schemas.microsoft.com/office/drawing/2014/main" id="{15932FD1-A478-4CBE-93E6-DC6419922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1071">
                <a:extLst>
                  <a:ext uri="{FF2B5EF4-FFF2-40B4-BE49-F238E27FC236}">
                    <a16:creationId xmlns:a16="http://schemas.microsoft.com/office/drawing/2014/main" id="{67538D0D-53E4-4B6E-A923-F3C87B198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Freeform 1072">
                <a:extLst>
                  <a:ext uri="{FF2B5EF4-FFF2-40B4-BE49-F238E27FC236}">
                    <a16:creationId xmlns:a16="http://schemas.microsoft.com/office/drawing/2014/main" id="{2859260C-37B2-4F6F-BEEF-290A8CD41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1073">
                <a:extLst>
                  <a:ext uri="{FF2B5EF4-FFF2-40B4-BE49-F238E27FC236}">
                    <a16:creationId xmlns:a16="http://schemas.microsoft.com/office/drawing/2014/main" id="{88557349-EEB3-485C-AF72-6FE58B8EE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1074">
                <a:extLst>
                  <a:ext uri="{FF2B5EF4-FFF2-40B4-BE49-F238E27FC236}">
                    <a16:creationId xmlns:a16="http://schemas.microsoft.com/office/drawing/2014/main" id="{F670C71A-DCD2-4941-8A96-9F0373AD4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6" name="Group 1075">
                <a:extLst>
                  <a:ext uri="{FF2B5EF4-FFF2-40B4-BE49-F238E27FC236}">
                    <a16:creationId xmlns:a16="http://schemas.microsoft.com/office/drawing/2014/main" id="{D71DB3A1-59AD-4C29-B456-5D7C2EDAEC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3" name="Freeform 1076">
                  <a:extLst>
                    <a:ext uri="{FF2B5EF4-FFF2-40B4-BE49-F238E27FC236}">
                      <a16:creationId xmlns:a16="http://schemas.microsoft.com/office/drawing/2014/main" id="{C654F617-FE2E-4062-9518-2D3787CD1B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4" name="Freeform 1077">
                  <a:extLst>
                    <a:ext uri="{FF2B5EF4-FFF2-40B4-BE49-F238E27FC236}">
                      <a16:creationId xmlns:a16="http://schemas.microsoft.com/office/drawing/2014/main" id="{B5B129F9-7777-4CFF-8899-3F7C9E6EB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5" name="Freeform 1078">
                  <a:extLst>
                    <a:ext uri="{FF2B5EF4-FFF2-40B4-BE49-F238E27FC236}">
                      <a16:creationId xmlns:a16="http://schemas.microsoft.com/office/drawing/2014/main" id="{64FF7D4A-B08A-4CD0-83C2-6C82005440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6" name="Freeform 1079">
                  <a:extLst>
                    <a:ext uri="{FF2B5EF4-FFF2-40B4-BE49-F238E27FC236}">
                      <a16:creationId xmlns:a16="http://schemas.microsoft.com/office/drawing/2014/main" id="{8B6DD3D2-3462-426B-ADD9-DEA6F4C862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7" name="Freeform 1080">
                  <a:extLst>
                    <a:ext uri="{FF2B5EF4-FFF2-40B4-BE49-F238E27FC236}">
                      <a16:creationId xmlns:a16="http://schemas.microsoft.com/office/drawing/2014/main" id="{8CCBA853-3298-4E19-8548-2E539AA5EF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8" name="Freeform 1081">
                  <a:extLst>
                    <a:ext uri="{FF2B5EF4-FFF2-40B4-BE49-F238E27FC236}">
                      <a16:creationId xmlns:a16="http://schemas.microsoft.com/office/drawing/2014/main" id="{9E5F18F5-5770-4FCD-BC9B-419B176D2D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7" name="Freeform 1082">
                <a:extLst>
                  <a:ext uri="{FF2B5EF4-FFF2-40B4-BE49-F238E27FC236}">
                    <a16:creationId xmlns:a16="http://schemas.microsoft.com/office/drawing/2014/main" id="{61B57775-E4AF-4221-80FE-EAB4572B1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Freeform 1083">
                <a:extLst>
                  <a:ext uri="{FF2B5EF4-FFF2-40B4-BE49-F238E27FC236}">
                    <a16:creationId xmlns:a16="http://schemas.microsoft.com/office/drawing/2014/main" id="{6A760ED1-B362-44D8-B67E-77F1E6463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Freeform 1084">
                <a:extLst>
                  <a:ext uri="{FF2B5EF4-FFF2-40B4-BE49-F238E27FC236}">
                    <a16:creationId xmlns:a16="http://schemas.microsoft.com/office/drawing/2014/main" id="{B0341851-CB9F-49D9-A2F2-9B5263CA5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Freeform 1085">
                <a:extLst>
                  <a:ext uri="{FF2B5EF4-FFF2-40B4-BE49-F238E27FC236}">
                    <a16:creationId xmlns:a16="http://schemas.microsoft.com/office/drawing/2014/main" id="{C99E5324-2630-4E77-911D-AAC548D76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Freeform 1086">
                <a:extLst>
                  <a:ext uri="{FF2B5EF4-FFF2-40B4-BE49-F238E27FC236}">
                    <a16:creationId xmlns:a16="http://schemas.microsoft.com/office/drawing/2014/main" id="{1D85BFB6-83C3-4F54-B139-F2F64881F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Freeform 1087">
                <a:extLst>
                  <a:ext uri="{FF2B5EF4-FFF2-40B4-BE49-F238E27FC236}">
                    <a16:creationId xmlns:a16="http://schemas.microsoft.com/office/drawing/2014/main" id="{1FAC722F-3B42-4305-A166-36E08C1C566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1114">
              <a:extLst>
                <a:ext uri="{FF2B5EF4-FFF2-40B4-BE49-F238E27FC236}">
                  <a16:creationId xmlns:a16="http://schemas.microsoft.com/office/drawing/2014/main" id="{F5AE001D-1AC7-408B-BF29-909B5D599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5957" y="2327628"/>
              <a:ext cx="388039" cy="329880"/>
              <a:chOff x="877" y="1008"/>
              <a:chExt cx="2747" cy="25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03" name="Picture 1115" descr="antenna_stylized">
                <a:extLst>
                  <a:ext uri="{FF2B5EF4-FFF2-40B4-BE49-F238E27FC236}">
                    <a16:creationId xmlns:a16="http://schemas.microsoft.com/office/drawing/2014/main" id="{A05F7305-5118-4810-8178-6E75A83F6C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" name="Picture 1116" descr="laptop_keyboard">
                <a:extLst>
                  <a:ext uri="{FF2B5EF4-FFF2-40B4-BE49-F238E27FC236}">
                    <a16:creationId xmlns:a16="http://schemas.microsoft.com/office/drawing/2014/main" id="{B66D6623-B651-4E7B-BB52-9024A843E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" name="Freeform 1117">
                <a:extLst>
                  <a:ext uri="{FF2B5EF4-FFF2-40B4-BE49-F238E27FC236}">
                    <a16:creationId xmlns:a16="http://schemas.microsoft.com/office/drawing/2014/main" id="{5EEE5E73-D559-42BC-A0A5-A0E7E3108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6" name="Picture 1118" descr="screen">
                <a:extLst>
                  <a:ext uri="{FF2B5EF4-FFF2-40B4-BE49-F238E27FC236}">
                    <a16:creationId xmlns:a16="http://schemas.microsoft.com/office/drawing/2014/main" id="{79B6DB9D-D25C-4DC3-BBC3-FD7CC6EC99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1119">
                <a:extLst>
                  <a:ext uri="{FF2B5EF4-FFF2-40B4-BE49-F238E27FC236}">
                    <a16:creationId xmlns:a16="http://schemas.microsoft.com/office/drawing/2014/main" id="{4CF7720A-5A85-428E-8D9A-A927EF851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1120">
                <a:extLst>
                  <a:ext uri="{FF2B5EF4-FFF2-40B4-BE49-F238E27FC236}">
                    <a16:creationId xmlns:a16="http://schemas.microsoft.com/office/drawing/2014/main" id="{24A4746F-8861-4109-AFD6-D9DBBC9F6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1121">
                <a:extLst>
                  <a:ext uri="{FF2B5EF4-FFF2-40B4-BE49-F238E27FC236}">
                    <a16:creationId xmlns:a16="http://schemas.microsoft.com/office/drawing/2014/main" id="{F9E0C9A8-4061-484B-B3D7-1BE74245F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1122">
                <a:extLst>
                  <a:ext uri="{FF2B5EF4-FFF2-40B4-BE49-F238E27FC236}">
                    <a16:creationId xmlns:a16="http://schemas.microsoft.com/office/drawing/2014/main" id="{D9B7982F-620B-4E84-900F-9052DBBF3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1123">
                <a:extLst>
                  <a:ext uri="{FF2B5EF4-FFF2-40B4-BE49-F238E27FC236}">
                    <a16:creationId xmlns:a16="http://schemas.microsoft.com/office/drawing/2014/main" id="{65C6B750-0912-4529-A04E-9D120638D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Freeform 1124">
                <a:extLst>
                  <a:ext uri="{FF2B5EF4-FFF2-40B4-BE49-F238E27FC236}">
                    <a16:creationId xmlns:a16="http://schemas.microsoft.com/office/drawing/2014/main" id="{7C145894-240C-407B-8313-1A63C48E9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3" name="Group 1125">
                <a:extLst>
                  <a:ext uri="{FF2B5EF4-FFF2-40B4-BE49-F238E27FC236}">
                    <a16:creationId xmlns:a16="http://schemas.microsoft.com/office/drawing/2014/main" id="{75637081-1841-4A2B-BA83-29518232BB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20" name="Freeform 1126">
                  <a:extLst>
                    <a:ext uri="{FF2B5EF4-FFF2-40B4-BE49-F238E27FC236}">
                      <a16:creationId xmlns:a16="http://schemas.microsoft.com/office/drawing/2014/main" id="{39BD6204-73BF-4D4D-B293-ADE0C35EFE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Freeform 1127">
                  <a:extLst>
                    <a:ext uri="{FF2B5EF4-FFF2-40B4-BE49-F238E27FC236}">
                      <a16:creationId xmlns:a16="http://schemas.microsoft.com/office/drawing/2014/main" id="{063B86E0-AD00-4E3F-922F-5A36462293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Freeform 1128">
                  <a:extLst>
                    <a:ext uri="{FF2B5EF4-FFF2-40B4-BE49-F238E27FC236}">
                      <a16:creationId xmlns:a16="http://schemas.microsoft.com/office/drawing/2014/main" id="{B4FCC272-8B37-4930-954B-261F3383F3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3" name="Freeform 1129">
                  <a:extLst>
                    <a:ext uri="{FF2B5EF4-FFF2-40B4-BE49-F238E27FC236}">
                      <a16:creationId xmlns:a16="http://schemas.microsoft.com/office/drawing/2014/main" id="{4337B946-2C56-4BBC-9ECB-3B308AD18B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Freeform 1130">
                  <a:extLst>
                    <a:ext uri="{FF2B5EF4-FFF2-40B4-BE49-F238E27FC236}">
                      <a16:creationId xmlns:a16="http://schemas.microsoft.com/office/drawing/2014/main" id="{B4615E60-5A80-4163-8E2B-85C11B7D69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Freeform 1131">
                  <a:extLst>
                    <a:ext uri="{FF2B5EF4-FFF2-40B4-BE49-F238E27FC236}">
                      <a16:creationId xmlns:a16="http://schemas.microsoft.com/office/drawing/2014/main" id="{A527D779-4142-4BD7-A38C-8FB33591DD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4" name="Freeform 1132">
                <a:extLst>
                  <a:ext uri="{FF2B5EF4-FFF2-40B4-BE49-F238E27FC236}">
                    <a16:creationId xmlns:a16="http://schemas.microsoft.com/office/drawing/2014/main" id="{801779B0-F783-4172-BAFA-17C698E38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Freeform 1133">
                <a:extLst>
                  <a:ext uri="{FF2B5EF4-FFF2-40B4-BE49-F238E27FC236}">
                    <a16:creationId xmlns:a16="http://schemas.microsoft.com/office/drawing/2014/main" id="{2732CABE-EF84-46A5-9EFE-19C65EC00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1134">
                <a:extLst>
                  <a:ext uri="{FF2B5EF4-FFF2-40B4-BE49-F238E27FC236}">
                    <a16:creationId xmlns:a16="http://schemas.microsoft.com/office/drawing/2014/main" id="{5E1D324C-EFE6-4D90-91F7-C17916143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1135">
                <a:extLst>
                  <a:ext uri="{FF2B5EF4-FFF2-40B4-BE49-F238E27FC236}">
                    <a16:creationId xmlns:a16="http://schemas.microsoft.com/office/drawing/2014/main" id="{9847A315-ABB5-456D-85BF-1274279DB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Freeform 1136">
                <a:extLst>
                  <a:ext uri="{FF2B5EF4-FFF2-40B4-BE49-F238E27FC236}">
                    <a16:creationId xmlns:a16="http://schemas.microsoft.com/office/drawing/2014/main" id="{E3F2CACA-D08F-40B4-B0F5-41BFD92B2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Freeform 1137">
                <a:extLst>
                  <a:ext uri="{FF2B5EF4-FFF2-40B4-BE49-F238E27FC236}">
                    <a16:creationId xmlns:a16="http://schemas.microsoft.com/office/drawing/2014/main" id="{A57D0A4A-E84D-46CA-A364-8B6DF211D43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6" name="Group 1139">
              <a:extLst>
                <a:ext uri="{FF2B5EF4-FFF2-40B4-BE49-F238E27FC236}">
                  <a16:creationId xmlns:a16="http://schemas.microsoft.com/office/drawing/2014/main" id="{4AFEAFC6-D43C-46CC-9F62-8EC34E975E0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67175" y="2473956"/>
              <a:ext cx="361707" cy="301641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01" name="Picture 1140" descr="desktop_computer_stylized_medium">
                <a:extLst>
                  <a:ext uri="{FF2B5EF4-FFF2-40B4-BE49-F238E27FC236}">
                    <a16:creationId xmlns:a16="http://schemas.microsoft.com/office/drawing/2014/main" id="{F7264B95-5912-4846-B112-202893BB3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1141">
                <a:extLst>
                  <a:ext uri="{FF2B5EF4-FFF2-40B4-BE49-F238E27FC236}">
                    <a16:creationId xmlns:a16="http://schemas.microsoft.com/office/drawing/2014/main" id="{1C44ADDB-44F7-415C-B9A4-64CE6344C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7" name="Group 1142">
              <a:extLst>
                <a:ext uri="{FF2B5EF4-FFF2-40B4-BE49-F238E27FC236}">
                  <a16:creationId xmlns:a16="http://schemas.microsoft.com/office/drawing/2014/main" id="{18F0506C-12F7-47FA-99AF-BA50C56A36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0396" y="4252994"/>
              <a:ext cx="414370" cy="329880"/>
              <a:chOff x="877" y="1008"/>
              <a:chExt cx="2747" cy="25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78" name="Picture 1143" descr="antenna_stylized">
                <a:extLst>
                  <a:ext uri="{FF2B5EF4-FFF2-40B4-BE49-F238E27FC236}">
                    <a16:creationId xmlns:a16="http://schemas.microsoft.com/office/drawing/2014/main" id="{DD6867C8-E8C8-409E-8981-568B34D7E9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9" name="Picture 1144" descr="laptop_keyboard">
                <a:extLst>
                  <a:ext uri="{FF2B5EF4-FFF2-40B4-BE49-F238E27FC236}">
                    <a16:creationId xmlns:a16="http://schemas.microsoft.com/office/drawing/2014/main" id="{90354F2C-59BF-4ADA-BB0F-BAD87882BF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" name="Freeform 1145">
                <a:extLst>
                  <a:ext uri="{FF2B5EF4-FFF2-40B4-BE49-F238E27FC236}">
                    <a16:creationId xmlns:a16="http://schemas.microsoft.com/office/drawing/2014/main" id="{56EE9329-330D-47B5-8DF6-DD27BB8F9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1" name="Picture 1146" descr="screen">
                <a:extLst>
                  <a:ext uri="{FF2B5EF4-FFF2-40B4-BE49-F238E27FC236}">
                    <a16:creationId xmlns:a16="http://schemas.microsoft.com/office/drawing/2014/main" id="{42358594-0BFE-49AA-B328-645303FB6C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2" name="Freeform 1147">
                <a:extLst>
                  <a:ext uri="{FF2B5EF4-FFF2-40B4-BE49-F238E27FC236}">
                    <a16:creationId xmlns:a16="http://schemas.microsoft.com/office/drawing/2014/main" id="{F1BCF763-CD09-499F-B15A-6E00408FA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Freeform 1148">
                <a:extLst>
                  <a:ext uri="{FF2B5EF4-FFF2-40B4-BE49-F238E27FC236}">
                    <a16:creationId xmlns:a16="http://schemas.microsoft.com/office/drawing/2014/main" id="{73DE4CD6-BFD6-4B12-928F-64492710E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1149">
                <a:extLst>
                  <a:ext uri="{FF2B5EF4-FFF2-40B4-BE49-F238E27FC236}">
                    <a16:creationId xmlns:a16="http://schemas.microsoft.com/office/drawing/2014/main" id="{4CDF0F2E-E22B-4F37-8AEE-9CE4FBB80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1150">
                <a:extLst>
                  <a:ext uri="{FF2B5EF4-FFF2-40B4-BE49-F238E27FC236}">
                    <a16:creationId xmlns:a16="http://schemas.microsoft.com/office/drawing/2014/main" id="{759258E8-2130-4A73-B74A-4337ABDE0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Freeform 1151">
                <a:extLst>
                  <a:ext uri="{FF2B5EF4-FFF2-40B4-BE49-F238E27FC236}">
                    <a16:creationId xmlns:a16="http://schemas.microsoft.com/office/drawing/2014/main" id="{2C364476-B361-4C0E-A1D9-F8B79C73E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1152">
                <a:extLst>
                  <a:ext uri="{FF2B5EF4-FFF2-40B4-BE49-F238E27FC236}">
                    <a16:creationId xmlns:a16="http://schemas.microsoft.com/office/drawing/2014/main" id="{FF644168-8AD2-47C8-AB9B-130F22297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8" name="Group 1153">
                <a:extLst>
                  <a:ext uri="{FF2B5EF4-FFF2-40B4-BE49-F238E27FC236}">
                    <a16:creationId xmlns:a16="http://schemas.microsoft.com/office/drawing/2014/main" id="{31B4B543-4206-4DC9-B211-62F841CF8F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5" name="Freeform 1154">
                  <a:extLst>
                    <a:ext uri="{FF2B5EF4-FFF2-40B4-BE49-F238E27FC236}">
                      <a16:creationId xmlns:a16="http://schemas.microsoft.com/office/drawing/2014/main" id="{B6ED14BB-7A51-47F9-8D13-BAA7405641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" name="Freeform 1155">
                  <a:extLst>
                    <a:ext uri="{FF2B5EF4-FFF2-40B4-BE49-F238E27FC236}">
                      <a16:creationId xmlns:a16="http://schemas.microsoft.com/office/drawing/2014/main" id="{C48B988F-DFF2-455F-BBD2-35E01E1E18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7" name="Freeform 1156">
                  <a:extLst>
                    <a:ext uri="{FF2B5EF4-FFF2-40B4-BE49-F238E27FC236}">
                      <a16:creationId xmlns:a16="http://schemas.microsoft.com/office/drawing/2014/main" id="{4884D83C-82C8-4A80-A6D2-385F9A0BF7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Freeform 1157">
                  <a:extLst>
                    <a:ext uri="{FF2B5EF4-FFF2-40B4-BE49-F238E27FC236}">
                      <a16:creationId xmlns:a16="http://schemas.microsoft.com/office/drawing/2014/main" id="{9B8F9257-F199-4ED9-8121-76C46F785D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" name="Freeform 1158">
                  <a:extLst>
                    <a:ext uri="{FF2B5EF4-FFF2-40B4-BE49-F238E27FC236}">
                      <a16:creationId xmlns:a16="http://schemas.microsoft.com/office/drawing/2014/main" id="{F28321D4-309B-4468-9408-7B8292059B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Freeform 1159">
                  <a:extLst>
                    <a:ext uri="{FF2B5EF4-FFF2-40B4-BE49-F238E27FC236}">
                      <a16:creationId xmlns:a16="http://schemas.microsoft.com/office/drawing/2014/main" id="{7391AAE3-40A1-4058-860A-7B02358CC5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" name="Freeform 1160">
                <a:extLst>
                  <a:ext uri="{FF2B5EF4-FFF2-40B4-BE49-F238E27FC236}">
                    <a16:creationId xmlns:a16="http://schemas.microsoft.com/office/drawing/2014/main" id="{733E99F7-FE8F-4CA7-A254-9B1756356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1161">
                <a:extLst>
                  <a:ext uri="{FF2B5EF4-FFF2-40B4-BE49-F238E27FC236}">
                    <a16:creationId xmlns:a16="http://schemas.microsoft.com/office/drawing/2014/main" id="{0095D4ED-4919-4CD3-BE7B-6ACA0E0C97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Freeform 1162">
                <a:extLst>
                  <a:ext uri="{FF2B5EF4-FFF2-40B4-BE49-F238E27FC236}">
                    <a16:creationId xmlns:a16="http://schemas.microsoft.com/office/drawing/2014/main" id="{1B1FC314-EE61-4D8C-B465-EA9125277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Freeform 1163">
                <a:extLst>
                  <a:ext uri="{FF2B5EF4-FFF2-40B4-BE49-F238E27FC236}">
                    <a16:creationId xmlns:a16="http://schemas.microsoft.com/office/drawing/2014/main" id="{EA03EB93-A2EF-404E-8D8A-22DDD3C5E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1164">
                <a:extLst>
                  <a:ext uri="{FF2B5EF4-FFF2-40B4-BE49-F238E27FC236}">
                    <a16:creationId xmlns:a16="http://schemas.microsoft.com/office/drawing/2014/main" id="{B1E12D8C-42B5-4671-BD98-CFD099C99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Freeform 1165">
                <a:extLst>
                  <a:ext uri="{FF2B5EF4-FFF2-40B4-BE49-F238E27FC236}">
                    <a16:creationId xmlns:a16="http://schemas.microsoft.com/office/drawing/2014/main" id="{A6756E3B-9AF3-44B1-8580-8024B05B3C9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66" name="Line 913">
            <a:extLst>
              <a:ext uri="{FF2B5EF4-FFF2-40B4-BE49-F238E27FC236}">
                <a16:creationId xmlns:a16="http://schemas.microsoft.com/office/drawing/2014/main" id="{CABD08ED-9FB4-4147-AB92-45E8D1B45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5139" y="2626703"/>
            <a:ext cx="1655261" cy="119598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" name="Line 913">
            <a:extLst>
              <a:ext uri="{FF2B5EF4-FFF2-40B4-BE49-F238E27FC236}">
                <a16:creationId xmlns:a16="http://schemas.microsoft.com/office/drawing/2014/main" id="{7E35ED06-415C-4C81-BE3E-870AE0A0A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171" y="3609943"/>
            <a:ext cx="1490403" cy="624194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" name="灯片编号占位符 2">
            <a:extLst>
              <a:ext uri="{FF2B5EF4-FFF2-40B4-BE49-F238E27FC236}">
                <a16:creationId xmlns:a16="http://schemas.microsoft.com/office/drawing/2014/main" id="{48040D3A-A656-4DF5-AC2B-7DAB1755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9" name="AutoShape 5">
            <a:extLst>
              <a:ext uri="{FF2B5EF4-FFF2-40B4-BE49-F238E27FC236}">
                <a16:creationId xmlns:a16="http://schemas.microsoft.com/office/drawing/2014/main" id="{82158968-BF9F-45EA-9B85-AE5F4C297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150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2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/>
      <p:bldP spid="36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27583" y="1491630"/>
            <a:ext cx="2952327" cy="648072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服务器模式（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C/S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点对点模式（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007C5F-C462-4153-8116-3F89D9EA2A8F}"/>
              </a:ext>
            </a:extLst>
          </p:cNvPr>
          <p:cNvSpPr/>
          <p:nvPr/>
        </p:nvSpPr>
        <p:spPr>
          <a:xfrm>
            <a:off x="467544" y="987574"/>
            <a:ext cx="356860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网络应用程序的体系结构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E9DA219-9C21-4C23-93D6-46F7C8E73EFA}"/>
              </a:ext>
            </a:extLst>
          </p:cNvPr>
          <p:cNvCxnSpPr>
            <a:cxnSpLocks/>
          </p:cNvCxnSpPr>
          <p:nvPr/>
        </p:nvCxnSpPr>
        <p:spPr>
          <a:xfrm>
            <a:off x="2339752" y="2022138"/>
            <a:ext cx="0" cy="261054"/>
          </a:xfrm>
          <a:prstGeom prst="straightConnector1">
            <a:avLst/>
          </a:prstGeom>
          <a:ln w="53975">
            <a:solidFill>
              <a:srgbClr val="FF3300">
                <a:alpha val="77000"/>
              </a:srgb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60">
            <a:extLst>
              <a:ext uri="{FF2B5EF4-FFF2-40B4-BE49-F238E27FC236}">
                <a16:creationId xmlns:a16="http://schemas.microsoft.com/office/drawing/2014/main" id="{E5466719-8607-433B-95B9-8F866B48B095}"/>
              </a:ext>
            </a:extLst>
          </p:cNvPr>
          <p:cNvSpPr txBox="1">
            <a:spLocks noChangeArrowheads="1"/>
          </p:cNvSpPr>
          <p:nvPr/>
        </p:nvSpPr>
        <p:spPr>
          <a:xfrm>
            <a:off x="1424851" y="2294340"/>
            <a:ext cx="2845185" cy="2520806"/>
          </a:xfrm>
          <a:prstGeom prst="rect">
            <a:avLst/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rgbClr val="FF33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/>
          <a:lstStyle>
            <a:defPPr>
              <a:defRPr lang="zh-CN"/>
            </a:defPPr>
            <a:lvl1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rgbClr val="CC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990000"/>
                </a:solidFill>
              </a:defRPr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990000"/>
                </a:solidFill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58775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没有常开的服务器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58775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任意端系统之间直接通信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58775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端系统是对等的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58775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具有自扩展性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58775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间歇地工作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58775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管理起来比较复杂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58775" indent="-2667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适用于流量密集型应用，如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文件共享，下载加速</a:t>
            </a:r>
            <a:endParaRPr lang="en-US" altLang="zh-CN" sz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IPTV</a:t>
            </a:r>
          </a:p>
          <a:p>
            <a:pPr lvl="1"/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E367F5E-A6CF-4D94-802F-CA0E0FE0D70C}"/>
              </a:ext>
            </a:extLst>
          </p:cNvPr>
          <p:cNvGrpSpPr/>
          <p:nvPr/>
        </p:nvGrpSpPr>
        <p:grpSpPr>
          <a:xfrm>
            <a:off x="5122754" y="987574"/>
            <a:ext cx="3583539" cy="3767299"/>
            <a:chOff x="5122754" y="987574"/>
            <a:chExt cx="3583539" cy="3767299"/>
          </a:xfrm>
        </p:grpSpPr>
        <p:sp>
          <p:nvSpPr>
            <p:cNvPr id="11" name="Freeform 415">
              <a:extLst>
                <a:ext uri="{FF2B5EF4-FFF2-40B4-BE49-F238E27FC236}">
                  <a16:creationId xmlns:a16="http://schemas.microsoft.com/office/drawing/2014/main" id="{15C140C6-E8B0-47E1-B053-0289E2417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5697" y="2720403"/>
              <a:ext cx="1147487" cy="545521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416">
              <a:extLst>
                <a:ext uri="{FF2B5EF4-FFF2-40B4-BE49-F238E27FC236}">
                  <a16:creationId xmlns:a16="http://schemas.microsoft.com/office/drawing/2014/main" id="{2772AF36-135D-4F0C-8ACE-FF9A1B8F9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2328" y="1486886"/>
              <a:ext cx="1510580" cy="910057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417">
              <a:extLst>
                <a:ext uri="{FF2B5EF4-FFF2-40B4-BE49-F238E27FC236}">
                  <a16:creationId xmlns:a16="http://schemas.microsoft.com/office/drawing/2014/main" id="{D0A4E092-E13B-41B6-BC54-E30C779D0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754" y="1250708"/>
              <a:ext cx="1516124" cy="866415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Group 418">
              <a:extLst>
                <a:ext uri="{FF2B5EF4-FFF2-40B4-BE49-F238E27FC236}">
                  <a16:creationId xmlns:a16="http://schemas.microsoft.com/office/drawing/2014/main" id="{85FF786D-E0BE-4777-B64F-E18187963D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9275" y="2273718"/>
              <a:ext cx="1273599" cy="754743"/>
              <a:chOff x="2889" y="1631"/>
              <a:chExt cx="980" cy="74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64" name="Rectangle 419">
                <a:extLst>
                  <a:ext uri="{FF2B5EF4-FFF2-40B4-BE49-F238E27FC236}">
                    <a16:creationId xmlns:a16="http://schemas.microsoft.com/office/drawing/2014/main" id="{3A048105-2970-4DBE-A412-85C10A350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5" name="AutoShape 420">
                <a:extLst>
                  <a:ext uri="{FF2B5EF4-FFF2-40B4-BE49-F238E27FC236}">
                    <a16:creationId xmlns:a16="http://schemas.microsoft.com/office/drawing/2014/main" id="{EE74B0C3-8176-4A15-A229-BEA8A5323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" name="Line 421">
              <a:extLst>
                <a:ext uri="{FF2B5EF4-FFF2-40B4-BE49-F238E27FC236}">
                  <a16:creationId xmlns:a16="http://schemas.microsoft.com/office/drawing/2014/main" id="{4038CD2C-6A8E-4678-A192-A08179E92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8004" y="2951447"/>
              <a:ext cx="142742" cy="97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422">
              <a:extLst>
                <a:ext uri="{FF2B5EF4-FFF2-40B4-BE49-F238E27FC236}">
                  <a16:creationId xmlns:a16="http://schemas.microsoft.com/office/drawing/2014/main" id="{0816602E-4A58-40DB-AB5F-F026ACC3E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2540" y="2887268"/>
              <a:ext cx="2439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423">
              <a:extLst>
                <a:ext uri="{FF2B5EF4-FFF2-40B4-BE49-F238E27FC236}">
                  <a16:creationId xmlns:a16="http://schemas.microsoft.com/office/drawing/2014/main" id="{52F964C0-9D7E-406E-9C20-EEBA81AC28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29033" y="2956581"/>
              <a:ext cx="117797" cy="847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424">
              <a:extLst>
                <a:ext uri="{FF2B5EF4-FFF2-40B4-BE49-F238E27FC236}">
                  <a16:creationId xmlns:a16="http://schemas.microsoft.com/office/drawing/2014/main" id="{05ADA99F-FD9F-4139-9AAD-EFCC73BD8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633" y="2892402"/>
              <a:ext cx="593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425">
              <a:extLst>
                <a:ext uri="{FF2B5EF4-FFF2-40B4-BE49-F238E27FC236}">
                  <a16:creationId xmlns:a16="http://schemas.microsoft.com/office/drawing/2014/main" id="{54FF3B4C-B9FB-462E-90C7-65EDCA037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2836" y="1689531"/>
              <a:ext cx="465313" cy="1934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426">
              <a:extLst>
                <a:ext uri="{FF2B5EF4-FFF2-40B4-BE49-F238E27FC236}">
                  <a16:creationId xmlns:a16="http://schemas.microsoft.com/office/drawing/2014/main" id="{468F1112-1237-455B-8F43-74009A9470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72062" y="1733531"/>
              <a:ext cx="211065" cy="780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427">
              <a:extLst>
                <a:ext uri="{FF2B5EF4-FFF2-40B4-BE49-F238E27FC236}">
                  <a16:creationId xmlns:a16="http://schemas.microsoft.com/office/drawing/2014/main" id="{A30DED53-F31C-49BB-B8AB-806547741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0523" y="3408400"/>
              <a:ext cx="2688556" cy="1346473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428">
              <a:extLst>
                <a:ext uri="{FF2B5EF4-FFF2-40B4-BE49-F238E27FC236}">
                  <a16:creationId xmlns:a16="http://schemas.microsoft.com/office/drawing/2014/main" id="{E3E6B704-BF5B-4988-8E27-13A988B09A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447075" y="4035421"/>
              <a:ext cx="423580" cy="1219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429">
              <a:extLst>
                <a:ext uri="{FF2B5EF4-FFF2-40B4-BE49-F238E27FC236}">
                  <a16:creationId xmlns:a16="http://schemas.microsoft.com/office/drawing/2014/main" id="{D7197142-3E3C-46B4-89D5-FD53C3514F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557801" y="4264352"/>
              <a:ext cx="2567" cy="74836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430">
              <a:extLst>
                <a:ext uri="{FF2B5EF4-FFF2-40B4-BE49-F238E27FC236}">
                  <a16:creationId xmlns:a16="http://schemas.microsoft.com/office/drawing/2014/main" id="{922899FA-653E-457B-AEEE-25C6645189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719844" y="4001582"/>
              <a:ext cx="0" cy="997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31">
              <a:extLst>
                <a:ext uri="{FF2B5EF4-FFF2-40B4-BE49-F238E27FC236}">
                  <a16:creationId xmlns:a16="http://schemas.microsoft.com/office/drawing/2014/main" id="{D30F5EC1-F308-424F-BF2E-A68E0F273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4743" y="3666400"/>
              <a:ext cx="340920" cy="1488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32">
              <a:extLst>
                <a:ext uri="{FF2B5EF4-FFF2-40B4-BE49-F238E27FC236}">
                  <a16:creationId xmlns:a16="http://schemas.microsoft.com/office/drawing/2014/main" id="{AEB4001D-0248-47E0-AE47-A0B4342B5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62874" y="3656131"/>
              <a:ext cx="281329" cy="160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33">
              <a:extLst>
                <a:ext uri="{FF2B5EF4-FFF2-40B4-BE49-F238E27FC236}">
                  <a16:creationId xmlns:a16="http://schemas.microsoft.com/office/drawing/2014/main" id="{D4039540-0D72-4229-91B8-8EC235F38F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00292" y="3892309"/>
              <a:ext cx="848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35">
              <a:extLst>
                <a:ext uri="{FF2B5EF4-FFF2-40B4-BE49-F238E27FC236}">
                  <a16:creationId xmlns:a16="http://schemas.microsoft.com/office/drawing/2014/main" id="{74E8635C-063C-4239-A0DA-B6899DD89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7147" y="3728011"/>
              <a:ext cx="230052" cy="69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436">
              <a:extLst>
                <a:ext uri="{FF2B5EF4-FFF2-40B4-BE49-F238E27FC236}">
                  <a16:creationId xmlns:a16="http://schemas.microsoft.com/office/drawing/2014/main" id="{C791578B-487D-4CFE-BD83-4751039BD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1253" y="3897444"/>
              <a:ext cx="360322" cy="1026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439">
              <a:extLst>
                <a:ext uri="{FF2B5EF4-FFF2-40B4-BE49-F238E27FC236}">
                  <a16:creationId xmlns:a16="http://schemas.microsoft.com/office/drawing/2014/main" id="{4A848834-907E-4538-9DB3-09CA17D3B2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2661" y="3968040"/>
              <a:ext cx="124727" cy="1604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440">
              <a:extLst>
                <a:ext uri="{FF2B5EF4-FFF2-40B4-BE49-F238E27FC236}">
                  <a16:creationId xmlns:a16="http://schemas.microsoft.com/office/drawing/2014/main" id="{DA47E89F-4BBD-4B08-BCDF-A6B3E9010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32604" y="3989861"/>
              <a:ext cx="65136" cy="1399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441">
              <a:extLst>
                <a:ext uri="{FF2B5EF4-FFF2-40B4-BE49-F238E27FC236}">
                  <a16:creationId xmlns:a16="http://schemas.microsoft.com/office/drawing/2014/main" id="{EB50183E-8544-4D4A-9791-E75F8B3D8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8417" y="3953921"/>
              <a:ext cx="439316" cy="218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443">
              <a:extLst>
                <a:ext uri="{FF2B5EF4-FFF2-40B4-BE49-F238E27FC236}">
                  <a16:creationId xmlns:a16="http://schemas.microsoft.com/office/drawing/2014/main" id="{18B26077-2563-4247-8D00-3772A65AA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5134" y="2716553"/>
              <a:ext cx="0" cy="106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444">
              <a:extLst>
                <a:ext uri="{FF2B5EF4-FFF2-40B4-BE49-F238E27FC236}">
                  <a16:creationId xmlns:a16="http://schemas.microsoft.com/office/drawing/2014/main" id="{4CD2D6CC-3052-43FE-8B72-82B7FB47D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5991" y="1883511"/>
              <a:ext cx="108097" cy="705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445">
              <a:extLst>
                <a:ext uri="{FF2B5EF4-FFF2-40B4-BE49-F238E27FC236}">
                  <a16:creationId xmlns:a16="http://schemas.microsoft.com/office/drawing/2014/main" id="{CAFF2ABA-5D74-4DBA-A915-3231C8857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6319" y="2023421"/>
              <a:ext cx="0" cy="667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446">
              <a:extLst>
                <a:ext uri="{FF2B5EF4-FFF2-40B4-BE49-F238E27FC236}">
                  <a16:creationId xmlns:a16="http://schemas.microsoft.com/office/drawing/2014/main" id="{072A4DB1-EC5F-442B-9CF9-058BC7BEA4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5991" y="1939988"/>
              <a:ext cx="230052" cy="233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447">
              <a:extLst>
                <a:ext uri="{FF2B5EF4-FFF2-40B4-BE49-F238E27FC236}">
                  <a16:creationId xmlns:a16="http://schemas.microsoft.com/office/drawing/2014/main" id="{EB52E982-5F86-475D-87F0-678CC8A18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4737" y="1938705"/>
              <a:ext cx="0" cy="159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448">
              <a:extLst>
                <a:ext uri="{FF2B5EF4-FFF2-40B4-BE49-F238E27FC236}">
                  <a16:creationId xmlns:a16="http://schemas.microsoft.com/office/drawing/2014/main" id="{9AF10224-2C33-4EF4-9489-607895D02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621" y="2186435"/>
              <a:ext cx="1649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449">
              <a:extLst>
                <a:ext uri="{FF2B5EF4-FFF2-40B4-BE49-F238E27FC236}">
                  <a16:creationId xmlns:a16="http://schemas.microsoft.com/office/drawing/2014/main" id="{E8D4D2AD-1B56-4C9C-AC9E-45E56AB11B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24214" y="2887268"/>
              <a:ext cx="146900" cy="2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450">
              <a:extLst>
                <a:ext uri="{FF2B5EF4-FFF2-40B4-BE49-F238E27FC236}">
                  <a16:creationId xmlns:a16="http://schemas.microsoft.com/office/drawing/2014/main" id="{F370AF73-B3BB-4C9B-BBC5-844BB9BF4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284" y="2178733"/>
              <a:ext cx="155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451">
              <a:extLst>
                <a:ext uri="{FF2B5EF4-FFF2-40B4-BE49-F238E27FC236}">
                  <a16:creationId xmlns:a16="http://schemas.microsoft.com/office/drawing/2014/main" id="{20D48214-8CAB-4AFD-9042-3F72AD228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50694" y="2240345"/>
              <a:ext cx="85923" cy="5699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452">
              <a:extLst>
                <a:ext uri="{FF2B5EF4-FFF2-40B4-BE49-F238E27FC236}">
                  <a16:creationId xmlns:a16="http://schemas.microsoft.com/office/drawing/2014/main" id="{C42EC21D-801A-4867-A341-FA8D1E215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7618" y="2240345"/>
              <a:ext cx="97010" cy="5878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541">
              <a:extLst>
                <a:ext uri="{FF2B5EF4-FFF2-40B4-BE49-F238E27FC236}">
                  <a16:creationId xmlns:a16="http://schemas.microsoft.com/office/drawing/2014/main" id="{805FEDA9-C50C-4B1E-B27F-6532A7080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29907" y="3163237"/>
              <a:ext cx="198177" cy="3529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Group 590">
              <a:extLst>
                <a:ext uri="{FF2B5EF4-FFF2-40B4-BE49-F238E27FC236}">
                  <a16:creationId xmlns:a16="http://schemas.microsoft.com/office/drawing/2014/main" id="{9150E1D2-76F5-4C03-AE88-71779546268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623047" y="3534191"/>
              <a:ext cx="361707" cy="301641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62" name="Picture 591" descr="desktop_computer_stylized_medium">
                <a:extLst>
                  <a:ext uri="{FF2B5EF4-FFF2-40B4-BE49-F238E27FC236}">
                    <a16:creationId xmlns:a16="http://schemas.microsoft.com/office/drawing/2014/main" id="{C14FEF77-E347-4616-A720-94F00A02A5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3" name="Freeform 592">
                <a:extLst>
                  <a:ext uri="{FF2B5EF4-FFF2-40B4-BE49-F238E27FC236}">
                    <a16:creationId xmlns:a16="http://schemas.microsoft.com/office/drawing/2014/main" id="{E45AFADA-5890-466C-8565-7C4A455C6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593">
              <a:extLst>
                <a:ext uri="{FF2B5EF4-FFF2-40B4-BE49-F238E27FC236}">
                  <a16:creationId xmlns:a16="http://schemas.microsoft.com/office/drawing/2014/main" id="{E4F63990-5860-4EF9-BD97-8657538C166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345876" y="3874339"/>
              <a:ext cx="421299" cy="328596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60" name="Picture 594" descr="desktop_computer_stylized_medium">
                <a:extLst>
                  <a:ext uri="{FF2B5EF4-FFF2-40B4-BE49-F238E27FC236}">
                    <a16:creationId xmlns:a16="http://schemas.microsoft.com/office/drawing/2014/main" id="{F0D27082-731D-4EA0-AE24-62EFFEB30F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1" name="Freeform 595">
                <a:extLst>
                  <a:ext uri="{FF2B5EF4-FFF2-40B4-BE49-F238E27FC236}">
                    <a16:creationId xmlns:a16="http://schemas.microsoft.com/office/drawing/2014/main" id="{1ABE2CDC-DBEB-4392-A0A7-F354AA022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" name="Group 596">
              <a:extLst>
                <a:ext uri="{FF2B5EF4-FFF2-40B4-BE49-F238E27FC236}">
                  <a16:creationId xmlns:a16="http://schemas.microsoft.com/office/drawing/2014/main" id="{27985394-1703-4A82-9F95-EB293795FF8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63018" y="4118219"/>
              <a:ext cx="372794" cy="282387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58" name="Picture 597" descr="desktop_computer_stylized_medium">
                <a:extLst>
                  <a:ext uri="{FF2B5EF4-FFF2-40B4-BE49-F238E27FC236}">
                    <a16:creationId xmlns:a16="http://schemas.microsoft.com/office/drawing/2014/main" id="{187C70B9-80EA-4B3D-8313-34CF760B59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" name="Freeform 598">
                <a:extLst>
                  <a:ext uri="{FF2B5EF4-FFF2-40B4-BE49-F238E27FC236}">
                    <a16:creationId xmlns:a16="http://schemas.microsoft.com/office/drawing/2014/main" id="{15E4123F-1A8F-49A3-B728-DC26FFDBC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Group 599">
              <a:extLst>
                <a:ext uri="{FF2B5EF4-FFF2-40B4-BE49-F238E27FC236}">
                  <a16:creationId xmlns:a16="http://schemas.microsoft.com/office/drawing/2014/main" id="{FE0D99FC-75CD-423B-BFD3-4149978A8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99343" y="4104099"/>
              <a:ext cx="372794" cy="283671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56" name="Picture 600" descr="desktop_computer_stylized_medium">
                <a:extLst>
                  <a:ext uri="{FF2B5EF4-FFF2-40B4-BE49-F238E27FC236}">
                    <a16:creationId xmlns:a16="http://schemas.microsoft.com/office/drawing/2014/main" id="{9C2863B4-87AC-442C-B45E-1DFDFE2C27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7" name="Freeform 601">
                <a:extLst>
                  <a:ext uri="{FF2B5EF4-FFF2-40B4-BE49-F238E27FC236}">
                    <a16:creationId xmlns:a16="http://schemas.microsoft.com/office/drawing/2014/main" id="{D2AD458D-075C-4896-8D9F-B3AE7CE1A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8031FD5B-44F3-4356-995B-690A3A2715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7797" y="1259692"/>
              <a:ext cx="741431" cy="13605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4D43ADCE-FFAA-4AAF-9F94-80E06F9114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1690" y="1118499"/>
              <a:ext cx="363094" cy="311910"/>
              <a:chOff x="2751" y="1851"/>
              <a:chExt cx="462" cy="47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54" name="Picture 653" descr="iphone_stylized_small">
                <a:extLst>
                  <a:ext uri="{FF2B5EF4-FFF2-40B4-BE49-F238E27FC236}">
                    <a16:creationId xmlns:a16="http://schemas.microsoft.com/office/drawing/2014/main" id="{DE7909CD-A104-44C8-93A9-3FEEE90FC5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5" name="Picture 654" descr="antenna_radiation_stylized">
                <a:extLst>
                  <a:ext uri="{FF2B5EF4-FFF2-40B4-BE49-F238E27FC236}">
                    <a16:creationId xmlns:a16="http://schemas.microsoft.com/office/drawing/2014/main" id="{E26AFFCD-65F1-4666-B142-514114BFFA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0" name="Group 665">
              <a:extLst>
                <a:ext uri="{FF2B5EF4-FFF2-40B4-BE49-F238E27FC236}">
                  <a16:creationId xmlns:a16="http://schemas.microsoft.com/office/drawing/2014/main" id="{449E378C-8D04-43B3-B1F0-558E6E3874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94386" y="1805213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46" name="Oval 407">
                <a:extLst>
                  <a:ext uri="{FF2B5EF4-FFF2-40B4-BE49-F238E27FC236}">
                    <a16:creationId xmlns:a16="http://schemas.microsoft.com/office/drawing/2014/main" id="{1935D18F-7C9F-4595-A6C3-2C9F36456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Rectangle 410">
                <a:extLst>
                  <a:ext uri="{FF2B5EF4-FFF2-40B4-BE49-F238E27FC236}">
                    <a16:creationId xmlns:a16="http://schemas.microsoft.com/office/drawing/2014/main" id="{1A60C987-3030-4536-9513-8FE913FF4F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Oval 411">
                <a:extLst>
                  <a:ext uri="{FF2B5EF4-FFF2-40B4-BE49-F238E27FC236}">
                    <a16:creationId xmlns:a16="http://schemas.microsoft.com/office/drawing/2014/main" id="{3DF3023B-A78E-4071-A0B3-F618566DE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49" name="Group 659">
                <a:extLst>
                  <a:ext uri="{FF2B5EF4-FFF2-40B4-BE49-F238E27FC236}">
                    <a16:creationId xmlns:a16="http://schemas.microsoft.com/office/drawing/2014/main" id="{4E1CA6A8-AE1B-470B-8510-37730053DA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2" name="Freeform 660">
                  <a:extLst>
                    <a:ext uri="{FF2B5EF4-FFF2-40B4-BE49-F238E27FC236}">
                      <a16:creationId xmlns:a16="http://schemas.microsoft.com/office/drawing/2014/main" id="{EF89ACB6-BE58-4A11-B37B-F75E238BDD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3" name="Freeform 661">
                  <a:extLst>
                    <a:ext uri="{FF2B5EF4-FFF2-40B4-BE49-F238E27FC236}">
                      <a16:creationId xmlns:a16="http://schemas.microsoft.com/office/drawing/2014/main" id="{EC6A3310-B887-4D56-ADA8-09A9AAB5C5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50" name="Line 662">
                <a:extLst>
                  <a:ext uri="{FF2B5EF4-FFF2-40B4-BE49-F238E27FC236}">
                    <a16:creationId xmlns:a16="http://schemas.microsoft.com/office/drawing/2014/main" id="{2B3E6097-E66C-482D-A69B-0C33DFF8F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1" name="Line 663">
                <a:extLst>
                  <a:ext uri="{FF2B5EF4-FFF2-40B4-BE49-F238E27FC236}">
                    <a16:creationId xmlns:a16="http://schemas.microsoft.com/office/drawing/2014/main" id="{65F20FDB-B29F-484E-BBED-39519E426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666">
              <a:extLst>
                <a:ext uri="{FF2B5EF4-FFF2-40B4-BE49-F238E27FC236}">
                  <a16:creationId xmlns:a16="http://schemas.microsoft.com/office/drawing/2014/main" id="{861AD566-B226-41E7-AC3A-B448B1EE3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58135" y="2097869"/>
              <a:ext cx="340920" cy="142477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38" name="Oval 407">
                <a:extLst>
                  <a:ext uri="{FF2B5EF4-FFF2-40B4-BE49-F238E27FC236}">
                    <a16:creationId xmlns:a16="http://schemas.microsoft.com/office/drawing/2014/main" id="{08BE06A9-D620-4B46-B21E-130A95A74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Rectangle 410">
                <a:extLst>
                  <a:ext uri="{FF2B5EF4-FFF2-40B4-BE49-F238E27FC236}">
                    <a16:creationId xmlns:a16="http://schemas.microsoft.com/office/drawing/2014/main" id="{585910F2-4BAD-4137-BD20-5D25D14D6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Oval 411">
                <a:extLst>
                  <a:ext uri="{FF2B5EF4-FFF2-40B4-BE49-F238E27FC236}">
                    <a16:creationId xmlns:a16="http://schemas.microsoft.com/office/drawing/2014/main" id="{27DEF163-99AB-4AFC-B844-53F04C5F9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41" name="Group 670">
                <a:extLst>
                  <a:ext uri="{FF2B5EF4-FFF2-40B4-BE49-F238E27FC236}">
                    <a16:creationId xmlns:a16="http://schemas.microsoft.com/office/drawing/2014/main" id="{C7F14FFE-3FDC-48A0-B9AA-D861921EE6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44" name="Freeform 671">
                  <a:extLst>
                    <a:ext uri="{FF2B5EF4-FFF2-40B4-BE49-F238E27FC236}">
                      <a16:creationId xmlns:a16="http://schemas.microsoft.com/office/drawing/2014/main" id="{15C041A3-2C90-47A5-920C-B9E265CFEC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5" name="Freeform 672">
                  <a:extLst>
                    <a:ext uri="{FF2B5EF4-FFF2-40B4-BE49-F238E27FC236}">
                      <a16:creationId xmlns:a16="http://schemas.microsoft.com/office/drawing/2014/main" id="{BC938CDF-433A-43E3-9B3E-FF5627F1D3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42" name="Line 673">
                <a:extLst>
                  <a:ext uri="{FF2B5EF4-FFF2-40B4-BE49-F238E27FC236}">
                    <a16:creationId xmlns:a16="http://schemas.microsoft.com/office/drawing/2014/main" id="{EFBFF530-3883-44E8-B1C9-A1C4D1C886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Line 674">
                <a:extLst>
                  <a:ext uri="{FF2B5EF4-FFF2-40B4-BE49-F238E27FC236}">
                    <a16:creationId xmlns:a16="http://schemas.microsoft.com/office/drawing/2014/main" id="{C7E7D181-E95F-405D-9F50-5EB6814F4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2" name="Group 675">
              <a:extLst>
                <a:ext uri="{FF2B5EF4-FFF2-40B4-BE49-F238E27FC236}">
                  <a16:creationId xmlns:a16="http://schemas.microsoft.com/office/drawing/2014/main" id="{24077C4E-E50F-4FE1-B06A-7CD83F7801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0315" y="1884795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30" name="Oval 407">
                <a:extLst>
                  <a:ext uri="{FF2B5EF4-FFF2-40B4-BE49-F238E27FC236}">
                    <a16:creationId xmlns:a16="http://schemas.microsoft.com/office/drawing/2014/main" id="{6FD8DD8B-F080-4DDB-B6FF-838E3CBFC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1" name="Rectangle 410">
                <a:extLst>
                  <a:ext uri="{FF2B5EF4-FFF2-40B4-BE49-F238E27FC236}">
                    <a16:creationId xmlns:a16="http://schemas.microsoft.com/office/drawing/2014/main" id="{D364E532-1917-46A6-A91D-D36CEC94A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Oval 411">
                <a:extLst>
                  <a:ext uri="{FF2B5EF4-FFF2-40B4-BE49-F238E27FC236}">
                    <a16:creationId xmlns:a16="http://schemas.microsoft.com/office/drawing/2014/main" id="{CB3AEC05-7D68-4A8D-990B-E0739FD9D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33" name="Group 679">
                <a:extLst>
                  <a:ext uri="{FF2B5EF4-FFF2-40B4-BE49-F238E27FC236}">
                    <a16:creationId xmlns:a16="http://schemas.microsoft.com/office/drawing/2014/main" id="{4145E872-C578-410F-B343-B2AB4E5C2D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36" name="Freeform 680">
                  <a:extLst>
                    <a:ext uri="{FF2B5EF4-FFF2-40B4-BE49-F238E27FC236}">
                      <a16:creationId xmlns:a16="http://schemas.microsoft.com/office/drawing/2014/main" id="{517975D2-6764-4255-8EC2-B90B434DBB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7" name="Freeform 681">
                  <a:extLst>
                    <a:ext uri="{FF2B5EF4-FFF2-40B4-BE49-F238E27FC236}">
                      <a16:creationId xmlns:a16="http://schemas.microsoft.com/office/drawing/2014/main" id="{4C27B44A-B3A5-4291-89F7-0AB094AF6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34" name="Line 682">
                <a:extLst>
                  <a:ext uri="{FF2B5EF4-FFF2-40B4-BE49-F238E27FC236}">
                    <a16:creationId xmlns:a16="http://schemas.microsoft.com/office/drawing/2014/main" id="{7A86EADE-941D-4B46-867B-FC7C5CB07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683">
                <a:extLst>
                  <a:ext uri="{FF2B5EF4-FFF2-40B4-BE49-F238E27FC236}">
                    <a16:creationId xmlns:a16="http://schemas.microsoft.com/office/drawing/2014/main" id="{26F00E91-0665-4527-8729-6E9F8FA43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3" name="Group 684">
              <a:extLst>
                <a:ext uri="{FF2B5EF4-FFF2-40B4-BE49-F238E27FC236}">
                  <a16:creationId xmlns:a16="http://schemas.microsoft.com/office/drawing/2014/main" id="{4FD24576-DD23-4954-965D-BEBD32805D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0016" y="2097869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22" name="Oval 407">
                <a:extLst>
                  <a:ext uri="{FF2B5EF4-FFF2-40B4-BE49-F238E27FC236}">
                    <a16:creationId xmlns:a16="http://schemas.microsoft.com/office/drawing/2014/main" id="{65072E60-F5DA-4E5A-AAE6-24E8B9AFE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3" name="Rectangle 410">
                <a:extLst>
                  <a:ext uri="{FF2B5EF4-FFF2-40B4-BE49-F238E27FC236}">
                    <a16:creationId xmlns:a16="http://schemas.microsoft.com/office/drawing/2014/main" id="{AA3F4302-02B5-496E-82FF-9110DBA80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Oval 411">
                <a:extLst>
                  <a:ext uri="{FF2B5EF4-FFF2-40B4-BE49-F238E27FC236}">
                    <a16:creationId xmlns:a16="http://schemas.microsoft.com/office/drawing/2014/main" id="{70270867-911A-4212-8E04-5FA08624A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5" name="Group 688">
                <a:extLst>
                  <a:ext uri="{FF2B5EF4-FFF2-40B4-BE49-F238E27FC236}">
                    <a16:creationId xmlns:a16="http://schemas.microsoft.com/office/drawing/2014/main" id="{67A01E3A-DD5A-4FF3-B6AB-078166F0C5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8" name="Freeform 689">
                  <a:extLst>
                    <a:ext uri="{FF2B5EF4-FFF2-40B4-BE49-F238E27FC236}">
                      <a16:creationId xmlns:a16="http://schemas.microsoft.com/office/drawing/2014/main" id="{D584DB98-C92F-487B-ACD7-457A829710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9" name="Freeform 690">
                  <a:extLst>
                    <a:ext uri="{FF2B5EF4-FFF2-40B4-BE49-F238E27FC236}">
                      <a16:creationId xmlns:a16="http://schemas.microsoft.com/office/drawing/2014/main" id="{B5FBE04E-FF9D-4E17-BCD7-05EF665E75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26" name="Line 691">
                <a:extLst>
                  <a:ext uri="{FF2B5EF4-FFF2-40B4-BE49-F238E27FC236}">
                    <a16:creationId xmlns:a16="http://schemas.microsoft.com/office/drawing/2014/main" id="{1363BFF9-AB91-4A40-9010-3C2EDD42A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" name="Line 692">
                <a:extLst>
                  <a:ext uri="{FF2B5EF4-FFF2-40B4-BE49-F238E27FC236}">
                    <a16:creationId xmlns:a16="http://schemas.microsoft.com/office/drawing/2014/main" id="{4FE143D0-B74B-416B-8145-D83BB7FE3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4" name="Line 693">
              <a:extLst>
                <a:ext uri="{FF2B5EF4-FFF2-40B4-BE49-F238E27FC236}">
                  <a16:creationId xmlns:a16="http://schemas.microsoft.com/office/drawing/2014/main" id="{B3F71F11-3559-46A5-8414-1D5B4A385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66744" y="2177450"/>
              <a:ext cx="15521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Group 694">
              <a:extLst>
                <a:ext uri="{FF2B5EF4-FFF2-40B4-BE49-F238E27FC236}">
                  <a16:creationId xmlns:a16="http://schemas.microsoft.com/office/drawing/2014/main" id="{EE03789F-31C6-4520-A56F-32102FAD2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42161" y="3031029"/>
              <a:ext cx="424071" cy="16429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14" name="Oval 407">
                <a:extLst>
                  <a:ext uri="{FF2B5EF4-FFF2-40B4-BE49-F238E27FC236}">
                    <a16:creationId xmlns:a16="http://schemas.microsoft.com/office/drawing/2014/main" id="{0CF982CA-40D5-4E60-9A50-0E2332247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5" name="Rectangle 410">
                <a:extLst>
                  <a:ext uri="{FF2B5EF4-FFF2-40B4-BE49-F238E27FC236}">
                    <a16:creationId xmlns:a16="http://schemas.microsoft.com/office/drawing/2014/main" id="{1A448190-E65C-40A0-B399-015BC2766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Oval 411">
                <a:extLst>
                  <a:ext uri="{FF2B5EF4-FFF2-40B4-BE49-F238E27FC236}">
                    <a16:creationId xmlns:a16="http://schemas.microsoft.com/office/drawing/2014/main" id="{6822E1CE-0988-4C74-A4CF-E608EBB1D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17" name="Group 698">
                <a:extLst>
                  <a:ext uri="{FF2B5EF4-FFF2-40B4-BE49-F238E27FC236}">
                    <a16:creationId xmlns:a16="http://schemas.microsoft.com/office/drawing/2014/main" id="{C288EFFA-7C92-4FEC-98A1-D120004805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" name="Freeform 699">
                  <a:extLst>
                    <a:ext uri="{FF2B5EF4-FFF2-40B4-BE49-F238E27FC236}">
                      <a16:creationId xmlns:a16="http://schemas.microsoft.com/office/drawing/2014/main" id="{373040A7-2F34-4426-84EA-E534ED524D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1" name="Freeform 700">
                  <a:extLst>
                    <a:ext uri="{FF2B5EF4-FFF2-40B4-BE49-F238E27FC236}">
                      <a16:creationId xmlns:a16="http://schemas.microsoft.com/office/drawing/2014/main" id="{B8D3AE07-C267-4595-9F56-9FF7F110E6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8" name="Line 701">
                <a:extLst>
                  <a:ext uri="{FF2B5EF4-FFF2-40B4-BE49-F238E27FC236}">
                    <a16:creationId xmlns:a16="http://schemas.microsoft.com/office/drawing/2014/main" id="{6D938A44-0F94-4D4D-BCD5-BBE3E999B1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Line 702">
                <a:extLst>
                  <a:ext uri="{FF2B5EF4-FFF2-40B4-BE49-F238E27FC236}">
                    <a16:creationId xmlns:a16="http://schemas.microsoft.com/office/drawing/2014/main" id="{8E81F499-0B77-4BDA-8BF8-14C792811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6" name="Group 712">
              <a:extLst>
                <a:ext uri="{FF2B5EF4-FFF2-40B4-BE49-F238E27FC236}">
                  <a16:creationId xmlns:a16="http://schemas.microsoft.com/office/drawing/2014/main" id="{A70D53ED-5484-4CA2-8888-328324412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63605" y="2803836"/>
              <a:ext cx="424071" cy="16429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6" name="Oval 407">
                <a:extLst>
                  <a:ext uri="{FF2B5EF4-FFF2-40B4-BE49-F238E27FC236}">
                    <a16:creationId xmlns:a16="http://schemas.microsoft.com/office/drawing/2014/main" id="{E1783DF1-6D7A-414A-8A29-D30E34778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" name="Rectangle 410">
                <a:extLst>
                  <a:ext uri="{FF2B5EF4-FFF2-40B4-BE49-F238E27FC236}">
                    <a16:creationId xmlns:a16="http://schemas.microsoft.com/office/drawing/2014/main" id="{A20B2826-F892-47BB-9978-819027DBA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Oval 411">
                <a:extLst>
                  <a:ext uri="{FF2B5EF4-FFF2-40B4-BE49-F238E27FC236}">
                    <a16:creationId xmlns:a16="http://schemas.microsoft.com/office/drawing/2014/main" id="{E5EF95BA-88E6-4295-B2A6-F7638D65E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09" name="Group 716">
                <a:extLst>
                  <a:ext uri="{FF2B5EF4-FFF2-40B4-BE49-F238E27FC236}">
                    <a16:creationId xmlns:a16="http://schemas.microsoft.com/office/drawing/2014/main" id="{C12595A4-C5DC-4760-8578-2699CDC647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12" name="Freeform 717">
                  <a:extLst>
                    <a:ext uri="{FF2B5EF4-FFF2-40B4-BE49-F238E27FC236}">
                      <a16:creationId xmlns:a16="http://schemas.microsoft.com/office/drawing/2014/main" id="{A373321B-E7A1-4B61-B2F5-A10666B26F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3" name="Freeform 718">
                  <a:extLst>
                    <a:ext uri="{FF2B5EF4-FFF2-40B4-BE49-F238E27FC236}">
                      <a16:creationId xmlns:a16="http://schemas.microsoft.com/office/drawing/2014/main" id="{FBBF9EBE-52B9-4CA0-9B6F-F3EFC5EE05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0" name="Line 719">
                <a:extLst>
                  <a:ext uri="{FF2B5EF4-FFF2-40B4-BE49-F238E27FC236}">
                    <a16:creationId xmlns:a16="http://schemas.microsoft.com/office/drawing/2014/main" id="{4C739AC1-BBE2-4395-A3EF-3F9B4264C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Line 720">
                <a:extLst>
                  <a:ext uri="{FF2B5EF4-FFF2-40B4-BE49-F238E27FC236}">
                    <a16:creationId xmlns:a16="http://schemas.microsoft.com/office/drawing/2014/main" id="{F53861F3-D40E-4375-9FFD-B7CC03FD4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721">
              <a:extLst>
                <a:ext uri="{FF2B5EF4-FFF2-40B4-BE49-F238E27FC236}">
                  <a16:creationId xmlns:a16="http://schemas.microsoft.com/office/drawing/2014/main" id="{56492CCE-E5EF-4531-82F6-3575879E4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41505" y="2814105"/>
              <a:ext cx="424071" cy="16429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8" name="Oval 407">
                <a:extLst>
                  <a:ext uri="{FF2B5EF4-FFF2-40B4-BE49-F238E27FC236}">
                    <a16:creationId xmlns:a16="http://schemas.microsoft.com/office/drawing/2014/main" id="{93F74262-37D8-443E-83F9-19CC3A3B3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9" name="Rectangle 410">
                <a:extLst>
                  <a:ext uri="{FF2B5EF4-FFF2-40B4-BE49-F238E27FC236}">
                    <a16:creationId xmlns:a16="http://schemas.microsoft.com/office/drawing/2014/main" id="{B3866392-516A-44F6-8D79-CDA6FF62F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Oval 411">
                <a:extLst>
                  <a:ext uri="{FF2B5EF4-FFF2-40B4-BE49-F238E27FC236}">
                    <a16:creationId xmlns:a16="http://schemas.microsoft.com/office/drawing/2014/main" id="{9BD31C3F-5532-4557-99BF-E7574A604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01" name="Group 725">
                <a:extLst>
                  <a:ext uri="{FF2B5EF4-FFF2-40B4-BE49-F238E27FC236}">
                    <a16:creationId xmlns:a16="http://schemas.microsoft.com/office/drawing/2014/main" id="{133CC1E2-9402-4B8D-9DC1-E1992B3A2E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4" name="Freeform 726">
                  <a:extLst>
                    <a:ext uri="{FF2B5EF4-FFF2-40B4-BE49-F238E27FC236}">
                      <a16:creationId xmlns:a16="http://schemas.microsoft.com/office/drawing/2014/main" id="{60238ED6-21CD-4BF4-B200-76156A13DB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5" name="Freeform 727">
                  <a:extLst>
                    <a:ext uri="{FF2B5EF4-FFF2-40B4-BE49-F238E27FC236}">
                      <a16:creationId xmlns:a16="http://schemas.microsoft.com/office/drawing/2014/main" id="{4C21BAF8-DBD6-4885-90C6-D8527E0816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02" name="Line 728">
                <a:extLst>
                  <a:ext uri="{FF2B5EF4-FFF2-40B4-BE49-F238E27FC236}">
                    <a16:creationId xmlns:a16="http://schemas.microsoft.com/office/drawing/2014/main" id="{1004981C-186D-45B4-9899-05BAE959E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Line 729">
                <a:extLst>
                  <a:ext uri="{FF2B5EF4-FFF2-40B4-BE49-F238E27FC236}">
                    <a16:creationId xmlns:a16="http://schemas.microsoft.com/office/drawing/2014/main" id="{9B6DC083-26AF-4E67-889C-2393F756E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8" name="Group 730">
              <a:extLst>
                <a:ext uri="{FF2B5EF4-FFF2-40B4-BE49-F238E27FC236}">
                  <a16:creationId xmlns:a16="http://schemas.microsoft.com/office/drawing/2014/main" id="{952C39F7-A709-4F3C-AD45-84B8991969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9665" y="3511086"/>
              <a:ext cx="540483" cy="19638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0" name="Oval 407">
                <a:extLst>
                  <a:ext uri="{FF2B5EF4-FFF2-40B4-BE49-F238E27FC236}">
                    <a16:creationId xmlns:a16="http://schemas.microsoft.com/office/drawing/2014/main" id="{C19AD5D5-B601-4607-AF23-E1F351AF2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1" name="Rectangle 410">
                <a:extLst>
                  <a:ext uri="{FF2B5EF4-FFF2-40B4-BE49-F238E27FC236}">
                    <a16:creationId xmlns:a16="http://schemas.microsoft.com/office/drawing/2014/main" id="{BBE6B1F7-2F82-4DEE-B6BE-063129F8D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2" name="Oval 411">
                <a:extLst>
                  <a:ext uri="{FF2B5EF4-FFF2-40B4-BE49-F238E27FC236}">
                    <a16:creationId xmlns:a16="http://schemas.microsoft.com/office/drawing/2014/main" id="{CC36ED6D-0F52-47C5-9B7D-0D3BF2ECD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93" name="Group 734">
                <a:extLst>
                  <a:ext uri="{FF2B5EF4-FFF2-40B4-BE49-F238E27FC236}">
                    <a16:creationId xmlns:a16="http://schemas.microsoft.com/office/drawing/2014/main" id="{C7C4502D-32D9-4108-95EF-77CB5315A8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6" name="Freeform 735">
                  <a:extLst>
                    <a:ext uri="{FF2B5EF4-FFF2-40B4-BE49-F238E27FC236}">
                      <a16:creationId xmlns:a16="http://schemas.microsoft.com/office/drawing/2014/main" id="{141E077F-F91F-40BE-AC0E-DBF0BB1D0B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7" name="Freeform 736">
                  <a:extLst>
                    <a:ext uri="{FF2B5EF4-FFF2-40B4-BE49-F238E27FC236}">
                      <a16:creationId xmlns:a16="http://schemas.microsoft.com/office/drawing/2014/main" id="{528CDD99-C220-47F8-904A-ED79F92E81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94" name="Line 737">
                <a:extLst>
                  <a:ext uri="{FF2B5EF4-FFF2-40B4-BE49-F238E27FC236}">
                    <a16:creationId xmlns:a16="http://schemas.microsoft.com/office/drawing/2014/main" id="{D4CBE0F3-854C-480D-AEF6-CF4B56CE9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5" name="Line 738">
                <a:extLst>
                  <a:ext uri="{FF2B5EF4-FFF2-40B4-BE49-F238E27FC236}">
                    <a16:creationId xmlns:a16="http://schemas.microsoft.com/office/drawing/2014/main" id="{21DF9CA1-4E7E-48B1-8C61-018EC96EC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9" name="Group 739">
              <a:extLst>
                <a:ext uri="{FF2B5EF4-FFF2-40B4-BE49-F238E27FC236}">
                  <a16:creationId xmlns:a16="http://schemas.microsoft.com/office/drawing/2014/main" id="{421DB3BA-A6A0-4C72-B8CD-70F27A5DD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2621" y="3752399"/>
              <a:ext cx="540483" cy="19638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82" name="Oval 407">
                <a:extLst>
                  <a:ext uri="{FF2B5EF4-FFF2-40B4-BE49-F238E27FC236}">
                    <a16:creationId xmlns:a16="http://schemas.microsoft.com/office/drawing/2014/main" id="{F80BA94D-EA6E-4261-8740-CFFF5AB0B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Rectangle 410">
                <a:extLst>
                  <a:ext uri="{FF2B5EF4-FFF2-40B4-BE49-F238E27FC236}">
                    <a16:creationId xmlns:a16="http://schemas.microsoft.com/office/drawing/2014/main" id="{D99C1E8B-3772-49D3-B8BC-448CF000B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Oval 411">
                <a:extLst>
                  <a:ext uri="{FF2B5EF4-FFF2-40B4-BE49-F238E27FC236}">
                    <a16:creationId xmlns:a16="http://schemas.microsoft.com/office/drawing/2014/main" id="{DC3FA619-64BB-4A87-98E3-4A8C84FCF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85" name="Group 743">
                <a:extLst>
                  <a:ext uri="{FF2B5EF4-FFF2-40B4-BE49-F238E27FC236}">
                    <a16:creationId xmlns:a16="http://schemas.microsoft.com/office/drawing/2014/main" id="{59A1948F-112D-43E0-A0A8-9945FAD684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8" name="Freeform 744">
                  <a:extLst>
                    <a:ext uri="{FF2B5EF4-FFF2-40B4-BE49-F238E27FC236}">
                      <a16:creationId xmlns:a16="http://schemas.microsoft.com/office/drawing/2014/main" id="{4ED1280E-196B-4EC8-A9CC-2A804A1062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9" name="Freeform 745">
                  <a:extLst>
                    <a:ext uri="{FF2B5EF4-FFF2-40B4-BE49-F238E27FC236}">
                      <a16:creationId xmlns:a16="http://schemas.microsoft.com/office/drawing/2014/main" id="{E0755C3A-81E1-4ED2-A1A0-ABA5ECA417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86" name="Line 746">
                <a:extLst>
                  <a:ext uri="{FF2B5EF4-FFF2-40B4-BE49-F238E27FC236}">
                    <a16:creationId xmlns:a16="http://schemas.microsoft.com/office/drawing/2014/main" id="{EE71B794-34C8-4178-ACC1-2F9C3E98E7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Line 747">
                <a:extLst>
                  <a:ext uri="{FF2B5EF4-FFF2-40B4-BE49-F238E27FC236}">
                    <a16:creationId xmlns:a16="http://schemas.microsoft.com/office/drawing/2014/main" id="{5CFDBA8C-0CA4-46D7-BA65-7374898ED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748">
              <a:extLst>
                <a:ext uri="{FF2B5EF4-FFF2-40B4-BE49-F238E27FC236}">
                  <a16:creationId xmlns:a16="http://schemas.microsoft.com/office/drawing/2014/main" id="{DCC258C1-BA84-4BCA-8024-57FE8D37C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4646" y="3788339"/>
              <a:ext cx="540483" cy="196388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4" name="Oval 407">
                <a:extLst>
                  <a:ext uri="{FF2B5EF4-FFF2-40B4-BE49-F238E27FC236}">
                    <a16:creationId xmlns:a16="http://schemas.microsoft.com/office/drawing/2014/main" id="{0BFD2B35-24C4-4D7E-BCE1-27A252E0B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Rectangle 410">
                <a:extLst>
                  <a:ext uri="{FF2B5EF4-FFF2-40B4-BE49-F238E27FC236}">
                    <a16:creationId xmlns:a16="http://schemas.microsoft.com/office/drawing/2014/main" id="{F68DB43C-3F69-4A86-B177-7C5BB54A2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6" name="Oval 411">
                <a:extLst>
                  <a:ext uri="{FF2B5EF4-FFF2-40B4-BE49-F238E27FC236}">
                    <a16:creationId xmlns:a16="http://schemas.microsoft.com/office/drawing/2014/main" id="{6D9625A2-DE6E-4C60-9A87-8806EF917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77" name="Group 752">
                <a:extLst>
                  <a:ext uri="{FF2B5EF4-FFF2-40B4-BE49-F238E27FC236}">
                    <a16:creationId xmlns:a16="http://schemas.microsoft.com/office/drawing/2014/main" id="{118EB3B7-D0DB-4BE8-ABB7-49022A780D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" name="Freeform 753">
                  <a:extLst>
                    <a:ext uri="{FF2B5EF4-FFF2-40B4-BE49-F238E27FC236}">
                      <a16:creationId xmlns:a16="http://schemas.microsoft.com/office/drawing/2014/main" id="{CFA8B943-B925-4AD5-B4F8-DB1BA6D490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1" name="Freeform 754">
                  <a:extLst>
                    <a:ext uri="{FF2B5EF4-FFF2-40B4-BE49-F238E27FC236}">
                      <a16:creationId xmlns:a16="http://schemas.microsoft.com/office/drawing/2014/main" id="{004DE349-98E3-4574-901C-E1851C3DCE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78" name="Line 755">
                <a:extLst>
                  <a:ext uri="{FF2B5EF4-FFF2-40B4-BE49-F238E27FC236}">
                    <a16:creationId xmlns:a16="http://schemas.microsoft.com/office/drawing/2014/main" id="{81D26B95-A209-4357-9281-D094F6CA4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Line 756">
                <a:extLst>
                  <a:ext uri="{FF2B5EF4-FFF2-40B4-BE49-F238E27FC236}">
                    <a16:creationId xmlns:a16="http://schemas.microsoft.com/office/drawing/2014/main" id="{20871953-04B4-42AE-B842-960C298C4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Group 757">
              <a:extLst>
                <a:ext uri="{FF2B5EF4-FFF2-40B4-BE49-F238E27FC236}">
                  <a16:creationId xmlns:a16="http://schemas.microsoft.com/office/drawing/2014/main" id="{82C47E8F-325E-4D51-AA94-3F79EFA632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5572" y="2811537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6" name="Oval 407">
                <a:extLst>
                  <a:ext uri="{FF2B5EF4-FFF2-40B4-BE49-F238E27FC236}">
                    <a16:creationId xmlns:a16="http://schemas.microsoft.com/office/drawing/2014/main" id="{7AEB7661-57F0-4671-85F2-5793E8697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Rectangle 410">
                <a:extLst>
                  <a:ext uri="{FF2B5EF4-FFF2-40B4-BE49-F238E27FC236}">
                    <a16:creationId xmlns:a16="http://schemas.microsoft.com/office/drawing/2014/main" id="{FB7E3B4C-DDBD-4115-9253-14A05BF14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Oval 411">
                <a:extLst>
                  <a:ext uri="{FF2B5EF4-FFF2-40B4-BE49-F238E27FC236}">
                    <a16:creationId xmlns:a16="http://schemas.microsoft.com/office/drawing/2014/main" id="{AA242421-6D52-4AAB-9DDF-B4B92C69E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9" name="Group 761">
                <a:extLst>
                  <a:ext uri="{FF2B5EF4-FFF2-40B4-BE49-F238E27FC236}">
                    <a16:creationId xmlns:a16="http://schemas.microsoft.com/office/drawing/2014/main" id="{0A5E3506-B0FA-407E-9C41-F6E91512CE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2" name="Freeform 762">
                  <a:extLst>
                    <a:ext uri="{FF2B5EF4-FFF2-40B4-BE49-F238E27FC236}">
                      <a16:creationId xmlns:a16="http://schemas.microsoft.com/office/drawing/2014/main" id="{A8AB3D79-B188-436F-9CBA-7DB187E017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3" name="Freeform 763">
                  <a:extLst>
                    <a:ext uri="{FF2B5EF4-FFF2-40B4-BE49-F238E27FC236}">
                      <a16:creationId xmlns:a16="http://schemas.microsoft.com/office/drawing/2014/main" id="{B3786B99-C11F-4D2B-BECF-4E93FAF9F7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70" name="Line 764">
                <a:extLst>
                  <a:ext uri="{FF2B5EF4-FFF2-40B4-BE49-F238E27FC236}">
                    <a16:creationId xmlns:a16="http://schemas.microsoft.com/office/drawing/2014/main" id="{F100963C-6B1C-481A-BD4A-842F36D88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Line 765">
                <a:extLst>
                  <a:ext uri="{FF2B5EF4-FFF2-40B4-BE49-F238E27FC236}">
                    <a16:creationId xmlns:a16="http://schemas.microsoft.com/office/drawing/2014/main" id="{67C3771C-B779-4853-8596-F7ED3D1AC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2" name="Group 767">
              <a:extLst>
                <a:ext uri="{FF2B5EF4-FFF2-40B4-BE49-F238E27FC236}">
                  <a16:creationId xmlns:a16="http://schemas.microsoft.com/office/drawing/2014/main" id="{E2566F9B-1619-4436-890C-6C91FB5820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52640" y="1628870"/>
              <a:ext cx="340920" cy="137343"/>
              <a:chOff x="4650" y="1129"/>
              <a:chExt cx="246" cy="9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58" name="Oval 407">
                <a:extLst>
                  <a:ext uri="{FF2B5EF4-FFF2-40B4-BE49-F238E27FC236}">
                    <a16:creationId xmlns:a16="http://schemas.microsoft.com/office/drawing/2014/main" id="{D06BA3B0-0F23-4C38-A25E-5F2B679D6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Rectangle 410">
                <a:extLst>
                  <a:ext uri="{FF2B5EF4-FFF2-40B4-BE49-F238E27FC236}">
                    <a16:creationId xmlns:a16="http://schemas.microsoft.com/office/drawing/2014/main" id="{CF970A70-F735-4018-A29C-7E091A234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Oval 411">
                <a:extLst>
                  <a:ext uri="{FF2B5EF4-FFF2-40B4-BE49-F238E27FC236}">
                    <a16:creationId xmlns:a16="http://schemas.microsoft.com/office/drawing/2014/main" id="{11205BB3-298F-4AD3-B9C0-821A7C069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61" name="Group 771">
                <a:extLst>
                  <a:ext uri="{FF2B5EF4-FFF2-40B4-BE49-F238E27FC236}">
                    <a16:creationId xmlns:a16="http://schemas.microsoft.com/office/drawing/2014/main" id="{026FA96F-F949-421A-B92B-D1A56C769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64" name="Freeform 772">
                  <a:extLst>
                    <a:ext uri="{FF2B5EF4-FFF2-40B4-BE49-F238E27FC236}">
                      <a16:creationId xmlns:a16="http://schemas.microsoft.com/office/drawing/2014/main" id="{3964090B-967B-4624-8E74-4FBE61EC37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5" name="Freeform 773">
                  <a:extLst>
                    <a:ext uri="{FF2B5EF4-FFF2-40B4-BE49-F238E27FC236}">
                      <a16:creationId xmlns:a16="http://schemas.microsoft.com/office/drawing/2014/main" id="{8B1AF256-B70C-48B4-AC4E-179FB59C3A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62" name="Line 774">
                <a:extLst>
                  <a:ext uri="{FF2B5EF4-FFF2-40B4-BE49-F238E27FC236}">
                    <a16:creationId xmlns:a16="http://schemas.microsoft.com/office/drawing/2014/main" id="{2C0AE5F0-F624-45A9-886E-3B845B5C51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775">
                <a:extLst>
                  <a:ext uri="{FF2B5EF4-FFF2-40B4-BE49-F238E27FC236}">
                    <a16:creationId xmlns:a16="http://schemas.microsoft.com/office/drawing/2014/main" id="{2414D16A-0207-467B-8644-F7E1B7EDE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776">
              <a:extLst>
                <a:ext uri="{FF2B5EF4-FFF2-40B4-BE49-F238E27FC236}">
                  <a16:creationId xmlns:a16="http://schemas.microsoft.com/office/drawing/2014/main" id="{BD7C99D3-2B87-436F-8665-B116746B6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0304" y="2698583"/>
              <a:ext cx="442087" cy="284954"/>
              <a:chOff x="2967" y="478"/>
              <a:chExt cx="788" cy="62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56" name="Picture 777" descr="access_point_stylized_small">
                <a:extLst>
                  <a:ext uri="{FF2B5EF4-FFF2-40B4-BE49-F238E27FC236}">
                    <a16:creationId xmlns:a16="http://schemas.microsoft.com/office/drawing/2014/main" id="{7257FDDE-E4AC-4827-97BA-0B611A6D02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7" name="Picture 778" descr="antenna_radiation_stylized">
                <a:extLst>
                  <a:ext uri="{FF2B5EF4-FFF2-40B4-BE49-F238E27FC236}">
                    <a16:creationId xmlns:a16="http://schemas.microsoft.com/office/drawing/2014/main" id="{D3B00B03-337A-4E3F-8D88-1536D3275C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4" name="Group 779">
              <a:extLst>
                <a:ext uri="{FF2B5EF4-FFF2-40B4-BE49-F238E27FC236}">
                  <a16:creationId xmlns:a16="http://schemas.microsoft.com/office/drawing/2014/main" id="{BD177520-7752-4F0E-A351-FA73026749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07952" y="3914130"/>
              <a:ext cx="491978" cy="340148"/>
              <a:chOff x="2967" y="478"/>
              <a:chExt cx="788" cy="62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254" name="Picture 780" descr="access_point_stylized_small">
                <a:extLst>
                  <a:ext uri="{FF2B5EF4-FFF2-40B4-BE49-F238E27FC236}">
                    <a16:creationId xmlns:a16="http://schemas.microsoft.com/office/drawing/2014/main" id="{1F2DDE24-5A7A-4E43-B984-DB2080F151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5" name="Picture 781" descr="antenna_radiation_stylized">
                <a:extLst>
                  <a:ext uri="{FF2B5EF4-FFF2-40B4-BE49-F238E27FC236}">
                    <a16:creationId xmlns:a16="http://schemas.microsoft.com/office/drawing/2014/main" id="{7428FC36-B7CB-4813-9678-847358C5E6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5" name="Group 782">
              <a:extLst>
                <a:ext uri="{FF2B5EF4-FFF2-40B4-BE49-F238E27FC236}">
                  <a16:creationId xmlns:a16="http://schemas.microsoft.com/office/drawing/2014/main" id="{99B29F29-D4F8-4A45-8801-FE237C3C44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72500" y="1359811"/>
              <a:ext cx="399126" cy="510864"/>
              <a:chOff x="742" y="2409"/>
              <a:chExt cx="576" cy="8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36" name="Group 783">
                <a:extLst>
                  <a:ext uri="{FF2B5EF4-FFF2-40B4-BE49-F238E27FC236}">
                    <a16:creationId xmlns:a16="http://schemas.microsoft.com/office/drawing/2014/main" id="{A2AF9B38-FB32-40AC-A6B3-807D834A50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39" name="Line 270">
                  <a:extLst>
                    <a:ext uri="{FF2B5EF4-FFF2-40B4-BE49-F238E27FC236}">
                      <a16:creationId xmlns:a16="http://schemas.microsoft.com/office/drawing/2014/main" id="{20E64EFD-2B5E-4CE0-942A-B2BAF792C3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0" name="Line 271">
                  <a:extLst>
                    <a:ext uri="{FF2B5EF4-FFF2-40B4-BE49-F238E27FC236}">
                      <a16:creationId xmlns:a16="http://schemas.microsoft.com/office/drawing/2014/main" id="{E462FF01-5A57-4F6F-9569-859965C255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1" name="Line 272">
                  <a:extLst>
                    <a:ext uri="{FF2B5EF4-FFF2-40B4-BE49-F238E27FC236}">
                      <a16:creationId xmlns:a16="http://schemas.microsoft.com/office/drawing/2014/main" id="{93474D7A-A03D-4B4E-9F80-D6BC8398E6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2" name="Line 273">
                  <a:extLst>
                    <a:ext uri="{FF2B5EF4-FFF2-40B4-BE49-F238E27FC236}">
                      <a16:creationId xmlns:a16="http://schemas.microsoft.com/office/drawing/2014/main" id="{679CF281-4E90-4D3D-8D5F-D4B8C4E9B5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3" name="Line 274">
                  <a:extLst>
                    <a:ext uri="{FF2B5EF4-FFF2-40B4-BE49-F238E27FC236}">
                      <a16:creationId xmlns:a16="http://schemas.microsoft.com/office/drawing/2014/main" id="{60B24460-4276-49CB-A8CE-744AD12814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4" name="Line 275">
                  <a:extLst>
                    <a:ext uri="{FF2B5EF4-FFF2-40B4-BE49-F238E27FC236}">
                      <a16:creationId xmlns:a16="http://schemas.microsoft.com/office/drawing/2014/main" id="{AD0D83B7-DAD3-4B6B-B7BF-43988C563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5" name="Line 276">
                  <a:extLst>
                    <a:ext uri="{FF2B5EF4-FFF2-40B4-BE49-F238E27FC236}">
                      <a16:creationId xmlns:a16="http://schemas.microsoft.com/office/drawing/2014/main" id="{810F113F-8973-454C-A4C6-DC9F08980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6" name="Line 277">
                  <a:extLst>
                    <a:ext uri="{FF2B5EF4-FFF2-40B4-BE49-F238E27FC236}">
                      <a16:creationId xmlns:a16="http://schemas.microsoft.com/office/drawing/2014/main" id="{C8CFD92F-2A89-4593-83FC-CA51B3CA07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7" name="Line 278">
                  <a:extLst>
                    <a:ext uri="{FF2B5EF4-FFF2-40B4-BE49-F238E27FC236}">
                      <a16:creationId xmlns:a16="http://schemas.microsoft.com/office/drawing/2014/main" id="{0E3CBAEA-ED7B-4B50-8925-4BA34F2DAC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8" name="Line 279">
                  <a:extLst>
                    <a:ext uri="{FF2B5EF4-FFF2-40B4-BE49-F238E27FC236}">
                      <a16:creationId xmlns:a16="http://schemas.microsoft.com/office/drawing/2014/main" id="{DAF2C5EF-9088-4596-A406-CFA586F2F6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9" name="Line 280">
                  <a:extLst>
                    <a:ext uri="{FF2B5EF4-FFF2-40B4-BE49-F238E27FC236}">
                      <a16:creationId xmlns:a16="http://schemas.microsoft.com/office/drawing/2014/main" id="{0D2661EE-4C42-40F3-AA19-911B8BFF14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0" name="Line 281">
                  <a:extLst>
                    <a:ext uri="{FF2B5EF4-FFF2-40B4-BE49-F238E27FC236}">
                      <a16:creationId xmlns:a16="http://schemas.microsoft.com/office/drawing/2014/main" id="{DB2CEF79-DF3F-4C81-B17E-856F439070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1" name="Line 282">
                  <a:extLst>
                    <a:ext uri="{FF2B5EF4-FFF2-40B4-BE49-F238E27FC236}">
                      <a16:creationId xmlns:a16="http://schemas.microsoft.com/office/drawing/2014/main" id="{87C5F0EC-5136-4CE3-AC96-947F6BE2F8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2" name="Line 283">
                  <a:extLst>
                    <a:ext uri="{FF2B5EF4-FFF2-40B4-BE49-F238E27FC236}">
                      <a16:creationId xmlns:a16="http://schemas.microsoft.com/office/drawing/2014/main" id="{D43250F2-CBCC-4D0D-9BDD-5FB84BE3ED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3" name="Line 284">
                  <a:extLst>
                    <a:ext uri="{FF2B5EF4-FFF2-40B4-BE49-F238E27FC236}">
                      <a16:creationId xmlns:a16="http://schemas.microsoft.com/office/drawing/2014/main" id="{71F57B9C-B991-4D51-8DAA-256A2B9B7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37" name="Picture 799" descr="cell_tower_radiation copy">
                <a:extLst>
                  <a:ext uri="{FF2B5EF4-FFF2-40B4-BE49-F238E27FC236}">
                    <a16:creationId xmlns:a16="http://schemas.microsoft.com/office/drawing/2014/main" id="{3C0B3915-E965-460A-8BFD-ABC251D9D5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8" name="Oval 800">
                <a:extLst>
                  <a:ext uri="{FF2B5EF4-FFF2-40B4-BE49-F238E27FC236}">
                    <a16:creationId xmlns:a16="http://schemas.microsoft.com/office/drawing/2014/main" id="{C0A8983F-1C35-4A7A-82F9-A78C1A8DE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6" name="Text Box 580">
              <a:extLst>
                <a:ext uri="{FF2B5EF4-FFF2-40B4-BE49-F238E27FC236}">
                  <a16:creationId xmlns:a16="http://schemas.microsoft.com/office/drawing/2014/main" id="{B5CA5110-2362-4D19-969A-8F50DB60A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2421" y="987574"/>
              <a:ext cx="800219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移动接入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Text Box 580">
              <a:extLst>
                <a:ext uri="{FF2B5EF4-FFF2-40B4-BE49-F238E27FC236}">
                  <a16:creationId xmlns:a16="http://schemas.microsoft.com/office/drawing/2014/main" id="{722EE7D2-06AF-405A-9AEE-F3EB00D3D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2133" y="1543363"/>
              <a:ext cx="1261884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全局网络提供商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Box 580">
              <a:extLst>
                <a:ext uri="{FF2B5EF4-FFF2-40B4-BE49-F238E27FC236}">
                  <a16:creationId xmlns:a16="http://schemas.microsoft.com/office/drawing/2014/main" id="{E2E7DE12-A149-4978-B930-E450F008D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4409" y="2999504"/>
              <a:ext cx="1261884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本地网络提供商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 Box 580">
              <a:extLst>
                <a:ext uri="{FF2B5EF4-FFF2-40B4-BE49-F238E27FC236}">
                  <a16:creationId xmlns:a16="http://schemas.microsoft.com/office/drawing/2014/main" id="{2118D6A1-A1CE-4620-B9B0-2ACABB481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803" y="2226565"/>
              <a:ext cx="800219" cy="24006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家庭网络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580">
              <a:extLst>
                <a:ext uri="{FF2B5EF4-FFF2-40B4-BE49-F238E27FC236}">
                  <a16:creationId xmlns:a16="http://schemas.microsoft.com/office/drawing/2014/main" id="{FD0E2091-9A0D-4231-A7C8-F884D32E9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8883" y="4432505"/>
              <a:ext cx="1107996" cy="24006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组织机构网络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1" name="Group 950">
              <a:extLst>
                <a:ext uri="{FF2B5EF4-FFF2-40B4-BE49-F238E27FC236}">
                  <a16:creationId xmlns:a16="http://schemas.microsoft.com/office/drawing/2014/main" id="{CBEB19AB-756C-407E-B4F9-17EF682D92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75278" y="3912846"/>
              <a:ext cx="198177" cy="388924"/>
              <a:chOff x="4140" y="429"/>
              <a:chExt cx="1425" cy="239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4" name="Freeform 951">
                <a:extLst>
                  <a:ext uri="{FF2B5EF4-FFF2-40B4-BE49-F238E27FC236}">
                    <a16:creationId xmlns:a16="http://schemas.microsoft.com/office/drawing/2014/main" id="{5586F429-43A3-4E5A-963F-26D4F35F1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Rectangle 952">
                <a:extLst>
                  <a:ext uri="{FF2B5EF4-FFF2-40B4-BE49-F238E27FC236}">
                    <a16:creationId xmlns:a16="http://schemas.microsoft.com/office/drawing/2014/main" id="{CF1774C4-C3FB-468E-864A-8989E0A84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953">
                <a:extLst>
                  <a:ext uri="{FF2B5EF4-FFF2-40B4-BE49-F238E27FC236}">
                    <a16:creationId xmlns:a16="http://schemas.microsoft.com/office/drawing/2014/main" id="{4B6C05B8-D857-461F-8C29-7DB96F4C2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Freeform 954">
                <a:extLst>
                  <a:ext uri="{FF2B5EF4-FFF2-40B4-BE49-F238E27FC236}">
                    <a16:creationId xmlns:a16="http://schemas.microsoft.com/office/drawing/2014/main" id="{BE10AAD3-6795-41FF-8384-8133E6239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Rectangle 955">
                <a:extLst>
                  <a:ext uri="{FF2B5EF4-FFF2-40B4-BE49-F238E27FC236}">
                    <a16:creationId xmlns:a16="http://schemas.microsoft.com/office/drawing/2014/main" id="{579357FC-76F8-4630-B83A-D3673C6E2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9" name="Group 956">
                <a:extLst>
                  <a:ext uri="{FF2B5EF4-FFF2-40B4-BE49-F238E27FC236}">
                    <a16:creationId xmlns:a16="http://schemas.microsoft.com/office/drawing/2014/main" id="{5E16D2F7-46EB-42CF-A27B-1315C4D751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34" name="AutoShape 957">
                  <a:extLst>
                    <a:ext uri="{FF2B5EF4-FFF2-40B4-BE49-F238E27FC236}">
                      <a16:creationId xmlns:a16="http://schemas.microsoft.com/office/drawing/2014/main" id="{2AF23CE1-BDF5-43D6-8CFA-55507594EA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5" name="AutoShape 958">
                  <a:extLst>
                    <a:ext uri="{FF2B5EF4-FFF2-40B4-BE49-F238E27FC236}">
                      <a16:creationId xmlns:a16="http://schemas.microsoft.com/office/drawing/2014/main" id="{CD7D4CDA-78B3-4FA1-B691-3B3D321DC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0" name="Rectangle 959">
                <a:extLst>
                  <a:ext uri="{FF2B5EF4-FFF2-40B4-BE49-F238E27FC236}">
                    <a16:creationId xmlns:a16="http://schemas.microsoft.com/office/drawing/2014/main" id="{8023900B-3046-4D59-8A66-0F0834AB2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1" name="Group 960">
                <a:extLst>
                  <a:ext uri="{FF2B5EF4-FFF2-40B4-BE49-F238E27FC236}">
                    <a16:creationId xmlns:a16="http://schemas.microsoft.com/office/drawing/2014/main" id="{85FADEF5-4FF1-4584-9272-F37799856C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32" name="AutoShape 961">
                  <a:extLst>
                    <a:ext uri="{FF2B5EF4-FFF2-40B4-BE49-F238E27FC236}">
                      <a16:creationId xmlns:a16="http://schemas.microsoft.com/office/drawing/2014/main" id="{BA117B05-77AF-494C-93CF-B860C61B04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3" name="AutoShape 962">
                  <a:extLst>
                    <a:ext uri="{FF2B5EF4-FFF2-40B4-BE49-F238E27FC236}">
                      <a16:creationId xmlns:a16="http://schemas.microsoft.com/office/drawing/2014/main" id="{EA014E26-BF5F-44B2-A019-D42C53369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2" name="Rectangle 963">
                <a:extLst>
                  <a:ext uri="{FF2B5EF4-FFF2-40B4-BE49-F238E27FC236}">
                    <a16:creationId xmlns:a16="http://schemas.microsoft.com/office/drawing/2014/main" id="{521E7A29-F7C5-4411-8E60-C22DDAE03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Rectangle 964">
                <a:extLst>
                  <a:ext uri="{FF2B5EF4-FFF2-40B4-BE49-F238E27FC236}">
                    <a16:creationId xmlns:a16="http://schemas.microsoft.com/office/drawing/2014/main" id="{A479267C-D1E7-4350-97B9-FE40A5B32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4" name="Group 965">
                <a:extLst>
                  <a:ext uri="{FF2B5EF4-FFF2-40B4-BE49-F238E27FC236}">
                    <a16:creationId xmlns:a16="http://schemas.microsoft.com/office/drawing/2014/main" id="{F7AC348F-9EFD-4CD2-BD9B-3ED8633EA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30" name="AutoShape 966">
                  <a:extLst>
                    <a:ext uri="{FF2B5EF4-FFF2-40B4-BE49-F238E27FC236}">
                      <a16:creationId xmlns:a16="http://schemas.microsoft.com/office/drawing/2014/main" id="{D8C0BB8F-689A-4437-8EAF-996B6D5F1A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1" name="AutoShape 967">
                  <a:extLst>
                    <a:ext uri="{FF2B5EF4-FFF2-40B4-BE49-F238E27FC236}">
                      <a16:creationId xmlns:a16="http://schemas.microsoft.com/office/drawing/2014/main" id="{937C1B66-0D52-4976-B3EC-7416B052B4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5" name="Freeform 968">
                <a:extLst>
                  <a:ext uri="{FF2B5EF4-FFF2-40B4-BE49-F238E27FC236}">
                    <a16:creationId xmlns:a16="http://schemas.microsoft.com/office/drawing/2014/main" id="{AB9981B0-27A1-42D1-9DEF-0A67DD75B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6" name="Group 969">
                <a:extLst>
                  <a:ext uri="{FF2B5EF4-FFF2-40B4-BE49-F238E27FC236}">
                    <a16:creationId xmlns:a16="http://schemas.microsoft.com/office/drawing/2014/main" id="{238C335B-A4B7-4138-B5B7-5F3B6F15CA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28" name="AutoShape 970">
                  <a:extLst>
                    <a:ext uri="{FF2B5EF4-FFF2-40B4-BE49-F238E27FC236}">
                      <a16:creationId xmlns:a16="http://schemas.microsoft.com/office/drawing/2014/main" id="{8D61A93F-7686-4355-B0E6-7CADDC2517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9" name="AutoShape 971">
                  <a:extLst>
                    <a:ext uri="{FF2B5EF4-FFF2-40B4-BE49-F238E27FC236}">
                      <a16:creationId xmlns:a16="http://schemas.microsoft.com/office/drawing/2014/main" id="{0F8A5F89-9496-41B1-91C6-6F91293B3E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7" name="Rectangle 972">
                <a:extLst>
                  <a:ext uri="{FF2B5EF4-FFF2-40B4-BE49-F238E27FC236}">
                    <a16:creationId xmlns:a16="http://schemas.microsoft.com/office/drawing/2014/main" id="{E62A066B-32EA-4E52-BEC8-29C86ABC6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Freeform 973">
                <a:extLst>
                  <a:ext uri="{FF2B5EF4-FFF2-40B4-BE49-F238E27FC236}">
                    <a16:creationId xmlns:a16="http://schemas.microsoft.com/office/drawing/2014/main" id="{F30C7263-0ECF-4633-82F5-F6013A1E2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Freeform 974">
                <a:extLst>
                  <a:ext uri="{FF2B5EF4-FFF2-40B4-BE49-F238E27FC236}">
                    <a16:creationId xmlns:a16="http://schemas.microsoft.com/office/drawing/2014/main" id="{86732594-3A2B-4ABF-9646-5B3EF3264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Oval 975">
                <a:extLst>
                  <a:ext uri="{FF2B5EF4-FFF2-40B4-BE49-F238E27FC236}">
                    <a16:creationId xmlns:a16="http://schemas.microsoft.com/office/drawing/2014/main" id="{94FDCE0E-8FB1-4980-84F2-DA18B6807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Freeform 976">
                <a:extLst>
                  <a:ext uri="{FF2B5EF4-FFF2-40B4-BE49-F238E27FC236}">
                    <a16:creationId xmlns:a16="http://schemas.microsoft.com/office/drawing/2014/main" id="{B07E19AD-5E41-4C03-A66A-9AEA2A384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AutoShape 977">
                <a:extLst>
                  <a:ext uri="{FF2B5EF4-FFF2-40B4-BE49-F238E27FC236}">
                    <a16:creationId xmlns:a16="http://schemas.microsoft.com/office/drawing/2014/main" id="{AAA3E3A5-2299-4756-9DE7-C1DD1044D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AutoShape 978">
                <a:extLst>
                  <a:ext uri="{FF2B5EF4-FFF2-40B4-BE49-F238E27FC236}">
                    <a16:creationId xmlns:a16="http://schemas.microsoft.com/office/drawing/2014/main" id="{C65F0BA8-73B2-4FDC-8690-4067AE24C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Oval 979">
                <a:extLst>
                  <a:ext uri="{FF2B5EF4-FFF2-40B4-BE49-F238E27FC236}">
                    <a16:creationId xmlns:a16="http://schemas.microsoft.com/office/drawing/2014/main" id="{A429FD82-DB88-4554-9323-1814A8258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5" name="Oval 980">
                <a:extLst>
                  <a:ext uri="{FF2B5EF4-FFF2-40B4-BE49-F238E27FC236}">
                    <a16:creationId xmlns:a16="http://schemas.microsoft.com/office/drawing/2014/main" id="{504F342A-7DC2-425B-A144-612BEF131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Oval 981">
                <a:extLst>
                  <a:ext uri="{FF2B5EF4-FFF2-40B4-BE49-F238E27FC236}">
                    <a16:creationId xmlns:a16="http://schemas.microsoft.com/office/drawing/2014/main" id="{2E8A2BA3-B460-4467-A62A-5A9B23BC1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Rectangle 982">
                <a:extLst>
                  <a:ext uri="{FF2B5EF4-FFF2-40B4-BE49-F238E27FC236}">
                    <a16:creationId xmlns:a16="http://schemas.microsoft.com/office/drawing/2014/main" id="{B1430032-E2B1-4788-8BD6-5006C0488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983">
              <a:extLst>
                <a:ext uri="{FF2B5EF4-FFF2-40B4-BE49-F238E27FC236}">
                  <a16:creationId xmlns:a16="http://schemas.microsoft.com/office/drawing/2014/main" id="{2E30D1A7-014D-4BE0-BD91-D74E2EBB3E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9493" y="4156726"/>
              <a:ext cx="198177" cy="388924"/>
              <a:chOff x="4140" y="429"/>
              <a:chExt cx="1425" cy="239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2" name="Freeform 984">
                <a:extLst>
                  <a:ext uri="{FF2B5EF4-FFF2-40B4-BE49-F238E27FC236}">
                    <a16:creationId xmlns:a16="http://schemas.microsoft.com/office/drawing/2014/main" id="{1BF46E46-30AA-4DCA-A6E1-04B37E575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985">
                <a:extLst>
                  <a:ext uri="{FF2B5EF4-FFF2-40B4-BE49-F238E27FC236}">
                    <a16:creationId xmlns:a16="http://schemas.microsoft.com/office/drawing/2014/main" id="{2599F211-7903-4CDF-AF08-FD24CD808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Freeform 986">
                <a:extLst>
                  <a:ext uri="{FF2B5EF4-FFF2-40B4-BE49-F238E27FC236}">
                    <a16:creationId xmlns:a16="http://schemas.microsoft.com/office/drawing/2014/main" id="{1C32DAE8-074F-4E84-A4AC-F3EB23283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Freeform 987">
                <a:extLst>
                  <a:ext uri="{FF2B5EF4-FFF2-40B4-BE49-F238E27FC236}">
                    <a16:creationId xmlns:a16="http://schemas.microsoft.com/office/drawing/2014/main" id="{15E4EA7D-19C6-47FC-AA55-8B069AD0F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Rectangle 988">
                <a:extLst>
                  <a:ext uri="{FF2B5EF4-FFF2-40B4-BE49-F238E27FC236}">
                    <a16:creationId xmlns:a16="http://schemas.microsoft.com/office/drawing/2014/main" id="{071F5226-4654-441E-A7E8-C26DBB3D9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7" name="Group 989">
                <a:extLst>
                  <a:ext uri="{FF2B5EF4-FFF2-40B4-BE49-F238E27FC236}">
                    <a16:creationId xmlns:a16="http://schemas.microsoft.com/office/drawing/2014/main" id="{32671038-8521-439A-B625-DFF4071DBA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2" name="AutoShape 990">
                  <a:extLst>
                    <a:ext uri="{FF2B5EF4-FFF2-40B4-BE49-F238E27FC236}">
                      <a16:creationId xmlns:a16="http://schemas.microsoft.com/office/drawing/2014/main" id="{62876AFC-0267-44CC-9462-7319BC10D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3" name="AutoShape 991">
                  <a:extLst>
                    <a:ext uri="{FF2B5EF4-FFF2-40B4-BE49-F238E27FC236}">
                      <a16:creationId xmlns:a16="http://schemas.microsoft.com/office/drawing/2014/main" id="{BF3127FB-A942-4408-8C45-D67F7B7E22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78" name="Rectangle 992">
                <a:extLst>
                  <a:ext uri="{FF2B5EF4-FFF2-40B4-BE49-F238E27FC236}">
                    <a16:creationId xmlns:a16="http://schemas.microsoft.com/office/drawing/2014/main" id="{DE14C09F-A450-4ED4-9DB8-07FEA6CE0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9" name="Group 993">
                <a:extLst>
                  <a:ext uri="{FF2B5EF4-FFF2-40B4-BE49-F238E27FC236}">
                    <a16:creationId xmlns:a16="http://schemas.microsoft.com/office/drawing/2014/main" id="{3CCE1994-5BD3-41F0-BC31-4D0FFA069E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00" name="AutoShape 994">
                  <a:extLst>
                    <a:ext uri="{FF2B5EF4-FFF2-40B4-BE49-F238E27FC236}">
                      <a16:creationId xmlns:a16="http://schemas.microsoft.com/office/drawing/2014/main" id="{69D2F7A9-FDA3-4BC9-AA95-89B14C23B0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AutoShape 995">
                  <a:extLst>
                    <a:ext uri="{FF2B5EF4-FFF2-40B4-BE49-F238E27FC236}">
                      <a16:creationId xmlns:a16="http://schemas.microsoft.com/office/drawing/2014/main" id="{3C9E2AA2-4AEF-4306-8081-358FB898E0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0" name="Rectangle 996">
                <a:extLst>
                  <a:ext uri="{FF2B5EF4-FFF2-40B4-BE49-F238E27FC236}">
                    <a16:creationId xmlns:a16="http://schemas.microsoft.com/office/drawing/2014/main" id="{CDA65CD1-0FFF-4AE8-A3D5-8907450C2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Rectangle 997">
                <a:extLst>
                  <a:ext uri="{FF2B5EF4-FFF2-40B4-BE49-F238E27FC236}">
                    <a16:creationId xmlns:a16="http://schemas.microsoft.com/office/drawing/2014/main" id="{1C6E968C-CD9D-4E55-A462-D842626FF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2" name="Group 998">
                <a:extLst>
                  <a:ext uri="{FF2B5EF4-FFF2-40B4-BE49-F238E27FC236}">
                    <a16:creationId xmlns:a16="http://schemas.microsoft.com/office/drawing/2014/main" id="{BA775751-943D-40BD-BC8C-FC00D33817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8" name="AutoShape 999">
                  <a:extLst>
                    <a:ext uri="{FF2B5EF4-FFF2-40B4-BE49-F238E27FC236}">
                      <a16:creationId xmlns:a16="http://schemas.microsoft.com/office/drawing/2014/main" id="{7846B5FC-F2D4-4256-BFE7-DA0BD3C2CD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9" name="AutoShape 1000">
                  <a:extLst>
                    <a:ext uri="{FF2B5EF4-FFF2-40B4-BE49-F238E27FC236}">
                      <a16:creationId xmlns:a16="http://schemas.microsoft.com/office/drawing/2014/main" id="{48687173-DDB6-4A69-BCB8-F41289524D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3" name="Freeform 1001">
                <a:extLst>
                  <a:ext uri="{FF2B5EF4-FFF2-40B4-BE49-F238E27FC236}">
                    <a16:creationId xmlns:a16="http://schemas.microsoft.com/office/drawing/2014/main" id="{FCD10EA1-B5C6-49BD-BB1E-64F41E654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4" name="Group 1002">
                <a:extLst>
                  <a:ext uri="{FF2B5EF4-FFF2-40B4-BE49-F238E27FC236}">
                    <a16:creationId xmlns:a16="http://schemas.microsoft.com/office/drawing/2014/main" id="{6FD5ABDC-63AD-4BC1-AC35-9ACC2EA7D5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6" name="AutoShape 1003">
                  <a:extLst>
                    <a:ext uri="{FF2B5EF4-FFF2-40B4-BE49-F238E27FC236}">
                      <a16:creationId xmlns:a16="http://schemas.microsoft.com/office/drawing/2014/main" id="{3B6BA0C7-14E0-42D2-9AE5-B64EC74B6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7" name="AutoShape 1004">
                  <a:extLst>
                    <a:ext uri="{FF2B5EF4-FFF2-40B4-BE49-F238E27FC236}">
                      <a16:creationId xmlns:a16="http://schemas.microsoft.com/office/drawing/2014/main" id="{786F9193-16A2-4ACF-A93D-54E05173F6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85" name="Rectangle 1005">
                <a:extLst>
                  <a:ext uri="{FF2B5EF4-FFF2-40B4-BE49-F238E27FC236}">
                    <a16:creationId xmlns:a16="http://schemas.microsoft.com/office/drawing/2014/main" id="{B1D60410-5802-445A-8F19-3C4FB1265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Freeform 1006">
                <a:extLst>
                  <a:ext uri="{FF2B5EF4-FFF2-40B4-BE49-F238E27FC236}">
                    <a16:creationId xmlns:a16="http://schemas.microsoft.com/office/drawing/2014/main" id="{CE5E3CE0-FE17-44B5-97D8-D866B35F5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Freeform 1007">
                <a:extLst>
                  <a:ext uri="{FF2B5EF4-FFF2-40B4-BE49-F238E27FC236}">
                    <a16:creationId xmlns:a16="http://schemas.microsoft.com/office/drawing/2014/main" id="{5604C14C-33F9-487B-B3C9-E82E092D3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Oval 1008">
                <a:extLst>
                  <a:ext uri="{FF2B5EF4-FFF2-40B4-BE49-F238E27FC236}">
                    <a16:creationId xmlns:a16="http://schemas.microsoft.com/office/drawing/2014/main" id="{5F98D2D5-8E03-47C7-81B3-B7A82BB0B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Freeform 1009">
                <a:extLst>
                  <a:ext uri="{FF2B5EF4-FFF2-40B4-BE49-F238E27FC236}">
                    <a16:creationId xmlns:a16="http://schemas.microsoft.com/office/drawing/2014/main" id="{13D81651-8B5F-4D3D-A5E8-6EDBD56A2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AutoShape 1010">
                <a:extLst>
                  <a:ext uri="{FF2B5EF4-FFF2-40B4-BE49-F238E27FC236}">
                    <a16:creationId xmlns:a16="http://schemas.microsoft.com/office/drawing/2014/main" id="{155CF125-D10F-4362-8138-B9AA1CF95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AutoShape 1011">
                <a:extLst>
                  <a:ext uri="{FF2B5EF4-FFF2-40B4-BE49-F238E27FC236}">
                    <a16:creationId xmlns:a16="http://schemas.microsoft.com/office/drawing/2014/main" id="{8E964529-9E59-4DA8-8857-87FC9DA7D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Oval 1012">
                <a:extLst>
                  <a:ext uri="{FF2B5EF4-FFF2-40B4-BE49-F238E27FC236}">
                    <a16:creationId xmlns:a16="http://schemas.microsoft.com/office/drawing/2014/main" id="{4A9F45F0-AAC5-4923-9C0A-D14220B80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Oval 1013">
                <a:extLst>
                  <a:ext uri="{FF2B5EF4-FFF2-40B4-BE49-F238E27FC236}">
                    <a16:creationId xmlns:a16="http://schemas.microsoft.com/office/drawing/2014/main" id="{65C9804D-8E99-4342-A99B-EAFF973A7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Oval 1014">
                <a:extLst>
                  <a:ext uri="{FF2B5EF4-FFF2-40B4-BE49-F238E27FC236}">
                    <a16:creationId xmlns:a16="http://schemas.microsoft.com/office/drawing/2014/main" id="{3B414F63-FB75-4C24-8B5B-34E25CA02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Rectangle 1015">
                <a:extLst>
                  <a:ext uri="{FF2B5EF4-FFF2-40B4-BE49-F238E27FC236}">
                    <a16:creationId xmlns:a16="http://schemas.microsoft.com/office/drawing/2014/main" id="{8F09685D-C81C-41EC-823D-59C81AC76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3" name="Group 1016">
              <a:extLst>
                <a:ext uri="{FF2B5EF4-FFF2-40B4-BE49-F238E27FC236}">
                  <a16:creationId xmlns:a16="http://schemas.microsoft.com/office/drawing/2014/main" id="{A855D354-745C-4A3D-A20B-C2B68AF5F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0062" y="1520259"/>
              <a:ext cx="467032" cy="329880"/>
              <a:chOff x="877" y="1008"/>
              <a:chExt cx="2747" cy="25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49" name="Picture 1017" descr="antenna_stylized">
                <a:extLst>
                  <a:ext uri="{FF2B5EF4-FFF2-40B4-BE49-F238E27FC236}">
                    <a16:creationId xmlns:a16="http://schemas.microsoft.com/office/drawing/2014/main" id="{730ED01F-B5B4-4D57-9FA7-4CE96E6260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0" name="Picture 1018" descr="laptop_keyboard">
                <a:extLst>
                  <a:ext uri="{FF2B5EF4-FFF2-40B4-BE49-F238E27FC236}">
                    <a16:creationId xmlns:a16="http://schemas.microsoft.com/office/drawing/2014/main" id="{C2DBB040-439F-40E4-A0FD-BA14D39412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1019">
                <a:extLst>
                  <a:ext uri="{FF2B5EF4-FFF2-40B4-BE49-F238E27FC236}">
                    <a16:creationId xmlns:a16="http://schemas.microsoft.com/office/drawing/2014/main" id="{06974289-5841-439F-93C7-AB887B6F6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52" name="Picture 1020" descr="screen">
                <a:extLst>
                  <a:ext uri="{FF2B5EF4-FFF2-40B4-BE49-F238E27FC236}">
                    <a16:creationId xmlns:a16="http://schemas.microsoft.com/office/drawing/2014/main" id="{3836B4EE-4705-40AF-A83F-E56615F307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3" name="Freeform 1021">
                <a:extLst>
                  <a:ext uri="{FF2B5EF4-FFF2-40B4-BE49-F238E27FC236}">
                    <a16:creationId xmlns:a16="http://schemas.microsoft.com/office/drawing/2014/main" id="{5FFE2430-2CD9-4DF5-8F1C-F50FE057C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Freeform 1022">
                <a:extLst>
                  <a:ext uri="{FF2B5EF4-FFF2-40B4-BE49-F238E27FC236}">
                    <a16:creationId xmlns:a16="http://schemas.microsoft.com/office/drawing/2014/main" id="{6E5B8F96-764B-486C-9D71-F18B508DB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Freeform 1023">
                <a:extLst>
                  <a:ext uri="{FF2B5EF4-FFF2-40B4-BE49-F238E27FC236}">
                    <a16:creationId xmlns:a16="http://schemas.microsoft.com/office/drawing/2014/main" id="{8C82EF5D-F684-45E2-9B6F-9114EE8E8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Freeform 1024">
                <a:extLst>
                  <a:ext uri="{FF2B5EF4-FFF2-40B4-BE49-F238E27FC236}">
                    <a16:creationId xmlns:a16="http://schemas.microsoft.com/office/drawing/2014/main" id="{1BA9535C-0A97-4047-94CD-28A1601DB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Freeform 1025">
                <a:extLst>
                  <a:ext uri="{FF2B5EF4-FFF2-40B4-BE49-F238E27FC236}">
                    <a16:creationId xmlns:a16="http://schemas.microsoft.com/office/drawing/2014/main" id="{2FEEE7FA-CE67-447E-AF15-A46C52BE7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Freeform 1026">
                <a:extLst>
                  <a:ext uri="{FF2B5EF4-FFF2-40B4-BE49-F238E27FC236}">
                    <a16:creationId xmlns:a16="http://schemas.microsoft.com/office/drawing/2014/main" id="{1516B006-72E2-4A8D-9525-E24FCA1DC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9" name="Group 1027">
                <a:extLst>
                  <a:ext uri="{FF2B5EF4-FFF2-40B4-BE49-F238E27FC236}">
                    <a16:creationId xmlns:a16="http://schemas.microsoft.com/office/drawing/2014/main" id="{9E4873D1-60F0-4EAE-9122-A0B9C914D7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66" name="Freeform 1028">
                  <a:extLst>
                    <a:ext uri="{FF2B5EF4-FFF2-40B4-BE49-F238E27FC236}">
                      <a16:creationId xmlns:a16="http://schemas.microsoft.com/office/drawing/2014/main" id="{5766EB39-4E45-4495-9564-FBAE735B12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7" name="Freeform 1029">
                  <a:extLst>
                    <a:ext uri="{FF2B5EF4-FFF2-40B4-BE49-F238E27FC236}">
                      <a16:creationId xmlns:a16="http://schemas.microsoft.com/office/drawing/2014/main" id="{B1F45A80-A911-4C7C-94E9-4E2C710D14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8" name="Freeform 1030">
                  <a:extLst>
                    <a:ext uri="{FF2B5EF4-FFF2-40B4-BE49-F238E27FC236}">
                      <a16:creationId xmlns:a16="http://schemas.microsoft.com/office/drawing/2014/main" id="{0DA3CECB-383E-47E0-A005-CA53EEBE0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9" name="Freeform 1031">
                  <a:extLst>
                    <a:ext uri="{FF2B5EF4-FFF2-40B4-BE49-F238E27FC236}">
                      <a16:creationId xmlns:a16="http://schemas.microsoft.com/office/drawing/2014/main" id="{3557262F-6A5A-4401-96C6-AA07BC77CD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0" name="Freeform 1032">
                  <a:extLst>
                    <a:ext uri="{FF2B5EF4-FFF2-40B4-BE49-F238E27FC236}">
                      <a16:creationId xmlns:a16="http://schemas.microsoft.com/office/drawing/2014/main" id="{4E8FC5A4-7CA6-4D11-A11B-2944CC7226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1" name="Freeform 1033">
                  <a:extLst>
                    <a:ext uri="{FF2B5EF4-FFF2-40B4-BE49-F238E27FC236}">
                      <a16:creationId xmlns:a16="http://schemas.microsoft.com/office/drawing/2014/main" id="{E10D4F5E-B6ED-41DB-8C15-4A048D8333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0" name="Freeform 1034">
                <a:extLst>
                  <a:ext uri="{FF2B5EF4-FFF2-40B4-BE49-F238E27FC236}">
                    <a16:creationId xmlns:a16="http://schemas.microsoft.com/office/drawing/2014/main" id="{62E55D34-932C-497F-91EC-78437A6CF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Freeform 1035">
                <a:extLst>
                  <a:ext uri="{FF2B5EF4-FFF2-40B4-BE49-F238E27FC236}">
                    <a16:creationId xmlns:a16="http://schemas.microsoft.com/office/drawing/2014/main" id="{79709267-C08F-4015-AEA5-A66AA9826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Freeform 1036">
                <a:extLst>
                  <a:ext uri="{FF2B5EF4-FFF2-40B4-BE49-F238E27FC236}">
                    <a16:creationId xmlns:a16="http://schemas.microsoft.com/office/drawing/2014/main" id="{211685E5-82FD-4379-9301-BAAC6239D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Freeform 1037">
                <a:extLst>
                  <a:ext uri="{FF2B5EF4-FFF2-40B4-BE49-F238E27FC236}">
                    <a16:creationId xmlns:a16="http://schemas.microsoft.com/office/drawing/2014/main" id="{26D37277-1856-43E2-B5D9-218641CCF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Freeform 1038">
                <a:extLst>
                  <a:ext uri="{FF2B5EF4-FFF2-40B4-BE49-F238E27FC236}">
                    <a16:creationId xmlns:a16="http://schemas.microsoft.com/office/drawing/2014/main" id="{F6EA16CC-47EA-4787-8D01-C5E3A3857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Freeform 1039">
                <a:extLst>
                  <a:ext uri="{FF2B5EF4-FFF2-40B4-BE49-F238E27FC236}">
                    <a16:creationId xmlns:a16="http://schemas.microsoft.com/office/drawing/2014/main" id="{E9983862-00A8-4B31-B252-28520B30DB7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Group 1064">
              <a:extLst>
                <a:ext uri="{FF2B5EF4-FFF2-40B4-BE49-F238E27FC236}">
                  <a16:creationId xmlns:a16="http://schemas.microsoft.com/office/drawing/2014/main" id="{E873C02E-039E-4995-8992-52389E9A3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0672" y="4304337"/>
              <a:ext cx="414370" cy="329880"/>
              <a:chOff x="877" y="1008"/>
              <a:chExt cx="2747" cy="25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26" name="Picture 1065" descr="antenna_stylized">
                <a:extLst>
                  <a:ext uri="{FF2B5EF4-FFF2-40B4-BE49-F238E27FC236}">
                    <a16:creationId xmlns:a16="http://schemas.microsoft.com/office/drawing/2014/main" id="{BCD5B672-B17E-4AC5-B58F-6E8096F05F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7" name="Picture 1066" descr="laptop_keyboard">
                <a:extLst>
                  <a:ext uri="{FF2B5EF4-FFF2-40B4-BE49-F238E27FC236}">
                    <a16:creationId xmlns:a16="http://schemas.microsoft.com/office/drawing/2014/main" id="{4FA54F1A-EAC4-4256-A4EB-3EEE9023BF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1067">
                <a:extLst>
                  <a:ext uri="{FF2B5EF4-FFF2-40B4-BE49-F238E27FC236}">
                    <a16:creationId xmlns:a16="http://schemas.microsoft.com/office/drawing/2014/main" id="{61B3ED42-4279-49E8-81FE-176849DA3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29" name="Picture 1068" descr="screen">
                <a:extLst>
                  <a:ext uri="{FF2B5EF4-FFF2-40B4-BE49-F238E27FC236}">
                    <a16:creationId xmlns:a16="http://schemas.microsoft.com/office/drawing/2014/main" id="{A5327BB4-5841-4E12-A980-4F1B3D8944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0" name="Freeform 1069">
                <a:extLst>
                  <a:ext uri="{FF2B5EF4-FFF2-40B4-BE49-F238E27FC236}">
                    <a16:creationId xmlns:a16="http://schemas.microsoft.com/office/drawing/2014/main" id="{69FC44E8-8C05-4BC7-A103-7C6357CF7B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Freeform 1070">
                <a:extLst>
                  <a:ext uri="{FF2B5EF4-FFF2-40B4-BE49-F238E27FC236}">
                    <a16:creationId xmlns:a16="http://schemas.microsoft.com/office/drawing/2014/main" id="{15932FD1-A478-4CBE-93E6-DC6419922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1071">
                <a:extLst>
                  <a:ext uri="{FF2B5EF4-FFF2-40B4-BE49-F238E27FC236}">
                    <a16:creationId xmlns:a16="http://schemas.microsoft.com/office/drawing/2014/main" id="{67538D0D-53E4-4B6E-A923-F3C87B198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Freeform 1072">
                <a:extLst>
                  <a:ext uri="{FF2B5EF4-FFF2-40B4-BE49-F238E27FC236}">
                    <a16:creationId xmlns:a16="http://schemas.microsoft.com/office/drawing/2014/main" id="{2859260C-37B2-4F6F-BEEF-290A8CD41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1073">
                <a:extLst>
                  <a:ext uri="{FF2B5EF4-FFF2-40B4-BE49-F238E27FC236}">
                    <a16:creationId xmlns:a16="http://schemas.microsoft.com/office/drawing/2014/main" id="{88557349-EEB3-485C-AF72-6FE58B8EE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1074">
                <a:extLst>
                  <a:ext uri="{FF2B5EF4-FFF2-40B4-BE49-F238E27FC236}">
                    <a16:creationId xmlns:a16="http://schemas.microsoft.com/office/drawing/2014/main" id="{F670C71A-DCD2-4941-8A96-9F0373AD4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6" name="Group 1075">
                <a:extLst>
                  <a:ext uri="{FF2B5EF4-FFF2-40B4-BE49-F238E27FC236}">
                    <a16:creationId xmlns:a16="http://schemas.microsoft.com/office/drawing/2014/main" id="{D71DB3A1-59AD-4C29-B456-5D7C2EDAEC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3" name="Freeform 1076">
                  <a:extLst>
                    <a:ext uri="{FF2B5EF4-FFF2-40B4-BE49-F238E27FC236}">
                      <a16:creationId xmlns:a16="http://schemas.microsoft.com/office/drawing/2014/main" id="{C654F617-FE2E-4062-9518-2D3787CD1B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4" name="Freeform 1077">
                  <a:extLst>
                    <a:ext uri="{FF2B5EF4-FFF2-40B4-BE49-F238E27FC236}">
                      <a16:creationId xmlns:a16="http://schemas.microsoft.com/office/drawing/2014/main" id="{B5B129F9-7777-4CFF-8899-3F7C9E6EB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5" name="Freeform 1078">
                  <a:extLst>
                    <a:ext uri="{FF2B5EF4-FFF2-40B4-BE49-F238E27FC236}">
                      <a16:creationId xmlns:a16="http://schemas.microsoft.com/office/drawing/2014/main" id="{64FF7D4A-B08A-4CD0-83C2-6C82005440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6" name="Freeform 1079">
                  <a:extLst>
                    <a:ext uri="{FF2B5EF4-FFF2-40B4-BE49-F238E27FC236}">
                      <a16:creationId xmlns:a16="http://schemas.microsoft.com/office/drawing/2014/main" id="{8B6DD3D2-3462-426B-ADD9-DEA6F4C862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7" name="Freeform 1080">
                  <a:extLst>
                    <a:ext uri="{FF2B5EF4-FFF2-40B4-BE49-F238E27FC236}">
                      <a16:creationId xmlns:a16="http://schemas.microsoft.com/office/drawing/2014/main" id="{8CCBA853-3298-4E19-8548-2E539AA5EF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8" name="Freeform 1081">
                  <a:extLst>
                    <a:ext uri="{FF2B5EF4-FFF2-40B4-BE49-F238E27FC236}">
                      <a16:creationId xmlns:a16="http://schemas.microsoft.com/office/drawing/2014/main" id="{9E5F18F5-5770-4FCD-BC9B-419B176D2D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7" name="Freeform 1082">
                <a:extLst>
                  <a:ext uri="{FF2B5EF4-FFF2-40B4-BE49-F238E27FC236}">
                    <a16:creationId xmlns:a16="http://schemas.microsoft.com/office/drawing/2014/main" id="{61B57775-E4AF-4221-80FE-EAB4572B1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Freeform 1083">
                <a:extLst>
                  <a:ext uri="{FF2B5EF4-FFF2-40B4-BE49-F238E27FC236}">
                    <a16:creationId xmlns:a16="http://schemas.microsoft.com/office/drawing/2014/main" id="{6A760ED1-B362-44D8-B67E-77F1E6463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Freeform 1084">
                <a:extLst>
                  <a:ext uri="{FF2B5EF4-FFF2-40B4-BE49-F238E27FC236}">
                    <a16:creationId xmlns:a16="http://schemas.microsoft.com/office/drawing/2014/main" id="{B0341851-CB9F-49D9-A2F2-9B5263CA5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Freeform 1085">
                <a:extLst>
                  <a:ext uri="{FF2B5EF4-FFF2-40B4-BE49-F238E27FC236}">
                    <a16:creationId xmlns:a16="http://schemas.microsoft.com/office/drawing/2014/main" id="{C99E5324-2630-4E77-911D-AAC548D76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Freeform 1086">
                <a:extLst>
                  <a:ext uri="{FF2B5EF4-FFF2-40B4-BE49-F238E27FC236}">
                    <a16:creationId xmlns:a16="http://schemas.microsoft.com/office/drawing/2014/main" id="{1D85BFB6-83C3-4F54-B139-F2F64881F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Freeform 1087">
                <a:extLst>
                  <a:ext uri="{FF2B5EF4-FFF2-40B4-BE49-F238E27FC236}">
                    <a16:creationId xmlns:a16="http://schemas.microsoft.com/office/drawing/2014/main" id="{1FAC722F-3B42-4305-A166-36E08C1C566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1114">
              <a:extLst>
                <a:ext uri="{FF2B5EF4-FFF2-40B4-BE49-F238E27FC236}">
                  <a16:creationId xmlns:a16="http://schemas.microsoft.com/office/drawing/2014/main" id="{F5AE001D-1AC7-408B-BF29-909B5D599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5957" y="2327628"/>
              <a:ext cx="388039" cy="329880"/>
              <a:chOff x="877" y="1008"/>
              <a:chExt cx="2747" cy="25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03" name="Picture 1115" descr="antenna_stylized">
                <a:extLst>
                  <a:ext uri="{FF2B5EF4-FFF2-40B4-BE49-F238E27FC236}">
                    <a16:creationId xmlns:a16="http://schemas.microsoft.com/office/drawing/2014/main" id="{A05F7305-5118-4810-8178-6E75A83F6C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" name="Picture 1116" descr="laptop_keyboard">
                <a:extLst>
                  <a:ext uri="{FF2B5EF4-FFF2-40B4-BE49-F238E27FC236}">
                    <a16:creationId xmlns:a16="http://schemas.microsoft.com/office/drawing/2014/main" id="{B66D6623-B651-4E7B-BB52-9024A843E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" name="Freeform 1117">
                <a:extLst>
                  <a:ext uri="{FF2B5EF4-FFF2-40B4-BE49-F238E27FC236}">
                    <a16:creationId xmlns:a16="http://schemas.microsoft.com/office/drawing/2014/main" id="{5EEE5E73-D559-42BC-A0A5-A0E7E3108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6" name="Picture 1118" descr="screen">
                <a:extLst>
                  <a:ext uri="{FF2B5EF4-FFF2-40B4-BE49-F238E27FC236}">
                    <a16:creationId xmlns:a16="http://schemas.microsoft.com/office/drawing/2014/main" id="{79B6DB9D-D25C-4DC3-BBC3-FD7CC6EC99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1119">
                <a:extLst>
                  <a:ext uri="{FF2B5EF4-FFF2-40B4-BE49-F238E27FC236}">
                    <a16:creationId xmlns:a16="http://schemas.microsoft.com/office/drawing/2014/main" id="{4CF7720A-5A85-428E-8D9A-A927EF851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1120">
                <a:extLst>
                  <a:ext uri="{FF2B5EF4-FFF2-40B4-BE49-F238E27FC236}">
                    <a16:creationId xmlns:a16="http://schemas.microsoft.com/office/drawing/2014/main" id="{24A4746F-8861-4109-AFD6-D9DBBC9F6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Freeform 1121">
                <a:extLst>
                  <a:ext uri="{FF2B5EF4-FFF2-40B4-BE49-F238E27FC236}">
                    <a16:creationId xmlns:a16="http://schemas.microsoft.com/office/drawing/2014/main" id="{F9E0C9A8-4061-484B-B3D7-1BE74245F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1122">
                <a:extLst>
                  <a:ext uri="{FF2B5EF4-FFF2-40B4-BE49-F238E27FC236}">
                    <a16:creationId xmlns:a16="http://schemas.microsoft.com/office/drawing/2014/main" id="{D9B7982F-620B-4E84-900F-9052DBBF30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Freeform 1123">
                <a:extLst>
                  <a:ext uri="{FF2B5EF4-FFF2-40B4-BE49-F238E27FC236}">
                    <a16:creationId xmlns:a16="http://schemas.microsoft.com/office/drawing/2014/main" id="{65C6B750-0912-4529-A04E-9D120638D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Freeform 1124">
                <a:extLst>
                  <a:ext uri="{FF2B5EF4-FFF2-40B4-BE49-F238E27FC236}">
                    <a16:creationId xmlns:a16="http://schemas.microsoft.com/office/drawing/2014/main" id="{7C145894-240C-407B-8313-1A63C48E9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3" name="Group 1125">
                <a:extLst>
                  <a:ext uri="{FF2B5EF4-FFF2-40B4-BE49-F238E27FC236}">
                    <a16:creationId xmlns:a16="http://schemas.microsoft.com/office/drawing/2014/main" id="{75637081-1841-4A2B-BA83-29518232BB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20" name="Freeform 1126">
                  <a:extLst>
                    <a:ext uri="{FF2B5EF4-FFF2-40B4-BE49-F238E27FC236}">
                      <a16:creationId xmlns:a16="http://schemas.microsoft.com/office/drawing/2014/main" id="{39BD6204-73BF-4D4D-B293-ADE0C35EFE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Freeform 1127">
                  <a:extLst>
                    <a:ext uri="{FF2B5EF4-FFF2-40B4-BE49-F238E27FC236}">
                      <a16:creationId xmlns:a16="http://schemas.microsoft.com/office/drawing/2014/main" id="{063B86E0-AD00-4E3F-922F-5A36462293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Freeform 1128">
                  <a:extLst>
                    <a:ext uri="{FF2B5EF4-FFF2-40B4-BE49-F238E27FC236}">
                      <a16:creationId xmlns:a16="http://schemas.microsoft.com/office/drawing/2014/main" id="{B4FCC272-8B37-4930-954B-261F3383F3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3" name="Freeform 1129">
                  <a:extLst>
                    <a:ext uri="{FF2B5EF4-FFF2-40B4-BE49-F238E27FC236}">
                      <a16:creationId xmlns:a16="http://schemas.microsoft.com/office/drawing/2014/main" id="{4337B946-2C56-4BBC-9ECB-3B308AD18B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Freeform 1130">
                  <a:extLst>
                    <a:ext uri="{FF2B5EF4-FFF2-40B4-BE49-F238E27FC236}">
                      <a16:creationId xmlns:a16="http://schemas.microsoft.com/office/drawing/2014/main" id="{B4615E60-5A80-4163-8E2B-85C11B7D69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5" name="Freeform 1131">
                  <a:extLst>
                    <a:ext uri="{FF2B5EF4-FFF2-40B4-BE49-F238E27FC236}">
                      <a16:creationId xmlns:a16="http://schemas.microsoft.com/office/drawing/2014/main" id="{A527D779-4142-4BD7-A38C-8FB33591DD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4" name="Freeform 1132">
                <a:extLst>
                  <a:ext uri="{FF2B5EF4-FFF2-40B4-BE49-F238E27FC236}">
                    <a16:creationId xmlns:a16="http://schemas.microsoft.com/office/drawing/2014/main" id="{801779B0-F783-4172-BAFA-17C698E38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Freeform 1133">
                <a:extLst>
                  <a:ext uri="{FF2B5EF4-FFF2-40B4-BE49-F238E27FC236}">
                    <a16:creationId xmlns:a16="http://schemas.microsoft.com/office/drawing/2014/main" id="{2732CABE-EF84-46A5-9EFE-19C65EC00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Freeform 1134">
                <a:extLst>
                  <a:ext uri="{FF2B5EF4-FFF2-40B4-BE49-F238E27FC236}">
                    <a16:creationId xmlns:a16="http://schemas.microsoft.com/office/drawing/2014/main" id="{5E1D324C-EFE6-4D90-91F7-C17916143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1135">
                <a:extLst>
                  <a:ext uri="{FF2B5EF4-FFF2-40B4-BE49-F238E27FC236}">
                    <a16:creationId xmlns:a16="http://schemas.microsoft.com/office/drawing/2014/main" id="{9847A315-ABB5-456D-85BF-1274279DB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Freeform 1136">
                <a:extLst>
                  <a:ext uri="{FF2B5EF4-FFF2-40B4-BE49-F238E27FC236}">
                    <a16:creationId xmlns:a16="http://schemas.microsoft.com/office/drawing/2014/main" id="{E3F2CACA-D08F-40B4-B0F5-41BFD92B2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Freeform 1137">
                <a:extLst>
                  <a:ext uri="{FF2B5EF4-FFF2-40B4-BE49-F238E27FC236}">
                    <a16:creationId xmlns:a16="http://schemas.microsoft.com/office/drawing/2014/main" id="{A57D0A4A-E84D-46CA-A364-8B6DF211D43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6" name="Group 1139">
              <a:extLst>
                <a:ext uri="{FF2B5EF4-FFF2-40B4-BE49-F238E27FC236}">
                  <a16:creationId xmlns:a16="http://schemas.microsoft.com/office/drawing/2014/main" id="{4AFEAFC6-D43C-46CC-9F62-8EC34E975E0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67175" y="2473956"/>
              <a:ext cx="361707" cy="301641"/>
              <a:chOff x="2839" y="3501"/>
              <a:chExt cx="755" cy="8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01" name="Picture 1140" descr="desktop_computer_stylized_medium">
                <a:extLst>
                  <a:ext uri="{FF2B5EF4-FFF2-40B4-BE49-F238E27FC236}">
                    <a16:creationId xmlns:a16="http://schemas.microsoft.com/office/drawing/2014/main" id="{F7264B95-5912-4846-B112-202893BB3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1141">
                <a:extLst>
                  <a:ext uri="{FF2B5EF4-FFF2-40B4-BE49-F238E27FC236}">
                    <a16:creationId xmlns:a16="http://schemas.microsoft.com/office/drawing/2014/main" id="{1C44ADDB-44F7-415C-B9A4-64CE6344C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7" name="Group 1142">
              <a:extLst>
                <a:ext uri="{FF2B5EF4-FFF2-40B4-BE49-F238E27FC236}">
                  <a16:creationId xmlns:a16="http://schemas.microsoft.com/office/drawing/2014/main" id="{18F0506C-12F7-47FA-99AF-BA50C56A36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0396" y="4252994"/>
              <a:ext cx="414370" cy="329880"/>
              <a:chOff x="877" y="1008"/>
              <a:chExt cx="2747" cy="259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78" name="Picture 1143" descr="antenna_stylized">
                <a:extLst>
                  <a:ext uri="{FF2B5EF4-FFF2-40B4-BE49-F238E27FC236}">
                    <a16:creationId xmlns:a16="http://schemas.microsoft.com/office/drawing/2014/main" id="{DD6867C8-E8C8-409E-8981-568B34D7E9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9" name="Picture 1144" descr="laptop_keyboard">
                <a:extLst>
                  <a:ext uri="{FF2B5EF4-FFF2-40B4-BE49-F238E27FC236}">
                    <a16:creationId xmlns:a16="http://schemas.microsoft.com/office/drawing/2014/main" id="{90354F2C-59BF-4ADA-BB0F-BAD87882BF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" name="Freeform 1145">
                <a:extLst>
                  <a:ext uri="{FF2B5EF4-FFF2-40B4-BE49-F238E27FC236}">
                    <a16:creationId xmlns:a16="http://schemas.microsoft.com/office/drawing/2014/main" id="{56EE9329-330D-47B5-8DF6-DD27BB8F9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1" name="Picture 1146" descr="screen">
                <a:extLst>
                  <a:ext uri="{FF2B5EF4-FFF2-40B4-BE49-F238E27FC236}">
                    <a16:creationId xmlns:a16="http://schemas.microsoft.com/office/drawing/2014/main" id="{42358594-0BFE-49AA-B328-645303FB6C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2" name="Freeform 1147">
                <a:extLst>
                  <a:ext uri="{FF2B5EF4-FFF2-40B4-BE49-F238E27FC236}">
                    <a16:creationId xmlns:a16="http://schemas.microsoft.com/office/drawing/2014/main" id="{F1BCF763-CD09-499F-B15A-6E00408FA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Freeform 1148">
                <a:extLst>
                  <a:ext uri="{FF2B5EF4-FFF2-40B4-BE49-F238E27FC236}">
                    <a16:creationId xmlns:a16="http://schemas.microsoft.com/office/drawing/2014/main" id="{73DE4CD6-BFD6-4B12-928F-64492710E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Freeform 1149">
                <a:extLst>
                  <a:ext uri="{FF2B5EF4-FFF2-40B4-BE49-F238E27FC236}">
                    <a16:creationId xmlns:a16="http://schemas.microsoft.com/office/drawing/2014/main" id="{4CDF0F2E-E22B-4F37-8AEE-9CE4FBB80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Freeform 1150">
                <a:extLst>
                  <a:ext uri="{FF2B5EF4-FFF2-40B4-BE49-F238E27FC236}">
                    <a16:creationId xmlns:a16="http://schemas.microsoft.com/office/drawing/2014/main" id="{759258E8-2130-4A73-B74A-4337ABDE0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Freeform 1151">
                <a:extLst>
                  <a:ext uri="{FF2B5EF4-FFF2-40B4-BE49-F238E27FC236}">
                    <a16:creationId xmlns:a16="http://schemas.microsoft.com/office/drawing/2014/main" id="{2C364476-B361-4C0E-A1D9-F8B79C73E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Freeform 1152">
                <a:extLst>
                  <a:ext uri="{FF2B5EF4-FFF2-40B4-BE49-F238E27FC236}">
                    <a16:creationId xmlns:a16="http://schemas.microsoft.com/office/drawing/2014/main" id="{FF644168-8AD2-47C8-AB9B-130F22297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8" name="Group 1153">
                <a:extLst>
                  <a:ext uri="{FF2B5EF4-FFF2-40B4-BE49-F238E27FC236}">
                    <a16:creationId xmlns:a16="http://schemas.microsoft.com/office/drawing/2014/main" id="{31B4B543-4206-4DC9-B211-62F841CF8F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5" name="Freeform 1154">
                  <a:extLst>
                    <a:ext uri="{FF2B5EF4-FFF2-40B4-BE49-F238E27FC236}">
                      <a16:creationId xmlns:a16="http://schemas.microsoft.com/office/drawing/2014/main" id="{B6ED14BB-7A51-47F9-8D13-BAA7405641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" name="Freeform 1155">
                  <a:extLst>
                    <a:ext uri="{FF2B5EF4-FFF2-40B4-BE49-F238E27FC236}">
                      <a16:creationId xmlns:a16="http://schemas.microsoft.com/office/drawing/2014/main" id="{C48B988F-DFF2-455F-BBD2-35E01E1E18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7" name="Freeform 1156">
                  <a:extLst>
                    <a:ext uri="{FF2B5EF4-FFF2-40B4-BE49-F238E27FC236}">
                      <a16:creationId xmlns:a16="http://schemas.microsoft.com/office/drawing/2014/main" id="{4884D83C-82C8-4A80-A6D2-385F9A0BF7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Freeform 1157">
                  <a:extLst>
                    <a:ext uri="{FF2B5EF4-FFF2-40B4-BE49-F238E27FC236}">
                      <a16:creationId xmlns:a16="http://schemas.microsoft.com/office/drawing/2014/main" id="{9B8F9257-F199-4ED9-8121-76C46F785D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" name="Freeform 1158">
                  <a:extLst>
                    <a:ext uri="{FF2B5EF4-FFF2-40B4-BE49-F238E27FC236}">
                      <a16:creationId xmlns:a16="http://schemas.microsoft.com/office/drawing/2014/main" id="{F28321D4-309B-4468-9408-7B8292059B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Freeform 1159">
                  <a:extLst>
                    <a:ext uri="{FF2B5EF4-FFF2-40B4-BE49-F238E27FC236}">
                      <a16:creationId xmlns:a16="http://schemas.microsoft.com/office/drawing/2014/main" id="{7391AAE3-40A1-4058-860A-7B02358CC5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" name="Freeform 1160">
                <a:extLst>
                  <a:ext uri="{FF2B5EF4-FFF2-40B4-BE49-F238E27FC236}">
                    <a16:creationId xmlns:a16="http://schemas.microsoft.com/office/drawing/2014/main" id="{733E99F7-FE8F-4CA7-A254-9B1756356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Freeform 1161">
                <a:extLst>
                  <a:ext uri="{FF2B5EF4-FFF2-40B4-BE49-F238E27FC236}">
                    <a16:creationId xmlns:a16="http://schemas.microsoft.com/office/drawing/2014/main" id="{0095D4ED-4919-4CD3-BE7B-6ACA0E0C97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Freeform 1162">
                <a:extLst>
                  <a:ext uri="{FF2B5EF4-FFF2-40B4-BE49-F238E27FC236}">
                    <a16:creationId xmlns:a16="http://schemas.microsoft.com/office/drawing/2014/main" id="{1B1FC314-EE61-4D8C-B465-EA9125277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" name="Freeform 1163">
                <a:extLst>
                  <a:ext uri="{FF2B5EF4-FFF2-40B4-BE49-F238E27FC236}">
                    <a16:creationId xmlns:a16="http://schemas.microsoft.com/office/drawing/2014/main" id="{EA03EB93-A2EF-404E-8D8A-22DDD3C5E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Freeform 1164">
                <a:extLst>
                  <a:ext uri="{FF2B5EF4-FFF2-40B4-BE49-F238E27FC236}">
                    <a16:creationId xmlns:a16="http://schemas.microsoft.com/office/drawing/2014/main" id="{B1E12D8C-42B5-4671-BD98-CFD099C99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Freeform 1165">
                <a:extLst>
                  <a:ext uri="{FF2B5EF4-FFF2-40B4-BE49-F238E27FC236}">
                    <a16:creationId xmlns:a16="http://schemas.microsoft.com/office/drawing/2014/main" id="{A6756E3B-9AF3-44B1-8580-8024B05B3C9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66" name="Line 913">
            <a:extLst>
              <a:ext uri="{FF2B5EF4-FFF2-40B4-BE49-F238E27FC236}">
                <a16:creationId xmlns:a16="http://schemas.microsoft.com/office/drawing/2014/main" id="{CABD08ED-9FB4-4147-AB92-45E8D1B45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7576" y="1774417"/>
            <a:ext cx="327888" cy="681194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" name="Line 913">
            <a:extLst>
              <a:ext uri="{FF2B5EF4-FFF2-40B4-BE49-F238E27FC236}">
                <a16:creationId xmlns:a16="http://schemas.microsoft.com/office/drawing/2014/main" id="{7E35ED06-415C-4C81-BE3E-870AE0A0A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0210" y="2619265"/>
            <a:ext cx="34819" cy="1343575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" name="Line 913">
            <a:extLst>
              <a:ext uri="{FF2B5EF4-FFF2-40B4-BE49-F238E27FC236}">
                <a16:creationId xmlns:a16="http://schemas.microsoft.com/office/drawing/2014/main" id="{B8711307-6E46-455E-963A-22372A41B9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2580" y="2755230"/>
            <a:ext cx="58208" cy="757825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9" name="灯片编号占位符 2">
            <a:extLst>
              <a:ext uri="{FF2B5EF4-FFF2-40B4-BE49-F238E27FC236}">
                <a16:creationId xmlns:a16="http://schemas.microsoft.com/office/drawing/2014/main" id="{DFF85EA6-FBE7-42C6-B49B-F99C07DA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0" name="AutoShape 5">
            <a:extLst>
              <a:ext uri="{FF2B5EF4-FFF2-40B4-BE49-F238E27FC236}">
                <a16:creationId xmlns:a16="http://schemas.microsoft.com/office/drawing/2014/main" id="{01172969-EA08-4C3F-83A7-9CF3515EC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088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2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" grpId="0" animBg="1"/>
      <p:bldP spid="37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9200" y="1378800"/>
            <a:ext cx="4194243" cy="3617049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什么是进程？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主机上运行的程序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进程之间如何通信？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同一主机内部：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管道、共享内存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由操作系统控制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操作系统原理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课程中讲述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不同主机之间：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主机可能安装了不同的操作系统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套接字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(Socket)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机制：</a:t>
            </a:r>
            <a:r>
              <a:rPr lang="en-US" altLang="zh-CN" sz="1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通过网络建立通信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课程中讲述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787" y="1128715"/>
            <a:ext cx="1895386" cy="1888444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1242" descr="desktop_computer_stylized_mediu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64088" y="3753592"/>
            <a:ext cx="905995" cy="76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254"/>
          <p:cNvGrpSpPr>
            <a:grpSpLocks/>
          </p:cNvGrpSpPr>
          <p:nvPr/>
        </p:nvGrpSpPr>
        <p:grpSpPr bwMode="auto">
          <a:xfrm>
            <a:off x="7581061" y="3667051"/>
            <a:ext cx="465474" cy="800017"/>
            <a:chOff x="4140" y="429"/>
            <a:chExt cx="1425" cy="2396"/>
          </a:xfrm>
        </p:grpSpPr>
        <p:sp>
          <p:nvSpPr>
            <p:cNvPr id="11" name="Freeform 125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Rectangle 1256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sp>
          <p:nvSpPr>
            <p:cNvPr id="13" name="Freeform 125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Freeform 125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Rectangle 1259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grpSp>
          <p:nvGrpSpPr>
            <p:cNvPr id="16" name="Group 126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" name="AutoShape 126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500"/>
              </a:p>
            </p:txBody>
          </p:sp>
          <p:sp>
            <p:nvSpPr>
              <p:cNvPr id="42" name="AutoShape 1262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500"/>
              </a:p>
            </p:txBody>
          </p:sp>
        </p:grpSp>
        <p:sp>
          <p:nvSpPr>
            <p:cNvPr id="17" name="Rectangle 1263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grpSp>
          <p:nvGrpSpPr>
            <p:cNvPr id="18" name="Group 126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" name="AutoShape 1265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500"/>
              </a:p>
            </p:txBody>
          </p:sp>
          <p:sp>
            <p:nvSpPr>
              <p:cNvPr id="40" name="AutoShape 1266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500"/>
              </a:p>
            </p:txBody>
          </p:sp>
        </p:grpSp>
        <p:sp>
          <p:nvSpPr>
            <p:cNvPr id="19" name="Rectangle 1267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sp>
          <p:nvSpPr>
            <p:cNvPr id="20" name="Rectangle 1268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grpSp>
          <p:nvGrpSpPr>
            <p:cNvPr id="21" name="Group 126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" name="AutoShape 1270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500"/>
              </a:p>
            </p:txBody>
          </p:sp>
          <p:sp>
            <p:nvSpPr>
              <p:cNvPr id="38" name="AutoShape 1271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500"/>
              </a:p>
            </p:txBody>
          </p:sp>
        </p:grpSp>
        <p:sp>
          <p:nvSpPr>
            <p:cNvPr id="22" name="Freeform 127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3" name="Group 127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" name="AutoShape 1274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500"/>
              </a:p>
            </p:txBody>
          </p:sp>
          <p:sp>
            <p:nvSpPr>
              <p:cNvPr id="36" name="AutoShape 1275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500"/>
              </a:p>
            </p:txBody>
          </p:sp>
        </p:grpSp>
        <p:sp>
          <p:nvSpPr>
            <p:cNvPr id="24" name="Rectangle 1276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sp>
          <p:nvSpPr>
            <p:cNvPr id="25" name="Freeform 127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" name="Freeform 127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" name="Oval 1279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sp>
          <p:nvSpPr>
            <p:cNvPr id="28" name="Freeform 128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AutoShape 1281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sp>
          <p:nvSpPr>
            <p:cNvPr id="30" name="AutoShape 1282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sp>
          <p:nvSpPr>
            <p:cNvPr id="31" name="Oval 1283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sp>
          <p:nvSpPr>
            <p:cNvPr id="32" name="Oval 1284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3" name="Oval 1285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  <p:sp>
          <p:nvSpPr>
            <p:cNvPr id="34" name="Rectangle 1286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/>
            </a:p>
          </p:txBody>
        </p:sp>
      </p:grpSp>
      <p:cxnSp>
        <p:nvCxnSpPr>
          <p:cNvPr id="43" name="直接箭头连接符 42"/>
          <p:cNvCxnSpPr>
            <a:cxnSpLocks/>
          </p:cNvCxnSpPr>
          <p:nvPr/>
        </p:nvCxnSpPr>
        <p:spPr>
          <a:xfrm>
            <a:off x="6154523" y="4202864"/>
            <a:ext cx="14494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32"/>
          <p:cNvSpPr txBox="1">
            <a:spLocks noChangeArrowheads="1"/>
          </p:cNvSpPr>
          <p:nvPr/>
        </p:nvSpPr>
        <p:spPr bwMode="auto">
          <a:xfrm>
            <a:off x="5728184" y="4610341"/>
            <a:ext cx="924092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客户端进程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 Box 32"/>
          <p:cNvSpPr txBox="1">
            <a:spLocks noChangeArrowheads="1"/>
          </p:cNvSpPr>
          <p:nvPr/>
        </p:nvSpPr>
        <p:spPr bwMode="auto">
          <a:xfrm>
            <a:off x="6978079" y="4605974"/>
            <a:ext cx="1336683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服务器端进程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Cloud"/>
          <p:cNvSpPr>
            <a:spLocks noChangeAspect="1" noEditPoints="1" noChangeArrowheads="1"/>
          </p:cNvSpPr>
          <p:nvPr/>
        </p:nvSpPr>
        <p:spPr bwMode="auto">
          <a:xfrm>
            <a:off x="6544264" y="4058393"/>
            <a:ext cx="465475" cy="269770"/>
          </a:xfrm>
          <a:custGeom>
            <a:avLst/>
            <a:gdLst>
              <a:gd name="T0" fmla="*/ 8036 w 21600"/>
              <a:gd name="T1" fmla="*/ 529432 h 21600"/>
              <a:gd name="T2" fmla="*/ 1295400 w 21600"/>
              <a:gd name="T3" fmla="*/ 1057736 h 21600"/>
              <a:gd name="T4" fmla="*/ 2588641 w 21600"/>
              <a:gd name="T5" fmla="*/ 529432 h 21600"/>
              <a:gd name="T6" fmla="*/ 1295400 w 21600"/>
              <a:gd name="T7" fmla="*/ 60541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E1F0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lIns="0" tIns="0" rIns="0" bIns="0"/>
          <a:lstStyle>
            <a:lvl1pPr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350">
              <a:solidFill>
                <a:srgbClr val="FF6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8E57828-20B0-4257-A2F0-8A625C28CD72}"/>
              </a:ext>
            </a:extLst>
          </p:cNvPr>
          <p:cNvSpPr/>
          <p:nvPr/>
        </p:nvSpPr>
        <p:spPr>
          <a:xfrm>
            <a:off x="467544" y="987574"/>
            <a:ext cx="264527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进程之间的通信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灯片编号占位符 2">
            <a:extLst>
              <a:ext uri="{FF2B5EF4-FFF2-40B4-BE49-F238E27FC236}">
                <a16:creationId xmlns:a16="http://schemas.microsoft.com/office/drawing/2014/main" id="{CDE5491E-0E86-48B1-BDFD-4713D2BC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5">
            <a:extLst>
              <a:ext uri="{FF2B5EF4-FFF2-40B4-BE49-F238E27FC236}">
                <a16:creationId xmlns:a16="http://schemas.microsoft.com/office/drawing/2014/main" id="{5FB483C2-1977-499A-A44F-5C8EF2833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846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7335" y="1379953"/>
            <a:ext cx="7131124" cy="3262312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套接字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进程之间进行通信的接口（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类似于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的概念</a:t>
            </a:r>
          </a:p>
        </p:txBody>
      </p:sp>
      <p:sp>
        <p:nvSpPr>
          <p:cNvPr id="8" name="Freeform 66"/>
          <p:cNvSpPr>
            <a:spLocks/>
          </p:cNvSpPr>
          <p:nvPr/>
        </p:nvSpPr>
        <p:spPr bwMode="auto">
          <a:xfrm>
            <a:off x="6170861" y="2919431"/>
            <a:ext cx="552450" cy="1498997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3684836" y="3892172"/>
            <a:ext cx="1356122" cy="773906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958990" y="3990994"/>
            <a:ext cx="76495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</a:p>
        </p:txBody>
      </p:sp>
      <p:sp>
        <p:nvSpPr>
          <p:cNvPr id="11" name="Line 52"/>
          <p:cNvSpPr>
            <a:spLocks noChangeShapeType="1"/>
          </p:cNvSpPr>
          <p:nvPr/>
        </p:nvSpPr>
        <p:spPr bwMode="auto">
          <a:xfrm>
            <a:off x="3503862" y="4299365"/>
            <a:ext cx="165854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53"/>
          <p:cNvSpPr txBox="1">
            <a:spLocks noChangeArrowheads="1"/>
          </p:cNvSpPr>
          <p:nvPr/>
        </p:nvSpPr>
        <p:spPr bwMode="auto">
          <a:xfrm>
            <a:off x="6519715" y="3718341"/>
            <a:ext cx="15289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Controlled by OS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2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56"/>
          <p:cNvSpPr txBox="1">
            <a:spLocks noChangeArrowheads="1"/>
          </p:cNvSpPr>
          <p:nvPr/>
        </p:nvSpPr>
        <p:spPr bwMode="auto">
          <a:xfrm>
            <a:off x="6503046" y="3043256"/>
            <a:ext cx="1243289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controlled by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 developer</a:t>
            </a:r>
          </a:p>
        </p:txBody>
      </p:sp>
      <p:sp>
        <p:nvSpPr>
          <p:cNvPr id="14" name="Freeform 45"/>
          <p:cNvSpPr>
            <a:spLocks/>
          </p:cNvSpPr>
          <p:nvPr/>
        </p:nvSpPr>
        <p:spPr bwMode="auto">
          <a:xfrm>
            <a:off x="1865562" y="2967057"/>
            <a:ext cx="569119" cy="1497806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2468018" y="2933719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2439443" y="2974200"/>
            <a:ext cx="954881" cy="14847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25"/>
          <p:cNvSpPr>
            <a:spLocks noChangeShapeType="1"/>
          </p:cNvSpPr>
          <p:nvPr/>
        </p:nvSpPr>
        <p:spPr bwMode="auto">
          <a:xfrm>
            <a:off x="2446586" y="3544510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2414439" y="3531412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9696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transport</a:t>
            </a:r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>
            <a:off x="2452539" y="3785016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28"/>
          <p:cNvSpPr>
            <a:spLocks noChangeShapeType="1"/>
          </p:cNvSpPr>
          <p:nvPr/>
        </p:nvSpPr>
        <p:spPr bwMode="auto">
          <a:xfrm>
            <a:off x="2441824" y="4017188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29"/>
          <p:cNvSpPr>
            <a:spLocks noChangeShapeType="1"/>
          </p:cNvSpPr>
          <p:nvPr/>
        </p:nvSpPr>
        <p:spPr bwMode="auto">
          <a:xfrm>
            <a:off x="2441824" y="4231501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2440633" y="2967056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application</a:t>
            </a:r>
          </a:p>
        </p:txBody>
      </p:sp>
      <p:sp>
        <p:nvSpPr>
          <p:cNvPr id="23" name="Text Box 26"/>
          <p:cNvSpPr txBox="1">
            <a:spLocks noChangeArrowheads="1"/>
          </p:cNvSpPr>
          <p:nvPr/>
        </p:nvSpPr>
        <p:spPr bwMode="auto">
          <a:xfrm>
            <a:off x="2407296" y="4210069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9696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physical</a:t>
            </a:r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2421583" y="3995756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9696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link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2414439" y="3774300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9696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</a:p>
        </p:txBody>
      </p:sp>
      <p:sp>
        <p:nvSpPr>
          <p:cNvPr id="26" name="Oval 57"/>
          <p:cNvSpPr>
            <a:spLocks noChangeArrowheads="1"/>
          </p:cNvSpPr>
          <p:nvPr/>
        </p:nvSpPr>
        <p:spPr bwMode="auto">
          <a:xfrm>
            <a:off x="2540645" y="3173034"/>
            <a:ext cx="742950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</a:p>
        </p:txBody>
      </p:sp>
      <p:grpSp>
        <p:nvGrpSpPr>
          <p:cNvPr id="27" name="Group 58"/>
          <p:cNvGrpSpPr>
            <a:grpSpLocks/>
          </p:cNvGrpSpPr>
          <p:nvPr/>
        </p:nvGrpSpPr>
        <p:grpSpPr bwMode="auto">
          <a:xfrm>
            <a:off x="2726383" y="3443307"/>
            <a:ext cx="409575" cy="169069"/>
            <a:chOff x="1287" y="2524"/>
            <a:chExt cx="260" cy="100"/>
          </a:xfrm>
        </p:grpSpPr>
        <p:sp>
          <p:nvSpPr>
            <p:cNvPr id="28" name="Rectangle 5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Rectangle 60"/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61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62"/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Rectangle 23"/>
          <p:cNvSpPr>
            <a:spLocks noChangeArrowheads="1"/>
          </p:cNvSpPr>
          <p:nvPr/>
        </p:nvSpPr>
        <p:spPr bwMode="auto">
          <a:xfrm>
            <a:off x="5214789" y="2912288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5186215" y="2952769"/>
            <a:ext cx="954881" cy="14847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25"/>
          <p:cNvSpPr>
            <a:spLocks noChangeShapeType="1"/>
          </p:cNvSpPr>
          <p:nvPr/>
        </p:nvSpPr>
        <p:spPr bwMode="auto">
          <a:xfrm>
            <a:off x="5193358" y="3523078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26"/>
          <p:cNvSpPr txBox="1">
            <a:spLocks noChangeArrowheads="1"/>
          </p:cNvSpPr>
          <p:nvPr/>
        </p:nvSpPr>
        <p:spPr bwMode="auto">
          <a:xfrm>
            <a:off x="5161212" y="3509981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9696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transport</a:t>
            </a:r>
          </a:p>
        </p:txBody>
      </p:sp>
      <p:sp>
        <p:nvSpPr>
          <p:cNvPr id="36" name="Line 27"/>
          <p:cNvSpPr>
            <a:spLocks noChangeShapeType="1"/>
          </p:cNvSpPr>
          <p:nvPr/>
        </p:nvSpPr>
        <p:spPr bwMode="auto">
          <a:xfrm>
            <a:off x="5199311" y="3763585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Line 28"/>
          <p:cNvSpPr>
            <a:spLocks noChangeShapeType="1"/>
          </p:cNvSpPr>
          <p:nvPr/>
        </p:nvSpPr>
        <p:spPr bwMode="auto">
          <a:xfrm>
            <a:off x="5188595" y="3995757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29"/>
          <p:cNvSpPr>
            <a:spLocks noChangeShapeType="1"/>
          </p:cNvSpPr>
          <p:nvPr/>
        </p:nvSpPr>
        <p:spPr bwMode="auto">
          <a:xfrm>
            <a:off x="5188595" y="4210069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Box 26"/>
          <p:cNvSpPr txBox="1">
            <a:spLocks noChangeArrowheads="1"/>
          </p:cNvSpPr>
          <p:nvPr/>
        </p:nvSpPr>
        <p:spPr bwMode="auto">
          <a:xfrm>
            <a:off x="5187405" y="2945625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application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5154068" y="4188637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9696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physical</a:t>
            </a:r>
          </a:p>
        </p:txBody>
      </p:sp>
      <p:sp>
        <p:nvSpPr>
          <p:cNvPr id="41" name="Text Box 26"/>
          <p:cNvSpPr txBox="1">
            <a:spLocks noChangeArrowheads="1"/>
          </p:cNvSpPr>
          <p:nvPr/>
        </p:nvSpPr>
        <p:spPr bwMode="auto">
          <a:xfrm>
            <a:off x="5168355" y="3974325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9696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link</a:t>
            </a:r>
          </a:p>
        </p:txBody>
      </p:sp>
      <p:sp>
        <p:nvSpPr>
          <p:cNvPr id="42" name="Text Box 26"/>
          <p:cNvSpPr txBox="1">
            <a:spLocks noChangeArrowheads="1"/>
          </p:cNvSpPr>
          <p:nvPr/>
        </p:nvSpPr>
        <p:spPr bwMode="auto">
          <a:xfrm>
            <a:off x="5161212" y="3752869"/>
            <a:ext cx="98821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solidFill>
                  <a:srgbClr val="9696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</a:t>
            </a:r>
          </a:p>
        </p:txBody>
      </p:sp>
      <p:sp>
        <p:nvSpPr>
          <p:cNvPr id="43" name="Oval 78"/>
          <p:cNvSpPr>
            <a:spLocks noChangeArrowheads="1"/>
          </p:cNvSpPr>
          <p:nvPr/>
        </p:nvSpPr>
        <p:spPr bwMode="auto">
          <a:xfrm>
            <a:off x="5287418" y="3151603"/>
            <a:ext cx="742950" cy="2286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process</a:t>
            </a:r>
          </a:p>
        </p:txBody>
      </p:sp>
      <p:grpSp>
        <p:nvGrpSpPr>
          <p:cNvPr id="44" name="Group 79"/>
          <p:cNvGrpSpPr>
            <a:grpSpLocks/>
          </p:cNvGrpSpPr>
          <p:nvPr/>
        </p:nvGrpSpPr>
        <p:grpSpPr bwMode="auto">
          <a:xfrm>
            <a:off x="5473155" y="3421875"/>
            <a:ext cx="409575" cy="169069"/>
            <a:chOff x="1287" y="2524"/>
            <a:chExt cx="260" cy="100"/>
          </a:xfrm>
        </p:grpSpPr>
        <p:sp>
          <p:nvSpPr>
            <p:cNvPr id="45" name="Rectangle 80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Rectangle 81"/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82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Rectangle 83"/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Line 88"/>
          <p:cNvSpPr>
            <a:spLocks noChangeShapeType="1"/>
          </p:cNvSpPr>
          <p:nvPr/>
        </p:nvSpPr>
        <p:spPr bwMode="auto">
          <a:xfrm flipH="1">
            <a:off x="6080374" y="3250425"/>
            <a:ext cx="4572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89"/>
          <p:cNvSpPr>
            <a:spLocks noChangeShapeType="1"/>
          </p:cNvSpPr>
          <p:nvPr/>
        </p:nvSpPr>
        <p:spPr bwMode="auto">
          <a:xfrm>
            <a:off x="6249443" y="3569512"/>
            <a:ext cx="0" cy="7667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90"/>
          <p:cNvSpPr>
            <a:spLocks noChangeShapeType="1"/>
          </p:cNvSpPr>
          <p:nvPr/>
        </p:nvSpPr>
        <p:spPr bwMode="auto">
          <a:xfrm flipH="1">
            <a:off x="6267302" y="3944559"/>
            <a:ext cx="4572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 Box 56"/>
          <p:cNvSpPr txBox="1">
            <a:spLocks noChangeArrowheads="1"/>
          </p:cNvSpPr>
          <p:nvPr/>
        </p:nvSpPr>
        <p:spPr bwMode="auto">
          <a:xfrm>
            <a:off x="3952727" y="3011109"/>
            <a:ext cx="7617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i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套接字</a:t>
            </a:r>
            <a:endParaRPr lang="en-US" altLang="zh-CN" sz="1500" i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92"/>
          <p:cNvSpPr>
            <a:spLocks noChangeShapeType="1"/>
          </p:cNvSpPr>
          <p:nvPr/>
        </p:nvSpPr>
        <p:spPr bwMode="auto">
          <a:xfrm flipV="1">
            <a:off x="3205015" y="3161128"/>
            <a:ext cx="726281" cy="326231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93"/>
          <p:cNvSpPr>
            <a:spLocks noChangeShapeType="1"/>
          </p:cNvSpPr>
          <p:nvPr/>
        </p:nvSpPr>
        <p:spPr bwMode="auto">
          <a:xfrm flipH="1" flipV="1">
            <a:off x="4656387" y="3152794"/>
            <a:ext cx="726281" cy="326231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" name="Group 96"/>
          <p:cNvGrpSpPr>
            <a:grpSpLocks/>
          </p:cNvGrpSpPr>
          <p:nvPr/>
        </p:nvGrpSpPr>
        <p:grpSpPr bwMode="auto">
          <a:xfrm>
            <a:off x="1547664" y="3951703"/>
            <a:ext cx="539354" cy="579835"/>
            <a:chOff x="-44" y="1473"/>
            <a:chExt cx="981" cy="1105"/>
          </a:xfrm>
        </p:grpSpPr>
        <p:pic>
          <p:nvPicPr>
            <p:cNvPr id="56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" name="Group 99"/>
          <p:cNvGrpSpPr>
            <a:grpSpLocks/>
          </p:cNvGrpSpPr>
          <p:nvPr/>
        </p:nvGrpSpPr>
        <p:grpSpPr bwMode="auto">
          <a:xfrm flipH="1">
            <a:off x="6569720" y="4098150"/>
            <a:ext cx="539354" cy="579834"/>
            <a:chOff x="-44" y="1473"/>
            <a:chExt cx="981" cy="1105"/>
          </a:xfrm>
        </p:grpSpPr>
        <p:pic>
          <p:nvPicPr>
            <p:cNvPr id="59" name="Picture 100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Freeform 10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71C1751C-EA02-4816-94BC-65390B1913B1}"/>
              </a:ext>
            </a:extLst>
          </p:cNvPr>
          <p:cNvSpPr/>
          <p:nvPr/>
        </p:nvSpPr>
        <p:spPr>
          <a:xfrm>
            <a:off x="467544" y="987574"/>
            <a:ext cx="31069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进程之间的网络通信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灯片编号占位符 2">
            <a:extLst>
              <a:ext uri="{FF2B5EF4-FFF2-40B4-BE49-F238E27FC236}">
                <a16:creationId xmlns:a16="http://schemas.microsoft.com/office/drawing/2014/main" id="{970830F1-80CF-4404-B500-0A427AAA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AutoShape 5">
            <a:extLst>
              <a:ext uri="{FF2B5EF4-FFF2-40B4-BE49-F238E27FC236}">
                <a16:creationId xmlns:a16="http://schemas.microsoft.com/office/drawing/2014/main" id="{521971DF-801F-4E40-B5E3-B82869894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" name="Text Box 32">
            <a:extLst>
              <a:ext uri="{FF2B5EF4-FFF2-40B4-BE49-F238E27FC236}">
                <a16:creationId xmlns:a16="http://schemas.microsoft.com/office/drawing/2014/main" id="{E387A0A8-2156-41F8-9A6C-90781E195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018" y="4627748"/>
            <a:ext cx="623698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32">
            <a:extLst>
              <a:ext uri="{FF2B5EF4-FFF2-40B4-BE49-F238E27FC236}">
                <a16:creationId xmlns:a16="http://schemas.microsoft.com/office/drawing/2014/main" id="{BD19DFF0-39A7-4D31-AFC8-2BE177F65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771" y="4630275"/>
            <a:ext cx="693175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7667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等腰三角形 86">
            <a:extLst>
              <a:ext uri="{FF2B5EF4-FFF2-40B4-BE49-F238E27FC236}">
                <a16:creationId xmlns:a16="http://schemas.microsoft.com/office/drawing/2014/main" id="{8FA34331-5C36-45C7-B1B1-D3A2A76C5561}"/>
              </a:ext>
            </a:extLst>
          </p:cNvPr>
          <p:cNvSpPr/>
          <p:nvPr/>
        </p:nvSpPr>
        <p:spPr>
          <a:xfrm rot="10800000">
            <a:off x="2240621" y="2808181"/>
            <a:ext cx="2726824" cy="654742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C0000"/>
              </a:gs>
            </a:gsLst>
            <a:lin ang="5400000" scaled="1"/>
            <a:tileRect/>
          </a:gradFill>
          <a:ln>
            <a:noFill/>
          </a:ln>
        </p:spPr>
        <p:txBody>
          <a:bodyPr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9200" y="1378800"/>
            <a:ext cx="6149064" cy="1120942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进程寻址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前提：主机上运行着许多进程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问题：发送端主机某进程的发出数据，接收端主机上哪个进程接收？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AE3354-B7C4-4512-98A2-C8907F0CE529}"/>
              </a:ext>
            </a:extLst>
          </p:cNvPr>
          <p:cNvSpPr/>
          <p:nvPr/>
        </p:nvSpPr>
        <p:spPr>
          <a:xfrm>
            <a:off x="467544" y="987574"/>
            <a:ext cx="31069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进程之间的网络通信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917">
            <a:extLst>
              <a:ext uri="{FF2B5EF4-FFF2-40B4-BE49-F238E27FC236}">
                <a16:creationId xmlns:a16="http://schemas.microsoft.com/office/drawing/2014/main" id="{D39AFB98-ADB6-4C66-8CBA-4B4954796786}"/>
              </a:ext>
            </a:extLst>
          </p:cNvPr>
          <p:cNvSpPr>
            <a:spLocks/>
          </p:cNvSpPr>
          <p:nvPr/>
        </p:nvSpPr>
        <p:spPr bwMode="auto">
          <a:xfrm flipH="1">
            <a:off x="6998986" y="3318463"/>
            <a:ext cx="327621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云形 5">
            <a:extLst>
              <a:ext uri="{FF2B5EF4-FFF2-40B4-BE49-F238E27FC236}">
                <a16:creationId xmlns:a16="http://schemas.microsoft.com/office/drawing/2014/main" id="{60BF656B-5E4B-4D79-B8F7-D0A09AF8D69D}"/>
              </a:ext>
            </a:extLst>
          </p:cNvPr>
          <p:cNvSpPr/>
          <p:nvPr/>
        </p:nvSpPr>
        <p:spPr>
          <a:xfrm>
            <a:off x="4304082" y="4097103"/>
            <a:ext cx="1280912" cy="85571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Internet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Line 913">
            <a:extLst>
              <a:ext uri="{FF2B5EF4-FFF2-40B4-BE49-F238E27FC236}">
                <a16:creationId xmlns:a16="http://schemas.microsoft.com/office/drawing/2014/main" id="{3238A88A-82EA-4621-818B-9286264A8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8271" y="3389267"/>
            <a:ext cx="2280654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lgDash"/>
            <a:round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" name="Freeform 917">
            <a:extLst>
              <a:ext uri="{FF2B5EF4-FFF2-40B4-BE49-F238E27FC236}">
                <a16:creationId xmlns:a16="http://schemas.microsoft.com/office/drawing/2014/main" id="{C02A5485-FCE1-486C-9C29-E3A07B0626B5}"/>
              </a:ext>
            </a:extLst>
          </p:cNvPr>
          <p:cNvSpPr>
            <a:spLocks/>
          </p:cNvSpPr>
          <p:nvPr/>
        </p:nvSpPr>
        <p:spPr bwMode="auto">
          <a:xfrm>
            <a:off x="3041759" y="3329936"/>
            <a:ext cx="276595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9" name="Group 190">
            <a:extLst>
              <a:ext uri="{FF2B5EF4-FFF2-40B4-BE49-F238E27FC236}">
                <a16:creationId xmlns:a16="http://schemas.microsoft.com/office/drawing/2014/main" id="{0D6E6478-A9A3-44C7-B951-8D010921E134}"/>
              </a:ext>
            </a:extLst>
          </p:cNvPr>
          <p:cNvGrpSpPr>
            <a:grpSpLocks/>
          </p:cNvGrpSpPr>
          <p:nvPr/>
        </p:nvGrpSpPr>
        <p:grpSpPr bwMode="auto">
          <a:xfrm>
            <a:off x="2627935" y="4113351"/>
            <a:ext cx="623698" cy="669219"/>
            <a:chOff x="-44" y="1473"/>
            <a:chExt cx="981" cy="1105"/>
          </a:xfrm>
        </p:grpSpPr>
        <p:pic>
          <p:nvPicPr>
            <p:cNvPr id="10" name="Picture 191" descr="desktop_computer_stylized_medium">
              <a:extLst>
                <a:ext uri="{FF2B5EF4-FFF2-40B4-BE49-F238E27FC236}">
                  <a16:creationId xmlns:a16="http://schemas.microsoft.com/office/drawing/2014/main" id="{342B5281-5E6D-4FB2-B636-35E1C41ACF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92">
              <a:extLst>
                <a:ext uri="{FF2B5EF4-FFF2-40B4-BE49-F238E27FC236}">
                  <a16:creationId xmlns:a16="http://schemas.microsoft.com/office/drawing/2014/main" id="{6A9D3529-0F68-4149-98C7-EAB0F63A24F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88A9476-AB0D-49CE-BACA-E7DD77D51E65}"/>
              </a:ext>
            </a:extLst>
          </p:cNvPr>
          <p:cNvGrpSpPr/>
          <p:nvPr/>
        </p:nvGrpSpPr>
        <p:grpSpPr>
          <a:xfrm>
            <a:off x="3335958" y="3329936"/>
            <a:ext cx="632452" cy="887472"/>
            <a:chOff x="5613719" y="2052467"/>
            <a:chExt cx="568865" cy="79824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428405B-E675-442C-9360-2D49FFE90E6B}"/>
                </a:ext>
              </a:extLst>
            </p:cNvPr>
            <p:cNvSpPr/>
            <p:nvPr/>
          </p:nvSpPr>
          <p:spPr>
            <a:xfrm>
              <a:off x="5613719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6CB6B77-1347-46EE-9C6B-3D3A2ED49468}"/>
                </a:ext>
              </a:extLst>
            </p:cNvPr>
            <p:cNvSpPr/>
            <p:nvPr/>
          </p:nvSpPr>
          <p:spPr>
            <a:xfrm>
              <a:off x="5613719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2A23209-076D-4099-87C2-1CC7B9590E2B}"/>
                </a:ext>
              </a:extLst>
            </p:cNvPr>
            <p:cNvSpPr/>
            <p:nvPr/>
          </p:nvSpPr>
          <p:spPr>
            <a:xfrm>
              <a:off x="5613719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0A8460E-E6FF-48E0-AD3A-D7E49BB52A88}"/>
                </a:ext>
              </a:extLst>
            </p:cNvPr>
            <p:cNvSpPr/>
            <p:nvPr/>
          </p:nvSpPr>
          <p:spPr>
            <a:xfrm>
              <a:off x="5613719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493575F-B59C-49C6-8289-15355283CED4}"/>
                </a:ext>
              </a:extLst>
            </p:cNvPr>
            <p:cNvSpPr/>
            <p:nvPr/>
          </p:nvSpPr>
          <p:spPr>
            <a:xfrm>
              <a:off x="5613719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687E6C8-9798-42B7-8C86-9C793EA574DF}"/>
              </a:ext>
            </a:extLst>
          </p:cNvPr>
          <p:cNvGrpSpPr/>
          <p:nvPr/>
        </p:nvGrpSpPr>
        <p:grpSpPr>
          <a:xfrm>
            <a:off x="6341975" y="3329936"/>
            <a:ext cx="632454" cy="887472"/>
            <a:chOff x="7984582" y="2052467"/>
            <a:chExt cx="568867" cy="79824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849E47B-EA77-4D99-ADF5-4545AEAE7E6B}"/>
                </a:ext>
              </a:extLst>
            </p:cNvPr>
            <p:cNvSpPr/>
            <p:nvPr/>
          </p:nvSpPr>
          <p:spPr>
            <a:xfrm>
              <a:off x="7984584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1AABEB8-B20C-400F-97B2-D163D9643E4F}"/>
                </a:ext>
              </a:extLst>
            </p:cNvPr>
            <p:cNvSpPr/>
            <p:nvPr/>
          </p:nvSpPr>
          <p:spPr>
            <a:xfrm>
              <a:off x="7984582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638F5ED-7FD7-4D97-B7D1-E0EFF87B5954}"/>
                </a:ext>
              </a:extLst>
            </p:cNvPr>
            <p:cNvSpPr/>
            <p:nvPr/>
          </p:nvSpPr>
          <p:spPr>
            <a:xfrm>
              <a:off x="7984584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DDB8FA6-1084-4C4E-B57E-4316EED6ED84}"/>
                </a:ext>
              </a:extLst>
            </p:cNvPr>
            <p:cNvSpPr/>
            <p:nvPr/>
          </p:nvSpPr>
          <p:spPr>
            <a:xfrm>
              <a:off x="7984584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76E982D-68D3-4553-A17D-CE67ED1620A0}"/>
                </a:ext>
              </a:extLst>
            </p:cNvPr>
            <p:cNvSpPr/>
            <p:nvPr/>
          </p:nvSpPr>
          <p:spPr>
            <a:xfrm>
              <a:off x="7984584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B1A74F3-6014-4173-A91E-151DEA999113}"/>
              </a:ext>
            </a:extLst>
          </p:cNvPr>
          <p:cNvCxnSpPr>
            <a:cxnSpLocks/>
            <a:stCxn id="10" idx="1"/>
            <a:endCxn id="6" idx="2"/>
          </p:cNvCxnSpPr>
          <p:nvPr/>
        </p:nvCxnSpPr>
        <p:spPr>
          <a:xfrm>
            <a:off x="3251633" y="4447961"/>
            <a:ext cx="1056422" cy="77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4D48FAD-0978-44A6-8DAB-CBA3E5E675A0}"/>
              </a:ext>
            </a:extLst>
          </p:cNvPr>
          <p:cNvCxnSpPr>
            <a:cxnSpLocks/>
            <a:stCxn id="6" idx="0"/>
            <a:endCxn id="41" idx="1"/>
          </p:cNvCxnSpPr>
          <p:nvPr/>
        </p:nvCxnSpPr>
        <p:spPr>
          <a:xfrm flipV="1">
            <a:off x="5583927" y="4387646"/>
            <a:ext cx="1594596" cy="13731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147">
            <a:extLst>
              <a:ext uri="{FF2B5EF4-FFF2-40B4-BE49-F238E27FC236}">
                <a16:creationId xmlns:a16="http://schemas.microsoft.com/office/drawing/2014/main" id="{A56B6F45-5E0C-49CD-B087-6CBC7AB028F9}"/>
              </a:ext>
            </a:extLst>
          </p:cNvPr>
          <p:cNvGrpSpPr>
            <a:grpSpLocks/>
          </p:cNvGrpSpPr>
          <p:nvPr/>
        </p:nvGrpSpPr>
        <p:grpSpPr bwMode="auto">
          <a:xfrm>
            <a:off x="7165325" y="4124839"/>
            <a:ext cx="293864" cy="550664"/>
            <a:chOff x="4140" y="429"/>
            <a:chExt cx="1425" cy="2396"/>
          </a:xfrm>
        </p:grpSpPr>
        <p:sp>
          <p:nvSpPr>
            <p:cNvPr id="40" name="Freeform 148">
              <a:extLst>
                <a:ext uri="{FF2B5EF4-FFF2-40B4-BE49-F238E27FC236}">
                  <a16:creationId xmlns:a16="http://schemas.microsoft.com/office/drawing/2014/main" id="{4073905F-74EE-48BE-A2C2-BBF1F7CD8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Rectangle 149">
              <a:extLst>
                <a:ext uri="{FF2B5EF4-FFF2-40B4-BE49-F238E27FC236}">
                  <a16:creationId xmlns:a16="http://schemas.microsoft.com/office/drawing/2014/main" id="{AA563A6F-D4E8-4D4F-80BF-6646B0925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42" name="Freeform 150">
              <a:extLst>
                <a:ext uri="{FF2B5EF4-FFF2-40B4-BE49-F238E27FC236}">
                  <a16:creationId xmlns:a16="http://schemas.microsoft.com/office/drawing/2014/main" id="{473BA00C-CB6E-4C62-8EEF-2C0E64F6F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Freeform 151">
              <a:extLst>
                <a:ext uri="{FF2B5EF4-FFF2-40B4-BE49-F238E27FC236}">
                  <a16:creationId xmlns:a16="http://schemas.microsoft.com/office/drawing/2014/main" id="{DE413CDC-75AA-4598-8701-033093342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Rectangle 152">
              <a:extLst>
                <a:ext uri="{FF2B5EF4-FFF2-40B4-BE49-F238E27FC236}">
                  <a16:creationId xmlns:a16="http://schemas.microsoft.com/office/drawing/2014/main" id="{526B4AC3-3BA6-453D-B6AE-B208743C2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45" name="Group 153">
              <a:extLst>
                <a:ext uri="{FF2B5EF4-FFF2-40B4-BE49-F238E27FC236}">
                  <a16:creationId xmlns:a16="http://schemas.microsoft.com/office/drawing/2014/main" id="{86A38B47-CE03-4079-B843-82CD333124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" name="AutoShape 154">
                <a:extLst>
                  <a:ext uri="{FF2B5EF4-FFF2-40B4-BE49-F238E27FC236}">
                    <a16:creationId xmlns:a16="http://schemas.microsoft.com/office/drawing/2014/main" id="{AC447D4D-522F-48F3-BDED-B17A6F5388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AutoShape 155">
                <a:extLst>
                  <a:ext uri="{FF2B5EF4-FFF2-40B4-BE49-F238E27FC236}">
                    <a16:creationId xmlns:a16="http://schemas.microsoft.com/office/drawing/2014/main" id="{45F6B88B-0E28-435F-81B1-044FCAC94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6" name="Rectangle 156">
              <a:extLst>
                <a:ext uri="{FF2B5EF4-FFF2-40B4-BE49-F238E27FC236}">
                  <a16:creationId xmlns:a16="http://schemas.microsoft.com/office/drawing/2014/main" id="{7AC6DE30-75EF-4A90-9BC2-A24C77105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47" name="Group 157">
              <a:extLst>
                <a:ext uri="{FF2B5EF4-FFF2-40B4-BE49-F238E27FC236}">
                  <a16:creationId xmlns:a16="http://schemas.microsoft.com/office/drawing/2014/main" id="{063892D4-8119-4D07-B01C-A4D7C14495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8" name="AutoShape 158">
                <a:extLst>
                  <a:ext uri="{FF2B5EF4-FFF2-40B4-BE49-F238E27FC236}">
                    <a16:creationId xmlns:a16="http://schemas.microsoft.com/office/drawing/2014/main" id="{CA14F85A-78DA-4C04-A9AE-F82279C12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AutoShape 159">
                <a:extLst>
                  <a:ext uri="{FF2B5EF4-FFF2-40B4-BE49-F238E27FC236}">
                    <a16:creationId xmlns:a16="http://schemas.microsoft.com/office/drawing/2014/main" id="{A5306D82-8942-43A0-8841-9F234D91A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8" name="Rectangle 160">
              <a:extLst>
                <a:ext uri="{FF2B5EF4-FFF2-40B4-BE49-F238E27FC236}">
                  <a16:creationId xmlns:a16="http://schemas.microsoft.com/office/drawing/2014/main" id="{863BA33F-6330-4411-8F0A-63A321E45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49" name="Rectangle 161">
              <a:extLst>
                <a:ext uri="{FF2B5EF4-FFF2-40B4-BE49-F238E27FC236}">
                  <a16:creationId xmlns:a16="http://schemas.microsoft.com/office/drawing/2014/main" id="{863607FD-C47E-412A-AF4A-DE4DD0B25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50" name="Group 162">
              <a:extLst>
                <a:ext uri="{FF2B5EF4-FFF2-40B4-BE49-F238E27FC236}">
                  <a16:creationId xmlns:a16="http://schemas.microsoft.com/office/drawing/2014/main" id="{4377C831-5A52-4078-9472-037895426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6" name="AutoShape 163">
                <a:extLst>
                  <a:ext uri="{FF2B5EF4-FFF2-40B4-BE49-F238E27FC236}">
                    <a16:creationId xmlns:a16="http://schemas.microsoft.com/office/drawing/2014/main" id="{8B726C14-3CD2-44E5-AA59-5DF87528B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AutoShape 164">
                <a:extLst>
                  <a:ext uri="{FF2B5EF4-FFF2-40B4-BE49-F238E27FC236}">
                    <a16:creationId xmlns:a16="http://schemas.microsoft.com/office/drawing/2014/main" id="{36368D52-4256-4DBC-B531-C4D14195C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" name="Freeform 165">
              <a:extLst>
                <a:ext uri="{FF2B5EF4-FFF2-40B4-BE49-F238E27FC236}">
                  <a16:creationId xmlns:a16="http://schemas.microsoft.com/office/drawing/2014/main" id="{A165464C-65C9-4C08-AD0C-8E8FBDE96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2" name="Group 166">
              <a:extLst>
                <a:ext uri="{FF2B5EF4-FFF2-40B4-BE49-F238E27FC236}">
                  <a16:creationId xmlns:a16="http://schemas.microsoft.com/office/drawing/2014/main" id="{87861BC6-926B-414B-B53B-79C4A763F4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4" name="AutoShape 167">
                <a:extLst>
                  <a:ext uri="{FF2B5EF4-FFF2-40B4-BE49-F238E27FC236}">
                    <a16:creationId xmlns:a16="http://schemas.microsoft.com/office/drawing/2014/main" id="{DFEABC50-2461-44F2-9C13-F29B1BE55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AutoShape 168">
                <a:extLst>
                  <a:ext uri="{FF2B5EF4-FFF2-40B4-BE49-F238E27FC236}">
                    <a16:creationId xmlns:a16="http://schemas.microsoft.com/office/drawing/2014/main" id="{EA263ED4-A299-42BC-BBDB-094826264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3" name="Rectangle 169">
              <a:extLst>
                <a:ext uri="{FF2B5EF4-FFF2-40B4-BE49-F238E27FC236}">
                  <a16:creationId xmlns:a16="http://schemas.microsoft.com/office/drawing/2014/main" id="{3DF6F948-F313-4219-ADAF-03B8B4007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54" name="Freeform 170">
              <a:extLst>
                <a:ext uri="{FF2B5EF4-FFF2-40B4-BE49-F238E27FC236}">
                  <a16:creationId xmlns:a16="http://schemas.microsoft.com/office/drawing/2014/main" id="{9D610A6D-1D34-48A7-97DE-697650050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Freeform 171">
              <a:extLst>
                <a:ext uri="{FF2B5EF4-FFF2-40B4-BE49-F238E27FC236}">
                  <a16:creationId xmlns:a16="http://schemas.microsoft.com/office/drawing/2014/main" id="{7C6C607F-805C-42EB-894F-0A6EB8924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Oval 172">
              <a:extLst>
                <a:ext uri="{FF2B5EF4-FFF2-40B4-BE49-F238E27FC236}">
                  <a16:creationId xmlns:a16="http://schemas.microsoft.com/office/drawing/2014/main" id="{44A9C99E-C55F-4C2A-8EE3-E55FF55B5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57" name="Freeform 173">
              <a:extLst>
                <a:ext uri="{FF2B5EF4-FFF2-40B4-BE49-F238E27FC236}">
                  <a16:creationId xmlns:a16="http://schemas.microsoft.com/office/drawing/2014/main" id="{3AE2F4AA-1D4F-4080-8036-BDEBEFE10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AutoShape 174">
              <a:extLst>
                <a:ext uri="{FF2B5EF4-FFF2-40B4-BE49-F238E27FC236}">
                  <a16:creationId xmlns:a16="http://schemas.microsoft.com/office/drawing/2014/main" id="{933CE356-4919-40FB-A362-31333E44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59" name="AutoShape 175">
              <a:extLst>
                <a:ext uri="{FF2B5EF4-FFF2-40B4-BE49-F238E27FC236}">
                  <a16:creationId xmlns:a16="http://schemas.microsoft.com/office/drawing/2014/main" id="{1206877F-6291-44B9-8AB0-09985C736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0" name="Oval 176">
              <a:extLst>
                <a:ext uri="{FF2B5EF4-FFF2-40B4-BE49-F238E27FC236}">
                  <a16:creationId xmlns:a16="http://schemas.microsoft.com/office/drawing/2014/main" id="{8099D129-60EB-4905-9D0A-2D2FAE240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1" name="Oval 177">
              <a:extLst>
                <a:ext uri="{FF2B5EF4-FFF2-40B4-BE49-F238E27FC236}">
                  <a16:creationId xmlns:a16="http://schemas.microsoft.com/office/drawing/2014/main" id="{8534F72E-1149-489A-9324-BDFC1D59E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" name="Oval 178">
              <a:extLst>
                <a:ext uri="{FF2B5EF4-FFF2-40B4-BE49-F238E27FC236}">
                  <a16:creationId xmlns:a16="http://schemas.microsoft.com/office/drawing/2014/main" id="{EDAFC9B7-501E-4D1B-A3BF-F7751891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3" name="Rectangle 179">
              <a:extLst>
                <a:ext uri="{FF2B5EF4-FFF2-40B4-BE49-F238E27FC236}">
                  <a16:creationId xmlns:a16="http://schemas.microsoft.com/office/drawing/2014/main" id="{FC7A782C-A9E6-475C-A756-24CF35D21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CFAD6DC4-236A-454A-8DF7-2E332EDD4D1D}"/>
              </a:ext>
            </a:extLst>
          </p:cNvPr>
          <p:cNvCxnSpPr>
            <a:cxnSpLocks/>
          </p:cNvCxnSpPr>
          <p:nvPr/>
        </p:nvCxnSpPr>
        <p:spPr>
          <a:xfrm>
            <a:off x="4917289" y="461959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75" descr="卡通画&#10;&#10;描述已自动生成">
            <a:extLst>
              <a:ext uri="{FF2B5EF4-FFF2-40B4-BE49-F238E27FC236}">
                <a16:creationId xmlns:a16="http://schemas.microsoft.com/office/drawing/2014/main" id="{164D03D6-ABFE-4FE5-977A-21A141D2A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2571750"/>
            <a:ext cx="360000" cy="36571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7" name="图片 76" descr="卡通画&#10;&#10;描述已自动生成">
            <a:extLst>
              <a:ext uri="{FF2B5EF4-FFF2-40B4-BE49-F238E27FC236}">
                <a16:creationId xmlns:a16="http://schemas.microsoft.com/office/drawing/2014/main" id="{1AC91B8A-E25A-43D8-8FAC-1263CA0394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628" y="2558261"/>
            <a:ext cx="360000" cy="3686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8" name="图片 77" descr="卡通人物&#10;&#10;描述已自动生成">
            <a:extLst>
              <a:ext uri="{FF2B5EF4-FFF2-40B4-BE49-F238E27FC236}">
                <a16:creationId xmlns:a16="http://schemas.microsoft.com/office/drawing/2014/main" id="{202DD984-9B97-4A40-BAF4-F92913E353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67" y="2572312"/>
            <a:ext cx="360000" cy="3221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9" name="图片 78" descr="卡通人物&#10;&#10;描述已自动生成">
            <a:extLst>
              <a:ext uri="{FF2B5EF4-FFF2-40B4-BE49-F238E27FC236}">
                <a16:creationId xmlns:a16="http://schemas.microsoft.com/office/drawing/2014/main" id="{0EAB2522-08F4-44EF-910A-2C471BDEB1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909" y="2575819"/>
            <a:ext cx="360000" cy="3657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0" name="图片 79" descr="图片包含 游戏机, 画&#10;&#10;描述已自动生成">
            <a:extLst>
              <a:ext uri="{FF2B5EF4-FFF2-40B4-BE49-F238E27FC236}">
                <a16:creationId xmlns:a16="http://schemas.microsoft.com/office/drawing/2014/main" id="{606CF340-740F-4F60-B062-76155F9D2BB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506" y="2552236"/>
            <a:ext cx="360000" cy="36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E8B33748-FF78-42F4-AADD-A5E8719D05C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764" y="2711490"/>
            <a:ext cx="878873" cy="6210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5D340281-A13C-4DC5-89CF-25E02DAA1C6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035" y="2558840"/>
            <a:ext cx="360000" cy="360000"/>
          </a:xfrm>
          <a:prstGeom prst="rect">
            <a:avLst/>
          </a:prstGeom>
        </p:spPr>
      </p:pic>
      <p:sp>
        <p:nvSpPr>
          <p:cNvPr id="88" name="灯片编号占位符 2">
            <a:extLst>
              <a:ext uri="{FF2B5EF4-FFF2-40B4-BE49-F238E27FC236}">
                <a16:creationId xmlns:a16="http://schemas.microsoft.com/office/drawing/2014/main" id="{4C8E1F69-750A-4BA7-8131-5C784B2D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AutoShape 5">
            <a:extLst>
              <a:ext uri="{FF2B5EF4-FFF2-40B4-BE49-F238E27FC236}">
                <a16:creationId xmlns:a16="http://schemas.microsoft.com/office/drawing/2014/main" id="{2F045922-AEB4-4DB9-8EBE-FEA18404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3" name="Text Box 32">
            <a:extLst>
              <a:ext uri="{FF2B5EF4-FFF2-40B4-BE49-F238E27FC236}">
                <a16:creationId xmlns:a16="http://schemas.microsoft.com/office/drawing/2014/main" id="{20820E5F-F019-4502-A1DA-A28BB7F24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5318" y="4688415"/>
            <a:ext cx="623698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 Box 32">
            <a:extLst>
              <a:ext uri="{FF2B5EF4-FFF2-40B4-BE49-F238E27FC236}">
                <a16:creationId xmlns:a16="http://schemas.microsoft.com/office/drawing/2014/main" id="{B9160933-0B2E-4476-8CC6-845DF7B19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071" y="4690942"/>
            <a:ext cx="693175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144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9200" y="1378800"/>
            <a:ext cx="6149064" cy="1120942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进程寻址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AE3354-B7C4-4512-98A2-C8907F0CE529}"/>
              </a:ext>
            </a:extLst>
          </p:cNvPr>
          <p:cNvSpPr/>
          <p:nvPr/>
        </p:nvSpPr>
        <p:spPr>
          <a:xfrm>
            <a:off x="467544" y="987574"/>
            <a:ext cx="31069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进程之间的网络通信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D04C14B-355B-4D16-AAAB-8F6248434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4704" y="1565100"/>
            <a:ext cx="2246709" cy="64412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48F35D5-8FAB-4E8D-8F89-2F2156563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038" y="1604391"/>
            <a:ext cx="210741" cy="54768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0BFE557-C49A-4664-A9F5-1E6F22784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3601" y="1604391"/>
            <a:ext cx="169069" cy="5476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E2E6D8D5-57E0-4501-A058-A772B710B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7692" y="1604391"/>
            <a:ext cx="169069" cy="547688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18292660-8ACF-46B3-A73A-FD5EA34A9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251" y="1604391"/>
            <a:ext cx="169069" cy="547688"/>
          </a:xfrm>
          <a:prstGeom prst="rect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4691B0B5-CDE9-4FB9-9CBD-83CDF2142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001" y="1604391"/>
            <a:ext cx="169069" cy="547688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032D6CE7-1DFA-4DDF-9A7E-0F8768BEA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945" y="3233167"/>
            <a:ext cx="1245394" cy="50720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C573256E-C8A7-4739-9120-B541C73A1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141" y="3137917"/>
            <a:ext cx="157163" cy="21074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D8DFC799-860A-4155-8F3D-2E2C7D7FD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85" y="3137917"/>
            <a:ext cx="157163" cy="21074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77492007-A56F-4244-9DCC-E9B73D4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019" y="3137917"/>
            <a:ext cx="157163" cy="21074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130312DD-84CC-4692-A07C-4FE01BF16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011" y="3233167"/>
            <a:ext cx="939403" cy="507206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5C5C80E8-5928-42F5-BB4F-68FDF8F29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113" y="3137917"/>
            <a:ext cx="157163" cy="21074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FD028FC6-6BB8-4119-A8E2-C72C5FB30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957" y="3137917"/>
            <a:ext cx="157163" cy="21074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35AE11AD-CA89-4858-8839-7F5BD5AC0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2800" y="3137917"/>
            <a:ext cx="157163" cy="21074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E13D8A97-4260-479B-96DE-C588DAA60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229" y="2356866"/>
            <a:ext cx="2238375" cy="62269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 Layer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86CDAEA4-C67B-4F93-94AC-5A9F141F2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582" y="1604391"/>
            <a:ext cx="169069" cy="5476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E460C0FB-1A32-45AA-BBA4-4E2F606B4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129" y="1604391"/>
            <a:ext cx="169069" cy="547688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239DF272-6A07-4F8B-83FE-FD7F26769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529" y="2515219"/>
            <a:ext cx="254794" cy="358379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60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</p:txBody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id="{F97CFE0D-5E8B-467E-BEC4-6287D21F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73" y="2515219"/>
            <a:ext cx="223838" cy="35837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600"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F47969EE-5FAA-41A1-9C40-A88ECB2EE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229" y="3843956"/>
            <a:ext cx="2238375" cy="485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IP Layer</a:t>
            </a: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8771C579-C01E-493A-B991-180BB86D9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73" y="1565100"/>
            <a:ext cx="2246709" cy="64412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D165F3A4-0232-41A0-BFB7-3B4E223B9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407" y="1604391"/>
            <a:ext cx="314325" cy="54768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</a:p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</a:p>
        </p:txBody>
      </p:sp>
      <p:sp>
        <p:nvSpPr>
          <p:cNvPr id="27" name="Rectangle 30">
            <a:extLst>
              <a:ext uri="{FF2B5EF4-FFF2-40B4-BE49-F238E27FC236}">
                <a16:creationId xmlns:a16="http://schemas.microsoft.com/office/drawing/2014/main" id="{737C3E77-8A86-4563-A28E-A5E81CEB8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501" y="1604391"/>
            <a:ext cx="269081" cy="5476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F1358C26-8649-4FD9-B359-64FFD4CEC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5132" y="1604391"/>
            <a:ext cx="169069" cy="547688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32">
            <a:extLst>
              <a:ext uri="{FF2B5EF4-FFF2-40B4-BE49-F238E27FC236}">
                <a16:creationId xmlns:a16="http://schemas.microsoft.com/office/drawing/2014/main" id="{ADD70F3F-ED09-4B33-B2E8-F9C081853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404" y="1604391"/>
            <a:ext cx="169069" cy="5476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31F6D78E-8231-481B-BE9F-3A84D692B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907" y="1604391"/>
            <a:ext cx="169069" cy="547688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0070E4A3-A7E9-49DF-BD6B-10EA71AB2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313" y="3233167"/>
            <a:ext cx="1245394" cy="50720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32" name="Rectangle 36">
            <a:extLst>
              <a:ext uri="{FF2B5EF4-FFF2-40B4-BE49-F238E27FC236}">
                <a16:creationId xmlns:a16="http://schemas.microsoft.com/office/drawing/2014/main" id="{AB76EEF1-E70C-49DD-BCC2-FFE057C45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0510" y="3137917"/>
            <a:ext cx="157163" cy="21074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37">
            <a:extLst>
              <a:ext uri="{FF2B5EF4-FFF2-40B4-BE49-F238E27FC236}">
                <a16:creationId xmlns:a16="http://schemas.microsoft.com/office/drawing/2014/main" id="{F6B1EDD4-1C5F-460F-B689-DB86D46D6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354" y="3137917"/>
            <a:ext cx="157163" cy="21074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8">
            <a:extLst>
              <a:ext uri="{FF2B5EF4-FFF2-40B4-BE49-F238E27FC236}">
                <a16:creationId xmlns:a16="http://schemas.microsoft.com/office/drawing/2014/main" id="{90D8020D-60A1-4294-ACFD-5CFDE2474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388" y="3137917"/>
            <a:ext cx="157163" cy="21074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39">
            <a:extLst>
              <a:ext uri="{FF2B5EF4-FFF2-40B4-BE49-F238E27FC236}">
                <a16:creationId xmlns:a16="http://schemas.microsoft.com/office/drawing/2014/main" id="{4A01CAC3-FCE3-4A50-B784-533B079AF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379" y="3233167"/>
            <a:ext cx="939403" cy="507206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</a:p>
        </p:txBody>
      </p:sp>
      <p:sp>
        <p:nvSpPr>
          <p:cNvPr id="36" name="Rectangle 40">
            <a:extLst>
              <a:ext uri="{FF2B5EF4-FFF2-40B4-BE49-F238E27FC236}">
                <a16:creationId xmlns:a16="http://schemas.microsoft.com/office/drawing/2014/main" id="{CD2C9E71-CFFE-4639-A1D9-441FA5FCB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482" y="3137917"/>
            <a:ext cx="157163" cy="21074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ectangle 41">
            <a:extLst>
              <a:ext uri="{FF2B5EF4-FFF2-40B4-BE49-F238E27FC236}">
                <a16:creationId xmlns:a16="http://schemas.microsoft.com/office/drawing/2014/main" id="{718A73E9-0E33-4979-B28D-726EAEC62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325" y="3137917"/>
            <a:ext cx="157163" cy="21074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42">
            <a:extLst>
              <a:ext uri="{FF2B5EF4-FFF2-40B4-BE49-F238E27FC236}">
                <a16:creationId xmlns:a16="http://schemas.microsoft.com/office/drawing/2014/main" id="{94133DFD-9D2E-4D14-A285-67FFAAD6B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6169" y="3137917"/>
            <a:ext cx="157163" cy="21074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43">
            <a:extLst>
              <a:ext uri="{FF2B5EF4-FFF2-40B4-BE49-F238E27FC236}">
                <a16:creationId xmlns:a16="http://schemas.microsoft.com/office/drawing/2014/main" id="{E4EA4A3F-7826-4CD5-8A3C-0BEEB985C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7598" y="2356866"/>
            <a:ext cx="2238375" cy="62269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App Layer</a:t>
            </a:r>
          </a:p>
        </p:txBody>
      </p:sp>
      <p:sp>
        <p:nvSpPr>
          <p:cNvPr id="40" name="Rectangle 44">
            <a:extLst>
              <a:ext uri="{FF2B5EF4-FFF2-40B4-BE49-F238E27FC236}">
                <a16:creationId xmlns:a16="http://schemas.microsoft.com/office/drawing/2014/main" id="{C61ECDE2-CDED-42FC-BDF2-FF051AABE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132" y="1604391"/>
            <a:ext cx="242888" cy="547688"/>
          </a:xfrm>
          <a:prstGeom prst="rect">
            <a:avLst/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IIS</a:t>
            </a:r>
          </a:p>
        </p:txBody>
      </p:sp>
      <p:sp>
        <p:nvSpPr>
          <p:cNvPr id="41" name="Rectangle 45">
            <a:extLst>
              <a:ext uri="{FF2B5EF4-FFF2-40B4-BE49-F238E27FC236}">
                <a16:creationId xmlns:a16="http://schemas.microsoft.com/office/drawing/2014/main" id="{A5898F39-5424-492F-ABBC-63D82C638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179" y="1604391"/>
            <a:ext cx="169069" cy="547688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46">
            <a:extLst>
              <a:ext uri="{FF2B5EF4-FFF2-40B4-BE49-F238E27FC236}">
                <a16:creationId xmlns:a16="http://schemas.microsoft.com/office/drawing/2014/main" id="{90E9A4A6-A32D-47A3-83C8-64B9F6D4C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898" y="2515219"/>
            <a:ext cx="254794" cy="358379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60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</p:txBody>
      </p:sp>
      <p:sp>
        <p:nvSpPr>
          <p:cNvPr id="43" name="Rectangle 47">
            <a:extLst>
              <a:ext uri="{FF2B5EF4-FFF2-40B4-BE49-F238E27FC236}">
                <a16:creationId xmlns:a16="http://schemas.microsoft.com/office/drawing/2014/main" id="{0E3DE90D-04B5-47EE-9718-39F0F1558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741" y="2515219"/>
            <a:ext cx="223838" cy="35837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600"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</a:p>
        </p:txBody>
      </p:sp>
      <p:sp>
        <p:nvSpPr>
          <p:cNvPr id="44" name="Rectangle 48">
            <a:extLst>
              <a:ext uri="{FF2B5EF4-FFF2-40B4-BE49-F238E27FC236}">
                <a16:creationId xmlns:a16="http://schemas.microsoft.com/office/drawing/2014/main" id="{912248EC-B28B-4D64-A946-385859D04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7598" y="3843956"/>
            <a:ext cx="2238375" cy="485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IP Layer</a:t>
            </a:r>
          </a:p>
        </p:txBody>
      </p:sp>
      <p:sp>
        <p:nvSpPr>
          <p:cNvPr id="45" name="Rectangle 49">
            <a:extLst>
              <a:ext uri="{FF2B5EF4-FFF2-40B4-BE49-F238E27FC236}">
                <a16:creationId xmlns:a16="http://schemas.microsoft.com/office/drawing/2014/main" id="{DCB1713C-D14F-4A90-BBF3-681D839B1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2604" y="4742879"/>
            <a:ext cx="1865709" cy="114300"/>
          </a:xfrm>
          <a:prstGeom prst="rect">
            <a:avLst/>
          </a:prstGeom>
          <a:solidFill>
            <a:srgbClr val="96969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50">
            <a:extLst>
              <a:ext uri="{FF2B5EF4-FFF2-40B4-BE49-F238E27FC236}">
                <a16:creationId xmlns:a16="http://schemas.microsoft.com/office/drawing/2014/main" id="{2D98649F-D633-42EC-BAC3-19376342B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3754" y="4403550"/>
            <a:ext cx="2238375" cy="485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Network Interface</a:t>
            </a:r>
          </a:p>
        </p:txBody>
      </p:sp>
      <p:sp>
        <p:nvSpPr>
          <p:cNvPr id="47" name="Rectangle 51">
            <a:extLst>
              <a:ext uri="{FF2B5EF4-FFF2-40B4-BE49-F238E27FC236}">
                <a16:creationId xmlns:a16="http://schemas.microsoft.com/office/drawing/2014/main" id="{6A92D201-4F7C-478A-838D-D6EDB877C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7123" y="4403550"/>
            <a:ext cx="2238375" cy="485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Network Interface</a:t>
            </a:r>
          </a:p>
        </p:txBody>
      </p:sp>
      <p:sp>
        <p:nvSpPr>
          <p:cNvPr id="48" name="Line 52">
            <a:extLst>
              <a:ext uri="{FF2B5EF4-FFF2-40B4-BE49-F238E27FC236}">
                <a16:creationId xmlns:a16="http://schemas.microsoft.com/office/drawing/2014/main" id="{8CD5C0DF-91F4-41CD-A825-603C96C14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7592" y="2146125"/>
            <a:ext cx="0" cy="2626519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53">
            <a:extLst>
              <a:ext uri="{FF2B5EF4-FFF2-40B4-BE49-F238E27FC236}">
                <a16:creationId xmlns:a16="http://schemas.microsoft.com/office/drawing/2014/main" id="{4B7DAA99-78A8-4DF6-8F69-248C44293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4013" y="4804791"/>
            <a:ext cx="4114800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54">
            <a:extLst>
              <a:ext uri="{FF2B5EF4-FFF2-40B4-BE49-F238E27FC236}">
                <a16:creationId xmlns:a16="http://schemas.microsoft.com/office/drawing/2014/main" id="{F6C5FBD6-90F7-4CF7-8E05-80004178D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0960" y="2146125"/>
            <a:ext cx="0" cy="2572941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AutoShape 55">
            <a:extLst>
              <a:ext uri="{FF2B5EF4-FFF2-40B4-BE49-F238E27FC236}">
                <a16:creationId xmlns:a16="http://schemas.microsoft.com/office/drawing/2014/main" id="{68365590-91F4-4DB1-A7C4-1A941FF12159}"/>
              </a:ext>
            </a:extLst>
          </p:cNvPr>
          <p:cNvSpPr>
            <a:spLocks/>
          </p:cNvSpPr>
          <p:nvPr/>
        </p:nvSpPr>
        <p:spPr bwMode="auto">
          <a:xfrm>
            <a:off x="4477132" y="2946225"/>
            <a:ext cx="1794272" cy="266700"/>
          </a:xfrm>
          <a:prstGeom prst="borderCallout2">
            <a:avLst>
              <a:gd name="adj1" fmla="val 32144"/>
              <a:gd name="adj2" fmla="val -3185"/>
              <a:gd name="adj3" fmla="val 32144"/>
              <a:gd name="adj4" fmla="val -54810"/>
              <a:gd name="adj5" fmla="val 67412"/>
              <a:gd name="adj6" fmla="val -108361"/>
            </a:avLst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Client Port: Dynamic</a:t>
            </a:r>
          </a:p>
        </p:txBody>
      </p:sp>
      <p:sp>
        <p:nvSpPr>
          <p:cNvPr id="52" name="AutoShape 56">
            <a:extLst>
              <a:ext uri="{FF2B5EF4-FFF2-40B4-BE49-F238E27FC236}">
                <a16:creationId xmlns:a16="http://schemas.microsoft.com/office/drawing/2014/main" id="{B0B7E6F8-A378-4936-8C9C-E3A7C3CA40A4}"/>
              </a:ext>
            </a:extLst>
          </p:cNvPr>
          <p:cNvSpPr>
            <a:spLocks/>
          </p:cNvSpPr>
          <p:nvPr/>
        </p:nvSpPr>
        <p:spPr bwMode="auto">
          <a:xfrm>
            <a:off x="4585479" y="3441525"/>
            <a:ext cx="1434703" cy="266700"/>
          </a:xfrm>
          <a:prstGeom prst="borderCallout2">
            <a:avLst>
              <a:gd name="adj1" fmla="val 32144"/>
              <a:gd name="adj2" fmla="val 103981"/>
              <a:gd name="adj3" fmla="val 32144"/>
              <a:gd name="adj4" fmla="val 117343"/>
              <a:gd name="adj5" fmla="val -70981"/>
              <a:gd name="adj6" fmla="val 131287"/>
            </a:avLst>
          </a:prstGeom>
          <a:noFill/>
          <a:ln w="9525" algn="ctr">
            <a:solidFill>
              <a:srgbClr val="008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 Port: 80</a:t>
            </a:r>
          </a:p>
        </p:txBody>
      </p:sp>
      <p:sp>
        <p:nvSpPr>
          <p:cNvPr id="53" name="Line 57">
            <a:extLst>
              <a:ext uri="{FF2B5EF4-FFF2-40B4-BE49-F238E27FC236}">
                <a16:creationId xmlns:a16="http://schemas.microsoft.com/office/drawing/2014/main" id="{B12887BD-9500-41F4-B98E-2D09856D6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1435" y="2146126"/>
            <a:ext cx="0" cy="2678906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58">
            <a:extLst>
              <a:ext uri="{FF2B5EF4-FFF2-40B4-BE49-F238E27FC236}">
                <a16:creationId xmlns:a16="http://schemas.microsoft.com/office/drawing/2014/main" id="{083DE21F-5FEC-4696-A7CF-E3137546C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4735" y="2135410"/>
            <a:ext cx="0" cy="266819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9">
            <a:extLst>
              <a:ext uri="{FF2B5EF4-FFF2-40B4-BE49-F238E27FC236}">
                <a16:creationId xmlns:a16="http://schemas.microsoft.com/office/drawing/2014/main" id="{36787020-D96B-4E77-AD20-28A56F7CB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4729" y="4785741"/>
            <a:ext cx="4114800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60">
            <a:extLst>
              <a:ext uri="{FF2B5EF4-FFF2-40B4-BE49-F238E27FC236}">
                <a16:creationId xmlns:a16="http://schemas.microsoft.com/office/drawing/2014/main" id="{96D70F5D-0E9D-41E0-ABB0-57BCC5587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7379" y="1628204"/>
            <a:ext cx="644128" cy="411956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Client</a:t>
            </a:r>
          </a:p>
        </p:txBody>
      </p:sp>
      <p:sp>
        <p:nvSpPr>
          <p:cNvPr id="57" name="Rectangle 61">
            <a:extLst>
              <a:ext uri="{FF2B5EF4-FFF2-40B4-BE49-F238E27FC236}">
                <a16:creationId xmlns:a16="http://schemas.microsoft.com/office/drawing/2014/main" id="{57E57A0F-AF47-4A7D-B25B-9D5A1267C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773" y="1628204"/>
            <a:ext cx="802481" cy="411956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</a:p>
        </p:txBody>
      </p:sp>
      <p:sp>
        <p:nvSpPr>
          <p:cNvPr id="58" name="Rectangle 14">
            <a:extLst>
              <a:ext uri="{FF2B5EF4-FFF2-40B4-BE49-F238E27FC236}">
                <a16:creationId xmlns:a16="http://schemas.microsoft.com/office/drawing/2014/main" id="{285CE245-2A09-4E83-905A-7D252EEA0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298" y="3137917"/>
            <a:ext cx="157163" cy="210740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 sz="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35">
            <a:extLst>
              <a:ext uri="{FF2B5EF4-FFF2-40B4-BE49-F238E27FC236}">
                <a16:creationId xmlns:a16="http://schemas.microsoft.com/office/drawing/2014/main" id="{CDCC5DCF-C922-4525-8D9D-2721B4FBC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666" y="3137917"/>
            <a:ext cx="157163" cy="210740"/>
          </a:xfrm>
          <a:prstGeom prst="rect">
            <a:avLst/>
          </a:prstGeom>
          <a:solidFill>
            <a:srgbClr val="FF00FF"/>
          </a:solidFill>
          <a:ln w="9525" algn="ctr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 sz="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" name="Picture 62">
            <a:extLst>
              <a:ext uri="{FF2B5EF4-FFF2-40B4-BE49-F238E27FC236}">
                <a16:creationId xmlns:a16="http://schemas.microsoft.com/office/drawing/2014/main" id="{0294D169-694C-43E8-A3D2-DC4688DE0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3" y="3611722"/>
            <a:ext cx="4399957" cy="141333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" name="Rectangle 63">
            <a:extLst>
              <a:ext uri="{FF2B5EF4-FFF2-40B4-BE49-F238E27FC236}">
                <a16:creationId xmlns:a16="http://schemas.microsoft.com/office/drawing/2014/main" id="{6E441B1B-A393-44F9-BAE3-D6E80406D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414" y="3735632"/>
            <a:ext cx="2247861" cy="383296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灯片编号占位符 2">
            <a:extLst>
              <a:ext uri="{FF2B5EF4-FFF2-40B4-BE49-F238E27FC236}">
                <a16:creationId xmlns:a16="http://schemas.microsoft.com/office/drawing/2014/main" id="{6BD232F2-8E18-4C00-8A43-CE568683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AutoShape 5">
            <a:extLst>
              <a:ext uri="{FF2B5EF4-FFF2-40B4-BE49-F238E27FC236}">
                <a16:creationId xmlns:a16="http://schemas.microsoft.com/office/drawing/2014/main" id="{FEB5C7D1-8F8E-4CE4-86BD-BAA8C30EC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216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35" presetClass="emph" presetSubtype="0" repeatCount="5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0" grpId="0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2" grpId="0" animBg="1"/>
      <p:bldP spid="53" grpId="0" animBg="1"/>
      <p:bldP spid="54" grpId="0" animBg="1"/>
      <p:bldP spid="55" grpId="0" animBg="1"/>
      <p:bldP spid="61" grpId="0" animBg="1"/>
      <p:bldP spid="63" grpId="0" animBg="1"/>
      <p:bldP spid="6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9200" y="1378800"/>
            <a:ext cx="4564888" cy="326231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问题：应用程序需要什么类型的运输服务？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简单归结，就是：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可靠！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快速！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稳定！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…..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2A40FF-4981-4ABD-A4DE-643CF48D7EE4}"/>
              </a:ext>
            </a:extLst>
          </p:cNvPr>
          <p:cNvSpPr/>
          <p:nvPr/>
        </p:nvSpPr>
        <p:spPr>
          <a:xfrm>
            <a:off x="467544" y="987574"/>
            <a:ext cx="31069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进程之间的网络通信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6">
            <a:extLst>
              <a:ext uri="{FF2B5EF4-FFF2-40B4-BE49-F238E27FC236}">
                <a16:creationId xmlns:a16="http://schemas.microsoft.com/office/drawing/2014/main" id="{302A85D5-8B43-4A80-9617-EC505AFEFD83}"/>
              </a:ext>
            </a:extLst>
          </p:cNvPr>
          <p:cNvSpPr/>
          <p:nvPr/>
        </p:nvSpPr>
        <p:spPr>
          <a:xfrm>
            <a:off x="2699792" y="2056757"/>
            <a:ext cx="3744416" cy="2145137"/>
          </a:xfrm>
          <a:prstGeom prst="roundRect">
            <a:avLst>
              <a:gd name="adj" fmla="val 4504"/>
            </a:avLst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：数据差错检验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：分组丢失后重传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需要可靠传输的应用：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77900" lvl="1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文件传输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77900" lvl="1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电子邮件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77900" lvl="1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远程访问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D3A18E1-8901-4845-A679-16407E21272A}"/>
              </a:ext>
            </a:extLst>
          </p:cNvPr>
          <p:cNvSpPr/>
          <p:nvPr/>
        </p:nvSpPr>
        <p:spPr>
          <a:xfrm>
            <a:off x="2123728" y="2139702"/>
            <a:ext cx="479299" cy="216024"/>
          </a:xfrm>
          <a:prstGeom prst="rightArrow">
            <a:avLst>
              <a:gd name="adj1" fmla="val 42945"/>
              <a:gd name="adj2" fmla="val 109084"/>
            </a:avLst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图片包含 游戏机&#10;&#10;描述已自动生成">
            <a:extLst>
              <a:ext uri="{FF2B5EF4-FFF2-40B4-BE49-F238E27FC236}">
                <a16:creationId xmlns:a16="http://schemas.microsoft.com/office/drawing/2014/main" id="{77FF15D1-B4B6-4A46-B6EB-2E2EBE916D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380338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DDAC2B5E-B7CC-431D-9CD9-F67808AA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2B7E4D3D-AF38-4F92-A6F6-052998CDD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259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9200" y="1378800"/>
            <a:ext cx="4708904" cy="326231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问题：应用程序需要什么类型的运输服务？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简单归结，就是：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可靠！</a:t>
            </a:r>
            <a:endParaRPr lang="en-US" altLang="zh-CN" sz="1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快速！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稳定！</a:t>
            </a:r>
            <a:endParaRPr lang="en-US" altLang="zh-CN" sz="1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…..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2A40FF-4981-4ABD-A4DE-643CF48D7EE4}"/>
              </a:ext>
            </a:extLst>
          </p:cNvPr>
          <p:cNvSpPr/>
          <p:nvPr/>
        </p:nvSpPr>
        <p:spPr>
          <a:xfrm>
            <a:off x="467544" y="987574"/>
            <a:ext cx="31069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进程之间的网络通信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6">
            <a:extLst>
              <a:ext uri="{FF2B5EF4-FFF2-40B4-BE49-F238E27FC236}">
                <a16:creationId xmlns:a16="http://schemas.microsoft.com/office/drawing/2014/main" id="{302A85D5-8B43-4A80-9617-EC505AFEFD83}"/>
              </a:ext>
            </a:extLst>
          </p:cNvPr>
          <p:cNvSpPr/>
          <p:nvPr/>
        </p:nvSpPr>
        <p:spPr>
          <a:xfrm>
            <a:off x="2699792" y="2056757"/>
            <a:ext cx="3744416" cy="2145137"/>
          </a:xfrm>
          <a:prstGeom prst="roundRect">
            <a:avLst>
              <a:gd name="adj" fmla="val 4504"/>
            </a:avLst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：越大当然越好</a:t>
            </a:r>
          </a:p>
          <a:p>
            <a:pPr marL="592138" lvl="1" indent="-3286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应用程序对吞吐量的需求不同</a:t>
            </a:r>
          </a:p>
          <a:p>
            <a:pPr marL="592138" lvl="1" indent="-3286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带宽敏感的应用：多媒体传输</a:t>
            </a:r>
          </a:p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实时性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：保证较小的时间延迟</a:t>
            </a:r>
          </a:p>
          <a:p>
            <a:pPr marL="592138" lvl="1" indent="-3286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因特网电话、会议</a:t>
            </a:r>
          </a:p>
          <a:p>
            <a:pPr marL="477900" lvl="1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080FD60-A1E2-4AEB-A760-E85F8BB3E002}"/>
              </a:ext>
            </a:extLst>
          </p:cNvPr>
          <p:cNvSpPr/>
          <p:nvPr/>
        </p:nvSpPr>
        <p:spPr>
          <a:xfrm>
            <a:off x="2123728" y="2463738"/>
            <a:ext cx="479299" cy="216024"/>
          </a:xfrm>
          <a:prstGeom prst="rightArrow">
            <a:avLst>
              <a:gd name="adj1" fmla="val 42945"/>
              <a:gd name="adj2" fmla="val 109084"/>
            </a:avLst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0FA60EE5-013B-4255-A821-A0BA1CC4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73B4B3D2-D3E3-475B-A08C-ADF75DAC3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88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9200" y="1378800"/>
            <a:ext cx="4636896" cy="3262312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问题：应用程序需要什么类型的运输服务？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简单归结，就是：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可靠！</a:t>
            </a:r>
            <a:endParaRPr lang="en-US" altLang="zh-CN" sz="1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快速！</a:t>
            </a:r>
            <a:endParaRPr lang="en-US" altLang="zh-CN" sz="1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稳定！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…..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2A40FF-4981-4ABD-A4DE-643CF48D7EE4}"/>
              </a:ext>
            </a:extLst>
          </p:cNvPr>
          <p:cNvSpPr/>
          <p:nvPr/>
        </p:nvSpPr>
        <p:spPr>
          <a:xfrm>
            <a:off x="467544" y="987574"/>
            <a:ext cx="31069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进程之间的网络通信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6">
            <a:extLst>
              <a:ext uri="{FF2B5EF4-FFF2-40B4-BE49-F238E27FC236}">
                <a16:creationId xmlns:a16="http://schemas.microsoft.com/office/drawing/2014/main" id="{302A85D5-8B43-4A80-9617-EC505AFEFD83}"/>
              </a:ext>
            </a:extLst>
          </p:cNvPr>
          <p:cNvSpPr/>
          <p:nvPr/>
        </p:nvSpPr>
        <p:spPr>
          <a:xfrm>
            <a:off x="2699792" y="2056757"/>
            <a:ext cx="3744416" cy="2145137"/>
          </a:xfrm>
          <a:prstGeom prst="roundRect">
            <a:avLst>
              <a:gd name="adj" fmla="val 4504"/>
            </a:avLst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数据不被非法读取、篡改、伪造等</a:t>
            </a:r>
          </a:p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提供加解密、认证、签名等机制</a:t>
            </a:r>
          </a:p>
          <a:p>
            <a:pPr marL="592138" lvl="1" indent="-3286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电子交易</a:t>
            </a:r>
          </a:p>
          <a:p>
            <a:pPr marL="592138" lvl="1" indent="-3286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保密通信</a:t>
            </a:r>
          </a:p>
          <a:p>
            <a:pPr marL="592138" lvl="1" indent="-3286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52D5313E-7567-4E11-8DED-F01862EEBBB3}"/>
              </a:ext>
            </a:extLst>
          </p:cNvPr>
          <p:cNvSpPr/>
          <p:nvPr/>
        </p:nvSpPr>
        <p:spPr>
          <a:xfrm>
            <a:off x="2123728" y="2793932"/>
            <a:ext cx="479299" cy="216024"/>
          </a:xfrm>
          <a:prstGeom prst="rightArrow">
            <a:avLst>
              <a:gd name="adj1" fmla="val 42945"/>
              <a:gd name="adj2" fmla="val 109084"/>
            </a:avLst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2CB97291-7A23-4DD3-88BF-E3A80C04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8A538CB2-2F9D-4050-ADE0-AF56375AE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353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9200" y="1378800"/>
            <a:ext cx="7059116" cy="474537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不同类型应用所需要的运输服务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547664" y="1923678"/>
            <a:ext cx="6212116" cy="2646294"/>
          </a:xfrm>
          <a:prstGeom prst="rect">
            <a:avLst/>
          </a:prstGeom>
          <a:solidFill>
            <a:srgbClr val="D5EDFF"/>
          </a:solidFill>
          <a:ln cap="rnd"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1524573" y="2032155"/>
            <a:ext cx="1050352" cy="249626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文件传输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电子邮件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实时媒体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存储媒体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交互式游戏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即时通讯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3071901" y="2032155"/>
            <a:ext cx="877163" cy="249626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数据丢失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不能丢失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不能丢失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不能丢失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容忍丢失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容忍丢失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容忍丢失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不能丢失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4067944" y="2041680"/>
            <a:ext cx="1931194" cy="249626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audio: 5kbps-1Mbps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video:10kbps-5Mbps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同上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few kbps up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5965180" y="2041680"/>
            <a:ext cx="1794600" cy="24912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时间敏感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yes, 100’s msec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yes, few secs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yes, 100’s msec</a:t>
            </a:r>
          </a:p>
          <a:p>
            <a:pPr eaLnBrk="0" hangingPunct="0">
              <a:lnSpc>
                <a:spcPct val="105000"/>
              </a:lnSpc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yes and no</a:t>
            </a:r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 flipV="1">
            <a:off x="1631245" y="2325990"/>
            <a:ext cx="5937647" cy="714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V="1">
            <a:off x="1631245" y="2771177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 flipV="1">
            <a:off x="1632435" y="3029963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12"/>
          <p:cNvSpPr>
            <a:spLocks noChangeShapeType="1"/>
          </p:cNvSpPr>
          <p:nvPr/>
        </p:nvSpPr>
        <p:spPr bwMode="auto">
          <a:xfrm flipV="1">
            <a:off x="1632435" y="3276359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13"/>
          <p:cNvSpPr>
            <a:spLocks noChangeShapeType="1"/>
          </p:cNvSpPr>
          <p:nvPr/>
        </p:nvSpPr>
        <p:spPr bwMode="auto">
          <a:xfrm flipV="1">
            <a:off x="1632435" y="3733559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14"/>
          <p:cNvSpPr>
            <a:spLocks noChangeShapeType="1"/>
          </p:cNvSpPr>
          <p:nvPr/>
        </p:nvSpPr>
        <p:spPr bwMode="auto">
          <a:xfrm flipV="1">
            <a:off x="1632435" y="4000476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15"/>
          <p:cNvSpPr>
            <a:spLocks noChangeShapeType="1"/>
          </p:cNvSpPr>
          <p:nvPr/>
        </p:nvSpPr>
        <p:spPr bwMode="auto">
          <a:xfrm flipV="1">
            <a:off x="1632435" y="4237129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 flipV="1">
            <a:off x="1632435" y="4499630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666744-BAD3-4D07-85FF-B4973FD52E33}"/>
              </a:ext>
            </a:extLst>
          </p:cNvPr>
          <p:cNvSpPr/>
          <p:nvPr/>
        </p:nvSpPr>
        <p:spPr>
          <a:xfrm>
            <a:off x="467544" y="987574"/>
            <a:ext cx="379943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可供应用层使用的运输服务</a:t>
            </a: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36593962-A347-421E-AC3B-BF52B564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8B2719A7-CBE3-4FC3-B889-9A2F33721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90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49974" y="1507344"/>
            <a:ext cx="3189978" cy="329665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TCP: 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可靠传输服务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9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保障收发进程之间的可靠传输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流控制</a:t>
            </a:r>
            <a:r>
              <a:rPr lang="en-US" altLang="zh-CN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发送速度不大于接收速度</a:t>
            </a:r>
            <a:r>
              <a:rPr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拥塞控制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对发送速度进行调节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分组排序、丢失重传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9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面向连接服务</a:t>
            </a:r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9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但不能保障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带宽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最低时延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安全性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5325517" y="1507344"/>
            <a:ext cx="2868509" cy="329665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UDP: 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尽力交付服务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9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不保证收发进程的可靠传输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没有流控制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没有拥塞控制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没有分组排序和重传机制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9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无连接服务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9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也不能保障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带宽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最低时延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9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安全性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>
          <a:xfrm>
            <a:off x="3014893" y="4652121"/>
            <a:ext cx="2750344" cy="2732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>
              <a:spcBef>
                <a:spcPts val="900"/>
              </a:spcBef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安全性怎么保障？</a:t>
            </a:r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>
          <a:xfrm>
            <a:off x="3014893" y="4384193"/>
            <a:ext cx="2959348" cy="2732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>
              <a:spcBef>
                <a:spcPts val="900"/>
              </a:spcBef>
            </a:pPr>
            <a:r>
              <a:rPr lang="en-US" altLang="zh-CN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看起来“一无是处”啊？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7B4114-375B-4A7D-8D42-987758D7B89F}"/>
              </a:ext>
            </a:extLst>
          </p:cNvPr>
          <p:cNvSpPr/>
          <p:nvPr/>
        </p:nvSpPr>
        <p:spPr>
          <a:xfrm>
            <a:off x="467544" y="987574"/>
            <a:ext cx="333777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因特网提供的运输服务</a:t>
            </a:r>
          </a:p>
        </p:txBody>
      </p:sp>
      <p:pic>
        <p:nvPicPr>
          <p:cNvPr id="14" name="图片 13" descr="图片包含 游戏机&#10;&#10;描述已自动生成">
            <a:extLst>
              <a:ext uri="{FF2B5EF4-FFF2-40B4-BE49-F238E27FC236}">
                <a16:creationId xmlns:a16="http://schemas.microsoft.com/office/drawing/2014/main" id="{8C75E2DA-C323-4EA8-A1DA-66F7D0C42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723" y="4473036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灯片编号占位符 2">
            <a:extLst>
              <a:ext uri="{FF2B5EF4-FFF2-40B4-BE49-F238E27FC236}">
                <a16:creationId xmlns:a16="http://schemas.microsoft.com/office/drawing/2014/main" id="{74508596-5257-4E76-B649-AB985E37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A93B0904-D2B3-425C-BBBD-117ADE956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17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601670" y="1745289"/>
            <a:ext cx="6206784" cy="2646369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303491" y="1835386"/>
            <a:ext cx="1223476" cy="2167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应用类别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电子邮件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远程访问控制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文件传输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流媒体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因特网电话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636504" y="1599642"/>
            <a:ext cx="1989904" cy="263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应用层协议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 [RFC 2821]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Telnet [RFC 854]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 [RFC 2616]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FTP [RFC 959]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proprietary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(e.g. </a:t>
            </a:r>
            <a:r>
              <a:rPr lang="en-US" altLang="zh-CN" sz="1350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RealNetworks</a:t>
            </a: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proprietary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(e.g., </a:t>
            </a:r>
            <a:r>
              <a:rPr lang="en-US" altLang="zh-CN" sz="1350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Vonage,Dialpad</a:t>
            </a: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5766532" y="1613929"/>
            <a:ext cx="1968104" cy="263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依靠的传输协议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or UDP</a:t>
            </a:r>
          </a:p>
          <a:p>
            <a:pPr eaLnBrk="0" hangingPunct="0">
              <a:spcBef>
                <a:spcPts val="225"/>
              </a:spcBef>
            </a:pPr>
            <a:endParaRPr lang="en-US" altLang="zh-CN" sz="135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endParaRPr lang="en-US" altLang="zh-CN" sz="135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typically UDP</a:t>
            </a:r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>
            <a:off x="1738648" y="2119946"/>
            <a:ext cx="5937647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 flipV="1">
            <a:off x="1738648" y="2562858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 flipV="1">
            <a:off x="1738648" y="2784314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11"/>
          <p:cNvSpPr>
            <a:spLocks noChangeShapeType="1"/>
          </p:cNvSpPr>
          <p:nvPr/>
        </p:nvSpPr>
        <p:spPr bwMode="auto">
          <a:xfrm flipV="1">
            <a:off x="1738648" y="3005771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 flipV="1">
            <a:off x="1738648" y="3248658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13"/>
          <p:cNvSpPr>
            <a:spLocks noChangeShapeType="1"/>
          </p:cNvSpPr>
          <p:nvPr/>
        </p:nvSpPr>
        <p:spPr bwMode="auto">
          <a:xfrm flipV="1">
            <a:off x="1738648" y="3698714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14"/>
          <p:cNvSpPr>
            <a:spLocks noChangeShapeType="1"/>
          </p:cNvSpPr>
          <p:nvPr/>
        </p:nvSpPr>
        <p:spPr bwMode="auto">
          <a:xfrm flipV="1">
            <a:off x="1738648" y="4191633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3F99FF-4853-4E5C-914E-2F6D2152D0CA}"/>
              </a:ext>
            </a:extLst>
          </p:cNvPr>
          <p:cNvSpPr/>
          <p:nvPr/>
        </p:nvSpPr>
        <p:spPr>
          <a:xfrm>
            <a:off x="467544" y="987574"/>
            <a:ext cx="333777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因特网提供的运输服务</a:t>
            </a:r>
          </a:p>
        </p:txBody>
      </p:sp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20070C44-4AF5-4B11-8DC5-04E5A9A9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5">
            <a:extLst>
              <a:ext uri="{FF2B5EF4-FFF2-40B4-BE49-F238E27FC236}">
                <a16:creationId xmlns:a16="http://schemas.microsoft.com/office/drawing/2014/main" id="{EDA63F5D-FA73-4868-8A8C-D08804CB2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21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2000" y="1378800"/>
            <a:ext cx="6192688" cy="405104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lvl="1" indent="-246063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如何提供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安全保障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1601670" y="1907307"/>
            <a:ext cx="5346594" cy="800993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 anchor="ctr" anchorCtr="0">
            <a:noAutofit/>
          </a:bodyPr>
          <a:lstStyle/>
          <a:p>
            <a:pPr algn="r">
              <a:spcBef>
                <a:spcPct val="50000"/>
              </a:spcBef>
            </a:pPr>
            <a:r>
              <a:rPr kumimoji="1" lang="en-US" altLang="zh-CN" sz="21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Application   </a:t>
            </a:r>
            <a:endParaRPr kumimoji="1" lang="zh-CN" altLang="en-US" sz="210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1601671" y="2771404"/>
            <a:ext cx="2700300" cy="540060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 anchor="ctr" anchorCtr="0">
            <a:noAutofit/>
          </a:bodyPr>
          <a:lstStyle/>
          <a:p>
            <a:pPr marL="625475">
              <a:spcBef>
                <a:spcPct val="50000"/>
              </a:spcBef>
            </a:pPr>
            <a:r>
              <a:rPr kumimoji="1" lang="en-US" altLang="zh-CN" sz="21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kumimoji="1" lang="zh-CN" altLang="en-US" sz="210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4463988" y="2771403"/>
            <a:ext cx="2484277" cy="540060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 anchor="ctr" anchorCtr="0"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1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endParaRPr kumimoji="1" lang="zh-CN" altLang="en-US" sz="210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2771800" y="2571750"/>
            <a:ext cx="1413121" cy="277482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9056" tIns="34529" rIns="69056" bIns="34529">
            <a:spAutoFit/>
          </a:bodyPr>
          <a:lstStyle/>
          <a:p>
            <a:pPr algn="ctr" eaLnBrk="0" hangingPunct="0"/>
            <a:r>
              <a:rPr lang="en-US" altLang="zh-CN" sz="135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SSL / TLS</a:t>
            </a:r>
            <a:endParaRPr lang="zh-CN" altLang="en-US" sz="135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1601670" y="3381840"/>
            <a:ext cx="5346594" cy="540060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 anchor="ctr" anchorCtr="0"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1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endParaRPr kumimoji="1" lang="zh-CN" altLang="en-US" sz="210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1601670" y="3992276"/>
            <a:ext cx="5346594" cy="63170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 anchor="ctr" anchorCtr="0">
            <a:no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1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Data Link</a:t>
            </a:r>
            <a:endParaRPr kumimoji="1" lang="zh-CN" altLang="en-US" sz="210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7145332" y="2096422"/>
            <a:ext cx="883052" cy="32385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000" b="1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15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应用层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7145332" y="2833688"/>
            <a:ext cx="883052" cy="32385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000" b="1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15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运输层</a:t>
            </a: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7145332" y="3489945"/>
            <a:ext cx="883052" cy="32385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000" b="1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15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网络层</a:t>
            </a:r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7145332" y="4146203"/>
            <a:ext cx="883052" cy="32385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000" b="1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15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链路层</a:t>
            </a:r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1634894" y="2033589"/>
            <a:ext cx="582211" cy="277482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69056" tIns="34529" rIns="69056" bIns="34529">
            <a:spAutoFit/>
          </a:bodyPr>
          <a:lstStyle/>
          <a:p>
            <a:pPr algn="ctr" eaLnBrk="0" hangingPunct="0"/>
            <a:r>
              <a:rPr lang="en-US" altLang="zh-CN" sz="135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zh-CN" altLang="zh-CN" sz="135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2303355" y="2033589"/>
            <a:ext cx="613950" cy="277482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69056" tIns="34529" rIns="69056" bIns="34529">
            <a:spAutoFit/>
          </a:bodyPr>
          <a:lstStyle/>
          <a:p>
            <a:pPr algn="ctr" eaLnBrk="0" hangingPunct="0"/>
            <a:r>
              <a:rPr lang="en-US" altLang="zh-CN" sz="135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endParaRPr lang="zh-CN" altLang="zh-CN" sz="135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3635489" y="2017133"/>
            <a:ext cx="842205" cy="27748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9056" tIns="34529" rIns="69056" bIns="34529">
            <a:spAutoFit/>
          </a:bodyPr>
          <a:lstStyle/>
          <a:p>
            <a:pPr algn="ctr" eaLnBrk="0" hangingPunct="0"/>
            <a:r>
              <a:rPr lang="en-US" altLang="zh-CN" sz="135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zh-CN" sz="135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3127420" y="2033589"/>
            <a:ext cx="437299" cy="277482"/>
          </a:xfrm>
          <a:prstGeom prst="rect">
            <a:avLst/>
          </a:prstGeom>
          <a:solidFill>
            <a:srgbClr val="99CCFF"/>
          </a:solidFill>
          <a:ln w="12700" algn="ctr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69056" tIns="34529" rIns="69056" bIns="34529">
            <a:spAutoFit/>
          </a:bodyPr>
          <a:lstStyle/>
          <a:p>
            <a:pPr algn="ctr" eaLnBrk="0" hangingPunct="0"/>
            <a:r>
              <a:rPr lang="en-US" altLang="zh-CN" sz="135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  <a:endParaRPr lang="zh-CN" altLang="zh-CN" sz="135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2"/>
          <p:cNvSpPr>
            <a:spLocks noChangeShapeType="1"/>
          </p:cNvSpPr>
          <p:nvPr/>
        </p:nvSpPr>
        <p:spPr bwMode="auto">
          <a:xfrm flipV="1">
            <a:off x="4184921" y="1635645"/>
            <a:ext cx="564257" cy="974961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"/>
          <p:cNvSpPr>
            <a:spLocks noChangeArrowheads="1"/>
          </p:cNvSpPr>
          <p:nvPr/>
        </p:nvSpPr>
        <p:spPr bwMode="auto">
          <a:xfrm>
            <a:off x="4477694" y="1345298"/>
            <a:ext cx="721035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000" b="1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14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加密</a:t>
            </a:r>
            <a:r>
              <a:rPr lang="en-US" altLang="zh-CN" sz="14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,</a:t>
            </a:r>
            <a:endParaRPr lang="zh-CN" altLang="en-US" sz="1400" b="0" dirty="0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Rectangle 3"/>
          <p:cNvSpPr>
            <a:spLocks noChangeArrowheads="1"/>
          </p:cNvSpPr>
          <p:nvPr/>
        </p:nvSpPr>
        <p:spPr bwMode="auto">
          <a:xfrm>
            <a:off x="5651199" y="1345298"/>
            <a:ext cx="721035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000" b="1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14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认证</a:t>
            </a:r>
            <a:r>
              <a:rPr lang="en-US" altLang="zh-CN" sz="14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…</a:t>
            </a:r>
            <a:endParaRPr lang="zh-CN" altLang="en-US" sz="1400" b="0" dirty="0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5073924" y="1345298"/>
            <a:ext cx="721035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000" b="1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66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14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签名</a:t>
            </a:r>
            <a:r>
              <a:rPr lang="en-US" altLang="zh-CN" sz="1400" b="0" dirty="0">
                <a:solidFill>
                  <a:srgbClr val="C00000"/>
                </a:solidFill>
                <a:latin typeface="微软雅黑" panose="020B0503020204020204" pitchFamily="34" charset="-122"/>
              </a:rPr>
              <a:t>,</a:t>
            </a:r>
            <a:endParaRPr lang="zh-CN" altLang="en-US" sz="1400" b="0" dirty="0">
              <a:solidFill>
                <a:srgbClr val="C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0705FC-1436-41C0-AD1A-F82C41D5A5DD}"/>
              </a:ext>
            </a:extLst>
          </p:cNvPr>
          <p:cNvSpPr/>
          <p:nvPr/>
        </p:nvSpPr>
        <p:spPr>
          <a:xfrm>
            <a:off x="467544" y="987574"/>
            <a:ext cx="333777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因特网提供的运输服务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9B25E8D-AEA9-44D8-82D6-CCA6C98EAD0E}"/>
              </a:ext>
            </a:extLst>
          </p:cNvPr>
          <p:cNvCxnSpPr>
            <a:cxnSpLocks/>
          </p:cNvCxnSpPr>
          <p:nvPr/>
        </p:nvCxnSpPr>
        <p:spPr>
          <a:xfrm>
            <a:off x="4549736" y="1635645"/>
            <a:ext cx="1966480" cy="0"/>
          </a:xfrm>
          <a:prstGeom prst="line">
            <a:avLst/>
          </a:prstGeom>
          <a:ln w="1905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3982F158-56D4-4F3E-9199-2D4E2B7C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utoShape 5">
            <a:extLst>
              <a:ext uri="{FF2B5EF4-FFF2-40B4-BE49-F238E27FC236}">
                <a16:creationId xmlns:a16="http://schemas.microsoft.com/office/drawing/2014/main" id="{D1F34D36-DB25-484D-B381-1CAF5F65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5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2.1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应用层协议原理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390404" y="1761548"/>
            <a:ext cx="3096344" cy="31081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报文类别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request, response</a:t>
            </a:r>
            <a:r>
              <a:rPr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报文格式</a:t>
            </a:r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报文的字段有哪些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字段描述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报文语义</a:t>
            </a:r>
            <a:r>
              <a:rPr lang="en-US" altLang="zh-CN" sz="16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报文的处理方法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报文的各个字段的含义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报文处理规则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请求和相应时如何发送报文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处理流程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134820" y="1758885"/>
            <a:ext cx="3096344" cy="235202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通用协议如何规约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来定义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允许互操作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非标准化的专用协议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可由开发者自己定制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Skype</a:t>
            </a:r>
          </a:p>
          <a:p>
            <a:pPr lvl="1">
              <a:spcBef>
                <a:spcPts val="600"/>
              </a:spcBef>
            </a:pPr>
            <a:endParaRPr lang="en-US" altLang="zh-CN" sz="12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6E3194-CE82-4663-B1A5-461CFD87BBEE}"/>
              </a:ext>
            </a:extLst>
          </p:cNvPr>
          <p:cNvSpPr/>
          <p:nvPr/>
        </p:nvSpPr>
        <p:spPr>
          <a:xfrm>
            <a:off x="799200" y="1378800"/>
            <a:ext cx="412356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446088" lvl="1" indent="-2603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应用层的协议定义了哪些方面的内容？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825DBA-18CF-4759-AB4F-EDD6BC773C05}"/>
              </a:ext>
            </a:extLst>
          </p:cNvPr>
          <p:cNvSpPr/>
          <p:nvPr/>
        </p:nvSpPr>
        <p:spPr>
          <a:xfrm>
            <a:off x="467544" y="987574"/>
            <a:ext cx="264527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2.1.5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应用层协议概况</a:t>
            </a:r>
          </a:p>
        </p:txBody>
      </p:sp>
      <p:sp>
        <p:nvSpPr>
          <p:cNvPr id="10" name="灯片编号占位符 2">
            <a:extLst>
              <a:ext uri="{FF2B5EF4-FFF2-40B4-BE49-F238E27FC236}">
                <a16:creationId xmlns:a16="http://schemas.microsoft.com/office/drawing/2014/main" id="{ABEC711B-C3B9-4B3E-99A4-E44531CB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40FBAD07-7E32-4492-8F40-C2C255D59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082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游戏机, 电脑, 黑色&#10;&#10;描述已自动生成">
            <a:extLst>
              <a:ext uri="{FF2B5EF4-FFF2-40B4-BE49-F238E27FC236}">
                <a16:creationId xmlns:a16="http://schemas.microsoft.com/office/drawing/2014/main" id="{7B97D448-59C3-431D-BEB7-4B8AF1BD3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39502"/>
            <a:ext cx="3499997" cy="372387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847EDB5-4D7D-438E-BC58-5F35D04612D0}"/>
              </a:ext>
            </a:extLst>
          </p:cNvPr>
          <p:cNvSpPr/>
          <p:nvPr/>
        </p:nvSpPr>
        <p:spPr>
          <a:xfrm>
            <a:off x="6588224" y="3075806"/>
            <a:ext cx="1531188" cy="5847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FF00"/>
                </a:solidFill>
              </a:rPr>
              <a:t>Break...</a:t>
            </a:r>
            <a:endParaRPr lang="zh-CN" alt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511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FD3349-680C-4CF2-97C3-99F7E32296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Autofit/>
          </a:bodyPr>
          <a:lstStyle/>
          <a:p>
            <a:r>
              <a:rPr lang="en-US" altLang="zh-CN" sz="2400" dirty="0"/>
              <a:t>2.1 </a:t>
            </a:r>
            <a:r>
              <a:rPr lang="zh-CN" altLang="en-US" sz="2400" dirty="0"/>
              <a:t>应用层协议原理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20BA65E-9DC7-4D53-ABE6-7327D6A5B20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dirty="0"/>
              <a:t>2.2 Web</a:t>
            </a:r>
            <a:r>
              <a:rPr lang="zh-CN" altLang="en-US" sz="2400" dirty="0"/>
              <a:t>和</a:t>
            </a:r>
            <a:r>
              <a:rPr lang="en-US" altLang="zh-CN" sz="2400" dirty="0"/>
              <a:t>HTTP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723B91EF-8C07-41B5-988C-364815E2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3EEDD30-9267-4D12-8F49-1AF7D9788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882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1907704" y="1203598"/>
            <a:ext cx="3892817" cy="3751263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ts val="252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2.2.1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的两种连接方式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2.2.6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31" y="1635646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B38A22D2-BBC5-461F-955B-8ED7B49A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FF330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HTTP</a:t>
            </a:r>
            <a:endParaRPr lang="zh-CN" altLang="en-US" dirty="0">
              <a:solidFill>
                <a:srgbClr val="FF3300"/>
              </a:solidFill>
              <a:effectLst/>
            </a:endParaRPr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4480DB43-8C1F-44CE-A9D4-BDB3A623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0EA8F3E0-2730-4CC7-B7B5-412DFDD47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F6A3F52-CA3D-4800-A161-00CD1CF6C83A}"/>
              </a:ext>
            </a:extLst>
          </p:cNvPr>
          <p:cNvSpPr/>
          <p:nvPr/>
        </p:nvSpPr>
        <p:spPr>
          <a:xfrm>
            <a:off x="7378814" y="947585"/>
            <a:ext cx="1640036" cy="3460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重点知识</a:t>
            </a:r>
          </a:p>
        </p:txBody>
      </p:sp>
    </p:spTree>
    <p:extLst>
      <p:ext uri="{BB962C8B-B14F-4D97-AF65-F5344CB8AC3E}">
        <p14:creationId xmlns:p14="http://schemas.microsoft.com/office/powerpoint/2010/main" val="3581710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ne 913">
            <a:extLst>
              <a:ext uri="{FF2B5EF4-FFF2-40B4-BE49-F238E27FC236}">
                <a16:creationId xmlns:a16="http://schemas.microsoft.com/office/drawing/2014/main" id="{5251E635-A1C0-4424-8EB7-61AE58D95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914" y="3317212"/>
            <a:ext cx="1826344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lgDash"/>
            <a:round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9200" y="1378800"/>
            <a:ext cx="3507579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spcBef>
                <a:spcPts val="675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World Wide Web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：万维网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75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因特网中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最广泛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75"/>
              </a:spcBef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：超文本传输协议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75"/>
              </a:spcBef>
            </a:pP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应用的协议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50" descr="computer-glob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821" y="3113019"/>
            <a:ext cx="617387" cy="61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7" descr="7505-256x256x3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167" y="3287826"/>
            <a:ext cx="411975" cy="41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8" descr="464px-Computer_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833" y="3232840"/>
            <a:ext cx="481204" cy="49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1" descr="User-icon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162" y="2732697"/>
            <a:ext cx="429519" cy="42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loud"/>
          <p:cNvSpPr>
            <a:spLocks noChangeAspect="1" noEditPoints="1" noChangeArrowheads="1"/>
          </p:cNvSpPr>
          <p:nvPr/>
        </p:nvSpPr>
        <p:spPr bwMode="auto">
          <a:xfrm>
            <a:off x="2997762" y="3593723"/>
            <a:ext cx="1295400" cy="751285"/>
          </a:xfrm>
          <a:custGeom>
            <a:avLst/>
            <a:gdLst>
              <a:gd name="T0" fmla="*/ 8036 w 21600"/>
              <a:gd name="T1" fmla="*/ 529432 h 21600"/>
              <a:gd name="T2" fmla="*/ 1295400 w 21600"/>
              <a:gd name="T3" fmla="*/ 1057736 h 21600"/>
              <a:gd name="T4" fmla="*/ 2588641 w 21600"/>
              <a:gd name="T5" fmla="*/ 529432 h 21600"/>
              <a:gd name="T6" fmla="*/ 1295400 w 21600"/>
              <a:gd name="T7" fmla="*/ 60541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E1F0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lIns="0" tIns="0" rIns="0" bIns="0"/>
          <a:lstStyle>
            <a:lvl1pPr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135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36" descr="www-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498" y="864391"/>
            <a:ext cx="985030" cy="9850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5" descr="www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725" y="2870202"/>
            <a:ext cx="468455" cy="46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3" descr="four-browser-icon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488" y="2758313"/>
            <a:ext cx="527174" cy="27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直接箭头连接符 30"/>
          <p:cNvCxnSpPr/>
          <p:nvPr/>
        </p:nvCxnSpPr>
        <p:spPr>
          <a:xfrm>
            <a:off x="2480434" y="4022108"/>
            <a:ext cx="2306081" cy="0"/>
          </a:xfrm>
          <a:prstGeom prst="straightConnector1">
            <a:avLst/>
          </a:prstGeom>
          <a:ln w="19050">
            <a:solidFill>
              <a:srgbClr val="0066CC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V="1">
            <a:off x="4786514" y="3671403"/>
            <a:ext cx="0" cy="351250"/>
          </a:xfrm>
          <a:prstGeom prst="straightConnector1">
            <a:avLst/>
          </a:prstGeom>
          <a:ln w="19050">
            <a:solidFill>
              <a:srgbClr val="0066CC"/>
            </a:solidFill>
            <a:headEnd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2482234" y="3671403"/>
            <a:ext cx="0" cy="351250"/>
          </a:xfrm>
          <a:prstGeom prst="straightConnector1">
            <a:avLst/>
          </a:prstGeom>
          <a:ln w="19050">
            <a:solidFill>
              <a:srgbClr val="0066CC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234049" y="3118892"/>
            <a:ext cx="810000" cy="959408"/>
            <a:chOff x="4458926" y="4081621"/>
            <a:chExt cx="1080000" cy="1279211"/>
          </a:xfrm>
        </p:grpSpPr>
        <p:sp>
          <p:nvSpPr>
            <p:cNvPr id="23" name="矩形 22"/>
            <p:cNvSpPr/>
            <p:nvPr/>
          </p:nvSpPr>
          <p:spPr>
            <a:xfrm>
              <a:off x="4458926" y="4081621"/>
              <a:ext cx="1080000" cy="369332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endParaRPr lang="zh-CN" altLang="en-US" sz="11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4458926" y="4462071"/>
              <a:ext cx="1080000" cy="2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458926" y="4766639"/>
              <a:ext cx="1080000" cy="2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endPara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4458926" y="5072832"/>
              <a:ext cx="1080000" cy="28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Group 10"/>
          <p:cNvGrpSpPr>
            <a:grpSpLocks/>
          </p:cNvGrpSpPr>
          <p:nvPr/>
        </p:nvGrpSpPr>
        <p:grpSpPr bwMode="auto">
          <a:xfrm>
            <a:off x="4857332" y="2520055"/>
            <a:ext cx="3189579" cy="674372"/>
            <a:chOff x="788" y="2955"/>
            <a:chExt cx="3592" cy="695"/>
          </a:xfrm>
        </p:grpSpPr>
        <p:sp>
          <p:nvSpPr>
            <p:cNvPr id="37" name="Text Box 5"/>
            <p:cNvSpPr txBox="1">
              <a:spLocks noChangeArrowheads="1"/>
            </p:cNvSpPr>
            <p:nvPr/>
          </p:nvSpPr>
          <p:spPr bwMode="auto">
            <a:xfrm>
              <a:off x="788" y="2955"/>
              <a:ext cx="35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www.someschool.edu/someDept/pic.gif</a:t>
              </a:r>
            </a:p>
          </p:txBody>
        </p:sp>
        <p:sp>
          <p:nvSpPr>
            <p:cNvPr id="38" name="AutoShape 6"/>
            <p:cNvSpPr>
              <a:spLocks/>
            </p:cNvSpPr>
            <p:nvPr/>
          </p:nvSpPr>
          <p:spPr bwMode="auto">
            <a:xfrm rot="16200000">
              <a:off x="1700" y="2469"/>
              <a:ext cx="122" cy="1750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AutoShape 7"/>
            <p:cNvSpPr>
              <a:spLocks/>
            </p:cNvSpPr>
            <p:nvPr/>
          </p:nvSpPr>
          <p:spPr bwMode="auto">
            <a:xfrm rot="16200000">
              <a:off x="3367" y="2583"/>
              <a:ext cx="98" cy="1512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8"/>
            <p:cNvSpPr txBox="1">
              <a:spLocks noChangeArrowheads="1"/>
            </p:cNvSpPr>
            <p:nvPr/>
          </p:nvSpPr>
          <p:spPr bwMode="auto">
            <a:xfrm>
              <a:off x="1389" y="3388"/>
              <a:ext cx="892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host name</a:t>
              </a:r>
            </a:p>
          </p:txBody>
        </p:sp>
        <p:sp>
          <p:nvSpPr>
            <p:cNvPr id="41" name="Text Box 9"/>
            <p:cNvSpPr txBox="1">
              <a:spLocks noChangeArrowheads="1"/>
            </p:cNvSpPr>
            <p:nvPr/>
          </p:nvSpPr>
          <p:spPr bwMode="auto">
            <a:xfrm>
              <a:off x="2886" y="3388"/>
              <a:ext cx="1212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path &amp; object</a:t>
              </a:r>
            </a:p>
          </p:txBody>
        </p:sp>
      </p:grpSp>
      <p:sp>
        <p:nvSpPr>
          <p:cNvPr id="42" name="Rectangle 21"/>
          <p:cNvSpPr>
            <a:spLocks noChangeArrowheads="1"/>
          </p:cNvSpPr>
          <p:nvPr/>
        </p:nvSpPr>
        <p:spPr bwMode="auto">
          <a:xfrm>
            <a:off x="4857332" y="3736002"/>
            <a:ext cx="685800" cy="233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Port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</a:p>
        </p:txBody>
      </p:sp>
      <p:sp>
        <p:nvSpPr>
          <p:cNvPr id="43" name="Rectangle 21"/>
          <p:cNvSpPr>
            <a:spLocks noChangeArrowheads="1"/>
          </p:cNvSpPr>
          <p:nvPr/>
        </p:nvSpPr>
        <p:spPr bwMode="auto">
          <a:xfrm>
            <a:off x="895251" y="3272933"/>
            <a:ext cx="1035465" cy="233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21"/>
          <p:cNvSpPr>
            <a:spLocks noChangeArrowheads="1"/>
          </p:cNvSpPr>
          <p:nvPr/>
        </p:nvSpPr>
        <p:spPr bwMode="auto">
          <a:xfrm>
            <a:off x="895251" y="3522751"/>
            <a:ext cx="1035465" cy="233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Rectangle 21"/>
          <p:cNvSpPr>
            <a:spLocks noChangeArrowheads="1"/>
          </p:cNvSpPr>
          <p:nvPr/>
        </p:nvSpPr>
        <p:spPr bwMode="auto">
          <a:xfrm>
            <a:off x="895251" y="3773973"/>
            <a:ext cx="1035465" cy="233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21"/>
          <p:cNvSpPr>
            <a:spLocks noChangeArrowheads="1"/>
          </p:cNvSpPr>
          <p:nvPr/>
        </p:nvSpPr>
        <p:spPr bwMode="auto">
          <a:xfrm>
            <a:off x="1081017" y="4028767"/>
            <a:ext cx="1035465" cy="233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HTML/XML</a:t>
            </a:r>
          </a:p>
        </p:txBody>
      </p:sp>
      <p:sp>
        <p:nvSpPr>
          <p:cNvPr id="47" name="Rectangle 21"/>
          <p:cNvSpPr>
            <a:spLocks noChangeArrowheads="1"/>
          </p:cNvSpPr>
          <p:nvPr/>
        </p:nvSpPr>
        <p:spPr bwMode="auto">
          <a:xfrm>
            <a:off x="895251" y="4272554"/>
            <a:ext cx="1035465" cy="233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21"/>
          <p:cNvSpPr>
            <a:spLocks noChangeArrowheads="1"/>
          </p:cNvSpPr>
          <p:nvPr/>
        </p:nvSpPr>
        <p:spPr bwMode="auto">
          <a:xfrm>
            <a:off x="895251" y="4523908"/>
            <a:ext cx="1035465" cy="233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591982F-A717-4CE4-92FA-AA9DF46AC440}"/>
              </a:ext>
            </a:extLst>
          </p:cNvPr>
          <p:cNvSpPr/>
          <p:nvPr/>
        </p:nvSpPr>
        <p:spPr>
          <a:xfrm>
            <a:off x="467544" y="987574"/>
            <a:ext cx="264527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应用层协议概况</a:t>
            </a:r>
          </a:p>
        </p:txBody>
      </p:sp>
      <p:sp>
        <p:nvSpPr>
          <p:cNvPr id="50" name="Rectangle 21">
            <a:extLst>
              <a:ext uri="{FF2B5EF4-FFF2-40B4-BE49-F238E27FC236}">
                <a16:creationId xmlns:a16="http://schemas.microsoft.com/office/drawing/2014/main" id="{E6B58DB5-23F6-4DD5-A44B-B261DD87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532" y="2588254"/>
            <a:ext cx="685800" cy="233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3281F2AA-577A-419D-AF99-38B28BA23D5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927256"/>
            <a:ext cx="1022805" cy="9681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17174D40-7695-4FAA-AB95-917ED424BF60}"/>
              </a:ext>
            </a:extLst>
          </p:cNvPr>
          <p:cNvSpPr/>
          <p:nvPr/>
        </p:nvSpPr>
        <p:spPr>
          <a:xfrm>
            <a:off x="5175972" y="1921715"/>
            <a:ext cx="2180445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2016 ACM Turing Award </a:t>
            </a:r>
            <a:endParaRPr lang="zh-CN" altLang="en-US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灯片编号占位符 2">
            <a:extLst>
              <a:ext uri="{FF2B5EF4-FFF2-40B4-BE49-F238E27FC236}">
                <a16:creationId xmlns:a16="http://schemas.microsoft.com/office/drawing/2014/main" id="{4963C6E0-B0BC-41F5-BE82-125C487A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AutoShape 5">
            <a:extLst>
              <a:ext uri="{FF2B5EF4-FFF2-40B4-BE49-F238E27FC236}">
                <a16:creationId xmlns:a16="http://schemas.microsoft.com/office/drawing/2014/main" id="{8C54ADC4-43BC-4C8F-B7AC-F28081F53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581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1907704" y="1203598"/>
            <a:ext cx="3892817" cy="3751263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ts val="252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2.2.1 Web</a:t>
            </a:r>
            <a:r>
              <a:rPr lang="zh-CN" altLang="en-US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  <a:endParaRPr lang="en-US" altLang="zh-CN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的两种连接方式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2.2.6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31" y="1635646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B38A22D2-BBC5-461F-955B-8ED7B49A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FF330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HTTP</a:t>
            </a:r>
            <a:endParaRPr lang="zh-CN" altLang="en-US" dirty="0">
              <a:solidFill>
                <a:srgbClr val="FF3300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7749A55-673B-4322-9C3C-E08927F9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A0924858-7444-49F7-B14B-A93423DB7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695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99200" y="1378800"/>
            <a:ext cx="3280946" cy="328539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75"/>
              </a:spcBef>
              <a:buNone/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HTTP: 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超文本传输协议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75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的应用层协议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75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client/server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75"/>
              </a:spcBef>
            </a:pPr>
            <a:r>
              <a:rPr lang="en-US" altLang="zh-CN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client</a:t>
            </a:r>
            <a:r>
              <a:rPr lang="en-US" altLang="zh-CN" sz="16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浏览器（请求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接收和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 Web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75"/>
              </a:spcBef>
            </a:pPr>
            <a:r>
              <a:rPr lang="en-US" altLang="zh-CN" sz="160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en-US" altLang="zh-CN" sz="160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Web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服务器程序，响应客户端的请求，如返回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</a:p>
          <a:p>
            <a:pPr>
              <a:spcBef>
                <a:spcPts val="675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 1.0: </a:t>
            </a:r>
            <a:r>
              <a:rPr lang="en-US" altLang="zh-CN" sz="16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 1945</a:t>
            </a:r>
          </a:p>
          <a:p>
            <a:pPr>
              <a:spcBef>
                <a:spcPts val="675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 1.1: </a:t>
            </a:r>
            <a:r>
              <a:rPr lang="en-US" altLang="zh-CN" sz="16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 2068</a:t>
            </a:r>
            <a:r>
              <a:rPr lang="zh-CN" altLang="en-US" sz="16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2616</a:t>
            </a: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50103"/>
              </p:ext>
            </p:extLst>
          </p:nvPr>
        </p:nvGraphicFramePr>
        <p:xfrm>
          <a:off x="5292080" y="1563638"/>
          <a:ext cx="564356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1563638"/>
                        <a:ext cx="564356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5112840" y="2010123"/>
            <a:ext cx="1003801" cy="46166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PC running</a:t>
            </a:r>
          </a:p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Explorer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401924"/>
              </p:ext>
            </p:extLst>
          </p:nvPr>
        </p:nvGraphicFramePr>
        <p:xfrm>
          <a:off x="5363517" y="3585319"/>
          <a:ext cx="564356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3517" y="3585319"/>
                        <a:ext cx="564356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7229127" y="3045967"/>
            <a:ext cx="1735357" cy="6463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 </a:t>
            </a:r>
          </a:p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e.g.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running</a:t>
            </a:r>
          </a:p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Apache Web server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7531646" y="2212529"/>
            <a:ext cx="378619" cy="803672"/>
            <a:chOff x="4180" y="783"/>
            <a:chExt cx="150" cy="307"/>
          </a:xfrm>
        </p:grpSpPr>
        <p:sp>
          <p:nvSpPr>
            <p:cNvPr id="14" name="AutoShape 10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AutoShape 13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225986" y="4081811"/>
            <a:ext cx="1119217" cy="46166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 running</a:t>
            </a:r>
          </a:p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Navigator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Group 28"/>
          <p:cNvGrpSpPr>
            <a:grpSpLocks/>
          </p:cNvGrpSpPr>
          <p:nvPr/>
        </p:nvGrpSpPr>
        <p:grpSpPr bwMode="auto">
          <a:xfrm>
            <a:off x="5906442" y="1768426"/>
            <a:ext cx="1564481" cy="721519"/>
            <a:chOff x="3720" y="1344"/>
            <a:chExt cx="1314" cy="6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3720" y="1344"/>
              <a:ext cx="1314" cy="60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 rot="1422049">
              <a:off x="3926" y="1435"/>
              <a:ext cx="9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 request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Group 30"/>
          <p:cNvGrpSpPr>
            <a:grpSpLocks/>
          </p:cNvGrpSpPr>
          <p:nvPr/>
        </p:nvGrpSpPr>
        <p:grpSpPr bwMode="auto">
          <a:xfrm>
            <a:off x="5899299" y="2797126"/>
            <a:ext cx="1535906" cy="821531"/>
            <a:chOff x="3714" y="2208"/>
            <a:chExt cx="1290" cy="6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Line 20"/>
            <p:cNvSpPr>
              <a:spLocks noChangeShapeType="1"/>
            </p:cNvSpPr>
            <p:nvPr/>
          </p:nvSpPr>
          <p:spPr bwMode="auto">
            <a:xfrm flipV="1">
              <a:off x="3714" y="2208"/>
              <a:ext cx="1290" cy="6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Box 24"/>
            <p:cNvSpPr txBox="1">
              <a:spLocks noChangeArrowheads="1"/>
            </p:cNvSpPr>
            <p:nvPr/>
          </p:nvSpPr>
          <p:spPr bwMode="auto">
            <a:xfrm rot="19907361">
              <a:off x="3796" y="2354"/>
              <a:ext cx="9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 request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Group 29"/>
          <p:cNvGrpSpPr>
            <a:grpSpLocks/>
          </p:cNvGrpSpPr>
          <p:nvPr/>
        </p:nvGrpSpPr>
        <p:grpSpPr bwMode="auto">
          <a:xfrm>
            <a:off x="5949305" y="1918445"/>
            <a:ext cx="1478756" cy="678656"/>
            <a:chOff x="3756" y="1470"/>
            <a:chExt cx="1242" cy="5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0" name="Line 19"/>
            <p:cNvSpPr>
              <a:spLocks noChangeShapeType="1"/>
            </p:cNvSpPr>
            <p:nvPr/>
          </p:nvSpPr>
          <p:spPr bwMode="auto">
            <a:xfrm flipH="1" flipV="1">
              <a:off x="3756" y="1470"/>
              <a:ext cx="1242" cy="57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Box 25"/>
            <p:cNvSpPr txBox="1">
              <a:spLocks noChangeArrowheads="1"/>
            </p:cNvSpPr>
            <p:nvPr/>
          </p:nvSpPr>
          <p:spPr bwMode="auto">
            <a:xfrm rot="1411598">
              <a:off x="3794" y="1732"/>
              <a:ext cx="10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 response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5956449" y="2889995"/>
            <a:ext cx="1535906" cy="850106"/>
            <a:chOff x="3762" y="2286"/>
            <a:chExt cx="1290" cy="71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3" name="Line 21"/>
            <p:cNvSpPr>
              <a:spLocks noChangeShapeType="1"/>
            </p:cNvSpPr>
            <p:nvPr/>
          </p:nvSpPr>
          <p:spPr bwMode="auto">
            <a:xfrm flipH="1">
              <a:off x="3762" y="2286"/>
              <a:ext cx="1290" cy="7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26"/>
            <p:cNvSpPr txBox="1">
              <a:spLocks noChangeArrowheads="1"/>
            </p:cNvSpPr>
            <p:nvPr/>
          </p:nvSpPr>
          <p:spPr bwMode="auto">
            <a:xfrm rot="19862217">
              <a:off x="3916" y="2618"/>
              <a:ext cx="10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 response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E7E6D0F7-820B-441D-B203-28E2B6E02F0A}"/>
              </a:ext>
            </a:extLst>
          </p:cNvPr>
          <p:cNvSpPr/>
          <p:nvPr/>
        </p:nvSpPr>
        <p:spPr>
          <a:xfrm>
            <a:off x="467544" y="987574"/>
            <a:ext cx="1999715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2.2.1 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</a:p>
        </p:txBody>
      </p:sp>
      <p:pic>
        <p:nvPicPr>
          <p:cNvPr id="36" name="Picture 43" descr="four-browser-icons">
            <a:extLst>
              <a:ext uri="{FF2B5EF4-FFF2-40B4-BE49-F238E27FC236}">
                <a16:creationId xmlns:a16="http://schemas.microsoft.com/office/drawing/2014/main" id="{9E46BC5F-EF95-40F1-A058-5F7BF7732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021" y="2455533"/>
            <a:ext cx="527174" cy="27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3" descr="four-browser-icons">
            <a:extLst>
              <a:ext uri="{FF2B5EF4-FFF2-40B4-BE49-F238E27FC236}">
                <a16:creationId xmlns:a16="http://schemas.microsoft.com/office/drawing/2014/main" id="{9EB8B28B-ED75-4E31-A163-16FCD9712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050" y="4487482"/>
            <a:ext cx="527174" cy="27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2DF0AAD0-2155-4DFA-96BE-4F0F527D2A2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931" y="3585319"/>
            <a:ext cx="878873" cy="6210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9" name="灯片编号占位符 2">
            <a:extLst>
              <a:ext uri="{FF2B5EF4-FFF2-40B4-BE49-F238E27FC236}">
                <a16:creationId xmlns:a16="http://schemas.microsoft.com/office/drawing/2014/main" id="{6B1E4244-6216-4B56-B0D2-C5C98D39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0A0C672A-8778-4106-ADE8-AAFDF130E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93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</a:p>
        </p:txBody>
      </p:sp>
      <p:sp>
        <p:nvSpPr>
          <p:cNvPr id="319493" name="Line 5"/>
          <p:cNvSpPr>
            <a:spLocks noChangeShapeType="1"/>
          </p:cNvSpPr>
          <p:nvPr/>
        </p:nvSpPr>
        <p:spPr bwMode="auto">
          <a:xfrm>
            <a:off x="7742906" y="1877616"/>
            <a:ext cx="0" cy="2807494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9495" name="Rectangle 7"/>
          <p:cNvSpPr>
            <a:spLocks noChangeArrowheads="1"/>
          </p:cNvSpPr>
          <p:nvPr/>
        </p:nvSpPr>
        <p:spPr bwMode="auto">
          <a:xfrm>
            <a:off x="799200" y="1378800"/>
            <a:ext cx="3556774" cy="376470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依赖于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的传输服务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初始化一个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套接字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到服务器端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目标端口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</a:p>
          <a:p>
            <a:pPr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接受收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的连接请求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协议开始工作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客户端请求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服务器端响应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连接终止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94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802680"/>
              </p:ext>
            </p:extLst>
          </p:nvPr>
        </p:nvGraphicFramePr>
        <p:xfrm>
          <a:off x="5508104" y="1384697"/>
          <a:ext cx="564356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3194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384697"/>
                        <a:ext cx="564356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498" name="Group 10"/>
          <p:cNvGrpSpPr>
            <a:grpSpLocks/>
          </p:cNvGrpSpPr>
          <p:nvPr/>
        </p:nvGrpSpPr>
        <p:grpSpPr bwMode="auto">
          <a:xfrm>
            <a:off x="7588125" y="1210866"/>
            <a:ext cx="378619" cy="803672"/>
            <a:chOff x="4180" y="783"/>
            <a:chExt cx="150" cy="307"/>
          </a:xfrm>
        </p:grpSpPr>
        <p:sp>
          <p:nvSpPr>
            <p:cNvPr id="319499" name="AutoShape 1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9500" name="Rectangle 1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9501" name="Rectangle 1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9502" name="AutoShape 1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9503" name="Line 1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9504" name="Line 1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9505" name="Rectangle 1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9506" name="Rectangle 1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319507" name="AutoShape 19"/>
          <p:cNvSpPr>
            <a:spLocks noChangeArrowheads="1"/>
          </p:cNvSpPr>
          <p:nvPr/>
        </p:nvSpPr>
        <p:spPr bwMode="auto">
          <a:xfrm rot="461763">
            <a:off x="6372497" y="1445419"/>
            <a:ext cx="854869" cy="442913"/>
          </a:xfrm>
          <a:prstGeom prst="cloudCallout">
            <a:avLst>
              <a:gd name="adj1" fmla="val -25208"/>
              <a:gd name="adj2" fmla="val 4113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>
              <a:latin typeface="Comic Sans MS" panose="030F0702030302020204" pitchFamily="66" charset="0"/>
            </a:endParaRPr>
          </a:p>
        </p:txBody>
      </p:sp>
      <p:sp>
        <p:nvSpPr>
          <p:cNvPr id="319508" name="Line 20"/>
          <p:cNvSpPr>
            <a:spLocks noChangeShapeType="1"/>
          </p:cNvSpPr>
          <p:nvPr/>
        </p:nvSpPr>
        <p:spPr bwMode="auto">
          <a:xfrm>
            <a:off x="6171281" y="1635919"/>
            <a:ext cx="1276350" cy="200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9509" name="Rectangle 21"/>
          <p:cNvSpPr>
            <a:spLocks noChangeArrowheads="1"/>
          </p:cNvSpPr>
          <p:nvPr/>
        </p:nvSpPr>
        <p:spPr bwMode="auto">
          <a:xfrm>
            <a:off x="7404768" y="2046685"/>
            <a:ext cx="685800" cy="233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050" b="1" dirty="0">
                <a:solidFill>
                  <a:srgbClr val="FF3300"/>
                </a:solidFill>
                <a:latin typeface="Comic Sans MS" panose="030F0702030302020204" pitchFamily="66" charset="0"/>
              </a:rPr>
              <a:t>Port</a:t>
            </a:r>
            <a:r>
              <a:rPr lang="zh-CN" altLang="en-US" sz="1050" b="1" dirty="0">
                <a:solidFill>
                  <a:srgbClr val="FF3300"/>
                </a:solidFill>
                <a:latin typeface="Comic Sans MS" panose="030F0702030302020204" pitchFamily="66" charset="0"/>
              </a:rPr>
              <a:t>：</a:t>
            </a:r>
            <a:r>
              <a:rPr lang="en-US" altLang="zh-CN" sz="1050" b="1" dirty="0">
                <a:solidFill>
                  <a:srgbClr val="FF3300"/>
                </a:solidFill>
                <a:latin typeface="Comic Sans MS" panose="030F0702030302020204" pitchFamily="66" charset="0"/>
              </a:rPr>
              <a:t>80</a:t>
            </a:r>
          </a:p>
        </p:txBody>
      </p:sp>
      <p:sp>
        <p:nvSpPr>
          <p:cNvPr id="319510" name="Line 22"/>
          <p:cNvSpPr>
            <a:spLocks noChangeShapeType="1"/>
          </p:cNvSpPr>
          <p:nvPr/>
        </p:nvSpPr>
        <p:spPr bwMode="auto">
          <a:xfrm flipV="1">
            <a:off x="6202237" y="1951435"/>
            <a:ext cx="1223963" cy="27503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9511" name="Line 23"/>
          <p:cNvSpPr>
            <a:spLocks noChangeShapeType="1"/>
          </p:cNvSpPr>
          <p:nvPr/>
        </p:nvSpPr>
        <p:spPr bwMode="auto">
          <a:xfrm>
            <a:off x="6171281" y="2352675"/>
            <a:ext cx="1276350" cy="2000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9512" name="Line 24"/>
          <p:cNvSpPr>
            <a:spLocks noChangeShapeType="1"/>
          </p:cNvSpPr>
          <p:nvPr/>
        </p:nvSpPr>
        <p:spPr bwMode="auto">
          <a:xfrm flipV="1">
            <a:off x="6202237" y="2637235"/>
            <a:ext cx="1223963" cy="275034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9514" name="Line 26"/>
          <p:cNvSpPr>
            <a:spLocks noChangeShapeType="1"/>
          </p:cNvSpPr>
          <p:nvPr/>
        </p:nvSpPr>
        <p:spPr bwMode="auto">
          <a:xfrm flipV="1">
            <a:off x="6202237" y="2836776"/>
            <a:ext cx="1223963" cy="27503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9515" name="Line 27"/>
          <p:cNvSpPr>
            <a:spLocks noChangeShapeType="1"/>
          </p:cNvSpPr>
          <p:nvPr/>
        </p:nvSpPr>
        <p:spPr bwMode="auto">
          <a:xfrm>
            <a:off x="5833143" y="1877616"/>
            <a:ext cx="0" cy="2807494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7BB145E-4C96-429C-99EC-457FB1CAFB22}"/>
              </a:ext>
            </a:extLst>
          </p:cNvPr>
          <p:cNvSpPr/>
          <p:nvPr/>
        </p:nvSpPr>
        <p:spPr>
          <a:xfrm>
            <a:off x="467544" y="987574"/>
            <a:ext cx="213103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2.2.1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</a:p>
        </p:txBody>
      </p:sp>
      <p:sp>
        <p:nvSpPr>
          <p:cNvPr id="27" name="灯片编号占位符 2">
            <a:extLst>
              <a:ext uri="{FF2B5EF4-FFF2-40B4-BE49-F238E27FC236}">
                <a16:creationId xmlns:a16="http://schemas.microsoft.com/office/drawing/2014/main" id="{E37CBD30-4FB8-41D2-988F-8BB8948A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5">
            <a:extLst>
              <a:ext uri="{FF2B5EF4-FFF2-40B4-BE49-F238E27FC236}">
                <a16:creationId xmlns:a16="http://schemas.microsoft.com/office/drawing/2014/main" id="{ACC6622A-32A2-4206-9861-7AC362098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9EFB9EAE-7FAD-4C45-A8FC-32F801F8C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180" y="915195"/>
            <a:ext cx="623698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32">
            <a:extLst>
              <a:ext uri="{FF2B5EF4-FFF2-40B4-BE49-F238E27FC236}">
                <a16:creationId xmlns:a16="http://schemas.microsoft.com/office/drawing/2014/main" id="{6062CA41-3DBF-40D8-90EF-435431A35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853" y="917722"/>
            <a:ext cx="693175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368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</a:p>
        </p:txBody>
      </p:sp>
      <p:sp>
        <p:nvSpPr>
          <p:cNvPr id="319495" name="Rectangle 7"/>
          <p:cNvSpPr>
            <a:spLocks noChangeArrowheads="1"/>
          </p:cNvSpPr>
          <p:nvPr/>
        </p:nvSpPr>
        <p:spPr bwMode="auto">
          <a:xfrm>
            <a:off x="799199" y="1391496"/>
            <a:ext cx="4370767" cy="362852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65113" indent="-265113">
              <a:spcBef>
                <a:spcPts val="45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无状态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(Stateless)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45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服务器不维持客户端的状态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历史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>
              <a:spcBef>
                <a:spcPts val="45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哪个客户端在什么时候做了什么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45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不需要维护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45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只要客户端请求即予以响应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45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来者不拒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5113" indent="-265113">
              <a:spcBef>
                <a:spcPts val="45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这是神马情况？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lvl="1">
              <a:spcBef>
                <a:spcPts val="45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维持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是一件复杂的事情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4388" lvl="2">
              <a:spcBef>
                <a:spcPts val="45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要记录历史数据，要保证一致性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lvl="1">
              <a:spcBef>
                <a:spcPts val="45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可以让应用程序来处理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4388" lvl="2">
              <a:spcBef>
                <a:spcPts val="45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如开发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4388" lvl="2">
              <a:spcBef>
                <a:spcPts val="450"/>
              </a:spcBef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进行会话管理，记录流程、日志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lvl="1">
              <a:spcBef>
                <a:spcPts val="450"/>
              </a:spcBef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0DA1D70E-6B71-436D-8457-8AF675430D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2906" y="1877616"/>
            <a:ext cx="0" cy="2807494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27" name="Object 9">
            <a:extLst>
              <a:ext uri="{FF2B5EF4-FFF2-40B4-BE49-F238E27FC236}">
                <a16:creationId xmlns:a16="http://schemas.microsoft.com/office/drawing/2014/main" id="{B3EFFBE1-6F06-48C7-81E2-F746A8F4E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086307"/>
              </p:ext>
            </p:extLst>
          </p:nvPr>
        </p:nvGraphicFramePr>
        <p:xfrm>
          <a:off x="5508104" y="1384697"/>
          <a:ext cx="564356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3194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384697"/>
                        <a:ext cx="564356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10">
            <a:extLst>
              <a:ext uri="{FF2B5EF4-FFF2-40B4-BE49-F238E27FC236}">
                <a16:creationId xmlns:a16="http://schemas.microsoft.com/office/drawing/2014/main" id="{271604F8-8D27-4C41-BC07-BA6179F77795}"/>
              </a:ext>
            </a:extLst>
          </p:cNvPr>
          <p:cNvGrpSpPr>
            <a:grpSpLocks/>
          </p:cNvGrpSpPr>
          <p:nvPr/>
        </p:nvGrpSpPr>
        <p:grpSpPr bwMode="auto">
          <a:xfrm>
            <a:off x="7588125" y="1210866"/>
            <a:ext cx="378619" cy="803672"/>
            <a:chOff x="4180" y="783"/>
            <a:chExt cx="150" cy="307"/>
          </a:xfrm>
        </p:grpSpPr>
        <p:sp>
          <p:nvSpPr>
            <p:cNvPr id="29" name="AutoShape 11">
              <a:extLst>
                <a:ext uri="{FF2B5EF4-FFF2-40B4-BE49-F238E27FC236}">
                  <a16:creationId xmlns:a16="http://schemas.microsoft.com/office/drawing/2014/main" id="{9BDB5E98-30AA-4ED6-B7D5-7C93C097A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0" name="Rectangle 12">
              <a:extLst>
                <a:ext uri="{FF2B5EF4-FFF2-40B4-BE49-F238E27FC236}">
                  <a16:creationId xmlns:a16="http://schemas.microsoft.com/office/drawing/2014/main" id="{9E77095F-92D6-48CF-83D5-36701B680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" name="Rectangle 13">
              <a:extLst>
                <a:ext uri="{FF2B5EF4-FFF2-40B4-BE49-F238E27FC236}">
                  <a16:creationId xmlns:a16="http://schemas.microsoft.com/office/drawing/2014/main" id="{8D35EFEE-1396-48E4-9923-41B01C9B1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2" name="AutoShape 14">
              <a:extLst>
                <a:ext uri="{FF2B5EF4-FFF2-40B4-BE49-F238E27FC236}">
                  <a16:creationId xmlns:a16="http://schemas.microsoft.com/office/drawing/2014/main" id="{CDA2A724-1FBE-4ABF-9BEF-F3C6C22D5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15">
              <a:extLst>
                <a:ext uri="{FF2B5EF4-FFF2-40B4-BE49-F238E27FC236}">
                  <a16:creationId xmlns:a16="http://schemas.microsoft.com/office/drawing/2014/main" id="{46141D2E-80E0-4D1F-AA36-6D52F76F6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D35EA559-1A03-4574-8F0D-86738EDE14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FCF6F1B0-22C0-4962-9C39-929C247B0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6" name="Rectangle 18">
              <a:extLst>
                <a:ext uri="{FF2B5EF4-FFF2-40B4-BE49-F238E27FC236}">
                  <a16:creationId xmlns:a16="http://schemas.microsoft.com/office/drawing/2014/main" id="{6C4AB5F9-B6BC-4717-9745-216F0F896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37" name="AutoShape 19">
            <a:extLst>
              <a:ext uri="{FF2B5EF4-FFF2-40B4-BE49-F238E27FC236}">
                <a16:creationId xmlns:a16="http://schemas.microsoft.com/office/drawing/2014/main" id="{94DAA269-A623-41F1-B9A9-EB4021B48205}"/>
              </a:ext>
            </a:extLst>
          </p:cNvPr>
          <p:cNvSpPr>
            <a:spLocks noChangeArrowheads="1"/>
          </p:cNvSpPr>
          <p:nvPr/>
        </p:nvSpPr>
        <p:spPr bwMode="auto">
          <a:xfrm rot="461763">
            <a:off x="6372497" y="1445419"/>
            <a:ext cx="854869" cy="442913"/>
          </a:xfrm>
          <a:prstGeom prst="cloudCallout">
            <a:avLst>
              <a:gd name="adj1" fmla="val -25208"/>
              <a:gd name="adj2" fmla="val 4113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>
              <a:latin typeface="Comic Sans MS" panose="030F0702030302020204" pitchFamily="66" charset="0"/>
            </a:endParaRPr>
          </a:p>
        </p:txBody>
      </p:sp>
      <p:sp>
        <p:nvSpPr>
          <p:cNvPr id="38" name="Line 20">
            <a:extLst>
              <a:ext uri="{FF2B5EF4-FFF2-40B4-BE49-F238E27FC236}">
                <a16:creationId xmlns:a16="http://schemas.microsoft.com/office/drawing/2014/main" id="{B7E01269-935B-4E3B-BB51-5C5E32A12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1281" y="1635919"/>
            <a:ext cx="1276350" cy="2000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9" name="Rectangle 21">
            <a:extLst>
              <a:ext uri="{FF2B5EF4-FFF2-40B4-BE49-F238E27FC236}">
                <a16:creationId xmlns:a16="http://schemas.microsoft.com/office/drawing/2014/main" id="{09F25378-0EAB-4998-B5CF-7BA99B9B3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4768" y="2046685"/>
            <a:ext cx="685800" cy="233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050" b="1" dirty="0">
                <a:solidFill>
                  <a:srgbClr val="FF3300"/>
                </a:solidFill>
                <a:latin typeface="Comic Sans MS" panose="030F0702030302020204" pitchFamily="66" charset="0"/>
              </a:rPr>
              <a:t>Port</a:t>
            </a:r>
            <a:r>
              <a:rPr lang="zh-CN" altLang="en-US" sz="1050" b="1" dirty="0">
                <a:solidFill>
                  <a:srgbClr val="FF3300"/>
                </a:solidFill>
                <a:latin typeface="Comic Sans MS" panose="030F0702030302020204" pitchFamily="66" charset="0"/>
              </a:rPr>
              <a:t>：</a:t>
            </a:r>
            <a:r>
              <a:rPr lang="en-US" altLang="zh-CN" sz="1050" b="1" dirty="0">
                <a:solidFill>
                  <a:srgbClr val="FF3300"/>
                </a:solidFill>
                <a:latin typeface="Comic Sans MS" panose="030F0702030302020204" pitchFamily="66" charset="0"/>
              </a:rPr>
              <a:t>80</a:t>
            </a:r>
          </a:p>
        </p:txBody>
      </p:sp>
      <p:sp>
        <p:nvSpPr>
          <p:cNvPr id="40" name="Line 22">
            <a:extLst>
              <a:ext uri="{FF2B5EF4-FFF2-40B4-BE49-F238E27FC236}">
                <a16:creationId xmlns:a16="http://schemas.microsoft.com/office/drawing/2014/main" id="{E1CE57D2-7F0D-422D-AE95-7DC4FB2E38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2237" y="1951435"/>
            <a:ext cx="1223963" cy="27503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0E5017EF-7B8E-4B91-8A0D-60E20A31F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1281" y="2352675"/>
            <a:ext cx="1276350" cy="2000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5DE2767D-621C-4A73-9BFA-46DE33CD3E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2237" y="2637235"/>
            <a:ext cx="1223963" cy="275034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" name="Line 26">
            <a:extLst>
              <a:ext uri="{FF2B5EF4-FFF2-40B4-BE49-F238E27FC236}">
                <a16:creationId xmlns:a16="http://schemas.microsoft.com/office/drawing/2014/main" id="{E0F6ECE4-DB66-4D0A-814A-87517BEB3D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2237" y="2836776"/>
            <a:ext cx="1223963" cy="27503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4" name="Line 27">
            <a:extLst>
              <a:ext uri="{FF2B5EF4-FFF2-40B4-BE49-F238E27FC236}">
                <a16:creationId xmlns:a16="http://schemas.microsoft.com/office/drawing/2014/main" id="{88E3A4F0-A828-4377-BDE6-A90DE968E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3143" y="1877616"/>
            <a:ext cx="0" cy="2807494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784A00C-D713-4EB7-827C-19542F4CE4AC}"/>
              </a:ext>
            </a:extLst>
          </p:cNvPr>
          <p:cNvSpPr/>
          <p:nvPr/>
        </p:nvSpPr>
        <p:spPr>
          <a:xfrm>
            <a:off x="467544" y="987574"/>
            <a:ext cx="213103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2.2.1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</a:p>
        </p:txBody>
      </p:sp>
      <p:sp>
        <p:nvSpPr>
          <p:cNvPr id="48" name="灯片编号占位符 2">
            <a:extLst>
              <a:ext uri="{FF2B5EF4-FFF2-40B4-BE49-F238E27FC236}">
                <a16:creationId xmlns:a16="http://schemas.microsoft.com/office/drawing/2014/main" id="{6E94B993-6443-40E6-8D1B-576833B5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5">
            <a:extLst>
              <a:ext uri="{FF2B5EF4-FFF2-40B4-BE49-F238E27FC236}">
                <a16:creationId xmlns:a16="http://schemas.microsoft.com/office/drawing/2014/main" id="{642A56CB-8869-4AFE-B7D7-395A5AFAC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" name="Text Box 32">
            <a:extLst>
              <a:ext uri="{FF2B5EF4-FFF2-40B4-BE49-F238E27FC236}">
                <a16:creationId xmlns:a16="http://schemas.microsoft.com/office/drawing/2014/main" id="{F59A748E-1858-4A9F-93AC-2D324EB9F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180" y="915195"/>
            <a:ext cx="623698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 Box 32">
            <a:extLst>
              <a:ext uri="{FF2B5EF4-FFF2-40B4-BE49-F238E27FC236}">
                <a16:creationId xmlns:a16="http://schemas.microsoft.com/office/drawing/2014/main" id="{9FF2E0A9-12B1-496B-8E4F-20648185B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853" y="917722"/>
            <a:ext cx="693175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3026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1907704" y="1203598"/>
            <a:ext cx="3892817" cy="3751263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ts val="252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2.2.1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的两种连接方式</a:t>
            </a:r>
            <a:endParaRPr lang="en-US" altLang="zh-CN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2.2.6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31" y="1635646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B38A22D2-BBC5-461F-955B-8ED7B49A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FF330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HTTP</a:t>
            </a:r>
            <a:endParaRPr lang="zh-CN" altLang="en-US" dirty="0">
              <a:solidFill>
                <a:srgbClr val="FF3300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BD815697-D651-4C9C-8F8D-09AD0354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F7E6FF84-AE06-4B5A-8CFE-14597856E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876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00000" y="1440000"/>
            <a:ext cx="4968552" cy="98736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）非持久性连接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725" lvl="1" indent="-263525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连接后最多只能请求一个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725" lvl="1" indent="-263525">
              <a:spcBef>
                <a:spcPts val="6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HTTP/1.0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706A78-DCDC-437E-BB44-F803D6D97342}"/>
              </a:ext>
            </a:extLst>
          </p:cNvPr>
          <p:cNvSpPr/>
          <p:nvPr/>
        </p:nvSpPr>
        <p:spPr>
          <a:xfrm>
            <a:off x="467544" y="987574"/>
            <a:ext cx="302433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的连接模式</a:t>
            </a:r>
          </a:p>
        </p:txBody>
      </p:sp>
      <p:grpSp>
        <p:nvGrpSpPr>
          <p:cNvPr id="7" name="Group 50">
            <a:extLst>
              <a:ext uri="{FF2B5EF4-FFF2-40B4-BE49-F238E27FC236}">
                <a16:creationId xmlns:a16="http://schemas.microsoft.com/office/drawing/2014/main" id="{9441CEFF-C2A4-4D86-B30D-CFBEF72C164F}"/>
              </a:ext>
            </a:extLst>
          </p:cNvPr>
          <p:cNvGrpSpPr>
            <a:grpSpLocks/>
          </p:cNvGrpSpPr>
          <p:nvPr/>
        </p:nvGrpSpPr>
        <p:grpSpPr bwMode="auto">
          <a:xfrm>
            <a:off x="7649693" y="1779662"/>
            <a:ext cx="1026319" cy="1350169"/>
            <a:chOff x="4195" y="1162"/>
            <a:chExt cx="862" cy="1134"/>
          </a:xfrm>
        </p:grpSpPr>
        <p:sp>
          <p:nvSpPr>
            <p:cNvPr id="10" name="AutoShape 51">
              <a:extLst>
                <a:ext uri="{FF2B5EF4-FFF2-40B4-BE49-F238E27FC236}">
                  <a16:creationId xmlns:a16="http://schemas.microsoft.com/office/drawing/2014/main" id="{E6964D10-8345-4FAB-A92F-817B4ADF8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62"/>
              <a:ext cx="862" cy="1134"/>
            </a:xfrm>
            <a:prstGeom prst="foldedCorner">
              <a:avLst>
                <a:gd name="adj" fmla="val 12500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" name="Line 52">
              <a:extLst>
                <a:ext uri="{FF2B5EF4-FFF2-40B4-BE49-F238E27FC236}">
                  <a16:creationId xmlns:a16="http://schemas.microsoft.com/office/drawing/2014/main" id="{41548C6F-07A6-4F93-A30C-36749D490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344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Line 53">
              <a:extLst>
                <a:ext uri="{FF2B5EF4-FFF2-40B4-BE49-F238E27FC236}">
                  <a16:creationId xmlns:a16="http://schemas.microsoft.com/office/drawing/2014/main" id="{3395F734-9083-456A-B941-8CE4CE676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434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54">
              <a:extLst>
                <a:ext uri="{FF2B5EF4-FFF2-40B4-BE49-F238E27FC236}">
                  <a16:creationId xmlns:a16="http://schemas.microsoft.com/office/drawing/2014/main" id="{49044648-65DA-47EB-B58D-C53B4BEFB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525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Line 55">
              <a:extLst>
                <a:ext uri="{FF2B5EF4-FFF2-40B4-BE49-F238E27FC236}">
                  <a16:creationId xmlns:a16="http://schemas.microsoft.com/office/drawing/2014/main" id="{B78D8A7A-DB66-4765-A684-6A663B4D6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61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Line 56">
              <a:extLst>
                <a:ext uri="{FF2B5EF4-FFF2-40B4-BE49-F238E27FC236}">
                  <a16:creationId xmlns:a16="http://schemas.microsoft.com/office/drawing/2014/main" id="{E02BD84A-D138-4D35-856F-F2A2BA562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70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" name="Line 57">
              <a:extLst>
                <a:ext uri="{FF2B5EF4-FFF2-40B4-BE49-F238E27FC236}">
                  <a16:creationId xmlns:a16="http://schemas.microsoft.com/office/drawing/2014/main" id="{95DBE1F2-B98E-4BB9-A96D-58E3D110C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79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Line 58">
              <a:extLst>
                <a:ext uri="{FF2B5EF4-FFF2-40B4-BE49-F238E27FC236}">
                  <a16:creationId xmlns:a16="http://schemas.microsoft.com/office/drawing/2014/main" id="{709D0DF5-ED76-459D-B1BB-421251154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887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Line 59">
              <a:extLst>
                <a:ext uri="{FF2B5EF4-FFF2-40B4-BE49-F238E27FC236}">
                  <a16:creationId xmlns:a16="http://schemas.microsoft.com/office/drawing/2014/main" id="{0C4EAD97-AC41-40DF-8602-A1DB3E9E2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978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3D095493-3B59-4825-B74B-0A143DF96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205"/>
              <a:ext cx="5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Line 61">
              <a:extLst>
                <a:ext uri="{FF2B5EF4-FFF2-40B4-BE49-F238E27FC236}">
                  <a16:creationId xmlns:a16="http://schemas.microsoft.com/office/drawing/2014/main" id="{4D6CA652-01BE-4066-B8AC-0E64210E4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115"/>
              <a:ext cx="5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Rectangle 62">
              <a:extLst>
                <a:ext uri="{FF2B5EF4-FFF2-40B4-BE49-F238E27FC236}">
                  <a16:creationId xmlns:a16="http://schemas.microsoft.com/office/drawing/2014/main" id="{ED446ADB-D361-47FF-8111-82590FF84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207"/>
              <a:ext cx="272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>
                  <a:solidFill>
                    <a:srgbClr val="0000FF"/>
                  </a:solidFill>
                </a:rPr>
                <a:t>Text</a:t>
              </a:r>
            </a:p>
          </p:txBody>
        </p:sp>
      </p:grpSp>
      <p:grpSp>
        <p:nvGrpSpPr>
          <p:cNvPr id="22" name="Group 33">
            <a:extLst>
              <a:ext uri="{FF2B5EF4-FFF2-40B4-BE49-F238E27FC236}">
                <a16:creationId xmlns:a16="http://schemas.microsoft.com/office/drawing/2014/main" id="{1495FF9D-D13A-4EDA-9A4C-5280FB385921}"/>
              </a:ext>
            </a:extLst>
          </p:cNvPr>
          <p:cNvGrpSpPr>
            <a:grpSpLocks/>
          </p:cNvGrpSpPr>
          <p:nvPr/>
        </p:nvGrpSpPr>
        <p:grpSpPr bwMode="auto">
          <a:xfrm>
            <a:off x="7649693" y="1779662"/>
            <a:ext cx="1026319" cy="1350169"/>
            <a:chOff x="4195" y="1162"/>
            <a:chExt cx="862" cy="1134"/>
          </a:xfrm>
        </p:grpSpPr>
        <p:sp>
          <p:nvSpPr>
            <p:cNvPr id="23" name="AutoShape 6">
              <a:extLst>
                <a:ext uri="{FF2B5EF4-FFF2-40B4-BE49-F238E27FC236}">
                  <a16:creationId xmlns:a16="http://schemas.microsoft.com/office/drawing/2014/main" id="{A0D40F5C-0D37-4DD9-8D91-C8F8FD648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62"/>
              <a:ext cx="862" cy="1134"/>
            </a:xfrm>
            <a:prstGeom prst="foldedCorner">
              <a:avLst>
                <a:gd name="adj" fmla="val 12500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" name="Line 7">
              <a:extLst>
                <a:ext uri="{FF2B5EF4-FFF2-40B4-BE49-F238E27FC236}">
                  <a16:creationId xmlns:a16="http://schemas.microsoft.com/office/drawing/2014/main" id="{F3CE0A21-8B62-4DD7-85B9-E06AE8102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344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" name="Line 8">
              <a:extLst>
                <a:ext uri="{FF2B5EF4-FFF2-40B4-BE49-F238E27FC236}">
                  <a16:creationId xmlns:a16="http://schemas.microsoft.com/office/drawing/2014/main" id="{1E2E49B5-6EEB-4E34-A499-82533608A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434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77B3FCE9-9C16-4CAA-83B9-62ACB4311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525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638F6FB6-7D04-47B6-A9A4-D2A111069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61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35841FF6-2624-44FB-B0DD-F2FEEAED3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70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FF9595E1-B09A-4466-8B7E-A4B4740BD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79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1885CB2D-A261-4901-A332-BCD22A638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887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14">
              <a:extLst>
                <a:ext uri="{FF2B5EF4-FFF2-40B4-BE49-F238E27FC236}">
                  <a16:creationId xmlns:a16="http://schemas.microsoft.com/office/drawing/2014/main" id="{72B2DB94-2029-4D56-9C59-DC8402D79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1978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2" name="Line 15">
              <a:extLst>
                <a:ext uri="{FF2B5EF4-FFF2-40B4-BE49-F238E27FC236}">
                  <a16:creationId xmlns:a16="http://schemas.microsoft.com/office/drawing/2014/main" id="{570277FE-F83E-423F-87F6-2C64884BF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205"/>
              <a:ext cx="5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Line 16">
              <a:extLst>
                <a:ext uri="{FF2B5EF4-FFF2-40B4-BE49-F238E27FC236}">
                  <a16:creationId xmlns:a16="http://schemas.microsoft.com/office/drawing/2014/main" id="{A2369DD2-17E5-4AF6-9086-65A649729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" y="2115"/>
              <a:ext cx="5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4" name="Rectangle 19">
              <a:extLst>
                <a:ext uri="{FF2B5EF4-FFF2-40B4-BE49-F238E27FC236}">
                  <a16:creationId xmlns:a16="http://schemas.microsoft.com/office/drawing/2014/main" id="{A28633C1-B63D-4CD3-BD30-DC4AC9E72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207"/>
              <a:ext cx="272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>
                  <a:solidFill>
                    <a:srgbClr val="0000FF"/>
                  </a:solidFill>
                </a:rPr>
                <a:t>Text</a:t>
              </a:r>
            </a:p>
          </p:txBody>
        </p:sp>
      </p:grpSp>
      <p:sp>
        <p:nvSpPr>
          <p:cNvPr id="35" name="Rectangle 17">
            <a:extLst>
              <a:ext uri="{FF2B5EF4-FFF2-40B4-BE49-F238E27FC236}">
                <a16:creationId xmlns:a16="http://schemas.microsoft.com/office/drawing/2014/main" id="{5D66002D-5E6C-48C6-B3A1-428086836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14" y="1941587"/>
            <a:ext cx="325041" cy="3238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b="1">
                <a:solidFill>
                  <a:srgbClr val="0000FF"/>
                </a:solidFill>
              </a:rPr>
              <a:t>Img1</a:t>
            </a: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C574E13B-35F5-4E99-A34E-187A5E1ED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039" y="2427362"/>
            <a:ext cx="325041" cy="32385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b="1">
                <a:solidFill>
                  <a:srgbClr val="008000"/>
                </a:solidFill>
              </a:rPr>
              <a:t>Img2</a:t>
            </a:r>
          </a:p>
        </p:txBody>
      </p:sp>
      <p:graphicFrame>
        <p:nvGraphicFramePr>
          <p:cNvPr id="37" name="Object 20">
            <a:extLst>
              <a:ext uri="{FF2B5EF4-FFF2-40B4-BE49-F238E27FC236}">
                <a16:creationId xmlns:a16="http://schemas.microsoft.com/office/drawing/2014/main" id="{73BE0AFC-B55A-4552-B94C-089F5C420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010080"/>
              </p:ext>
            </p:extLst>
          </p:nvPr>
        </p:nvGraphicFramePr>
        <p:xfrm>
          <a:off x="3977805" y="3615606"/>
          <a:ext cx="9429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9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3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7805" y="3615606"/>
                        <a:ext cx="9429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0">
            <a:extLst>
              <a:ext uri="{FF2B5EF4-FFF2-40B4-BE49-F238E27FC236}">
                <a16:creationId xmlns:a16="http://schemas.microsoft.com/office/drawing/2014/main" id="{2FBB7DB9-BD51-434A-8900-F4BBED3E50AC}"/>
              </a:ext>
            </a:extLst>
          </p:cNvPr>
          <p:cNvGrpSpPr>
            <a:grpSpLocks/>
          </p:cNvGrpSpPr>
          <p:nvPr/>
        </p:nvGrpSpPr>
        <p:grpSpPr bwMode="auto">
          <a:xfrm>
            <a:off x="7272264" y="3346525"/>
            <a:ext cx="711994" cy="1133475"/>
            <a:chOff x="4059" y="2523"/>
            <a:chExt cx="598" cy="952"/>
          </a:xfrm>
        </p:grpSpPr>
        <p:sp>
          <p:nvSpPr>
            <p:cNvPr id="39" name="AutoShape 22">
              <a:extLst>
                <a:ext uri="{FF2B5EF4-FFF2-40B4-BE49-F238E27FC236}">
                  <a16:creationId xmlns:a16="http://schemas.microsoft.com/office/drawing/2014/main" id="{42A57A67-1A29-412A-8ECE-168CA2717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3255"/>
              <a:ext cx="590" cy="220"/>
            </a:xfrm>
            <a:prstGeom prst="parallelogram">
              <a:avLst>
                <a:gd name="adj" fmla="val 103312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0" name="Rectangle 23">
              <a:extLst>
                <a:ext uri="{FF2B5EF4-FFF2-40B4-BE49-F238E27FC236}">
                  <a16:creationId xmlns:a16="http://schemas.microsoft.com/office/drawing/2014/main" id="{05713E12-CD0E-49EB-BBFF-69CEBF708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6" y="2529"/>
              <a:ext cx="271" cy="732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1" name="Rectangle 24">
              <a:extLst>
                <a:ext uri="{FF2B5EF4-FFF2-40B4-BE49-F238E27FC236}">
                  <a16:creationId xmlns:a16="http://schemas.microsoft.com/office/drawing/2014/main" id="{A0B3EDF2-2200-4347-A785-207D5E206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3" y="2737"/>
              <a:ext cx="374" cy="73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2" name="AutoShape 25">
              <a:extLst>
                <a:ext uri="{FF2B5EF4-FFF2-40B4-BE49-F238E27FC236}">
                  <a16:creationId xmlns:a16="http://schemas.microsoft.com/office/drawing/2014/main" id="{84F3DC02-9295-4DC2-BE02-1932E6B18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523"/>
              <a:ext cx="590" cy="220"/>
            </a:xfrm>
            <a:prstGeom prst="parallelogram">
              <a:avLst>
                <a:gd name="adj" fmla="val 103312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3" name="Line 26">
              <a:extLst>
                <a:ext uri="{FF2B5EF4-FFF2-40B4-BE49-F238E27FC236}">
                  <a16:creationId xmlns:a16="http://schemas.microsoft.com/office/drawing/2014/main" id="{9BEC452A-F826-4100-B647-FC638E10C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2539"/>
              <a:ext cx="0" cy="7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AA267650-2C6A-4184-B41A-7A8A68E529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3255"/>
              <a:ext cx="212" cy="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5" name="Rectangle 28">
              <a:extLst>
                <a:ext uri="{FF2B5EF4-FFF2-40B4-BE49-F238E27FC236}">
                  <a16:creationId xmlns:a16="http://schemas.microsoft.com/office/drawing/2014/main" id="{C525A8F0-DB7D-4F15-98BF-3BC4452D6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0" y="2833"/>
              <a:ext cx="248" cy="42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6" name="Rectangle 29">
              <a:extLst>
                <a:ext uri="{FF2B5EF4-FFF2-40B4-BE49-F238E27FC236}">
                  <a16:creationId xmlns:a16="http://schemas.microsoft.com/office/drawing/2014/main" id="{9AB9D944-41C5-4AEF-A883-F1373BF37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" y="2960"/>
              <a:ext cx="188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47" name="Line 31">
            <a:extLst>
              <a:ext uri="{FF2B5EF4-FFF2-40B4-BE49-F238E27FC236}">
                <a16:creationId xmlns:a16="http://schemas.microsoft.com/office/drawing/2014/main" id="{4081E8FD-E23A-40B3-B6DC-A39601EE9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2199" y="3939456"/>
            <a:ext cx="243006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0B116DB1-7A00-4FEC-B920-499ADFA92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832" y="4480000"/>
            <a:ext cx="363112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u="sng">
                <a:effectLst>
                  <a:outerShdw blurRad="38100" dist="38100" dir="2700000" algn="tl">
                    <a:srgbClr val="C0C0C0"/>
                  </a:outerShdw>
                </a:effectLst>
              </a:rPr>
              <a:t>www.someschool.edu/somedepartment/home.index</a:t>
            </a:r>
          </a:p>
        </p:txBody>
      </p:sp>
      <p:grpSp>
        <p:nvGrpSpPr>
          <p:cNvPr id="49" name="Group 40">
            <a:extLst>
              <a:ext uri="{FF2B5EF4-FFF2-40B4-BE49-F238E27FC236}">
                <a16:creationId xmlns:a16="http://schemas.microsoft.com/office/drawing/2014/main" id="{C8682B3D-2EC7-4493-AE2E-065EAD36AADE}"/>
              </a:ext>
            </a:extLst>
          </p:cNvPr>
          <p:cNvGrpSpPr>
            <a:grpSpLocks/>
          </p:cNvGrpSpPr>
          <p:nvPr/>
        </p:nvGrpSpPr>
        <p:grpSpPr bwMode="auto">
          <a:xfrm>
            <a:off x="4949355" y="3562028"/>
            <a:ext cx="2269331" cy="215503"/>
            <a:chOff x="1927" y="2750"/>
            <a:chExt cx="1906" cy="181"/>
          </a:xfrm>
        </p:grpSpPr>
        <p:sp>
          <p:nvSpPr>
            <p:cNvPr id="50" name="Line 35">
              <a:extLst>
                <a:ext uri="{FF2B5EF4-FFF2-40B4-BE49-F238E27FC236}">
                  <a16:creationId xmlns:a16="http://schemas.microsoft.com/office/drawing/2014/main" id="{48424CEE-1A4C-4CEC-9B3E-4B6B3CC3F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931"/>
              <a:ext cx="190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A8D7C2EF-0675-4D3A-AEF2-050B9F797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750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>
                  <a:solidFill>
                    <a:srgbClr val="FF0000"/>
                  </a:solidFill>
                </a:rPr>
                <a:t>TCP Connection Request</a:t>
              </a:r>
            </a:p>
          </p:txBody>
        </p:sp>
      </p:grpSp>
      <p:grpSp>
        <p:nvGrpSpPr>
          <p:cNvPr id="52" name="Group 39">
            <a:extLst>
              <a:ext uri="{FF2B5EF4-FFF2-40B4-BE49-F238E27FC236}">
                <a16:creationId xmlns:a16="http://schemas.microsoft.com/office/drawing/2014/main" id="{E49B6270-D759-4C0E-B926-E50302877388}"/>
              </a:ext>
            </a:extLst>
          </p:cNvPr>
          <p:cNvGrpSpPr>
            <a:grpSpLocks/>
          </p:cNvGrpSpPr>
          <p:nvPr/>
        </p:nvGrpSpPr>
        <p:grpSpPr bwMode="auto">
          <a:xfrm>
            <a:off x="4949355" y="4102572"/>
            <a:ext cx="2269331" cy="215503"/>
            <a:chOff x="1927" y="3022"/>
            <a:chExt cx="1906" cy="181"/>
          </a:xfrm>
        </p:grpSpPr>
        <p:sp>
          <p:nvSpPr>
            <p:cNvPr id="53" name="Line 36">
              <a:extLst>
                <a:ext uri="{FF2B5EF4-FFF2-40B4-BE49-F238E27FC236}">
                  <a16:creationId xmlns:a16="http://schemas.microsoft.com/office/drawing/2014/main" id="{CD90C931-9606-4F7A-8055-B10C8E518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3022"/>
              <a:ext cx="190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Rectangle 38">
              <a:extLst>
                <a:ext uri="{FF2B5EF4-FFF2-40B4-BE49-F238E27FC236}">
                  <a16:creationId xmlns:a16="http://schemas.microsoft.com/office/drawing/2014/main" id="{769AFCC2-FF3D-4088-9DC6-CACA2805C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3067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>
                  <a:solidFill>
                    <a:srgbClr val="FF0000"/>
                  </a:solidFill>
                </a:rPr>
                <a:t>TCP Connection Response</a:t>
              </a:r>
            </a:p>
          </p:txBody>
        </p:sp>
      </p:grpSp>
      <p:grpSp>
        <p:nvGrpSpPr>
          <p:cNvPr id="55" name="Group 41">
            <a:extLst>
              <a:ext uri="{FF2B5EF4-FFF2-40B4-BE49-F238E27FC236}">
                <a16:creationId xmlns:a16="http://schemas.microsoft.com/office/drawing/2014/main" id="{4656DE6B-3CC6-4A05-BBD6-D208447847D5}"/>
              </a:ext>
            </a:extLst>
          </p:cNvPr>
          <p:cNvGrpSpPr>
            <a:grpSpLocks/>
          </p:cNvGrpSpPr>
          <p:nvPr/>
        </p:nvGrpSpPr>
        <p:grpSpPr bwMode="auto">
          <a:xfrm>
            <a:off x="4949355" y="3562028"/>
            <a:ext cx="2269331" cy="215503"/>
            <a:chOff x="1927" y="2750"/>
            <a:chExt cx="1906" cy="181"/>
          </a:xfrm>
        </p:grpSpPr>
        <p:sp>
          <p:nvSpPr>
            <p:cNvPr id="56" name="Line 42">
              <a:extLst>
                <a:ext uri="{FF2B5EF4-FFF2-40B4-BE49-F238E27FC236}">
                  <a16:creationId xmlns:a16="http://schemas.microsoft.com/office/drawing/2014/main" id="{D9017BD6-8F1E-4703-B8B9-73DC9E1B7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931"/>
              <a:ext cx="1906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Rectangle 43">
              <a:extLst>
                <a:ext uri="{FF2B5EF4-FFF2-40B4-BE49-F238E27FC236}">
                  <a16:creationId xmlns:a16="http://schemas.microsoft.com/office/drawing/2014/main" id="{113DE4D7-5808-402C-9D39-3D9017A98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2750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 b="1">
                  <a:solidFill>
                    <a:srgbClr val="0000FF"/>
                  </a:solidFill>
                </a:rPr>
                <a:t>HTTP  Request</a:t>
              </a:r>
            </a:p>
          </p:txBody>
        </p:sp>
      </p:grpSp>
      <p:grpSp>
        <p:nvGrpSpPr>
          <p:cNvPr id="58" name="Group 44">
            <a:extLst>
              <a:ext uri="{FF2B5EF4-FFF2-40B4-BE49-F238E27FC236}">
                <a16:creationId xmlns:a16="http://schemas.microsoft.com/office/drawing/2014/main" id="{EF22370C-B4DD-400A-BAEA-53BA4C0869C6}"/>
              </a:ext>
            </a:extLst>
          </p:cNvPr>
          <p:cNvGrpSpPr>
            <a:grpSpLocks/>
          </p:cNvGrpSpPr>
          <p:nvPr/>
        </p:nvGrpSpPr>
        <p:grpSpPr bwMode="auto">
          <a:xfrm>
            <a:off x="4949355" y="4102572"/>
            <a:ext cx="2269331" cy="215503"/>
            <a:chOff x="1927" y="3022"/>
            <a:chExt cx="1906" cy="181"/>
          </a:xfrm>
        </p:grpSpPr>
        <p:sp>
          <p:nvSpPr>
            <p:cNvPr id="59" name="Line 45">
              <a:extLst>
                <a:ext uri="{FF2B5EF4-FFF2-40B4-BE49-F238E27FC236}">
                  <a16:creationId xmlns:a16="http://schemas.microsoft.com/office/drawing/2014/main" id="{51A459B0-67CB-4730-BA20-BA3EEB027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3022"/>
              <a:ext cx="1906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Rectangle 46">
              <a:extLst>
                <a:ext uri="{FF2B5EF4-FFF2-40B4-BE49-F238E27FC236}">
                  <a16:creationId xmlns:a16="http://schemas.microsoft.com/office/drawing/2014/main" id="{0D3A97C0-697A-4F63-99A0-15DD0A13D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3067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 b="1">
                  <a:solidFill>
                    <a:srgbClr val="0000FF"/>
                  </a:solidFill>
                </a:rPr>
                <a:t>HTTP Response</a:t>
              </a:r>
            </a:p>
          </p:txBody>
        </p:sp>
      </p:grpSp>
      <p:grpSp>
        <p:nvGrpSpPr>
          <p:cNvPr id="61" name="Group 47">
            <a:extLst>
              <a:ext uri="{FF2B5EF4-FFF2-40B4-BE49-F238E27FC236}">
                <a16:creationId xmlns:a16="http://schemas.microsoft.com/office/drawing/2014/main" id="{1523BA41-BD88-4EAA-B56F-91D99CFD280C}"/>
              </a:ext>
            </a:extLst>
          </p:cNvPr>
          <p:cNvGrpSpPr>
            <a:grpSpLocks/>
          </p:cNvGrpSpPr>
          <p:nvPr/>
        </p:nvGrpSpPr>
        <p:grpSpPr bwMode="auto">
          <a:xfrm>
            <a:off x="4949355" y="4102572"/>
            <a:ext cx="2269331" cy="215503"/>
            <a:chOff x="1927" y="3022"/>
            <a:chExt cx="1906" cy="181"/>
          </a:xfrm>
        </p:grpSpPr>
        <p:sp>
          <p:nvSpPr>
            <p:cNvPr id="62" name="Line 48">
              <a:extLst>
                <a:ext uri="{FF2B5EF4-FFF2-40B4-BE49-F238E27FC236}">
                  <a16:creationId xmlns:a16="http://schemas.microsoft.com/office/drawing/2014/main" id="{B3403F0C-9355-4DA5-8F37-3A051A831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3022"/>
              <a:ext cx="190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Rectangle 49">
              <a:extLst>
                <a:ext uri="{FF2B5EF4-FFF2-40B4-BE49-F238E27FC236}">
                  <a16:creationId xmlns:a16="http://schemas.microsoft.com/office/drawing/2014/main" id="{8C298252-A818-49B6-A0D7-E5BBB16BE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3067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>
                  <a:solidFill>
                    <a:srgbClr val="FF0000"/>
                  </a:solidFill>
                </a:rPr>
                <a:t>TCP Connection Closed</a:t>
              </a: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F8F392B7-7A78-4631-BA86-95FA33DF8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14" y="1941587"/>
            <a:ext cx="325041" cy="3238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b="1">
                <a:solidFill>
                  <a:srgbClr val="0000FF"/>
                </a:solidFill>
              </a:rPr>
              <a:t>Img1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2B40D2E-4E25-45C5-A321-D02E23259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039" y="2427362"/>
            <a:ext cx="325041" cy="32385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b="1">
                <a:solidFill>
                  <a:srgbClr val="008000"/>
                </a:solidFill>
              </a:rPr>
              <a:t>Img2</a:t>
            </a:r>
          </a:p>
        </p:txBody>
      </p:sp>
      <p:sp>
        <p:nvSpPr>
          <p:cNvPr id="66" name="灯片编号占位符 2">
            <a:extLst>
              <a:ext uri="{FF2B5EF4-FFF2-40B4-BE49-F238E27FC236}">
                <a16:creationId xmlns:a16="http://schemas.microsoft.com/office/drawing/2014/main" id="{4160CE2A-A9AC-4BC2-B271-53CDA8E8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69330D97-39BB-442D-A3D4-1BCEB1513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722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2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2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2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93827E-7 L 1.66667E-6 0.27438 L -0.64427 0.27438 L -0.64427 0.03179 " pathEditMode="relative" rAng="0" ptsTypes="AAAA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22" y="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6.17284E-7 L -8.33333E-7 0.27438 L -0.64427 0.27438 L -0.64427 0.0321 " pathEditMode="relative" rAng="0" ptsTypes="AAAA">
                                      <p:cBhvr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22" y="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93827E-6 L 4.16667E-6 0.27438 L -0.64427 0.27438 L -0.64427 0.03179 " pathEditMode="relative" rAng="0" ptsTypes="AAAA">
                                      <p:cBhvr>
                                        <p:cTn id="1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22" y="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1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6" grpId="0" animBg="1"/>
      <p:bldP spid="36" grpId="1" animBg="1"/>
      <p:bldP spid="48" grpId="0"/>
      <p:bldP spid="67" grpId="0" animBg="1"/>
      <p:bldP spid="67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4">
            <a:extLst>
              <a:ext uri="{FF2B5EF4-FFF2-40B4-BE49-F238E27FC236}">
                <a16:creationId xmlns:a16="http://schemas.microsoft.com/office/drawing/2014/main" id="{6C0E28E3-C0AE-4975-B90E-2AE943B0831D}"/>
              </a:ext>
            </a:extLst>
          </p:cNvPr>
          <p:cNvSpPr txBox="1">
            <a:spLocks noChangeArrowheads="1"/>
          </p:cNvSpPr>
          <p:nvPr/>
        </p:nvSpPr>
        <p:spPr>
          <a:xfrm>
            <a:off x="900000" y="1440000"/>
            <a:ext cx="4968552" cy="127190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）持久性连接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725" lvl="1" indent="-274638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在一个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连接期间可以请求多个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725" lvl="1" indent="-274638">
              <a:spcBef>
                <a:spcPts val="6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HTTP/1.1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grpSp>
        <p:nvGrpSpPr>
          <p:cNvPr id="67" name="Group 6"/>
          <p:cNvGrpSpPr>
            <a:grpSpLocks/>
          </p:cNvGrpSpPr>
          <p:nvPr/>
        </p:nvGrpSpPr>
        <p:grpSpPr bwMode="auto">
          <a:xfrm>
            <a:off x="7650137" y="1779662"/>
            <a:ext cx="1026319" cy="1350169"/>
            <a:chOff x="4195" y="1162"/>
            <a:chExt cx="862" cy="1134"/>
          </a:xfrm>
        </p:grpSpPr>
        <p:sp>
          <p:nvSpPr>
            <p:cNvPr id="68" name="AutoShape 7"/>
            <p:cNvSpPr>
              <a:spLocks noChangeArrowheads="1"/>
            </p:cNvSpPr>
            <p:nvPr/>
          </p:nvSpPr>
          <p:spPr bwMode="auto">
            <a:xfrm>
              <a:off x="4195" y="1162"/>
              <a:ext cx="862" cy="1134"/>
            </a:xfrm>
            <a:prstGeom prst="foldedCorner">
              <a:avLst>
                <a:gd name="adj" fmla="val 12500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69" name="Line 8"/>
            <p:cNvSpPr>
              <a:spLocks noChangeShapeType="1"/>
            </p:cNvSpPr>
            <p:nvPr/>
          </p:nvSpPr>
          <p:spPr bwMode="auto">
            <a:xfrm>
              <a:off x="4286" y="1344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Line 9"/>
            <p:cNvSpPr>
              <a:spLocks noChangeShapeType="1"/>
            </p:cNvSpPr>
            <p:nvPr/>
          </p:nvSpPr>
          <p:spPr bwMode="auto">
            <a:xfrm>
              <a:off x="4286" y="1434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Line 10"/>
            <p:cNvSpPr>
              <a:spLocks noChangeShapeType="1"/>
            </p:cNvSpPr>
            <p:nvPr/>
          </p:nvSpPr>
          <p:spPr bwMode="auto">
            <a:xfrm>
              <a:off x="4286" y="1525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2" name="Line 11"/>
            <p:cNvSpPr>
              <a:spLocks noChangeShapeType="1"/>
            </p:cNvSpPr>
            <p:nvPr/>
          </p:nvSpPr>
          <p:spPr bwMode="auto">
            <a:xfrm>
              <a:off x="4286" y="161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12"/>
            <p:cNvSpPr>
              <a:spLocks noChangeShapeType="1"/>
            </p:cNvSpPr>
            <p:nvPr/>
          </p:nvSpPr>
          <p:spPr bwMode="auto">
            <a:xfrm>
              <a:off x="4649" y="170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4" name="Line 13"/>
            <p:cNvSpPr>
              <a:spLocks noChangeShapeType="1"/>
            </p:cNvSpPr>
            <p:nvPr/>
          </p:nvSpPr>
          <p:spPr bwMode="auto">
            <a:xfrm>
              <a:off x="4649" y="179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Line 14"/>
            <p:cNvSpPr>
              <a:spLocks noChangeShapeType="1"/>
            </p:cNvSpPr>
            <p:nvPr/>
          </p:nvSpPr>
          <p:spPr bwMode="auto">
            <a:xfrm>
              <a:off x="4649" y="1887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Line 15"/>
            <p:cNvSpPr>
              <a:spLocks noChangeShapeType="1"/>
            </p:cNvSpPr>
            <p:nvPr/>
          </p:nvSpPr>
          <p:spPr bwMode="auto">
            <a:xfrm>
              <a:off x="4649" y="1978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7" name="Line 16"/>
            <p:cNvSpPr>
              <a:spLocks noChangeShapeType="1"/>
            </p:cNvSpPr>
            <p:nvPr/>
          </p:nvSpPr>
          <p:spPr bwMode="auto">
            <a:xfrm>
              <a:off x="4353" y="2205"/>
              <a:ext cx="5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17"/>
            <p:cNvSpPr>
              <a:spLocks noChangeShapeType="1"/>
            </p:cNvSpPr>
            <p:nvPr/>
          </p:nvSpPr>
          <p:spPr bwMode="auto">
            <a:xfrm>
              <a:off x="4353" y="2115"/>
              <a:ext cx="5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Rectangle 18"/>
            <p:cNvSpPr>
              <a:spLocks noChangeArrowheads="1"/>
            </p:cNvSpPr>
            <p:nvPr/>
          </p:nvSpPr>
          <p:spPr bwMode="auto">
            <a:xfrm>
              <a:off x="4286" y="1207"/>
              <a:ext cx="272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>
                  <a:solidFill>
                    <a:srgbClr val="0000FF"/>
                  </a:solidFill>
                </a:rPr>
                <a:t>Text</a:t>
              </a:r>
            </a:p>
          </p:txBody>
        </p:sp>
      </p:grpSp>
      <p:grpSp>
        <p:nvGrpSpPr>
          <p:cNvPr id="80" name="Group 19"/>
          <p:cNvGrpSpPr>
            <a:grpSpLocks/>
          </p:cNvGrpSpPr>
          <p:nvPr/>
        </p:nvGrpSpPr>
        <p:grpSpPr bwMode="auto">
          <a:xfrm>
            <a:off x="7650137" y="1779662"/>
            <a:ext cx="1026319" cy="1350169"/>
            <a:chOff x="4195" y="1162"/>
            <a:chExt cx="862" cy="1134"/>
          </a:xfrm>
        </p:grpSpPr>
        <p:sp>
          <p:nvSpPr>
            <p:cNvPr id="82" name="AutoShape 20"/>
            <p:cNvSpPr>
              <a:spLocks noChangeArrowheads="1"/>
            </p:cNvSpPr>
            <p:nvPr/>
          </p:nvSpPr>
          <p:spPr bwMode="auto">
            <a:xfrm>
              <a:off x="4195" y="1162"/>
              <a:ext cx="862" cy="1134"/>
            </a:xfrm>
            <a:prstGeom prst="foldedCorner">
              <a:avLst>
                <a:gd name="adj" fmla="val 12500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3" name="Line 21"/>
            <p:cNvSpPr>
              <a:spLocks noChangeShapeType="1"/>
            </p:cNvSpPr>
            <p:nvPr/>
          </p:nvSpPr>
          <p:spPr bwMode="auto">
            <a:xfrm>
              <a:off x="4286" y="1344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4" name="Line 22"/>
            <p:cNvSpPr>
              <a:spLocks noChangeShapeType="1"/>
            </p:cNvSpPr>
            <p:nvPr/>
          </p:nvSpPr>
          <p:spPr bwMode="auto">
            <a:xfrm>
              <a:off x="4286" y="1434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5" name="Line 23"/>
            <p:cNvSpPr>
              <a:spLocks noChangeShapeType="1"/>
            </p:cNvSpPr>
            <p:nvPr/>
          </p:nvSpPr>
          <p:spPr bwMode="auto">
            <a:xfrm>
              <a:off x="4286" y="1525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6" name="Line 24"/>
            <p:cNvSpPr>
              <a:spLocks noChangeShapeType="1"/>
            </p:cNvSpPr>
            <p:nvPr/>
          </p:nvSpPr>
          <p:spPr bwMode="auto">
            <a:xfrm>
              <a:off x="4286" y="161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7" name="Line 25"/>
            <p:cNvSpPr>
              <a:spLocks noChangeShapeType="1"/>
            </p:cNvSpPr>
            <p:nvPr/>
          </p:nvSpPr>
          <p:spPr bwMode="auto">
            <a:xfrm>
              <a:off x="4649" y="170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Line 26"/>
            <p:cNvSpPr>
              <a:spLocks noChangeShapeType="1"/>
            </p:cNvSpPr>
            <p:nvPr/>
          </p:nvSpPr>
          <p:spPr bwMode="auto">
            <a:xfrm>
              <a:off x="4649" y="1796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9" name="Line 27"/>
            <p:cNvSpPr>
              <a:spLocks noChangeShapeType="1"/>
            </p:cNvSpPr>
            <p:nvPr/>
          </p:nvSpPr>
          <p:spPr bwMode="auto">
            <a:xfrm>
              <a:off x="4649" y="1887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0" name="Line 28"/>
            <p:cNvSpPr>
              <a:spLocks noChangeShapeType="1"/>
            </p:cNvSpPr>
            <p:nvPr/>
          </p:nvSpPr>
          <p:spPr bwMode="auto">
            <a:xfrm>
              <a:off x="4649" y="1978"/>
              <a:ext cx="31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Line 29"/>
            <p:cNvSpPr>
              <a:spLocks noChangeShapeType="1"/>
            </p:cNvSpPr>
            <p:nvPr/>
          </p:nvSpPr>
          <p:spPr bwMode="auto">
            <a:xfrm>
              <a:off x="4353" y="2205"/>
              <a:ext cx="5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2" name="Line 30"/>
            <p:cNvSpPr>
              <a:spLocks noChangeShapeType="1"/>
            </p:cNvSpPr>
            <p:nvPr/>
          </p:nvSpPr>
          <p:spPr bwMode="auto">
            <a:xfrm>
              <a:off x="4353" y="2115"/>
              <a:ext cx="58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3" name="Rectangle 31"/>
            <p:cNvSpPr>
              <a:spLocks noChangeArrowheads="1"/>
            </p:cNvSpPr>
            <p:nvPr/>
          </p:nvSpPr>
          <p:spPr bwMode="auto">
            <a:xfrm>
              <a:off x="4286" y="1207"/>
              <a:ext cx="272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>
                  <a:solidFill>
                    <a:srgbClr val="0000FF"/>
                  </a:solidFill>
                </a:rPr>
                <a:t>Text</a:t>
              </a:r>
            </a:p>
          </p:txBody>
        </p:sp>
      </p:grpSp>
      <p:sp>
        <p:nvSpPr>
          <p:cNvPr id="94" name="Rectangle 32"/>
          <p:cNvSpPr>
            <a:spLocks noChangeArrowheads="1"/>
          </p:cNvSpPr>
          <p:nvPr/>
        </p:nvSpPr>
        <p:spPr bwMode="auto">
          <a:xfrm>
            <a:off x="8244258" y="1941587"/>
            <a:ext cx="325041" cy="3238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b="1">
                <a:solidFill>
                  <a:srgbClr val="0000FF"/>
                </a:solidFill>
              </a:rPr>
              <a:t>Img1</a:t>
            </a:r>
          </a:p>
        </p:txBody>
      </p:sp>
      <p:sp>
        <p:nvSpPr>
          <p:cNvPr id="95" name="Rectangle 33"/>
          <p:cNvSpPr>
            <a:spLocks noChangeArrowheads="1"/>
          </p:cNvSpPr>
          <p:nvPr/>
        </p:nvSpPr>
        <p:spPr bwMode="auto">
          <a:xfrm>
            <a:off x="7758483" y="2427362"/>
            <a:ext cx="325041" cy="32385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b="1">
                <a:solidFill>
                  <a:srgbClr val="008000"/>
                </a:solidFill>
              </a:rPr>
              <a:t>Img2</a:t>
            </a:r>
          </a:p>
        </p:txBody>
      </p:sp>
      <p:graphicFrame>
        <p:nvGraphicFramePr>
          <p:cNvPr id="9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022397"/>
              </p:ext>
            </p:extLst>
          </p:nvPr>
        </p:nvGraphicFramePr>
        <p:xfrm>
          <a:off x="3978249" y="3615605"/>
          <a:ext cx="9429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1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9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49" y="3615605"/>
                        <a:ext cx="9429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" name="Group 35"/>
          <p:cNvGrpSpPr>
            <a:grpSpLocks/>
          </p:cNvGrpSpPr>
          <p:nvPr/>
        </p:nvGrpSpPr>
        <p:grpSpPr bwMode="auto">
          <a:xfrm>
            <a:off x="7272708" y="3346524"/>
            <a:ext cx="711994" cy="1133475"/>
            <a:chOff x="4059" y="2523"/>
            <a:chExt cx="598" cy="952"/>
          </a:xfrm>
        </p:grpSpPr>
        <p:sp>
          <p:nvSpPr>
            <p:cNvPr id="98" name="AutoShape 36"/>
            <p:cNvSpPr>
              <a:spLocks noChangeArrowheads="1"/>
            </p:cNvSpPr>
            <p:nvPr/>
          </p:nvSpPr>
          <p:spPr bwMode="auto">
            <a:xfrm>
              <a:off x="4059" y="3255"/>
              <a:ext cx="590" cy="220"/>
            </a:xfrm>
            <a:prstGeom prst="parallelogram">
              <a:avLst>
                <a:gd name="adj" fmla="val 103312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9" name="Rectangle 37"/>
            <p:cNvSpPr>
              <a:spLocks noChangeArrowheads="1"/>
            </p:cNvSpPr>
            <p:nvPr/>
          </p:nvSpPr>
          <p:spPr bwMode="auto">
            <a:xfrm>
              <a:off x="4386" y="2529"/>
              <a:ext cx="271" cy="732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Rectangle 38"/>
            <p:cNvSpPr>
              <a:spLocks noChangeArrowheads="1"/>
            </p:cNvSpPr>
            <p:nvPr/>
          </p:nvSpPr>
          <p:spPr bwMode="auto">
            <a:xfrm>
              <a:off x="4063" y="2737"/>
              <a:ext cx="374" cy="73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AutoShape 39"/>
            <p:cNvSpPr>
              <a:spLocks noChangeArrowheads="1"/>
            </p:cNvSpPr>
            <p:nvPr/>
          </p:nvSpPr>
          <p:spPr bwMode="auto">
            <a:xfrm>
              <a:off x="4059" y="2523"/>
              <a:ext cx="590" cy="220"/>
            </a:xfrm>
            <a:prstGeom prst="parallelogram">
              <a:avLst>
                <a:gd name="adj" fmla="val 103312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2" name="Line 40"/>
            <p:cNvSpPr>
              <a:spLocks noChangeShapeType="1"/>
            </p:cNvSpPr>
            <p:nvPr/>
          </p:nvSpPr>
          <p:spPr bwMode="auto">
            <a:xfrm>
              <a:off x="4649" y="2539"/>
              <a:ext cx="0" cy="7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3" name="Line 41"/>
            <p:cNvSpPr>
              <a:spLocks noChangeShapeType="1"/>
            </p:cNvSpPr>
            <p:nvPr/>
          </p:nvSpPr>
          <p:spPr bwMode="auto">
            <a:xfrm flipH="1">
              <a:off x="4437" y="3255"/>
              <a:ext cx="212" cy="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Rectangle 42"/>
            <p:cNvSpPr>
              <a:spLocks noChangeArrowheads="1"/>
            </p:cNvSpPr>
            <p:nvPr/>
          </p:nvSpPr>
          <p:spPr bwMode="auto">
            <a:xfrm>
              <a:off x="4110" y="2833"/>
              <a:ext cx="248" cy="42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Rectangle 43"/>
            <p:cNvSpPr>
              <a:spLocks noChangeArrowheads="1"/>
            </p:cNvSpPr>
            <p:nvPr/>
          </p:nvSpPr>
          <p:spPr bwMode="auto">
            <a:xfrm>
              <a:off x="4146" y="2960"/>
              <a:ext cx="188" cy="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106" name="Line 44"/>
          <p:cNvSpPr>
            <a:spLocks noChangeShapeType="1"/>
          </p:cNvSpPr>
          <p:nvPr/>
        </p:nvSpPr>
        <p:spPr bwMode="auto">
          <a:xfrm>
            <a:off x="4842643" y="3939455"/>
            <a:ext cx="243006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7" name="Rectangle 45"/>
          <p:cNvSpPr>
            <a:spLocks noChangeArrowheads="1"/>
          </p:cNvSpPr>
          <p:nvPr/>
        </p:nvSpPr>
        <p:spPr bwMode="auto">
          <a:xfrm>
            <a:off x="3060276" y="4480000"/>
            <a:ext cx="363112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u="sng">
                <a:effectLst>
                  <a:outerShdw blurRad="38100" dist="38100" dir="2700000" algn="tl">
                    <a:srgbClr val="C0C0C0"/>
                  </a:outerShdw>
                </a:effectLst>
              </a:rPr>
              <a:t>www.someschool.edu/somedepartment/home.index</a:t>
            </a:r>
          </a:p>
        </p:txBody>
      </p:sp>
      <p:grpSp>
        <p:nvGrpSpPr>
          <p:cNvPr id="108" name="Group 46"/>
          <p:cNvGrpSpPr>
            <a:grpSpLocks/>
          </p:cNvGrpSpPr>
          <p:nvPr/>
        </p:nvGrpSpPr>
        <p:grpSpPr bwMode="auto">
          <a:xfrm>
            <a:off x="4949799" y="3562028"/>
            <a:ext cx="2269331" cy="215503"/>
            <a:chOff x="1927" y="2750"/>
            <a:chExt cx="1906" cy="181"/>
          </a:xfrm>
        </p:grpSpPr>
        <p:sp>
          <p:nvSpPr>
            <p:cNvPr id="109" name="Line 47"/>
            <p:cNvSpPr>
              <a:spLocks noChangeShapeType="1"/>
            </p:cNvSpPr>
            <p:nvPr/>
          </p:nvSpPr>
          <p:spPr bwMode="auto">
            <a:xfrm>
              <a:off x="1927" y="2931"/>
              <a:ext cx="190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0" name="Rectangle 48"/>
            <p:cNvSpPr>
              <a:spLocks noChangeArrowheads="1"/>
            </p:cNvSpPr>
            <p:nvPr/>
          </p:nvSpPr>
          <p:spPr bwMode="auto">
            <a:xfrm>
              <a:off x="2336" y="2750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>
                  <a:solidFill>
                    <a:srgbClr val="FF0000"/>
                  </a:solidFill>
                </a:rPr>
                <a:t>TCP Connection Request</a:t>
              </a:r>
            </a:p>
          </p:txBody>
        </p:sp>
      </p:grpSp>
      <p:grpSp>
        <p:nvGrpSpPr>
          <p:cNvPr id="111" name="Group 49"/>
          <p:cNvGrpSpPr>
            <a:grpSpLocks/>
          </p:cNvGrpSpPr>
          <p:nvPr/>
        </p:nvGrpSpPr>
        <p:grpSpPr bwMode="auto">
          <a:xfrm>
            <a:off x="4949799" y="4102572"/>
            <a:ext cx="2269331" cy="215503"/>
            <a:chOff x="1927" y="3022"/>
            <a:chExt cx="1906" cy="181"/>
          </a:xfrm>
        </p:grpSpPr>
        <p:sp>
          <p:nvSpPr>
            <p:cNvPr id="112" name="Line 50"/>
            <p:cNvSpPr>
              <a:spLocks noChangeShapeType="1"/>
            </p:cNvSpPr>
            <p:nvPr/>
          </p:nvSpPr>
          <p:spPr bwMode="auto">
            <a:xfrm>
              <a:off x="1927" y="3022"/>
              <a:ext cx="190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3" name="Rectangle 51"/>
            <p:cNvSpPr>
              <a:spLocks noChangeArrowheads="1"/>
            </p:cNvSpPr>
            <p:nvPr/>
          </p:nvSpPr>
          <p:spPr bwMode="auto">
            <a:xfrm>
              <a:off x="2336" y="3067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>
                  <a:solidFill>
                    <a:srgbClr val="FF0000"/>
                  </a:solidFill>
                </a:rPr>
                <a:t>TCP Connection Response</a:t>
              </a:r>
            </a:p>
          </p:txBody>
        </p:sp>
      </p:grpSp>
      <p:grpSp>
        <p:nvGrpSpPr>
          <p:cNvPr id="114" name="Group 52"/>
          <p:cNvGrpSpPr>
            <a:grpSpLocks/>
          </p:cNvGrpSpPr>
          <p:nvPr/>
        </p:nvGrpSpPr>
        <p:grpSpPr bwMode="auto">
          <a:xfrm>
            <a:off x="4950990" y="3562028"/>
            <a:ext cx="2269331" cy="215503"/>
            <a:chOff x="1927" y="2750"/>
            <a:chExt cx="1906" cy="181"/>
          </a:xfrm>
        </p:grpSpPr>
        <p:sp>
          <p:nvSpPr>
            <p:cNvPr id="115" name="Line 53"/>
            <p:cNvSpPr>
              <a:spLocks noChangeShapeType="1"/>
            </p:cNvSpPr>
            <p:nvPr/>
          </p:nvSpPr>
          <p:spPr bwMode="auto">
            <a:xfrm>
              <a:off x="1927" y="2931"/>
              <a:ext cx="1906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6" name="Rectangle 54"/>
            <p:cNvSpPr>
              <a:spLocks noChangeArrowheads="1"/>
            </p:cNvSpPr>
            <p:nvPr/>
          </p:nvSpPr>
          <p:spPr bwMode="auto">
            <a:xfrm>
              <a:off x="2336" y="2750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 b="1">
                  <a:solidFill>
                    <a:srgbClr val="0000FF"/>
                  </a:solidFill>
                </a:rPr>
                <a:t>HTTP  Request</a:t>
              </a:r>
            </a:p>
          </p:txBody>
        </p:sp>
      </p:grpSp>
      <p:grpSp>
        <p:nvGrpSpPr>
          <p:cNvPr id="117" name="Group 55"/>
          <p:cNvGrpSpPr>
            <a:grpSpLocks/>
          </p:cNvGrpSpPr>
          <p:nvPr/>
        </p:nvGrpSpPr>
        <p:grpSpPr bwMode="auto">
          <a:xfrm>
            <a:off x="4950990" y="4102572"/>
            <a:ext cx="2269331" cy="215503"/>
            <a:chOff x="1927" y="3022"/>
            <a:chExt cx="1906" cy="181"/>
          </a:xfrm>
        </p:grpSpPr>
        <p:sp>
          <p:nvSpPr>
            <p:cNvPr id="118" name="Line 56"/>
            <p:cNvSpPr>
              <a:spLocks noChangeShapeType="1"/>
            </p:cNvSpPr>
            <p:nvPr/>
          </p:nvSpPr>
          <p:spPr bwMode="auto">
            <a:xfrm>
              <a:off x="1927" y="3022"/>
              <a:ext cx="1906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" name="Rectangle 57"/>
            <p:cNvSpPr>
              <a:spLocks noChangeArrowheads="1"/>
            </p:cNvSpPr>
            <p:nvPr/>
          </p:nvSpPr>
          <p:spPr bwMode="auto">
            <a:xfrm>
              <a:off x="2336" y="3067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 b="1">
                  <a:solidFill>
                    <a:srgbClr val="0000FF"/>
                  </a:solidFill>
                </a:rPr>
                <a:t>HTTP Response</a:t>
              </a:r>
            </a:p>
          </p:txBody>
        </p:sp>
      </p:grpSp>
      <p:grpSp>
        <p:nvGrpSpPr>
          <p:cNvPr id="120" name="Group 58"/>
          <p:cNvGrpSpPr>
            <a:grpSpLocks/>
          </p:cNvGrpSpPr>
          <p:nvPr/>
        </p:nvGrpSpPr>
        <p:grpSpPr bwMode="auto">
          <a:xfrm>
            <a:off x="4949799" y="4102572"/>
            <a:ext cx="2269331" cy="215503"/>
            <a:chOff x="1927" y="3022"/>
            <a:chExt cx="1906" cy="181"/>
          </a:xfrm>
        </p:grpSpPr>
        <p:sp>
          <p:nvSpPr>
            <p:cNvPr id="121" name="Line 59"/>
            <p:cNvSpPr>
              <a:spLocks noChangeShapeType="1"/>
            </p:cNvSpPr>
            <p:nvPr/>
          </p:nvSpPr>
          <p:spPr bwMode="auto">
            <a:xfrm>
              <a:off x="1927" y="3022"/>
              <a:ext cx="190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" name="Rectangle 60"/>
            <p:cNvSpPr>
              <a:spLocks noChangeArrowheads="1"/>
            </p:cNvSpPr>
            <p:nvPr/>
          </p:nvSpPr>
          <p:spPr bwMode="auto">
            <a:xfrm>
              <a:off x="2336" y="3067"/>
              <a:ext cx="108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900">
                  <a:solidFill>
                    <a:srgbClr val="FF0000"/>
                  </a:solidFill>
                </a:rPr>
                <a:t>TCP Connection Closed</a:t>
              </a:r>
            </a:p>
          </p:txBody>
        </p:sp>
      </p:grpSp>
      <p:sp>
        <p:nvSpPr>
          <p:cNvPr id="123" name="Rectangle 61"/>
          <p:cNvSpPr>
            <a:spLocks noChangeArrowheads="1"/>
          </p:cNvSpPr>
          <p:nvPr/>
        </p:nvSpPr>
        <p:spPr bwMode="auto">
          <a:xfrm>
            <a:off x="8244258" y="1941587"/>
            <a:ext cx="325041" cy="3238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b="1">
                <a:solidFill>
                  <a:srgbClr val="0000FF"/>
                </a:solidFill>
              </a:rPr>
              <a:t>Img1</a:t>
            </a:r>
          </a:p>
        </p:txBody>
      </p:sp>
      <p:sp>
        <p:nvSpPr>
          <p:cNvPr id="124" name="Rectangle 62"/>
          <p:cNvSpPr>
            <a:spLocks noChangeArrowheads="1"/>
          </p:cNvSpPr>
          <p:nvPr/>
        </p:nvSpPr>
        <p:spPr bwMode="auto">
          <a:xfrm>
            <a:off x="7758483" y="2427362"/>
            <a:ext cx="325041" cy="32385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900" b="1">
                <a:solidFill>
                  <a:srgbClr val="008000"/>
                </a:solidFill>
              </a:rPr>
              <a:t>Img2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4E4DAAF-1907-4B32-9EF3-45962F987050}"/>
              </a:ext>
            </a:extLst>
          </p:cNvPr>
          <p:cNvSpPr/>
          <p:nvPr/>
        </p:nvSpPr>
        <p:spPr>
          <a:xfrm>
            <a:off x="467544" y="987574"/>
            <a:ext cx="3024336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的连接模式</a:t>
            </a:r>
          </a:p>
        </p:txBody>
      </p:sp>
      <p:sp>
        <p:nvSpPr>
          <p:cNvPr id="64" name="灯片编号占位符 2">
            <a:extLst>
              <a:ext uri="{FF2B5EF4-FFF2-40B4-BE49-F238E27FC236}">
                <a16:creationId xmlns:a16="http://schemas.microsoft.com/office/drawing/2014/main" id="{E0743034-7AEE-4046-80B6-BE4A5717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AutoShape 5">
            <a:extLst>
              <a:ext uri="{FF2B5EF4-FFF2-40B4-BE49-F238E27FC236}">
                <a16:creationId xmlns:a16="http://schemas.microsoft.com/office/drawing/2014/main" id="{D304A330-9756-4356-8D38-ED0CDB971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557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93827E-7 L 1.66667E-6 0.27438 L -0.64427 0.27438 L -0.64427 0.0321 " pathEditMode="relative" rAng="0" ptsTypes="AAAA">
                                      <p:cBhvr>
                                        <p:cTn id="4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22" y="1370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6.17284E-7 L -8.33333E-7 0.27438 L -0.64427 0.27438 L -0.64427 0.03179 " pathEditMode="relative" rAng="0" ptsTypes="AAAA">
                                      <p:cBhvr>
                                        <p:cTn id="6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22" y="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93827E-6 L 4.16667E-6 0.27438 L -0.64427 0.27438 L -0.64427 0.03209 " pathEditMode="relative" rAng="0" ptsTypes="AAAA">
                                      <p:cBhvr>
                                        <p:cTn id="8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22" y="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4" grpId="1" animBg="1"/>
      <p:bldP spid="95" grpId="0" animBg="1"/>
      <p:bldP spid="95" grpId="1" animBg="1"/>
      <p:bldP spid="107" grpId="0"/>
      <p:bldP spid="65" grpId="0" animBg="1"/>
      <p:bldP spid="6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7D0ABF6-1594-4B1B-80EA-AF7422971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608003D-36C7-40B1-B77D-A7A6FD6CD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231" y="1426325"/>
            <a:ext cx="3770305" cy="10041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）非持久性连接</a:t>
            </a:r>
            <a:endParaRPr lang="en-US" altLang="zh-CN" sz="15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265113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连接只能请求一个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265113">
              <a:spcBef>
                <a:spcPts val="600"/>
              </a:spcBef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HTTP/1.0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C183C9E-E2BF-4AAD-A565-221BC8B48D1E}"/>
              </a:ext>
            </a:extLst>
          </p:cNvPr>
          <p:cNvSpPr txBox="1">
            <a:spLocks noChangeArrowheads="1"/>
          </p:cNvSpPr>
          <p:nvPr/>
        </p:nvSpPr>
        <p:spPr>
          <a:xfrm>
            <a:off x="4860032" y="1426325"/>
            <a:ext cx="4006097" cy="100417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）持久性连接</a:t>
            </a:r>
            <a:endParaRPr lang="en-US" altLang="zh-CN" sz="15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265113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连接可以请求多个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265113">
              <a:spcBef>
                <a:spcPts val="600"/>
              </a:spcBef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HTTP/1.1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6442EE3-D6F0-49CF-8F6A-F25B47D43125}"/>
              </a:ext>
            </a:extLst>
          </p:cNvPr>
          <p:cNvGrpSpPr/>
          <p:nvPr/>
        </p:nvGrpSpPr>
        <p:grpSpPr>
          <a:xfrm>
            <a:off x="1245287" y="2355726"/>
            <a:ext cx="1306980" cy="1846860"/>
            <a:chOff x="1893256" y="3275483"/>
            <a:chExt cx="1382600" cy="1953717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117DBCB4-AD10-4D28-BF50-70DAE5EF9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982" y="3650425"/>
              <a:ext cx="0" cy="157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9" name="Object 9">
              <a:extLst>
                <a:ext uri="{FF2B5EF4-FFF2-40B4-BE49-F238E27FC236}">
                  <a16:creationId xmlns:a16="http://schemas.microsoft.com/office/drawing/2014/main" id="{EF43C410-4F96-430A-9837-6C564B1A4E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3256" y="3373236"/>
            <a:ext cx="317362" cy="251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58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1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3256" y="3373236"/>
                          <a:ext cx="317362" cy="2517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8E66B062-7C18-4BFC-84D1-E42D19858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942" y="3275483"/>
              <a:ext cx="212914" cy="451939"/>
              <a:chOff x="4180" y="783"/>
              <a:chExt cx="150" cy="307"/>
            </a:xfrm>
          </p:grpSpPr>
          <p:sp>
            <p:nvSpPr>
              <p:cNvPr id="23" name="AutoShape 11">
                <a:extLst>
                  <a:ext uri="{FF2B5EF4-FFF2-40B4-BE49-F238E27FC236}">
                    <a16:creationId xmlns:a16="http://schemas.microsoft.com/office/drawing/2014/main" id="{7841A9BD-4134-48C0-94E9-63FEFE596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Rectangle 12">
                <a:extLst>
                  <a:ext uri="{FF2B5EF4-FFF2-40B4-BE49-F238E27FC236}">
                    <a16:creationId xmlns:a16="http://schemas.microsoft.com/office/drawing/2014/main" id="{BCC1FC91-0F0B-4F1D-8AD4-AF63BFE0A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13">
                <a:extLst>
                  <a:ext uri="{FF2B5EF4-FFF2-40B4-BE49-F238E27FC236}">
                    <a16:creationId xmlns:a16="http://schemas.microsoft.com/office/drawing/2014/main" id="{9362FA8F-C1DA-427E-8F69-B9140CA4D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6" name="AutoShape 14">
                <a:extLst>
                  <a:ext uri="{FF2B5EF4-FFF2-40B4-BE49-F238E27FC236}">
                    <a16:creationId xmlns:a16="http://schemas.microsoft.com/office/drawing/2014/main" id="{2FB4412E-52A5-428C-B5A4-D182C9983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7" name="Line 15">
                <a:extLst>
                  <a:ext uri="{FF2B5EF4-FFF2-40B4-BE49-F238E27FC236}">
                    <a16:creationId xmlns:a16="http://schemas.microsoft.com/office/drawing/2014/main" id="{62CD4012-EC7A-4E15-A8B7-C9A59CED7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Line 16">
                <a:extLst>
                  <a:ext uri="{FF2B5EF4-FFF2-40B4-BE49-F238E27FC236}">
                    <a16:creationId xmlns:a16="http://schemas.microsoft.com/office/drawing/2014/main" id="{E2308D00-EECC-4CBE-BB7E-B80B91C98D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9" name="Rectangle 17">
                <a:extLst>
                  <a:ext uri="{FF2B5EF4-FFF2-40B4-BE49-F238E27FC236}">
                    <a16:creationId xmlns:a16="http://schemas.microsoft.com/office/drawing/2014/main" id="{F47F15A2-AD6D-4C2D-A5C1-3234255A6A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0" name="Rectangle 18">
                <a:extLst>
                  <a:ext uri="{FF2B5EF4-FFF2-40B4-BE49-F238E27FC236}">
                    <a16:creationId xmlns:a16="http://schemas.microsoft.com/office/drawing/2014/main" id="{DBC90BF2-D251-4400-8CC2-88E1683C9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" name="AutoShape 19">
              <a:extLst>
                <a:ext uri="{FF2B5EF4-FFF2-40B4-BE49-F238E27FC236}">
                  <a16:creationId xmlns:a16="http://schemas.microsoft.com/office/drawing/2014/main" id="{1EE0918F-09DB-458A-BE9F-9ACF60F225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61763">
              <a:off x="2379342" y="3407382"/>
              <a:ext cx="480730" cy="249069"/>
            </a:xfrm>
            <a:prstGeom prst="cloudCallout">
              <a:avLst>
                <a:gd name="adj1" fmla="val -25208"/>
                <a:gd name="adj2" fmla="val 4113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>
                <a:latin typeface="Comic Sans MS" panose="030F0702030302020204" pitchFamily="66" charset="0"/>
              </a:endParaRPr>
            </a:p>
          </p:txBody>
        </p:sp>
        <p:sp>
          <p:nvSpPr>
            <p:cNvPr id="12" name="Line 20">
              <a:extLst>
                <a:ext uri="{FF2B5EF4-FFF2-40B4-BE49-F238E27FC236}">
                  <a16:creationId xmlns:a16="http://schemas.microsoft.com/office/drawing/2014/main" id="{8A194F71-4D5F-4E0A-87F4-B745990AE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190" y="3514508"/>
              <a:ext cx="717747" cy="1124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DA4E888A-7265-4C95-BBF4-D82EAC4915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3691937"/>
              <a:ext cx="688287" cy="1546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957A5301-6359-4517-8B72-59FEB7134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190" y="3917571"/>
              <a:ext cx="717747" cy="11248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Line 24">
              <a:extLst>
                <a:ext uri="{FF2B5EF4-FFF2-40B4-BE49-F238E27FC236}">
                  <a16:creationId xmlns:a16="http://schemas.microsoft.com/office/drawing/2014/main" id="{7DBF47CD-5BD9-4B95-9D57-336F91794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4077592"/>
              <a:ext cx="688287" cy="15466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" name="Line 26">
              <a:extLst>
                <a:ext uri="{FF2B5EF4-FFF2-40B4-BE49-F238E27FC236}">
                  <a16:creationId xmlns:a16="http://schemas.microsoft.com/office/drawing/2014/main" id="{1489C3FF-5ECB-4D4B-B9A7-245956639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4192616"/>
              <a:ext cx="688287" cy="1546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0E03BA2D-4D46-4D61-8170-38EE38E33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040" y="3650425"/>
              <a:ext cx="0" cy="157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9A0B18A6-B5F0-4B93-B768-649EE2A7F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190" y="4410419"/>
              <a:ext cx="717747" cy="1124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41DB6579-B33A-4D12-895F-A3949472A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4587848"/>
              <a:ext cx="688287" cy="1546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98C57287-75F6-457D-8AB1-3C6BC1E0E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190" y="4777963"/>
              <a:ext cx="717747" cy="11248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1778E006-B032-45A5-8E8F-C20B7A21B9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4937984"/>
              <a:ext cx="688287" cy="15466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A7B4118D-3EA6-4EF3-A323-A1DDD0F499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5060243"/>
              <a:ext cx="688287" cy="1546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D7C7726-DB93-40C5-B1EA-B8AC72F9E440}"/>
              </a:ext>
            </a:extLst>
          </p:cNvPr>
          <p:cNvGrpSpPr/>
          <p:nvPr/>
        </p:nvGrpSpPr>
        <p:grpSpPr>
          <a:xfrm>
            <a:off x="5391837" y="2355727"/>
            <a:ext cx="1306980" cy="1846859"/>
            <a:chOff x="5994809" y="2355727"/>
            <a:chExt cx="1306980" cy="1846859"/>
          </a:xfrm>
        </p:grpSpPr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B61F500F-684D-4E6A-B1EB-D2B24716D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2799" y="2710161"/>
              <a:ext cx="0" cy="1492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33" name="Object 9">
              <a:extLst>
                <a:ext uri="{FF2B5EF4-FFF2-40B4-BE49-F238E27FC236}">
                  <a16:creationId xmlns:a16="http://schemas.microsoft.com/office/drawing/2014/main" id="{D0F01B88-97AE-4DE2-8F78-05229D415B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041303"/>
                </p:ext>
              </p:extLst>
            </p:nvPr>
          </p:nvGraphicFramePr>
          <p:xfrm>
            <a:off x="5994809" y="2448133"/>
            <a:ext cx="300005" cy="237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59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3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4809" y="2448133"/>
                          <a:ext cx="300005" cy="2379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" name="Group 10">
              <a:extLst>
                <a:ext uri="{FF2B5EF4-FFF2-40B4-BE49-F238E27FC236}">
                  <a16:creationId xmlns:a16="http://schemas.microsoft.com/office/drawing/2014/main" id="{2400D355-72DD-4557-B3D7-EF4D18585E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0520" y="2355727"/>
              <a:ext cx="201269" cy="427220"/>
              <a:chOff x="4180" y="783"/>
              <a:chExt cx="150" cy="307"/>
            </a:xfrm>
          </p:grpSpPr>
          <p:sp>
            <p:nvSpPr>
              <p:cNvPr id="44" name="AutoShape 11">
                <a:extLst>
                  <a:ext uri="{FF2B5EF4-FFF2-40B4-BE49-F238E27FC236}">
                    <a16:creationId xmlns:a16="http://schemas.microsoft.com/office/drawing/2014/main" id="{B4637BEC-5315-44EC-9E43-89C158D2D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5" name="Rectangle 12">
                <a:extLst>
                  <a:ext uri="{FF2B5EF4-FFF2-40B4-BE49-F238E27FC236}">
                    <a16:creationId xmlns:a16="http://schemas.microsoft.com/office/drawing/2014/main" id="{BE4CC530-4BF8-4F87-83DA-A56CCA221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6" name="Rectangle 13">
                <a:extLst>
                  <a:ext uri="{FF2B5EF4-FFF2-40B4-BE49-F238E27FC236}">
                    <a16:creationId xmlns:a16="http://schemas.microsoft.com/office/drawing/2014/main" id="{5626705F-4B62-4693-8EF0-036DA1D3F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7" name="AutoShape 14">
                <a:extLst>
                  <a:ext uri="{FF2B5EF4-FFF2-40B4-BE49-F238E27FC236}">
                    <a16:creationId xmlns:a16="http://schemas.microsoft.com/office/drawing/2014/main" id="{CE819944-CA5D-490D-AFBD-FE61FF185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8" name="Line 15">
                <a:extLst>
                  <a:ext uri="{FF2B5EF4-FFF2-40B4-BE49-F238E27FC236}">
                    <a16:creationId xmlns:a16="http://schemas.microsoft.com/office/drawing/2014/main" id="{460024F1-FFB3-48FD-8CEA-484222BF6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9" name="Line 16">
                <a:extLst>
                  <a:ext uri="{FF2B5EF4-FFF2-40B4-BE49-F238E27FC236}">
                    <a16:creationId xmlns:a16="http://schemas.microsoft.com/office/drawing/2014/main" id="{C0DAAD70-F0F7-4D86-8114-1DDBA0227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0" name="Rectangle 17">
                <a:extLst>
                  <a:ext uri="{FF2B5EF4-FFF2-40B4-BE49-F238E27FC236}">
                    <a16:creationId xmlns:a16="http://schemas.microsoft.com/office/drawing/2014/main" id="{76B9193C-C360-4482-AB02-05D2E3D9E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1" name="Rectangle 18">
                <a:extLst>
                  <a:ext uri="{FF2B5EF4-FFF2-40B4-BE49-F238E27FC236}">
                    <a16:creationId xmlns:a16="http://schemas.microsoft.com/office/drawing/2014/main" id="{120E3722-1A83-4867-B442-4760EA05C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35" name="AutoShape 19">
              <a:extLst>
                <a:ext uri="{FF2B5EF4-FFF2-40B4-BE49-F238E27FC236}">
                  <a16:creationId xmlns:a16="http://schemas.microsoft.com/office/drawing/2014/main" id="{F5918F81-4D79-46DE-990C-8EF501FA52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61763">
              <a:off x="6454309" y="2480411"/>
              <a:ext cx="454437" cy="235446"/>
            </a:xfrm>
            <a:prstGeom prst="cloudCallout">
              <a:avLst>
                <a:gd name="adj1" fmla="val -25208"/>
                <a:gd name="adj2" fmla="val 4113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>
                <a:latin typeface="Comic Sans MS" panose="030F0702030302020204" pitchFamily="66" charset="0"/>
              </a:endParaRPr>
            </a:p>
          </p:txBody>
        </p:sp>
        <p:sp>
          <p:nvSpPr>
            <p:cNvPr id="36" name="Line 20">
              <a:extLst>
                <a:ext uri="{FF2B5EF4-FFF2-40B4-BE49-F238E27FC236}">
                  <a16:creationId xmlns:a16="http://schemas.microsoft.com/office/drawing/2014/main" id="{D3F8AD70-E96E-4C8F-93BC-655DDC773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45" y="2581678"/>
              <a:ext cx="678491" cy="10633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Line 22">
              <a:extLst>
                <a:ext uri="{FF2B5EF4-FFF2-40B4-BE49-F238E27FC236}">
                  <a16:creationId xmlns:a16="http://schemas.microsoft.com/office/drawing/2014/main" id="{9DC6556B-929C-4C96-899F-DBCDFADB9B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3801" y="2749402"/>
              <a:ext cx="650642" cy="14620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" name="Line 23">
              <a:extLst>
                <a:ext uri="{FF2B5EF4-FFF2-40B4-BE49-F238E27FC236}">
                  <a16:creationId xmlns:a16="http://schemas.microsoft.com/office/drawing/2014/main" id="{5E633EA9-C387-4D26-91FC-91FBA9002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45" y="2962696"/>
              <a:ext cx="678491" cy="1063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9" name="Line 24">
              <a:extLst>
                <a:ext uri="{FF2B5EF4-FFF2-40B4-BE49-F238E27FC236}">
                  <a16:creationId xmlns:a16="http://schemas.microsoft.com/office/drawing/2014/main" id="{4E23D4E5-C7CD-4939-B55F-15EDC267F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3801" y="3113964"/>
              <a:ext cx="650642" cy="146204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FAAF0F8C-3D8E-432D-A89B-7CF949EEE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7595" y="2710161"/>
              <a:ext cx="0" cy="1492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23">
              <a:extLst>
                <a:ext uri="{FF2B5EF4-FFF2-40B4-BE49-F238E27FC236}">
                  <a16:creationId xmlns:a16="http://schemas.microsoft.com/office/drawing/2014/main" id="{FFCFD691-297D-4B2E-9DD6-52F74D623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45" y="3284484"/>
              <a:ext cx="678491" cy="1063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Line 24">
              <a:extLst>
                <a:ext uri="{FF2B5EF4-FFF2-40B4-BE49-F238E27FC236}">
                  <a16:creationId xmlns:a16="http://schemas.microsoft.com/office/drawing/2014/main" id="{BC07C314-1025-4D83-ABAC-DFE77C73C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3801" y="3435753"/>
              <a:ext cx="650642" cy="146204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26">
              <a:extLst>
                <a:ext uri="{FF2B5EF4-FFF2-40B4-BE49-F238E27FC236}">
                  <a16:creationId xmlns:a16="http://schemas.microsoft.com/office/drawing/2014/main" id="{431CE080-2C27-4919-BEF0-0891BE7FE2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3801" y="3554514"/>
              <a:ext cx="650642" cy="14620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B8414EE1-964E-46C0-98F2-6456A62D9731}"/>
              </a:ext>
            </a:extLst>
          </p:cNvPr>
          <p:cNvSpPr txBox="1"/>
          <p:nvPr/>
        </p:nvSpPr>
        <p:spPr>
          <a:xfrm>
            <a:off x="3531918" y="4014715"/>
            <a:ext cx="121606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哪个较好？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78AF62F-18DC-4F53-B376-CBC09254F8B3}"/>
              </a:ext>
            </a:extLst>
          </p:cNvPr>
          <p:cNvSpPr/>
          <p:nvPr/>
        </p:nvSpPr>
        <p:spPr>
          <a:xfrm>
            <a:off x="467544" y="987574"/>
            <a:ext cx="3770304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的连接模式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CD1EA3B-37FC-4D8E-A140-44D2B55F3517}"/>
              </a:ext>
            </a:extLst>
          </p:cNvPr>
          <p:cNvSpPr txBox="1"/>
          <p:nvPr/>
        </p:nvSpPr>
        <p:spPr>
          <a:xfrm>
            <a:off x="1707906" y="4409299"/>
            <a:ext cx="592236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对象个数为</a:t>
            </a:r>
            <a:r>
              <a:rPr lang="en-US" altLang="zh-CN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往返时间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(round trip time)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 </a:t>
            </a:r>
            <a:endParaRPr lang="zh-CN" altLang="en-US" sz="1600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5" name="图片 54" descr="图片包含 游戏机&#10;&#10;描述已自动生成">
            <a:extLst>
              <a:ext uri="{FF2B5EF4-FFF2-40B4-BE49-F238E27FC236}">
                <a16:creationId xmlns:a16="http://schemas.microsoft.com/office/drawing/2014/main" id="{AFAF5CF2-E25B-4148-92DE-85E3D37F09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084" y="4011910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A4477721-0448-432B-B2A4-9701BC6DD6ED}"/>
              </a:ext>
            </a:extLst>
          </p:cNvPr>
          <p:cNvSpPr txBox="1"/>
          <p:nvPr/>
        </p:nvSpPr>
        <p:spPr>
          <a:xfrm>
            <a:off x="599076" y="4022283"/>
            <a:ext cx="917101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endParaRPr lang="zh-CN" altLang="en-US" sz="1600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F962180-8D3A-4934-9278-632046D57A34}"/>
              </a:ext>
            </a:extLst>
          </p:cNvPr>
          <p:cNvSpPr txBox="1"/>
          <p:nvPr/>
        </p:nvSpPr>
        <p:spPr>
          <a:xfrm>
            <a:off x="4545094" y="3539539"/>
            <a:ext cx="1096746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+1)*</a:t>
            </a:r>
            <a:r>
              <a:rPr lang="en-US" altLang="zh-CN" sz="1600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endParaRPr lang="zh-CN" altLang="en-US" sz="1600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灯片编号占位符 2">
            <a:extLst>
              <a:ext uri="{FF2B5EF4-FFF2-40B4-BE49-F238E27FC236}">
                <a16:creationId xmlns:a16="http://schemas.microsoft.com/office/drawing/2014/main" id="{C710ECB4-BDBA-4C85-938F-BAF2FA7C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AutoShape 5">
            <a:extLst>
              <a:ext uri="{FF2B5EF4-FFF2-40B4-BE49-F238E27FC236}">
                <a16:creationId xmlns:a16="http://schemas.microsoft.com/office/drawing/2014/main" id="{041E9DF9-88F9-4DB8-9035-DE55763E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334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448EA6-124D-4C2E-9F92-9AC97061D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1822EC9-E780-4AAC-A143-29F5C0C12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231" y="1426325"/>
            <a:ext cx="3770305" cy="10041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）非持久性连接</a:t>
            </a:r>
            <a:endParaRPr lang="en-US" altLang="zh-CN" sz="15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265113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连接只能请求一个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265113">
              <a:spcBef>
                <a:spcPts val="600"/>
              </a:spcBef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HTTP/1.0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CD7C751-960F-4819-9A9B-DE94B49A60E7}"/>
              </a:ext>
            </a:extLst>
          </p:cNvPr>
          <p:cNvSpPr txBox="1">
            <a:spLocks noChangeArrowheads="1"/>
          </p:cNvSpPr>
          <p:nvPr/>
        </p:nvSpPr>
        <p:spPr>
          <a:xfrm>
            <a:off x="4860032" y="1426325"/>
            <a:ext cx="4006097" cy="100417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None/>
            </a:pP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）持久性连接</a:t>
            </a:r>
            <a:endParaRPr lang="en-US" altLang="zh-CN" sz="15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265113"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连接可以请求多个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indent="-265113">
              <a:spcBef>
                <a:spcPts val="600"/>
              </a:spcBef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HTTP/1.1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EF1FBEB-2013-4A60-A208-79931EC88200}"/>
              </a:ext>
            </a:extLst>
          </p:cNvPr>
          <p:cNvGrpSpPr/>
          <p:nvPr/>
        </p:nvGrpSpPr>
        <p:grpSpPr>
          <a:xfrm>
            <a:off x="1245287" y="2355726"/>
            <a:ext cx="1306980" cy="1846860"/>
            <a:chOff x="1893256" y="3275483"/>
            <a:chExt cx="1382600" cy="1953717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4E0FF611-EB01-4DC1-956B-62E3CF1E6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982" y="3650425"/>
              <a:ext cx="0" cy="157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9" name="Object 9">
              <a:extLst>
                <a:ext uri="{FF2B5EF4-FFF2-40B4-BE49-F238E27FC236}">
                  <a16:creationId xmlns:a16="http://schemas.microsoft.com/office/drawing/2014/main" id="{E5FBFF9E-78A3-40D7-87EA-0970998CC9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3256" y="3373236"/>
            <a:ext cx="317362" cy="251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45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1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3256" y="3373236"/>
                          <a:ext cx="317362" cy="2517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C2935CA5-70AC-481E-9611-FE7B337FA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942" y="3275483"/>
              <a:ext cx="212914" cy="451939"/>
              <a:chOff x="4180" y="783"/>
              <a:chExt cx="150" cy="307"/>
            </a:xfrm>
          </p:grpSpPr>
          <p:sp>
            <p:nvSpPr>
              <p:cNvPr id="23" name="AutoShape 11">
                <a:extLst>
                  <a:ext uri="{FF2B5EF4-FFF2-40B4-BE49-F238E27FC236}">
                    <a16:creationId xmlns:a16="http://schemas.microsoft.com/office/drawing/2014/main" id="{C8920C93-DC1F-4E78-A262-91584A4332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4" name="Rectangle 12">
                <a:extLst>
                  <a:ext uri="{FF2B5EF4-FFF2-40B4-BE49-F238E27FC236}">
                    <a16:creationId xmlns:a16="http://schemas.microsoft.com/office/drawing/2014/main" id="{70515E8F-0C9A-4EC2-AFC6-BFEBAC2FC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Rectangle 13">
                <a:extLst>
                  <a:ext uri="{FF2B5EF4-FFF2-40B4-BE49-F238E27FC236}">
                    <a16:creationId xmlns:a16="http://schemas.microsoft.com/office/drawing/2014/main" id="{C90E779A-9DC5-4AD6-BD5E-CD0649B13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6" name="AutoShape 14">
                <a:extLst>
                  <a:ext uri="{FF2B5EF4-FFF2-40B4-BE49-F238E27FC236}">
                    <a16:creationId xmlns:a16="http://schemas.microsoft.com/office/drawing/2014/main" id="{86CD8F44-8872-4C01-B2DE-C025E2C3D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7" name="Line 15">
                <a:extLst>
                  <a:ext uri="{FF2B5EF4-FFF2-40B4-BE49-F238E27FC236}">
                    <a16:creationId xmlns:a16="http://schemas.microsoft.com/office/drawing/2014/main" id="{9EC6497B-D102-4413-8912-F2F8B3204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Line 16">
                <a:extLst>
                  <a:ext uri="{FF2B5EF4-FFF2-40B4-BE49-F238E27FC236}">
                    <a16:creationId xmlns:a16="http://schemas.microsoft.com/office/drawing/2014/main" id="{271BD973-C1A3-4B8E-A5F0-F3E1B94F0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9" name="Rectangle 17">
                <a:extLst>
                  <a:ext uri="{FF2B5EF4-FFF2-40B4-BE49-F238E27FC236}">
                    <a16:creationId xmlns:a16="http://schemas.microsoft.com/office/drawing/2014/main" id="{4D7C4C8A-C94C-4283-AA9C-20C592807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0" name="Rectangle 18">
                <a:extLst>
                  <a:ext uri="{FF2B5EF4-FFF2-40B4-BE49-F238E27FC236}">
                    <a16:creationId xmlns:a16="http://schemas.microsoft.com/office/drawing/2014/main" id="{70C5B342-562A-4BCF-BD93-652DF17D1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" name="AutoShape 19">
              <a:extLst>
                <a:ext uri="{FF2B5EF4-FFF2-40B4-BE49-F238E27FC236}">
                  <a16:creationId xmlns:a16="http://schemas.microsoft.com/office/drawing/2014/main" id="{8B7A3DEB-7598-4DAB-9BBB-E5965C88E5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61763">
              <a:off x="2379342" y="3407382"/>
              <a:ext cx="480730" cy="249069"/>
            </a:xfrm>
            <a:prstGeom prst="cloudCallout">
              <a:avLst>
                <a:gd name="adj1" fmla="val -25208"/>
                <a:gd name="adj2" fmla="val 4113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>
                <a:latin typeface="Comic Sans MS" panose="030F0702030302020204" pitchFamily="66" charset="0"/>
              </a:endParaRPr>
            </a:p>
          </p:txBody>
        </p:sp>
        <p:sp>
          <p:nvSpPr>
            <p:cNvPr id="12" name="Line 20">
              <a:extLst>
                <a:ext uri="{FF2B5EF4-FFF2-40B4-BE49-F238E27FC236}">
                  <a16:creationId xmlns:a16="http://schemas.microsoft.com/office/drawing/2014/main" id="{9B2E7AAA-C130-4FEF-AE03-620CFA1E4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190" y="3514508"/>
              <a:ext cx="717747" cy="1124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73088107-84F1-400A-AEBC-EBD6A4257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3691937"/>
              <a:ext cx="688287" cy="1546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E15C5804-6CEF-4338-BD7E-F85C9FC91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190" y="3917571"/>
              <a:ext cx="717747" cy="11248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Line 24">
              <a:extLst>
                <a:ext uri="{FF2B5EF4-FFF2-40B4-BE49-F238E27FC236}">
                  <a16:creationId xmlns:a16="http://schemas.microsoft.com/office/drawing/2014/main" id="{F02A741B-43C6-4BDD-A1FA-3662BC5C9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4077592"/>
              <a:ext cx="688287" cy="15466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" name="Line 26">
              <a:extLst>
                <a:ext uri="{FF2B5EF4-FFF2-40B4-BE49-F238E27FC236}">
                  <a16:creationId xmlns:a16="http://schemas.microsoft.com/office/drawing/2014/main" id="{D4D5DC3A-354B-433C-8CEF-F513B447FC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4192616"/>
              <a:ext cx="688287" cy="1546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FD217E82-EAB2-43F0-B20E-AB53B9018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040" y="3650425"/>
              <a:ext cx="0" cy="1578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290B18B3-10BF-4D5D-8D8C-2146CF106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190" y="4410419"/>
              <a:ext cx="717747" cy="1124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2936F35C-13BB-4D55-BF79-00657E6032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4587848"/>
              <a:ext cx="688287" cy="1546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001FD9A2-7F8F-4F64-8D4F-755480C3D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190" y="4777963"/>
              <a:ext cx="717747" cy="11248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BF48CBFE-A5F3-4C62-B9E2-28C6C8BCDE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4937984"/>
              <a:ext cx="688287" cy="15466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" name="Line 26">
              <a:extLst>
                <a:ext uri="{FF2B5EF4-FFF2-40B4-BE49-F238E27FC236}">
                  <a16:creationId xmlns:a16="http://schemas.microsoft.com/office/drawing/2014/main" id="{91BD0775-C995-4342-A56B-A82673CDA0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3598" y="5060243"/>
              <a:ext cx="688287" cy="1546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E21B28E-B707-4292-9003-71F1B3AE17C4}"/>
              </a:ext>
            </a:extLst>
          </p:cNvPr>
          <p:cNvGrpSpPr/>
          <p:nvPr/>
        </p:nvGrpSpPr>
        <p:grpSpPr>
          <a:xfrm>
            <a:off x="5391837" y="2355727"/>
            <a:ext cx="1306980" cy="1846859"/>
            <a:chOff x="5994809" y="2355727"/>
            <a:chExt cx="1306980" cy="1846859"/>
          </a:xfrm>
        </p:grpSpPr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936EB635-F8CD-4D52-8DEF-367708CD8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2799" y="2710161"/>
              <a:ext cx="0" cy="1492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33" name="Object 9">
              <a:extLst>
                <a:ext uri="{FF2B5EF4-FFF2-40B4-BE49-F238E27FC236}">
                  <a16:creationId xmlns:a16="http://schemas.microsoft.com/office/drawing/2014/main" id="{2AF1D1B1-8B7B-4980-8A00-9E2476D5C1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94809" y="2448133"/>
            <a:ext cx="300005" cy="237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46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3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4809" y="2448133"/>
                          <a:ext cx="300005" cy="2379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" name="Group 10">
              <a:extLst>
                <a:ext uri="{FF2B5EF4-FFF2-40B4-BE49-F238E27FC236}">
                  <a16:creationId xmlns:a16="http://schemas.microsoft.com/office/drawing/2014/main" id="{EABBBDDC-BDA7-4C93-A18D-018DE637EB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0520" y="2355727"/>
              <a:ext cx="201269" cy="427220"/>
              <a:chOff x="4180" y="783"/>
              <a:chExt cx="150" cy="307"/>
            </a:xfrm>
          </p:grpSpPr>
          <p:sp>
            <p:nvSpPr>
              <p:cNvPr id="44" name="AutoShape 11">
                <a:extLst>
                  <a:ext uri="{FF2B5EF4-FFF2-40B4-BE49-F238E27FC236}">
                    <a16:creationId xmlns:a16="http://schemas.microsoft.com/office/drawing/2014/main" id="{26F53134-26F1-45DA-88F3-2DBFF5AF9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5" name="Rectangle 12">
                <a:extLst>
                  <a:ext uri="{FF2B5EF4-FFF2-40B4-BE49-F238E27FC236}">
                    <a16:creationId xmlns:a16="http://schemas.microsoft.com/office/drawing/2014/main" id="{5353019C-60C4-4BAF-8DF5-5FA87010A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6" name="Rectangle 13">
                <a:extLst>
                  <a:ext uri="{FF2B5EF4-FFF2-40B4-BE49-F238E27FC236}">
                    <a16:creationId xmlns:a16="http://schemas.microsoft.com/office/drawing/2014/main" id="{F5FC4A8F-150D-418F-A49D-D301DD539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7" name="AutoShape 14">
                <a:extLst>
                  <a:ext uri="{FF2B5EF4-FFF2-40B4-BE49-F238E27FC236}">
                    <a16:creationId xmlns:a16="http://schemas.microsoft.com/office/drawing/2014/main" id="{9510B55E-2521-4828-AB23-90AFA9A2A0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8" name="Line 15">
                <a:extLst>
                  <a:ext uri="{FF2B5EF4-FFF2-40B4-BE49-F238E27FC236}">
                    <a16:creationId xmlns:a16="http://schemas.microsoft.com/office/drawing/2014/main" id="{F7B2ED6B-FCB0-4193-AACB-16169021F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9" name="Line 16">
                <a:extLst>
                  <a:ext uri="{FF2B5EF4-FFF2-40B4-BE49-F238E27FC236}">
                    <a16:creationId xmlns:a16="http://schemas.microsoft.com/office/drawing/2014/main" id="{788C2C90-2EDD-4881-BF49-1611B21EA9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0" name="Rectangle 17">
                <a:extLst>
                  <a:ext uri="{FF2B5EF4-FFF2-40B4-BE49-F238E27FC236}">
                    <a16:creationId xmlns:a16="http://schemas.microsoft.com/office/drawing/2014/main" id="{B59A7149-5D49-4DDB-9A99-0DBA4FE1C1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51" name="Rectangle 18">
                <a:extLst>
                  <a:ext uri="{FF2B5EF4-FFF2-40B4-BE49-F238E27FC236}">
                    <a16:creationId xmlns:a16="http://schemas.microsoft.com/office/drawing/2014/main" id="{F5BE49D1-7F89-4244-875C-A10597128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35" name="AutoShape 19">
              <a:extLst>
                <a:ext uri="{FF2B5EF4-FFF2-40B4-BE49-F238E27FC236}">
                  <a16:creationId xmlns:a16="http://schemas.microsoft.com/office/drawing/2014/main" id="{2E9C2F62-92DD-4CAF-AA91-36DFDA8072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61763">
              <a:off x="6454309" y="2480411"/>
              <a:ext cx="454437" cy="235446"/>
            </a:xfrm>
            <a:prstGeom prst="cloudCallout">
              <a:avLst>
                <a:gd name="adj1" fmla="val -25208"/>
                <a:gd name="adj2" fmla="val 4113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>
                <a:latin typeface="Comic Sans MS" panose="030F0702030302020204" pitchFamily="66" charset="0"/>
              </a:endParaRPr>
            </a:p>
          </p:txBody>
        </p:sp>
        <p:sp>
          <p:nvSpPr>
            <p:cNvPr id="36" name="Line 20">
              <a:extLst>
                <a:ext uri="{FF2B5EF4-FFF2-40B4-BE49-F238E27FC236}">
                  <a16:creationId xmlns:a16="http://schemas.microsoft.com/office/drawing/2014/main" id="{6C595445-442C-4F79-ABAB-2AC7B73AB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45" y="2581678"/>
              <a:ext cx="678491" cy="10633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Line 22">
              <a:extLst>
                <a:ext uri="{FF2B5EF4-FFF2-40B4-BE49-F238E27FC236}">
                  <a16:creationId xmlns:a16="http://schemas.microsoft.com/office/drawing/2014/main" id="{0B560743-05CF-4533-B7D5-51C44990ED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3801" y="2749402"/>
              <a:ext cx="650642" cy="14620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" name="Line 23">
              <a:extLst>
                <a:ext uri="{FF2B5EF4-FFF2-40B4-BE49-F238E27FC236}">
                  <a16:creationId xmlns:a16="http://schemas.microsoft.com/office/drawing/2014/main" id="{5B6BF045-28CB-4CA3-86BA-42E157C08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45" y="2962696"/>
              <a:ext cx="678491" cy="1063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9" name="Line 24">
              <a:extLst>
                <a:ext uri="{FF2B5EF4-FFF2-40B4-BE49-F238E27FC236}">
                  <a16:creationId xmlns:a16="http://schemas.microsoft.com/office/drawing/2014/main" id="{71EC6598-E47C-4996-B81C-B7560CA88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3801" y="3113964"/>
              <a:ext cx="650642" cy="146204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30A7C855-BA42-4BB0-A50B-6E1693E31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7595" y="2710161"/>
              <a:ext cx="0" cy="1492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23">
              <a:extLst>
                <a:ext uri="{FF2B5EF4-FFF2-40B4-BE49-F238E27FC236}">
                  <a16:creationId xmlns:a16="http://schemas.microsoft.com/office/drawing/2014/main" id="{33CB3D4B-17F8-4E04-8992-0673FD767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7345" y="3284484"/>
              <a:ext cx="678491" cy="1063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Line 24">
              <a:extLst>
                <a:ext uri="{FF2B5EF4-FFF2-40B4-BE49-F238E27FC236}">
                  <a16:creationId xmlns:a16="http://schemas.microsoft.com/office/drawing/2014/main" id="{0CB96582-C049-4BF5-9A41-BAA92D948C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3801" y="3435753"/>
              <a:ext cx="650642" cy="146204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26">
              <a:extLst>
                <a:ext uri="{FF2B5EF4-FFF2-40B4-BE49-F238E27FC236}">
                  <a16:creationId xmlns:a16="http://schemas.microsoft.com/office/drawing/2014/main" id="{4797BF3B-EACE-4845-923B-FB2DDE2AB3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3801" y="3554514"/>
              <a:ext cx="650642" cy="14620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418EA3C9-D04B-4AD6-812C-DAFDA00FF16D}"/>
              </a:ext>
            </a:extLst>
          </p:cNvPr>
          <p:cNvSpPr txBox="1"/>
          <p:nvPr/>
        </p:nvSpPr>
        <p:spPr>
          <a:xfrm>
            <a:off x="3531917" y="4011910"/>
            <a:ext cx="1859919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怎样更高效？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671F799-97BB-460F-A4BD-52B6BC8E6AF5}"/>
              </a:ext>
            </a:extLst>
          </p:cNvPr>
          <p:cNvSpPr/>
          <p:nvPr/>
        </p:nvSpPr>
        <p:spPr>
          <a:xfrm>
            <a:off x="467543" y="987574"/>
            <a:ext cx="403198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的连接模式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图片 53" descr="图片包含 游戏机&#10;&#10;描述已自动生成">
            <a:extLst>
              <a:ext uri="{FF2B5EF4-FFF2-40B4-BE49-F238E27FC236}">
                <a16:creationId xmlns:a16="http://schemas.microsoft.com/office/drawing/2014/main" id="{B3CDAF79-A098-4FC8-A705-61CD0AAE37A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084" y="4011910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A5854844-E61D-4D1F-9AD2-4F7ABD5E403C}"/>
              </a:ext>
            </a:extLst>
          </p:cNvPr>
          <p:cNvSpPr txBox="1"/>
          <p:nvPr/>
        </p:nvSpPr>
        <p:spPr>
          <a:xfrm>
            <a:off x="1395289" y="4438738"/>
            <a:ext cx="242474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浏览器并发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TCP/HTTP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86B5BC8-280D-41E7-B0FF-13957A2AEE65}"/>
              </a:ext>
            </a:extLst>
          </p:cNvPr>
          <p:cNvSpPr txBox="1"/>
          <p:nvPr/>
        </p:nvSpPr>
        <p:spPr>
          <a:xfrm>
            <a:off x="6960024" y="4438738"/>
            <a:ext cx="1872857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流水线请求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4C2F276-4D88-4C24-9AD4-3B756E8877C4}"/>
              </a:ext>
            </a:extLst>
          </p:cNvPr>
          <p:cNvGrpSpPr/>
          <p:nvPr/>
        </p:nvGrpSpPr>
        <p:grpSpPr>
          <a:xfrm>
            <a:off x="7202140" y="2336738"/>
            <a:ext cx="1306980" cy="1846859"/>
            <a:chOff x="5403718" y="2517745"/>
            <a:chExt cx="1306980" cy="1846859"/>
          </a:xfrm>
        </p:grpSpPr>
        <p:sp>
          <p:nvSpPr>
            <p:cNvPr id="58" name="Line 5">
              <a:extLst>
                <a:ext uri="{FF2B5EF4-FFF2-40B4-BE49-F238E27FC236}">
                  <a16:creationId xmlns:a16="http://schemas.microsoft.com/office/drawing/2014/main" id="{6C2E0812-D27A-4812-B2F9-8258C84AC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1708" y="2872179"/>
              <a:ext cx="0" cy="1492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aphicFrame>
          <p:nvGraphicFramePr>
            <p:cNvPr id="59" name="Object 9">
              <a:extLst>
                <a:ext uri="{FF2B5EF4-FFF2-40B4-BE49-F238E27FC236}">
                  <a16:creationId xmlns:a16="http://schemas.microsoft.com/office/drawing/2014/main" id="{BDE76D15-712C-49B0-B46E-B1F9294D38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9998736"/>
                </p:ext>
              </p:extLst>
            </p:nvPr>
          </p:nvGraphicFramePr>
          <p:xfrm>
            <a:off x="5403718" y="2610151"/>
            <a:ext cx="300005" cy="237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47" name="Clip" r:id="rId8" imgW="1305000" imgH="1085760" progId="MS_ClipArt_Gallery.2">
                    <p:embed/>
                  </p:oleObj>
                </mc:Choice>
                <mc:Fallback>
                  <p:oleObj name="Clip" r:id="rId8" imgW="1305000" imgH="1085760" progId="MS_ClipArt_Gallery.2">
                    <p:embed/>
                    <p:pic>
                      <p:nvPicPr>
                        <p:cNvPr id="94" name="Object 9">
                          <a:extLst>
                            <a:ext uri="{FF2B5EF4-FFF2-40B4-BE49-F238E27FC236}">
                              <a16:creationId xmlns:a16="http://schemas.microsoft.com/office/drawing/2014/main" id="{F313BFDE-3241-4E2E-90F3-CB33B442E6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3718" y="2610151"/>
                          <a:ext cx="300005" cy="2379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0" name="Group 10">
              <a:extLst>
                <a:ext uri="{FF2B5EF4-FFF2-40B4-BE49-F238E27FC236}">
                  <a16:creationId xmlns:a16="http://schemas.microsoft.com/office/drawing/2014/main" id="{DB1575A7-A7A3-419B-80CB-7CFACC8093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09429" y="2517745"/>
              <a:ext cx="201269" cy="427220"/>
              <a:chOff x="4180" y="783"/>
              <a:chExt cx="150" cy="307"/>
            </a:xfrm>
          </p:grpSpPr>
          <p:sp>
            <p:nvSpPr>
              <p:cNvPr id="72" name="AutoShape 11">
                <a:extLst>
                  <a:ext uri="{FF2B5EF4-FFF2-40B4-BE49-F238E27FC236}">
                    <a16:creationId xmlns:a16="http://schemas.microsoft.com/office/drawing/2014/main" id="{842F68F7-D783-41A8-B22F-2399A46C1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3" name="Rectangle 12">
                <a:extLst>
                  <a:ext uri="{FF2B5EF4-FFF2-40B4-BE49-F238E27FC236}">
                    <a16:creationId xmlns:a16="http://schemas.microsoft.com/office/drawing/2014/main" id="{0DD41CAF-4174-48DA-9D88-4087B4ED5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4" name="Rectangle 13">
                <a:extLst>
                  <a:ext uri="{FF2B5EF4-FFF2-40B4-BE49-F238E27FC236}">
                    <a16:creationId xmlns:a16="http://schemas.microsoft.com/office/drawing/2014/main" id="{40AC0913-3F6B-405D-8797-9EC526DBA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5" name="AutoShape 14">
                <a:extLst>
                  <a:ext uri="{FF2B5EF4-FFF2-40B4-BE49-F238E27FC236}">
                    <a16:creationId xmlns:a16="http://schemas.microsoft.com/office/drawing/2014/main" id="{253A00F8-C23A-4258-ADB1-9F5DB32E7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6" name="Line 15">
                <a:extLst>
                  <a:ext uri="{FF2B5EF4-FFF2-40B4-BE49-F238E27FC236}">
                    <a16:creationId xmlns:a16="http://schemas.microsoft.com/office/drawing/2014/main" id="{9645462D-CEC3-4E0F-B6A3-1DB0033CF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7" name="Line 16">
                <a:extLst>
                  <a:ext uri="{FF2B5EF4-FFF2-40B4-BE49-F238E27FC236}">
                    <a16:creationId xmlns:a16="http://schemas.microsoft.com/office/drawing/2014/main" id="{4332348D-E52C-44C8-B745-EC4F9C5252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8" name="Rectangle 17">
                <a:extLst>
                  <a:ext uri="{FF2B5EF4-FFF2-40B4-BE49-F238E27FC236}">
                    <a16:creationId xmlns:a16="http://schemas.microsoft.com/office/drawing/2014/main" id="{9DDBC72D-068D-4ED2-AF71-62B3EE2A5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79" name="Rectangle 18">
                <a:extLst>
                  <a:ext uri="{FF2B5EF4-FFF2-40B4-BE49-F238E27FC236}">
                    <a16:creationId xmlns:a16="http://schemas.microsoft.com/office/drawing/2014/main" id="{391BF8FC-7A9A-4117-BBE2-332918A55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61" name="AutoShape 19">
              <a:extLst>
                <a:ext uri="{FF2B5EF4-FFF2-40B4-BE49-F238E27FC236}">
                  <a16:creationId xmlns:a16="http://schemas.microsoft.com/office/drawing/2014/main" id="{23058EAA-4600-461A-ACA6-B59E8D0B96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61763">
              <a:off x="5863218" y="2642429"/>
              <a:ext cx="454437" cy="235446"/>
            </a:xfrm>
            <a:prstGeom prst="cloudCallout">
              <a:avLst>
                <a:gd name="adj1" fmla="val -25208"/>
                <a:gd name="adj2" fmla="val 4113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>
                <a:latin typeface="Comic Sans MS" panose="030F0702030302020204" pitchFamily="66" charset="0"/>
              </a:endParaRPr>
            </a:p>
          </p:txBody>
        </p:sp>
        <p:sp>
          <p:nvSpPr>
            <p:cNvPr id="62" name="Line 20">
              <a:extLst>
                <a:ext uri="{FF2B5EF4-FFF2-40B4-BE49-F238E27FC236}">
                  <a16:creationId xmlns:a16="http://schemas.microsoft.com/office/drawing/2014/main" id="{6842EB3C-A9C0-406E-B5B4-B9CEDC9C7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254" y="2743696"/>
              <a:ext cx="678491" cy="10633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22">
              <a:extLst>
                <a:ext uri="{FF2B5EF4-FFF2-40B4-BE49-F238E27FC236}">
                  <a16:creationId xmlns:a16="http://schemas.microsoft.com/office/drawing/2014/main" id="{D3AD40F6-BF0C-46F6-8D1B-A27E61EAA2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2710" y="2911420"/>
              <a:ext cx="650642" cy="14620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23">
              <a:extLst>
                <a:ext uri="{FF2B5EF4-FFF2-40B4-BE49-F238E27FC236}">
                  <a16:creationId xmlns:a16="http://schemas.microsoft.com/office/drawing/2014/main" id="{4663F5DE-6C34-42F8-82ED-37DAE06E2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254" y="3124714"/>
              <a:ext cx="678491" cy="1063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Line 24">
              <a:extLst>
                <a:ext uri="{FF2B5EF4-FFF2-40B4-BE49-F238E27FC236}">
                  <a16:creationId xmlns:a16="http://schemas.microsoft.com/office/drawing/2014/main" id="{8CD7A030-81F4-4418-8196-6EC815D1CF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2710" y="3356409"/>
              <a:ext cx="650642" cy="146204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27">
              <a:extLst>
                <a:ext uri="{FF2B5EF4-FFF2-40B4-BE49-F238E27FC236}">
                  <a16:creationId xmlns:a16="http://schemas.microsoft.com/office/drawing/2014/main" id="{4E1C2981-3C4B-4292-B57B-DB1A8470D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6504" y="2872179"/>
              <a:ext cx="0" cy="1492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Line 24">
              <a:extLst>
                <a:ext uri="{FF2B5EF4-FFF2-40B4-BE49-F238E27FC236}">
                  <a16:creationId xmlns:a16="http://schemas.microsoft.com/office/drawing/2014/main" id="{3D8A7BCE-9D21-4BB9-98A3-CAA630F084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2710" y="3441109"/>
              <a:ext cx="650642" cy="146204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Line 26">
              <a:extLst>
                <a:ext uri="{FF2B5EF4-FFF2-40B4-BE49-F238E27FC236}">
                  <a16:creationId xmlns:a16="http://schemas.microsoft.com/office/drawing/2014/main" id="{7883FBD0-EB30-4C5A-BCAF-F8419FAD87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2710" y="3635108"/>
              <a:ext cx="650642" cy="14620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Line 23">
              <a:extLst>
                <a:ext uri="{FF2B5EF4-FFF2-40B4-BE49-F238E27FC236}">
                  <a16:creationId xmlns:a16="http://schemas.microsoft.com/office/drawing/2014/main" id="{C8559CF1-79F2-4891-B6EA-4E0488149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254" y="3161152"/>
              <a:ext cx="678491" cy="1063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Line 23">
              <a:extLst>
                <a:ext uri="{FF2B5EF4-FFF2-40B4-BE49-F238E27FC236}">
                  <a16:creationId xmlns:a16="http://schemas.microsoft.com/office/drawing/2014/main" id="{17C4641C-413B-46BE-89CA-9063AFD35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6254" y="3205110"/>
              <a:ext cx="678491" cy="1063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Line 24">
              <a:extLst>
                <a:ext uri="{FF2B5EF4-FFF2-40B4-BE49-F238E27FC236}">
                  <a16:creationId xmlns:a16="http://schemas.microsoft.com/office/drawing/2014/main" id="{471E836B-6E87-4F82-B36E-50C774525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2710" y="3526501"/>
              <a:ext cx="650642" cy="146204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80" name="Rectangle 4">
            <a:extLst>
              <a:ext uri="{FF2B5EF4-FFF2-40B4-BE49-F238E27FC236}">
                <a16:creationId xmlns:a16="http://schemas.microsoft.com/office/drawing/2014/main" id="{1EBB4CC2-1329-4E4F-9501-1C94B1330F38}"/>
              </a:ext>
            </a:extLst>
          </p:cNvPr>
          <p:cNvSpPr txBox="1">
            <a:spLocks noChangeArrowheads="1"/>
          </p:cNvSpPr>
          <p:nvPr/>
        </p:nvSpPr>
        <p:spPr>
          <a:xfrm>
            <a:off x="4695771" y="4643209"/>
            <a:ext cx="4006091" cy="38667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HTTP/1.1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默认的是持久性连接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流水线</a:t>
            </a:r>
          </a:p>
        </p:txBody>
      </p:sp>
      <p:sp>
        <p:nvSpPr>
          <p:cNvPr id="81" name="灯片编号占位符 2">
            <a:extLst>
              <a:ext uri="{FF2B5EF4-FFF2-40B4-BE49-F238E27FC236}">
                <a16:creationId xmlns:a16="http://schemas.microsoft.com/office/drawing/2014/main" id="{99383203-613B-4CE1-A8A4-506AC78B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AutoShape 5">
            <a:extLst>
              <a:ext uri="{FF2B5EF4-FFF2-40B4-BE49-F238E27FC236}">
                <a16:creationId xmlns:a16="http://schemas.microsoft.com/office/drawing/2014/main" id="{35B56EB7-AB43-4E13-B588-86FFA3BF7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534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80" grpId="0"/>
      <p:bldP spid="82" grpId="0" animBg="1"/>
      <p:bldP spid="82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1907704" y="1203598"/>
            <a:ext cx="3892817" cy="3751263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ts val="252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2.2.1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的两种连接方式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en-US" altLang="zh-CN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2.2.6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31" y="1635646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B38A22D2-BBC5-461F-955B-8ED7B49A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FF330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HTTP</a:t>
            </a:r>
            <a:endParaRPr lang="zh-CN" altLang="en-US" dirty="0">
              <a:solidFill>
                <a:srgbClr val="FF3300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AB16FD28-5E8C-4031-8B94-5FBF36E91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09DDE378-E2A3-4A17-AC94-4E4FABDE0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657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HTTP</a:t>
            </a:r>
            <a:endParaRPr lang="zh-CN" alt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31A4F-4026-4207-8D92-338EC1A9388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720BE-4CDD-4C6A-9C44-C29EB4645BC3}"/>
              </a:ext>
            </a:extLst>
          </p:cNvPr>
          <p:cNvSpPr/>
          <p:nvPr/>
        </p:nvSpPr>
        <p:spPr>
          <a:xfrm>
            <a:off x="870905" y="1419622"/>
            <a:ext cx="3021981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报文编码：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人类可读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7C954-496E-4757-9621-07AF75DCA843}"/>
              </a:ext>
            </a:extLst>
          </p:cNvPr>
          <p:cNvSpPr/>
          <p:nvPr/>
        </p:nvSpPr>
        <p:spPr>
          <a:xfrm>
            <a:off x="870905" y="1777943"/>
            <a:ext cx="351250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报文类别：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：客户端发送，服务器处理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：服务器发送，客户端处理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286225-ABF4-4A23-A734-EFF6E5BF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2139702"/>
            <a:ext cx="3990601" cy="2907972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报文格式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92138" lvl="1" indent="-3286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分四个部分</a:t>
            </a: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42B2445-E0B3-49F4-ABF5-3082EF46E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8630" y="2247713"/>
            <a:ext cx="189142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FC6786AC-D975-432D-9AD8-ED22C0B8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925" y="2787774"/>
            <a:ext cx="2503499" cy="2016224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请求方法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URL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lf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首部字段名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 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lf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450"/>
              </a:spcBef>
            </a:pP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spcBef>
                <a:spcPts val="450"/>
              </a:spcBef>
            </a:pP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首部字段名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 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lf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spcBef>
                <a:spcPts val="450"/>
              </a:spcBef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lf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450"/>
              </a:spcBef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(extra carriage return, line feed) 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2FBD5DE5-E902-4A39-8A5B-312A15E6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2787775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请求行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F4FD020-FB65-4D3F-856B-D138AC38F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3377310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首部行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12F57687-B347-4A9C-8D61-69DC7D41E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3973317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C26521AA-A8B1-428A-8552-6D7B3F9F6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4243347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6608BD55-C89E-4164-8FFF-4FA153FBEDE1}"/>
              </a:ext>
            </a:extLst>
          </p:cNvPr>
          <p:cNvSpPr>
            <a:spLocks/>
          </p:cNvSpPr>
          <p:nvPr/>
        </p:nvSpPr>
        <p:spPr bwMode="auto">
          <a:xfrm>
            <a:off x="5767150" y="3093703"/>
            <a:ext cx="117776" cy="828197"/>
          </a:xfrm>
          <a:custGeom>
            <a:avLst/>
            <a:gdLst>
              <a:gd name="T0" fmla="*/ 184637 w 150"/>
              <a:gd name="T1" fmla="*/ 8515 h 924"/>
              <a:gd name="T2" fmla="*/ 0 w 150"/>
              <a:gd name="T3" fmla="*/ 0 h 924"/>
              <a:gd name="T4" fmla="*/ 0 w 150"/>
              <a:gd name="T5" fmla="*/ 1311275 h 924"/>
              <a:gd name="T6" fmla="*/ 227013 w 150"/>
              <a:gd name="T7" fmla="*/ 1302760 h 9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2">
            <a:extLst>
              <a:ext uri="{FF2B5EF4-FFF2-40B4-BE49-F238E27FC236}">
                <a16:creationId xmlns:a16="http://schemas.microsoft.com/office/drawing/2014/main" id="{5D8246C8-BE8C-4557-BD57-EFFB6224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D19AF83A-E444-445E-975B-47DE7B981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840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HTTP</a:t>
            </a:r>
            <a:endParaRPr lang="zh-CN" alt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31A4F-4026-4207-8D92-338EC1A9388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720BE-4CDD-4C6A-9C44-C29EB4645BC3}"/>
              </a:ext>
            </a:extLst>
          </p:cNvPr>
          <p:cNvSpPr/>
          <p:nvPr/>
        </p:nvSpPr>
        <p:spPr>
          <a:xfrm>
            <a:off x="870905" y="1419622"/>
            <a:ext cx="3021981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报文编码：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人类可读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7C954-496E-4757-9621-07AF75DCA843}"/>
              </a:ext>
            </a:extLst>
          </p:cNvPr>
          <p:cNvSpPr/>
          <p:nvPr/>
        </p:nvSpPr>
        <p:spPr>
          <a:xfrm>
            <a:off x="870905" y="1777943"/>
            <a:ext cx="351250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报文类别：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：客户端发送，服务器处理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响应报文：服务器发送，客户端处理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286225-ABF4-4A23-A734-EFF6E5BF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2139702"/>
            <a:ext cx="3990601" cy="2907972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请求方法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42B2445-E0B3-49F4-ABF5-3082EF46E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8630" y="2247713"/>
            <a:ext cx="189142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FC6786AC-D975-432D-9AD8-ED22C0B8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925" y="2787774"/>
            <a:ext cx="2503499" cy="1944216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请求方法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URL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</a:t>
            </a:r>
            <a:endParaRPr lang="en-US" altLang="zh-CN" sz="1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692B1322-E6CC-4FA1-A840-A73262763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582" y="3143632"/>
            <a:ext cx="1017682" cy="131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b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05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787AEB93-B402-4EB6-A60B-FF128D562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8109" y="3143632"/>
            <a:ext cx="1705835" cy="131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2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0000" lvl="1" indent="-189000"/>
            <a:r>
              <a:rPr lang="zh-CN" altLang="en-US" sz="10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en-US" altLang="zh-CN" sz="10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 </a:t>
            </a:r>
            <a:r>
              <a:rPr lang="zh-CN" altLang="en-US" sz="105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可提交数据</a:t>
            </a:r>
            <a:endParaRPr lang="en-US" altLang="zh-CN" sz="10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/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endParaRPr lang="en-US" altLang="zh-CN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0000" lvl="1" indent="-189000"/>
            <a:r>
              <a:rPr lang="zh-CN" altLang="en-US" sz="10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封装在实体数据</a:t>
            </a:r>
            <a:endParaRPr lang="en-US" altLang="zh-CN" sz="105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endParaRPr lang="en-US" altLang="zh-CN" sz="1200" dirty="0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上传</a:t>
            </a:r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200" dirty="0">
              <a:solidFill>
                <a:srgbClr val="74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1E01235-0998-4256-8254-7B84C8264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213" y="3410411"/>
            <a:ext cx="61014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HTTP/1.0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5C025770-8387-439E-81C8-A853FB7C0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632" y="3634992"/>
            <a:ext cx="636571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HTTP/1.1</a:t>
            </a: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DAA34D3A-72C3-4514-AF87-B422C43BD261}"/>
              </a:ext>
            </a:extLst>
          </p:cNvPr>
          <p:cNvSpPr>
            <a:spLocks/>
          </p:cNvSpPr>
          <p:nvPr/>
        </p:nvSpPr>
        <p:spPr bwMode="auto">
          <a:xfrm>
            <a:off x="5366235" y="3208027"/>
            <a:ext cx="64408" cy="1159871"/>
          </a:xfrm>
          <a:custGeom>
            <a:avLst/>
            <a:gdLst>
              <a:gd name="T0" fmla="*/ 184637 w 150"/>
              <a:gd name="T1" fmla="*/ 8515 h 924"/>
              <a:gd name="T2" fmla="*/ 0 w 150"/>
              <a:gd name="T3" fmla="*/ 0 h 924"/>
              <a:gd name="T4" fmla="*/ 0 w 150"/>
              <a:gd name="T5" fmla="*/ 1311275 h 924"/>
              <a:gd name="T6" fmla="*/ 227013 w 150"/>
              <a:gd name="T7" fmla="*/ 1302760 h 9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rgbClr val="C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" name="Freeform 8">
            <a:extLst>
              <a:ext uri="{FF2B5EF4-FFF2-40B4-BE49-F238E27FC236}">
                <a16:creationId xmlns:a16="http://schemas.microsoft.com/office/drawing/2014/main" id="{765F5EAE-A63D-40EF-BAB4-44B09FFB19CF}"/>
              </a:ext>
            </a:extLst>
          </p:cNvPr>
          <p:cNvSpPr>
            <a:spLocks/>
          </p:cNvSpPr>
          <p:nvPr/>
        </p:nvSpPr>
        <p:spPr bwMode="auto">
          <a:xfrm>
            <a:off x="5896280" y="3208027"/>
            <a:ext cx="117776" cy="828197"/>
          </a:xfrm>
          <a:custGeom>
            <a:avLst/>
            <a:gdLst>
              <a:gd name="T0" fmla="*/ 184637 w 150"/>
              <a:gd name="T1" fmla="*/ 8515 h 924"/>
              <a:gd name="T2" fmla="*/ 0 w 150"/>
              <a:gd name="T3" fmla="*/ 0 h 924"/>
              <a:gd name="T4" fmla="*/ 0 w 150"/>
              <a:gd name="T5" fmla="*/ 1311275 h 924"/>
              <a:gd name="T6" fmla="*/ 227013 w 150"/>
              <a:gd name="T7" fmla="*/ 1302760 h 9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rgbClr val="C0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249C539F-DB65-4FB9-AF7D-DB2F7321C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2787775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请求行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灯片编号占位符 2">
            <a:extLst>
              <a:ext uri="{FF2B5EF4-FFF2-40B4-BE49-F238E27FC236}">
                <a16:creationId xmlns:a16="http://schemas.microsoft.com/office/drawing/2014/main" id="{C7506E1A-2442-4441-BADA-0A31F00C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D7EA6484-DC89-4094-BBF2-AE5CFA46B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116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HTTP</a:t>
            </a:r>
            <a:endParaRPr lang="zh-CN" alt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31A4F-4026-4207-8D92-338EC1A9388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720BE-4CDD-4C6A-9C44-C29EB4645BC3}"/>
              </a:ext>
            </a:extLst>
          </p:cNvPr>
          <p:cNvSpPr/>
          <p:nvPr/>
        </p:nvSpPr>
        <p:spPr>
          <a:xfrm>
            <a:off x="870905" y="1419622"/>
            <a:ext cx="3021981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报文编码：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人类可读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7C954-496E-4757-9621-07AF75DCA843}"/>
              </a:ext>
            </a:extLst>
          </p:cNvPr>
          <p:cNvSpPr/>
          <p:nvPr/>
        </p:nvSpPr>
        <p:spPr>
          <a:xfrm>
            <a:off x="870905" y="1777943"/>
            <a:ext cx="351250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报文类别：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：客户端发送，服务器处理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响应报文：服务器发送，客户端处理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286225-ABF4-4A23-A734-EFF6E5BF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2139702"/>
            <a:ext cx="3990601" cy="2907972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URL</a:t>
            </a: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42B2445-E0B3-49F4-ABF5-3082EF46E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8630" y="2247713"/>
            <a:ext cx="189142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FC6786AC-D975-432D-9AD8-ED22C0B8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925" y="2787774"/>
            <a:ext cx="2503499" cy="1944216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请求方法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</a:t>
            </a:r>
            <a:endParaRPr lang="en-US" altLang="zh-CN" sz="1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2FBD5DE5-E902-4A39-8A5B-312A15E6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2787775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请求行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4F601A43-0805-45F6-895B-2DF2E031A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065" y="3070128"/>
            <a:ext cx="2353218" cy="1499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endParaRPr lang="en-US" altLang="zh-CN" sz="12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02500" lvl="1" indent="0">
              <a:spcBef>
                <a:spcPts val="600"/>
              </a:spcBef>
            </a:pPr>
            <a:r>
              <a:rPr lang="en-US" altLang="zh-CN" sz="1050" u="sng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/</a:t>
            </a:r>
            <a:r>
              <a:rPr lang="en-US" altLang="zh-CN" sz="1050" u="sng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folder </a:t>
            </a:r>
            <a:endParaRPr lang="en-US" altLang="zh-CN" sz="105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对象标识</a:t>
            </a:r>
            <a:endParaRPr lang="en-US" altLang="zh-CN" sz="12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02500">
              <a:spcBef>
                <a:spcPts val="600"/>
              </a:spcBef>
            </a:pPr>
            <a:r>
              <a:rPr lang="en-US" altLang="zh-CN" sz="1050" u="sng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/object.obj</a:t>
            </a:r>
            <a:r>
              <a:rPr lang="en-US" altLang="zh-CN" sz="1050" u="sng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endParaRPr lang="en-US" altLang="zh-CN" sz="12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02500" lvl="2" indent="0">
              <a:spcBef>
                <a:spcPts val="600"/>
              </a:spcBef>
            </a:pPr>
            <a:r>
              <a:rPr lang="en-US" altLang="zh-CN" sz="1050" u="sng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/object.obj?p1&amp;p2</a:t>
            </a:r>
            <a:r>
              <a:rPr lang="en-US" altLang="zh-CN" sz="1050" u="sng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00038" lvl="2" indent="0">
              <a:spcBef>
                <a:spcPts val="600"/>
              </a:spcBef>
            </a:pPr>
            <a:endParaRPr lang="en-US" altLang="zh-CN" sz="105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2">
            <a:extLst>
              <a:ext uri="{FF2B5EF4-FFF2-40B4-BE49-F238E27FC236}">
                <a16:creationId xmlns:a16="http://schemas.microsoft.com/office/drawing/2014/main" id="{7BF0629F-2FEE-4A53-AB60-19E5EEB1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9712BA64-96CB-46CD-BC09-FABD63FA9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771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HTTP</a:t>
            </a:r>
            <a:endParaRPr lang="zh-CN" alt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31A4F-4026-4207-8D92-338EC1A9388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720BE-4CDD-4C6A-9C44-C29EB4645BC3}"/>
              </a:ext>
            </a:extLst>
          </p:cNvPr>
          <p:cNvSpPr/>
          <p:nvPr/>
        </p:nvSpPr>
        <p:spPr>
          <a:xfrm>
            <a:off x="870905" y="1419622"/>
            <a:ext cx="3021981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报文编码：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人类可读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7C954-496E-4757-9621-07AF75DCA843}"/>
              </a:ext>
            </a:extLst>
          </p:cNvPr>
          <p:cNvSpPr/>
          <p:nvPr/>
        </p:nvSpPr>
        <p:spPr>
          <a:xfrm>
            <a:off x="870905" y="1777943"/>
            <a:ext cx="351250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报文类别：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：客户端发送，服务器处理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响应报文：服务器发送，客户端处理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286225-ABF4-4A23-A734-EFF6E5BF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2139702"/>
            <a:ext cx="3990601" cy="2907972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报文示例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42B2445-E0B3-49F4-ABF5-3082EF46E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8630" y="2247713"/>
            <a:ext cx="189142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63442E2B-6FE7-4A83-B40D-177DBFC96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001" y="2579840"/>
            <a:ext cx="3008276" cy="1864117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450"/>
              </a:spcBef>
            </a:pPr>
            <a:r>
              <a:rPr lang="en-US" altLang="zh-CN" sz="1200" b="1" dirty="0">
                <a:solidFill>
                  <a:srgbClr val="CC0000"/>
                </a:solidFill>
                <a:latin typeface="Courier New" panose="02070309020205020404" pitchFamily="49" charset="0"/>
              </a:rPr>
              <a:t>GET </a:t>
            </a:r>
            <a:r>
              <a:rPr lang="en-US" altLang="zh-CN" sz="1200" b="1" dirty="0">
                <a:latin typeface="Courier New" panose="02070309020205020404" pitchFamily="49" charset="0"/>
              </a:rPr>
              <a:t>/</a:t>
            </a:r>
            <a:r>
              <a:rPr lang="en-US" altLang="zh-CN" sz="1200" b="1" dirty="0" err="1">
                <a:latin typeface="Courier New" panose="02070309020205020404" pitchFamily="49" charset="0"/>
              </a:rPr>
              <a:t>somedir</a:t>
            </a:r>
            <a:r>
              <a:rPr lang="en-US" altLang="zh-CN" sz="1200" b="1" dirty="0">
                <a:latin typeface="Courier New" panose="02070309020205020404" pitchFamily="49" charset="0"/>
              </a:rPr>
              <a:t>/page.html HTTP/1.1</a:t>
            </a:r>
          </a:p>
          <a:p>
            <a:pPr>
              <a:spcBef>
                <a:spcPts val="450"/>
              </a:spcBef>
            </a:pPr>
            <a:r>
              <a:rPr lang="en-US" altLang="zh-CN" sz="1200" b="1" dirty="0">
                <a:solidFill>
                  <a:srgbClr val="CC0000"/>
                </a:solidFill>
                <a:latin typeface="Courier New" panose="02070309020205020404" pitchFamily="49" charset="0"/>
              </a:rPr>
              <a:t>Host:</a:t>
            </a:r>
            <a:r>
              <a:rPr lang="en-US" altLang="zh-CN" sz="1200" b="1" dirty="0">
                <a:latin typeface="Courier New" panose="02070309020205020404" pitchFamily="49" charset="0"/>
              </a:rPr>
              <a:t> www.someschool.edu </a:t>
            </a:r>
          </a:p>
          <a:p>
            <a:pPr>
              <a:spcBef>
                <a:spcPts val="450"/>
              </a:spcBef>
            </a:pPr>
            <a:r>
              <a:rPr lang="en-US" altLang="zh-CN" sz="1200" b="1" dirty="0">
                <a:solidFill>
                  <a:srgbClr val="CC0000"/>
                </a:solidFill>
                <a:latin typeface="Courier New" panose="02070309020205020404" pitchFamily="49" charset="0"/>
              </a:rPr>
              <a:t>User-agent:</a:t>
            </a:r>
            <a:r>
              <a:rPr lang="en-US" altLang="zh-CN" sz="1200" b="1" dirty="0">
                <a:latin typeface="Courier New" panose="02070309020205020404" pitchFamily="49" charset="0"/>
              </a:rPr>
              <a:t> Mozilla/4.0</a:t>
            </a:r>
          </a:p>
          <a:p>
            <a:pPr>
              <a:spcBef>
                <a:spcPts val="450"/>
              </a:spcBef>
            </a:pPr>
            <a:r>
              <a:rPr lang="en-US" altLang="zh-CN" sz="1200" b="1" dirty="0">
                <a:solidFill>
                  <a:srgbClr val="CC0000"/>
                </a:solidFill>
                <a:latin typeface="Courier New" panose="02070309020205020404" pitchFamily="49" charset="0"/>
              </a:rPr>
              <a:t>Connection:</a:t>
            </a:r>
            <a:r>
              <a:rPr lang="en-US" altLang="zh-CN" sz="1200" b="1" dirty="0">
                <a:latin typeface="Courier New" panose="02070309020205020404" pitchFamily="49" charset="0"/>
              </a:rPr>
              <a:t> close </a:t>
            </a:r>
          </a:p>
          <a:p>
            <a:pPr>
              <a:spcBef>
                <a:spcPts val="450"/>
              </a:spcBef>
            </a:pPr>
            <a:r>
              <a:rPr lang="en-US" altLang="zh-CN" sz="1200" b="1" dirty="0" err="1">
                <a:solidFill>
                  <a:srgbClr val="CC0000"/>
                </a:solidFill>
                <a:latin typeface="Courier New" panose="02070309020205020404" pitchFamily="49" charset="0"/>
              </a:rPr>
              <a:t>Accept-language:</a:t>
            </a:r>
            <a:r>
              <a:rPr lang="en-US" altLang="zh-CN" sz="1200" b="1" dirty="0" err="1">
                <a:latin typeface="Courier New" panose="02070309020205020404" pitchFamily="49" charset="0"/>
              </a:rPr>
              <a:t>cn</a:t>
            </a:r>
            <a:r>
              <a:rPr lang="en-US" altLang="zh-CN" sz="1200" b="1" dirty="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ts val="450"/>
              </a:spcBef>
            </a:pP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空行表示结束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spcBef>
                <a:spcPts val="450"/>
              </a:spcBef>
            </a:pP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6" name="灯片编号占位符 2">
            <a:extLst>
              <a:ext uri="{FF2B5EF4-FFF2-40B4-BE49-F238E27FC236}">
                <a16:creationId xmlns:a16="http://schemas.microsoft.com/office/drawing/2014/main" id="{0A192955-29CC-42AB-ADC4-4150243B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8A56A90E-E6AD-4C57-B65A-BB61D3D52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62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HTTP</a:t>
            </a:r>
            <a:endParaRPr lang="zh-CN" alt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31A4F-4026-4207-8D92-338EC1A9388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720BE-4CDD-4C6A-9C44-C29EB4645BC3}"/>
              </a:ext>
            </a:extLst>
          </p:cNvPr>
          <p:cNvSpPr/>
          <p:nvPr/>
        </p:nvSpPr>
        <p:spPr>
          <a:xfrm>
            <a:off x="870905" y="1419622"/>
            <a:ext cx="3021981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报文编码：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人类可读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7C954-496E-4757-9621-07AF75DCA843}"/>
              </a:ext>
            </a:extLst>
          </p:cNvPr>
          <p:cNvSpPr/>
          <p:nvPr/>
        </p:nvSpPr>
        <p:spPr>
          <a:xfrm>
            <a:off x="870905" y="1777943"/>
            <a:ext cx="351250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报文类别：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：客户端发送，服务器处理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响应报文：服务器发送，客户端处理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286225-ABF4-4A23-A734-EFF6E5BF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2139702"/>
            <a:ext cx="3990601" cy="2907972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报文实例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42B2445-E0B3-49F4-ABF5-3082EF46E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8630" y="2247713"/>
            <a:ext cx="189142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DE2061D-5039-46DE-A463-AD9FA9B13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385" y="2714768"/>
            <a:ext cx="1746024" cy="113651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2B3A7292-E6B7-42B8-877C-D27DA3FF8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239608"/>
            <a:ext cx="1988924" cy="1614397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9C2B273F-1C1B-4F5D-9651-56521A756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961" y="4176801"/>
            <a:ext cx="3795213" cy="69285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Line 9">
            <a:extLst>
              <a:ext uri="{FF2B5EF4-FFF2-40B4-BE49-F238E27FC236}">
                <a16:creationId xmlns:a16="http://schemas.microsoft.com/office/drawing/2014/main" id="{C6FF9567-C727-473E-B694-155DB7DBFF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3349" y="4276353"/>
            <a:ext cx="197074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C5B36D41-D47D-4C44-886C-1279563CA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648" y="4023444"/>
            <a:ext cx="104490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 line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578C3763-BF70-4EC1-B866-9BA7EA834266}"/>
              </a:ext>
            </a:extLst>
          </p:cNvPr>
          <p:cNvSpPr>
            <a:spLocks/>
          </p:cNvSpPr>
          <p:nvPr/>
        </p:nvSpPr>
        <p:spPr bwMode="auto">
          <a:xfrm rot="10800000">
            <a:off x="4574901" y="4468707"/>
            <a:ext cx="150120" cy="348497"/>
          </a:xfrm>
          <a:prstGeom prst="rightBrace">
            <a:avLst>
              <a:gd name="adj1" fmla="val 33757"/>
              <a:gd name="adj2" fmla="val 50000"/>
            </a:avLst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3799B2B0-5238-4299-9DA1-2F3A31252C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3348" y="4628196"/>
            <a:ext cx="1134424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8944DD27-F040-4F33-B8E6-20828F6B1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082" y="4376843"/>
            <a:ext cx="114446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header lines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C256AC29-3B63-45AE-8D18-3D262873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751769D7-6C37-4890-B1C4-FAFD7901C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934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HTTP</a:t>
            </a:r>
            <a:endParaRPr lang="zh-CN" alt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31A4F-4026-4207-8D92-338EC1A9388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720BE-4CDD-4C6A-9C44-C29EB4645BC3}"/>
              </a:ext>
            </a:extLst>
          </p:cNvPr>
          <p:cNvSpPr/>
          <p:nvPr/>
        </p:nvSpPr>
        <p:spPr>
          <a:xfrm>
            <a:off x="870905" y="1419622"/>
            <a:ext cx="3021981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报文编码：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人类可读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7C954-496E-4757-9621-07AF75DCA843}"/>
              </a:ext>
            </a:extLst>
          </p:cNvPr>
          <p:cNvSpPr/>
          <p:nvPr/>
        </p:nvSpPr>
        <p:spPr>
          <a:xfrm>
            <a:off x="870905" y="1777943"/>
            <a:ext cx="351250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报文类别：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请求报文：客户端发送，服务器处理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：服务器发送，客户端处理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286225-ABF4-4A23-A734-EFF6E5BF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2139702"/>
            <a:ext cx="3990601" cy="2907972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报文格式</a:t>
            </a:r>
          </a:p>
          <a:p>
            <a:pPr marL="592138" lvl="1" indent="-3286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分四个部分</a:t>
            </a: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42B2445-E0B3-49F4-ABF5-3082EF46E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8630" y="2499742"/>
            <a:ext cx="189142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2FBD5DE5-E902-4A39-8A5B-312A15E6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2787775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响应行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F4FD020-FB65-4D3F-856B-D138AC38F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3377310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首部行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12F57687-B347-4A9C-8D61-69DC7D41E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3973317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C26521AA-A8B1-428A-8552-6D7B3F9F6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095" y="4243347"/>
            <a:ext cx="9238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6608BD55-C89E-4164-8FFF-4FA153FBEDE1}"/>
              </a:ext>
            </a:extLst>
          </p:cNvPr>
          <p:cNvSpPr>
            <a:spLocks/>
          </p:cNvSpPr>
          <p:nvPr/>
        </p:nvSpPr>
        <p:spPr bwMode="auto">
          <a:xfrm>
            <a:off x="5767150" y="3093703"/>
            <a:ext cx="117776" cy="828197"/>
          </a:xfrm>
          <a:custGeom>
            <a:avLst/>
            <a:gdLst>
              <a:gd name="T0" fmla="*/ 184637 w 150"/>
              <a:gd name="T1" fmla="*/ 8515 h 924"/>
              <a:gd name="T2" fmla="*/ 0 w 150"/>
              <a:gd name="T3" fmla="*/ 0 h 924"/>
              <a:gd name="T4" fmla="*/ 0 w 150"/>
              <a:gd name="T5" fmla="*/ 1311275 h 924"/>
              <a:gd name="T6" fmla="*/ 227013 w 150"/>
              <a:gd name="T7" fmla="*/ 1302760 h 9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F1B8A4B0-06FD-4B9E-A3E5-95DAB3764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926" y="2765669"/>
            <a:ext cx="2575506" cy="1782198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状态码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短语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lf</a:t>
            </a:r>
          </a:p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首部字段名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 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lf </a:t>
            </a:r>
          </a:p>
          <a:p>
            <a:pPr>
              <a:spcBef>
                <a:spcPts val="450"/>
              </a:spcBef>
            </a:pP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spcBef>
                <a:spcPts val="450"/>
              </a:spcBef>
            </a:pP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首部字段名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 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lf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spcBef>
                <a:spcPts val="450"/>
              </a:spcBef>
            </a:pP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lf</a:t>
            </a:r>
          </a:p>
          <a:p>
            <a:pPr>
              <a:spcBef>
                <a:spcPts val="450"/>
              </a:spcBef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75CFF58D-C4CD-40E7-B35D-90F72AF1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9D401610-D836-4BC6-8F1F-CACA1E9B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6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HTTP</a:t>
            </a:r>
            <a:endParaRPr lang="zh-CN" alt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31A4F-4026-4207-8D92-338EC1A9388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720BE-4CDD-4C6A-9C44-C29EB4645BC3}"/>
              </a:ext>
            </a:extLst>
          </p:cNvPr>
          <p:cNvSpPr/>
          <p:nvPr/>
        </p:nvSpPr>
        <p:spPr>
          <a:xfrm>
            <a:off x="870905" y="1419622"/>
            <a:ext cx="3021981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报文编码：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人类可读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7C954-496E-4757-9621-07AF75DCA843}"/>
              </a:ext>
            </a:extLst>
          </p:cNvPr>
          <p:cNvSpPr/>
          <p:nvPr/>
        </p:nvSpPr>
        <p:spPr>
          <a:xfrm>
            <a:off x="870905" y="1777943"/>
            <a:ext cx="351250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报文类别：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请求报文：客户端发送，服务器处理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：服务器发送，客户端处理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286225-ABF4-4A23-A734-EFF6E5BF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2139702"/>
            <a:ext cx="3990601" cy="2907972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状态码和短语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42B2445-E0B3-49F4-ABF5-3082EF46E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8630" y="2499742"/>
            <a:ext cx="189142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F1B8A4B0-06FD-4B9E-A3E5-95DAB3764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926" y="2765669"/>
            <a:ext cx="2575506" cy="1782198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450"/>
              </a:spcBef>
            </a:pPr>
            <a:r>
              <a:rPr lang="zh-CN" altLang="en-US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状态码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短语 </a:t>
            </a:r>
            <a:r>
              <a:rPr lang="en-US" altLang="zh-CN" sz="1200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lf</a:t>
            </a:r>
          </a:p>
          <a:p>
            <a:pPr>
              <a:spcBef>
                <a:spcPts val="450"/>
              </a:spcBef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CDD7F6FB-41B2-4CE6-B354-27339BD74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373" y="3075806"/>
            <a:ext cx="663531" cy="131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301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404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505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02CDAD85-EEC4-4D2E-BCD8-0A9920888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2971" y="3075806"/>
            <a:ext cx="1577461" cy="131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ok</a:t>
            </a:r>
          </a:p>
          <a:p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moved permanently</a:t>
            </a:r>
          </a:p>
          <a:p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bad request</a:t>
            </a:r>
          </a:p>
          <a:p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found</a:t>
            </a:r>
          </a:p>
          <a:p>
            <a:r>
              <a:rPr lang="en-US" altLang="zh-CN" sz="11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 version not supported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5BBBD214-2087-420C-B891-97568B1F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FE3477E5-AF40-4795-8FCA-61DFF3DDA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019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HTTP</a:t>
            </a:r>
            <a:endParaRPr lang="zh-CN" altLang="en-US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D31A4F-4026-4207-8D92-338EC1A9388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A720BE-4CDD-4C6A-9C44-C29EB4645BC3}"/>
              </a:ext>
            </a:extLst>
          </p:cNvPr>
          <p:cNvSpPr/>
          <p:nvPr/>
        </p:nvSpPr>
        <p:spPr>
          <a:xfrm>
            <a:off x="870905" y="1419622"/>
            <a:ext cx="3021981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75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报文编码：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人类可读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7C954-496E-4757-9621-07AF75DCA843}"/>
              </a:ext>
            </a:extLst>
          </p:cNvPr>
          <p:cNvSpPr/>
          <p:nvPr/>
        </p:nvSpPr>
        <p:spPr>
          <a:xfrm>
            <a:off x="870905" y="1777943"/>
            <a:ext cx="351250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266700" lvl="1" indent="-2667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报文类别：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请求报文：客户端发送，服务器处理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0850" lvl="1" indent="-184150" defTabSz="7175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响应报文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：服务器发送，客户端处理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286225-ABF4-4A23-A734-EFF6E5BF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9" y="2139702"/>
            <a:ext cx="3990601" cy="2907972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报文实例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542B2445-E0B3-49F4-ABF5-3082EF46E8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8630" y="2499742"/>
            <a:ext cx="189142" cy="0"/>
          </a:xfrm>
          <a:prstGeom prst="line">
            <a:avLst/>
          </a:prstGeom>
          <a:noFill/>
          <a:ln w="76200">
            <a:solidFill>
              <a:srgbClr val="C00000"/>
            </a:solidFill>
            <a:round/>
            <a:headEnd/>
            <a:tailEnd type="triangle" w="med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22">
            <a:extLst>
              <a:ext uri="{FF2B5EF4-FFF2-40B4-BE49-F238E27FC236}">
                <a16:creationId xmlns:a16="http://schemas.microsoft.com/office/drawing/2014/main" id="{2F1ACE68-C871-4D74-8170-452348A3D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541" y="2516696"/>
            <a:ext cx="3514922" cy="2373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14550E-32B0-4D71-A4C4-581F6217B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0476" y="2689234"/>
            <a:ext cx="3347062" cy="221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telnet www.cistec.org.cn 80 [Enter]</a:t>
            </a:r>
          </a:p>
          <a:p>
            <a:pPr eaLnBrk="1" hangingPunct="1"/>
            <a:endParaRPr lang="en-US" altLang="zh-CN" sz="825" b="1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8F16192D-FDB2-40F2-8108-E0D50495A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0476" y="2689234"/>
            <a:ext cx="3347062" cy="221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Get /cn/index.html http/1.1 [Shift+Enter]</a:t>
            </a:r>
          </a:p>
          <a:p>
            <a:pPr eaLnBrk="1" hangingPunct="1"/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Host: cistec.org.cn [Shift+Enter]</a:t>
            </a:r>
          </a:p>
          <a:p>
            <a:pPr eaLnBrk="1" hangingPunct="1"/>
            <a:endParaRPr lang="en-US" altLang="zh-CN" sz="825" b="1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825" b="1">
                <a:solidFill>
                  <a:schemeClr val="bg1"/>
                </a:solidFill>
                <a:latin typeface="Courier New" panose="02070309020205020404" pitchFamily="49" charset="0"/>
              </a:rPr>
              <a:t>[Enter]</a:t>
            </a:r>
          </a:p>
        </p:txBody>
      </p:sp>
      <p:pic>
        <p:nvPicPr>
          <p:cNvPr id="18" name="Picture 19">
            <a:extLst>
              <a:ext uri="{FF2B5EF4-FFF2-40B4-BE49-F238E27FC236}">
                <a16:creationId xmlns:a16="http://schemas.microsoft.com/office/drawing/2014/main" id="{D7E6C6CD-6CFC-4721-9272-B9A9B51EA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207" y="2524175"/>
            <a:ext cx="3514922" cy="2390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24">
            <a:extLst>
              <a:ext uri="{FF2B5EF4-FFF2-40B4-BE49-F238E27FC236}">
                <a16:creationId xmlns:a16="http://schemas.microsoft.com/office/drawing/2014/main" id="{EE8D49A4-D703-45C6-BF66-367F0359C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8195" y="3509600"/>
            <a:ext cx="3379342" cy="138069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FB294302-1C1D-48C8-A91D-42FB47035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8195" y="2707220"/>
            <a:ext cx="3379343" cy="753527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pic>
        <p:nvPicPr>
          <p:cNvPr id="21" name="Picture 26">
            <a:extLst>
              <a:ext uri="{FF2B5EF4-FFF2-40B4-BE49-F238E27FC236}">
                <a16:creationId xmlns:a16="http://schemas.microsoft.com/office/drawing/2014/main" id="{5CAA30AB-B1C0-46D9-81B5-CE9F574B6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659" y="2183344"/>
            <a:ext cx="1925351" cy="1614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灯片编号占位符 2">
            <a:extLst>
              <a:ext uri="{FF2B5EF4-FFF2-40B4-BE49-F238E27FC236}">
                <a16:creationId xmlns:a16="http://schemas.microsoft.com/office/drawing/2014/main" id="{DF9730AE-8F0F-406A-9CCD-13205519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C017B9CC-19F1-4622-90D4-F84DE4149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05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080808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3" grpId="1"/>
      <p:bldP spid="14" grpId="0" autoUpdateAnimBg="0"/>
      <p:bldP spid="19" grpId="0" animBg="1"/>
      <p:bldP spid="20" grpId="0" animBg="1"/>
      <p:bldP spid="23" grpId="0" animBg="1"/>
      <p:bldP spid="23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游戏机, 电脑, 黑色&#10;&#10;描述已自动生成">
            <a:extLst>
              <a:ext uri="{FF2B5EF4-FFF2-40B4-BE49-F238E27FC236}">
                <a16:creationId xmlns:a16="http://schemas.microsoft.com/office/drawing/2014/main" id="{7B97D448-59C3-431D-BEB7-4B8AF1BD3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39502"/>
            <a:ext cx="3499997" cy="372387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847EDB5-4D7D-438E-BC58-5F35D04612D0}"/>
              </a:ext>
            </a:extLst>
          </p:cNvPr>
          <p:cNvSpPr/>
          <p:nvPr/>
        </p:nvSpPr>
        <p:spPr>
          <a:xfrm>
            <a:off x="6588224" y="3075806"/>
            <a:ext cx="1531188" cy="5847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FF00"/>
                </a:solidFill>
              </a:rPr>
              <a:t>Break...</a:t>
            </a:r>
            <a:endParaRPr lang="zh-CN" alt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221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1907704" y="1203598"/>
            <a:ext cx="3892817" cy="3751263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ts val="252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2.2.1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的两种连接方式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  <a:endParaRPr lang="en-US" altLang="zh-CN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2.2.6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31" y="1635646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B38A22D2-BBC5-461F-955B-8ED7B49A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FF330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HTTP</a:t>
            </a:r>
            <a:endParaRPr lang="zh-CN" altLang="en-US" dirty="0">
              <a:solidFill>
                <a:srgbClr val="FF3300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221C7FAC-B27C-4BB3-BC30-A4B6F0B5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4C6639B4-54D5-4383-8D55-6F241170A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152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27584" y="1458764"/>
            <a:ext cx="7886700" cy="3262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65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是无状态协议！</a:t>
            </a:r>
            <a:endParaRPr lang="en-US" altLang="zh-CN" sz="165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问题：怎么样让服务器知道用户先前做过什么？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如：购物篮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方法：使用</a:t>
            </a: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cookies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 2109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在请求和响应的首部行设定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cookie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客户端保存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cookies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服务器端通过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cookie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与后台数据库关联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382036"/>
            <a:ext cx="3992916" cy="134925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868144" y="3435846"/>
            <a:ext cx="2421253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BB2337-CDC0-467D-B3E7-A835A49FED0F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3E27845B-F6EC-499D-BF6D-AC875B4E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188FE38C-FE3A-4B79-BBCD-46FEC292E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675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65" name="Text Box 5"/>
          <p:cNvSpPr txBox="1">
            <a:spLocks noChangeArrowheads="1"/>
          </p:cNvSpPr>
          <p:nvPr/>
        </p:nvSpPr>
        <p:spPr bwMode="auto">
          <a:xfrm>
            <a:off x="1113635" y="1651416"/>
            <a:ext cx="6351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solidFill>
                  <a:srgbClr val="CC0000"/>
                </a:solidFill>
                <a:latin typeface="Arial" panose="020B0604020202020204" pitchFamily="34" charset="0"/>
              </a:rPr>
              <a:t>client</a:t>
            </a:r>
          </a:p>
        </p:txBody>
      </p:sp>
      <p:sp>
        <p:nvSpPr>
          <p:cNvPr id="66" name="Text Box 6"/>
          <p:cNvSpPr txBox="1">
            <a:spLocks noChangeArrowheads="1"/>
          </p:cNvSpPr>
          <p:nvPr/>
        </p:nvSpPr>
        <p:spPr bwMode="auto">
          <a:xfrm>
            <a:off x="5948468" y="1591346"/>
            <a:ext cx="7200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solidFill>
                  <a:srgbClr val="CC0000"/>
                </a:solidFill>
                <a:latin typeface="Arial" panose="020B0604020202020204" pitchFamily="34" charset="0"/>
              </a:rPr>
              <a:t>server</a:t>
            </a:r>
          </a:p>
        </p:txBody>
      </p:sp>
      <p:sp>
        <p:nvSpPr>
          <p:cNvPr id="68" name="Line 16"/>
          <p:cNvSpPr>
            <a:spLocks noChangeShapeType="1"/>
          </p:cNvSpPr>
          <p:nvPr/>
        </p:nvSpPr>
        <p:spPr bwMode="auto">
          <a:xfrm flipH="1">
            <a:off x="3131840" y="3297281"/>
            <a:ext cx="2478881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3" name="Line 24"/>
          <p:cNvSpPr>
            <a:spLocks noChangeShapeType="1"/>
          </p:cNvSpPr>
          <p:nvPr/>
        </p:nvSpPr>
        <p:spPr bwMode="auto">
          <a:xfrm flipH="1">
            <a:off x="3138984" y="4588602"/>
            <a:ext cx="2478881" cy="2857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6" name="Text Box 27"/>
          <p:cNvSpPr txBox="1">
            <a:spLocks noChangeArrowheads="1"/>
          </p:cNvSpPr>
          <p:nvPr/>
        </p:nvSpPr>
        <p:spPr bwMode="auto">
          <a:xfrm rot="21164633">
            <a:off x="3389015" y="4708855"/>
            <a:ext cx="2075259" cy="27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usual http response msg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56" name="Text Box 27">
            <a:extLst>
              <a:ext uri="{FF2B5EF4-FFF2-40B4-BE49-F238E27FC236}">
                <a16:creationId xmlns:a16="http://schemas.microsoft.com/office/drawing/2014/main" id="{E81E2A18-6A26-4A33-BC66-1F47942F2BD1}"/>
              </a:ext>
            </a:extLst>
          </p:cNvPr>
          <p:cNvSpPr txBox="1">
            <a:spLocks noChangeArrowheads="1"/>
          </p:cNvSpPr>
          <p:nvPr/>
        </p:nvSpPr>
        <p:spPr bwMode="auto">
          <a:xfrm rot="21164633">
            <a:off x="3362821" y="3406314"/>
            <a:ext cx="2075259" cy="27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usual http response msg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77" name="Text Box 59"/>
          <p:cNvSpPr txBox="1">
            <a:spLocks noChangeArrowheads="1"/>
          </p:cNvSpPr>
          <p:nvPr/>
        </p:nvSpPr>
        <p:spPr bwMode="auto">
          <a:xfrm>
            <a:off x="2217440" y="2040409"/>
            <a:ext cx="13406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Arial" panose="020B0604020202020204" pitchFamily="34" charset="0"/>
              </a:rPr>
              <a:t>cookie file</a:t>
            </a:r>
          </a:p>
        </p:txBody>
      </p:sp>
      <p:sp>
        <p:nvSpPr>
          <p:cNvPr id="78" name="Text Box 66"/>
          <p:cNvSpPr txBox="1">
            <a:spLocks noChangeArrowheads="1"/>
          </p:cNvSpPr>
          <p:nvPr/>
        </p:nvSpPr>
        <p:spPr bwMode="auto">
          <a:xfrm>
            <a:off x="1163289" y="3629940"/>
            <a:ext cx="135806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Arial" panose="020B0604020202020204" pitchFamily="34" charset="0"/>
              </a:rPr>
              <a:t>one week later:</a:t>
            </a:r>
          </a:p>
        </p:txBody>
      </p:sp>
      <p:sp>
        <p:nvSpPr>
          <p:cNvPr id="80" name="Line 12"/>
          <p:cNvSpPr>
            <a:spLocks noChangeShapeType="1"/>
          </p:cNvSpPr>
          <p:nvPr/>
        </p:nvSpPr>
        <p:spPr bwMode="auto">
          <a:xfrm>
            <a:off x="3138983" y="2932954"/>
            <a:ext cx="2478881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100"/>
          </a:p>
        </p:txBody>
      </p:sp>
      <p:sp>
        <p:nvSpPr>
          <p:cNvPr id="83" name="Text Box 28"/>
          <p:cNvSpPr txBox="1">
            <a:spLocks noChangeArrowheads="1"/>
          </p:cNvSpPr>
          <p:nvPr/>
        </p:nvSpPr>
        <p:spPr bwMode="auto">
          <a:xfrm>
            <a:off x="5685730" y="2941289"/>
            <a:ext cx="656034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cookie-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specific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action</a:t>
            </a:r>
          </a:p>
        </p:txBody>
      </p:sp>
      <p:sp>
        <p:nvSpPr>
          <p:cNvPr id="84" name="Line 42"/>
          <p:cNvSpPr>
            <a:spLocks noChangeShapeType="1"/>
          </p:cNvSpPr>
          <p:nvPr/>
        </p:nvSpPr>
        <p:spPr bwMode="auto">
          <a:xfrm flipV="1">
            <a:off x="6544171" y="3014280"/>
            <a:ext cx="878681" cy="25085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100"/>
          </a:p>
        </p:txBody>
      </p:sp>
      <p:sp>
        <p:nvSpPr>
          <p:cNvPr id="87" name="Text Box 43"/>
          <p:cNvSpPr txBox="1">
            <a:spLocks noChangeArrowheads="1"/>
          </p:cNvSpPr>
          <p:nvPr/>
        </p:nvSpPr>
        <p:spPr bwMode="auto">
          <a:xfrm rot="20669525">
            <a:off x="6606939" y="2910231"/>
            <a:ext cx="6238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latin typeface="Arial" panose="020B0604020202020204" pitchFamily="34" charset="0"/>
              </a:rPr>
              <a:t>access</a:t>
            </a:r>
          </a:p>
        </p:txBody>
      </p:sp>
      <p:grpSp>
        <p:nvGrpSpPr>
          <p:cNvPr id="88" name="Group 81"/>
          <p:cNvGrpSpPr>
            <a:grpSpLocks/>
          </p:cNvGrpSpPr>
          <p:nvPr/>
        </p:nvGrpSpPr>
        <p:grpSpPr bwMode="auto">
          <a:xfrm>
            <a:off x="2229208" y="1641549"/>
            <a:ext cx="756185" cy="423863"/>
            <a:chOff x="527" y="1047"/>
            <a:chExt cx="855" cy="486"/>
          </a:xfrm>
        </p:grpSpPr>
        <p:sp>
          <p:nvSpPr>
            <p:cNvPr id="89" name="AutoShape 67"/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90" name="Text Box 60"/>
            <p:cNvSpPr txBox="1">
              <a:spLocks noChangeArrowheads="1"/>
            </p:cNvSpPr>
            <p:nvPr/>
          </p:nvSpPr>
          <p:spPr bwMode="auto">
            <a:xfrm>
              <a:off x="538" y="1198"/>
              <a:ext cx="83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ebay</a:t>
              </a:r>
              <a:r>
                <a:rPr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8734</a:t>
              </a:r>
            </a:p>
          </p:txBody>
        </p:sp>
      </p:grpSp>
      <p:sp>
        <p:nvSpPr>
          <p:cNvPr id="92" name="Line 4"/>
          <p:cNvSpPr>
            <a:spLocks noChangeShapeType="1"/>
          </p:cNvSpPr>
          <p:nvPr/>
        </p:nvSpPr>
        <p:spPr bwMode="auto">
          <a:xfrm>
            <a:off x="3131841" y="1812999"/>
            <a:ext cx="2422150" cy="14274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100"/>
          </a:p>
        </p:txBody>
      </p:sp>
      <p:sp>
        <p:nvSpPr>
          <p:cNvPr id="93" name="Text Box 8"/>
          <p:cNvSpPr txBox="1">
            <a:spLocks noChangeArrowheads="1"/>
          </p:cNvSpPr>
          <p:nvPr/>
        </p:nvSpPr>
        <p:spPr bwMode="auto">
          <a:xfrm rot="187673">
            <a:off x="3316387" y="1642634"/>
            <a:ext cx="2010966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latin typeface="Arial" panose="020B0604020202020204" pitchFamily="34" charset="0"/>
              </a:rPr>
              <a:t>usual http request msg</a:t>
            </a:r>
          </a:p>
        </p:txBody>
      </p:sp>
      <p:sp>
        <p:nvSpPr>
          <p:cNvPr id="94" name="Text Box 31"/>
          <p:cNvSpPr txBox="1">
            <a:spLocks noChangeArrowheads="1"/>
          </p:cNvSpPr>
          <p:nvPr/>
        </p:nvSpPr>
        <p:spPr bwMode="auto">
          <a:xfrm>
            <a:off x="5516662" y="2021359"/>
            <a:ext cx="1132284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Amazon server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creates ID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1678 for user</a:t>
            </a:r>
          </a:p>
        </p:txBody>
      </p:sp>
      <p:grpSp>
        <p:nvGrpSpPr>
          <p:cNvPr id="95" name="Group 82"/>
          <p:cNvGrpSpPr>
            <a:grpSpLocks/>
          </p:cNvGrpSpPr>
          <p:nvPr/>
        </p:nvGrpSpPr>
        <p:grpSpPr bwMode="auto">
          <a:xfrm>
            <a:off x="6606084" y="2259486"/>
            <a:ext cx="1013222" cy="492919"/>
            <a:chOff x="4304" y="1640"/>
            <a:chExt cx="851" cy="414"/>
          </a:xfrm>
        </p:grpSpPr>
        <p:sp>
          <p:nvSpPr>
            <p:cNvPr id="96" name="Line 40"/>
            <p:cNvSpPr>
              <a:spLocks noChangeShapeType="1"/>
            </p:cNvSpPr>
            <p:nvPr/>
          </p:nvSpPr>
          <p:spPr bwMode="auto">
            <a:xfrm>
              <a:off x="4377" y="1640"/>
              <a:ext cx="659" cy="4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100"/>
            </a:p>
          </p:txBody>
        </p:sp>
        <p:sp>
          <p:nvSpPr>
            <p:cNvPr id="98" name="Text Box 41"/>
            <p:cNvSpPr txBox="1">
              <a:spLocks noChangeArrowheads="1"/>
            </p:cNvSpPr>
            <p:nvPr/>
          </p:nvSpPr>
          <p:spPr bwMode="auto">
            <a:xfrm rot="1964941">
              <a:off x="4304" y="1685"/>
              <a:ext cx="851" cy="18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100" dirty="0">
                  <a:latin typeface="Arial" panose="020B0604020202020204" pitchFamily="34" charset="0"/>
                </a:rPr>
                <a:t>create entry</a:t>
              </a:r>
            </a:p>
          </p:txBody>
        </p:sp>
      </p:grpSp>
      <p:sp>
        <p:nvSpPr>
          <p:cNvPr id="100" name="Line 9"/>
          <p:cNvSpPr>
            <a:spLocks noChangeShapeType="1"/>
          </p:cNvSpPr>
          <p:nvPr/>
        </p:nvSpPr>
        <p:spPr bwMode="auto">
          <a:xfrm flipH="1">
            <a:off x="3199503" y="2134039"/>
            <a:ext cx="2265961" cy="2228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100"/>
          </a:p>
        </p:txBody>
      </p:sp>
      <p:sp>
        <p:nvSpPr>
          <p:cNvPr id="101" name="Text Box 11"/>
          <p:cNvSpPr txBox="1">
            <a:spLocks noChangeArrowheads="1"/>
          </p:cNvSpPr>
          <p:nvPr/>
        </p:nvSpPr>
        <p:spPr bwMode="auto">
          <a:xfrm rot="21298454">
            <a:off x="3450935" y="2001926"/>
            <a:ext cx="1812116" cy="48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zh-CN" sz="1100" dirty="0">
                <a:latin typeface="Arial" panose="020B0604020202020204" pitchFamily="34" charset="0"/>
              </a:rPr>
              <a:t>usual http response 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Arial" panose="020B0604020202020204" pitchFamily="34" charset="0"/>
              </a:rPr>
              <a:t>set-cookie: 1678</a:t>
            </a:r>
            <a:r>
              <a:rPr lang="en-US" altLang="zh-CN" sz="1200" b="1" dirty="0">
                <a:latin typeface="Courier New" panose="02070309020205020404" pitchFamily="49" charset="0"/>
              </a:rPr>
              <a:t> </a:t>
            </a:r>
          </a:p>
        </p:txBody>
      </p:sp>
      <p:grpSp>
        <p:nvGrpSpPr>
          <p:cNvPr id="102" name="Group 76"/>
          <p:cNvGrpSpPr>
            <a:grpSpLocks/>
          </p:cNvGrpSpPr>
          <p:nvPr/>
        </p:nvGrpSpPr>
        <p:grpSpPr bwMode="auto">
          <a:xfrm>
            <a:off x="2169611" y="2447869"/>
            <a:ext cx="1002377" cy="451244"/>
            <a:chOff x="684" y="1746"/>
            <a:chExt cx="921" cy="486"/>
          </a:xfrm>
        </p:grpSpPr>
        <p:sp>
          <p:nvSpPr>
            <p:cNvPr id="103" name="AutoShape 74"/>
            <p:cNvSpPr>
              <a:spLocks noChangeArrowheads="1"/>
            </p:cNvSpPr>
            <p:nvPr/>
          </p:nvSpPr>
          <p:spPr bwMode="auto">
            <a:xfrm>
              <a:off x="735" y="1746"/>
              <a:ext cx="829" cy="486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04" name="Text Box 75"/>
            <p:cNvSpPr txBox="1">
              <a:spLocks noChangeArrowheads="1"/>
            </p:cNvSpPr>
            <p:nvPr/>
          </p:nvSpPr>
          <p:spPr bwMode="auto">
            <a:xfrm>
              <a:off x="684" y="1833"/>
              <a:ext cx="921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ebay</a:t>
              </a:r>
              <a:r>
                <a:rPr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8734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amazon 1678</a:t>
              </a:r>
            </a:p>
          </p:txBody>
        </p:sp>
      </p:grpSp>
      <p:sp>
        <p:nvSpPr>
          <p:cNvPr id="106" name="Line 20"/>
          <p:cNvSpPr>
            <a:spLocks noChangeShapeType="1"/>
          </p:cNvSpPr>
          <p:nvPr/>
        </p:nvSpPr>
        <p:spPr bwMode="auto">
          <a:xfrm>
            <a:off x="3117552" y="4262561"/>
            <a:ext cx="2478881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100"/>
          </a:p>
        </p:txBody>
      </p:sp>
      <p:sp>
        <p:nvSpPr>
          <p:cNvPr id="107" name="Text Box 23"/>
          <p:cNvSpPr txBox="1">
            <a:spLocks noChangeArrowheads="1"/>
          </p:cNvSpPr>
          <p:nvPr/>
        </p:nvSpPr>
        <p:spPr bwMode="auto">
          <a:xfrm rot="403251">
            <a:off x="3146197" y="4149824"/>
            <a:ext cx="2010966" cy="48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zh-CN" sz="1100" dirty="0">
                <a:latin typeface="Arial" panose="020B0604020202020204" pitchFamily="34" charset="0"/>
              </a:rPr>
              <a:t>usual http request msg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Arial" panose="020B0604020202020204" pitchFamily="34" charset="0"/>
              </a:rPr>
              <a:t>cookie: 1678</a:t>
            </a:r>
          </a:p>
        </p:txBody>
      </p:sp>
      <p:sp>
        <p:nvSpPr>
          <p:cNvPr id="108" name="Text Box 29"/>
          <p:cNvSpPr txBox="1">
            <a:spLocks noChangeArrowheads="1"/>
          </p:cNvSpPr>
          <p:nvPr/>
        </p:nvSpPr>
        <p:spPr bwMode="auto">
          <a:xfrm>
            <a:off x="5651202" y="4247083"/>
            <a:ext cx="656034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cookie-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specific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solidFill>
                  <a:srgbClr val="000099"/>
                </a:solidFill>
                <a:latin typeface="Arial" panose="020B0604020202020204" pitchFamily="34" charset="0"/>
              </a:rPr>
              <a:t>action</a:t>
            </a:r>
          </a:p>
        </p:txBody>
      </p:sp>
      <p:sp>
        <p:nvSpPr>
          <p:cNvPr id="109" name="Line 44"/>
          <p:cNvSpPr>
            <a:spLocks noChangeShapeType="1"/>
          </p:cNvSpPr>
          <p:nvPr/>
        </p:nvSpPr>
        <p:spPr bwMode="auto">
          <a:xfrm flipV="1">
            <a:off x="6340573" y="3265138"/>
            <a:ext cx="1132283" cy="122721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100"/>
          </a:p>
        </p:txBody>
      </p:sp>
      <p:sp>
        <p:nvSpPr>
          <p:cNvPr id="110" name="Text Box 71"/>
          <p:cNvSpPr txBox="1">
            <a:spLocks noChangeArrowheads="1"/>
          </p:cNvSpPr>
          <p:nvPr/>
        </p:nvSpPr>
        <p:spPr bwMode="auto">
          <a:xfrm rot="18749377">
            <a:off x="6470352" y="3724399"/>
            <a:ext cx="623887" cy="26193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dirty="0">
                <a:latin typeface="Arial" panose="020B0604020202020204" pitchFamily="34" charset="0"/>
              </a:rPr>
              <a:t>access</a:t>
            </a:r>
          </a:p>
        </p:txBody>
      </p:sp>
      <p:sp>
        <p:nvSpPr>
          <p:cNvPr id="157" name="Text Box 23">
            <a:extLst>
              <a:ext uri="{FF2B5EF4-FFF2-40B4-BE49-F238E27FC236}">
                <a16:creationId xmlns:a16="http://schemas.microsoft.com/office/drawing/2014/main" id="{3B7AD9D3-90BB-4FF0-B510-4B354C2CF7C6}"/>
              </a:ext>
            </a:extLst>
          </p:cNvPr>
          <p:cNvSpPr txBox="1">
            <a:spLocks noChangeArrowheads="1"/>
          </p:cNvSpPr>
          <p:nvPr/>
        </p:nvSpPr>
        <p:spPr bwMode="auto">
          <a:xfrm rot="403251">
            <a:off x="3316386" y="2827776"/>
            <a:ext cx="2010966" cy="48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zh-CN" sz="1100" dirty="0">
                <a:latin typeface="Arial" panose="020B0604020202020204" pitchFamily="34" charset="0"/>
              </a:rPr>
              <a:t>usual http request msg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zh-CN" sz="1200" b="1" dirty="0">
                <a:latin typeface="Arial" panose="020B0604020202020204" pitchFamily="34" charset="0"/>
              </a:rPr>
              <a:t>cookie: 1678</a:t>
            </a:r>
          </a:p>
        </p:txBody>
      </p:sp>
      <p:grpSp>
        <p:nvGrpSpPr>
          <p:cNvPr id="111" name="Group 77"/>
          <p:cNvGrpSpPr>
            <a:grpSpLocks/>
          </p:cNvGrpSpPr>
          <p:nvPr/>
        </p:nvGrpSpPr>
        <p:grpSpPr bwMode="auto">
          <a:xfrm>
            <a:off x="2130524" y="4047058"/>
            <a:ext cx="962936" cy="475059"/>
            <a:chOff x="684" y="1746"/>
            <a:chExt cx="928" cy="486"/>
          </a:xfrm>
        </p:grpSpPr>
        <p:sp>
          <p:nvSpPr>
            <p:cNvPr id="112" name="AutoShape 78"/>
            <p:cNvSpPr>
              <a:spLocks noChangeArrowheads="1"/>
            </p:cNvSpPr>
            <p:nvPr/>
          </p:nvSpPr>
          <p:spPr bwMode="auto">
            <a:xfrm>
              <a:off x="735" y="1746"/>
              <a:ext cx="829" cy="486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13" name="Text Box 79"/>
            <p:cNvSpPr txBox="1">
              <a:spLocks noChangeArrowheads="1"/>
            </p:cNvSpPr>
            <p:nvPr/>
          </p:nvSpPr>
          <p:spPr bwMode="auto">
            <a:xfrm>
              <a:off x="684" y="1833"/>
              <a:ext cx="92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ebay</a:t>
              </a:r>
              <a:r>
                <a:rPr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8734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amazon 1678</a:t>
              </a:r>
            </a:p>
          </p:txBody>
        </p:sp>
      </p:grpSp>
      <p:sp>
        <p:nvSpPr>
          <p:cNvPr id="114" name="Text Box 80"/>
          <p:cNvSpPr txBox="1">
            <a:spLocks noChangeArrowheads="1"/>
          </p:cNvSpPr>
          <p:nvPr/>
        </p:nvSpPr>
        <p:spPr bwMode="auto">
          <a:xfrm>
            <a:off x="7339579" y="3335813"/>
            <a:ext cx="89639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solidFill>
                  <a:srgbClr val="CC0000"/>
                </a:solidFill>
                <a:latin typeface="Arial" panose="020B0604020202020204" pitchFamily="34" charset="0"/>
              </a:rPr>
              <a:t>backend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solidFill>
                  <a:srgbClr val="CC0000"/>
                </a:solidFill>
                <a:latin typeface="Arial" panose="020B0604020202020204" pitchFamily="34" charset="0"/>
              </a:rPr>
              <a:t>database</a:t>
            </a:r>
          </a:p>
        </p:txBody>
      </p:sp>
      <p:sp>
        <p:nvSpPr>
          <p:cNvPr id="115" name="AutoShape 327"/>
          <p:cNvSpPr>
            <a:spLocks noChangeArrowheads="1"/>
          </p:cNvSpPr>
          <p:nvPr/>
        </p:nvSpPr>
        <p:spPr bwMode="auto">
          <a:xfrm>
            <a:off x="7565727" y="2611481"/>
            <a:ext cx="444104" cy="681038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16" name="Group 63"/>
          <p:cNvGrpSpPr>
            <a:grpSpLocks/>
          </p:cNvGrpSpPr>
          <p:nvPr/>
        </p:nvGrpSpPr>
        <p:grpSpPr bwMode="auto">
          <a:xfrm>
            <a:off x="5591861" y="1451049"/>
            <a:ext cx="308372" cy="578644"/>
            <a:chOff x="4140" y="429"/>
            <a:chExt cx="1425" cy="2396"/>
          </a:xfrm>
        </p:grpSpPr>
        <p:sp>
          <p:nvSpPr>
            <p:cNvPr id="117" name="Freeform 6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8" name="Rectangle 65"/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19" name="Freeform 6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Freeform 6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1" name="Rectangle 68"/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22" name="Group 6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7" name="AutoShape 70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AutoShape 71"/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3" name="Rectangle 72"/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24" name="Group 7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5" name="AutoShape 74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AutoShape 75"/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5" name="Rectangle 76"/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26" name="Rectangle 77"/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27" name="Group 7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3" name="AutoShape 79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AutoShape 80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8" name="Freeform 8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9" name="Group 8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1" name="AutoShape 83"/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2" name="AutoShape 84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0" name="Rectangle 85"/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1" name="Freeform 8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2" name="Freeform 8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3" name="Oval 88"/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4" name="Freeform 8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AutoShape 90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6" name="AutoShape 91"/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7" name="Oval 92"/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8" name="Oval 93"/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Oval 94"/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0" name="Rectangle 95"/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149" name="Group 96"/>
          <p:cNvGrpSpPr>
            <a:grpSpLocks/>
          </p:cNvGrpSpPr>
          <p:nvPr/>
        </p:nvGrpSpPr>
        <p:grpSpPr bwMode="auto">
          <a:xfrm>
            <a:off x="1622651" y="1549870"/>
            <a:ext cx="515541" cy="548879"/>
            <a:chOff x="-44" y="1473"/>
            <a:chExt cx="981" cy="1105"/>
          </a:xfrm>
        </p:grpSpPr>
        <p:pic>
          <p:nvPicPr>
            <p:cNvPr id="150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52" name="矩形 151">
            <a:extLst>
              <a:ext uri="{FF2B5EF4-FFF2-40B4-BE49-F238E27FC236}">
                <a16:creationId xmlns:a16="http://schemas.microsoft.com/office/drawing/2014/main" id="{74414FC5-AC0C-4728-A50C-CEA5D7D7C719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</a:p>
        </p:txBody>
      </p:sp>
      <p:grpSp>
        <p:nvGrpSpPr>
          <p:cNvPr id="153" name="Group 96">
            <a:extLst>
              <a:ext uri="{FF2B5EF4-FFF2-40B4-BE49-F238E27FC236}">
                <a16:creationId xmlns:a16="http://schemas.microsoft.com/office/drawing/2014/main" id="{E273DD85-7EA4-4BBA-AD68-2426AE445D73}"/>
              </a:ext>
            </a:extLst>
          </p:cNvPr>
          <p:cNvGrpSpPr>
            <a:grpSpLocks/>
          </p:cNvGrpSpPr>
          <p:nvPr/>
        </p:nvGrpSpPr>
        <p:grpSpPr bwMode="auto">
          <a:xfrm>
            <a:off x="1622651" y="3997381"/>
            <a:ext cx="515541" cy="548879"/>
            <a:chOff x="-44" y="1473"/>
            <a:chExt cx="981" cy="1105"/>
          </a:xfrm>
        </p:grpSpPr>
        <p:pic>
          <p:nvPicPr>
            <p:cNvPr id="154" name="Picture 97" descr="desktop_computer_stylized_medium">
              <a:extLst>
                <a:ext uri="{FF2B5EF4-FFF2-40B4-BE49-F238E27FC236}">
                  <a16:creationId xmlns:a16="http://schemas.microsoft.com/office/drawing/2014/main" id="{742C4132-CB6A-4CBD-8AC6-0C2BAED452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98">
              <a:extLst>
                <a:ext uri="{FF2B5EF4-FFF2-40B4-BE49-F238E27FC236}">
                  <a16:creationId xmlns:a16="http://schemas.microsoft.com/office/drawing/2014/main" id="{077647B2-9E77-403A-AACA-AF8396D0C82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158" name="灯片编号占位符 2">
            <a:extLst>
              <a:ext uri="{FF2B5EF4-FFF2-40B4-BE49-F238E27FC236}">
                <a16:creationId xmlns:a16="http://schemas.microsoft.com/office/drawing/2014/main" id="{51DFCE2C-1BA5-413D-9202-3CCB6DBC9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AutoShape 5">
            <a:extLst>
              <a:ext uri="{FF2B5EF4-FFF2-40B4-BE49-F238E27FC236}">
                <a16:creationId xmlns:a16="http://schemas.microsoft.com/office/drawing/2014/main" id="{61341EF9-8EC4-4F59-A749-AB091CB75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212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59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99592" y="1419622"/>
            <a:ext cx="5688632" cy="3262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cookies</a:t>
            </a: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的主要用途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授权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购物车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用户会话状态管理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怎样保持状态？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协议：通过复杂的交互过程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cookies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：让报文内容承载状态信息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应用程序：如会话管理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4572000" y="1851670"/>
            <a:ext cx="3672408" cy="1121122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350" dirty="0">
                <a:solidFill>
                  <a:srgbClr val="CC0000"/>
                </a:solidFill>
              </a:rPr>
              <a:t>cookies</a:t>
            </a:r>
            <a:r>
              <a:rPr lang="en-US" altLang="zh-CN" sz="1350" i="1" dirty="0">
                <a:solidFill>
                  <a:srgbClr val="CC0000"/>
                </a:solidFill>
              </a:rPr>
              <a:t> </a:t>
            </a:r>
            <a:r>
              <a:rPr lang="zh-CN" altLang="en-US" sz="1350" dirty="0">
                <a:solidFill>
                  <a:srgbClr val="CC0000"/>
                </a:solidFill>
              </a:rPr>
              <a:t>和隐私保护</a:t>
            </a:r>
            <a:r>
              <a:rPr lang="en-US" altLang="zh-CN" sz="1350" i="1" dirty="0">
                <a:solidFill>
                  <a:srgbClr val="CC0000"/>
                </a:solidFill>
              </a:rPr>
              <a:t>: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CN" sz="1350" dirty="0"/>
              <a:t>cookies permit sites to learn a lot about you</a:t>
            </a:r>
          </a:p>
          <a:p>
            <a:pPr>
              <a:lnSpc>
                <a:spcPct val="90000"/>
              </a:lnSpc>
              <a:buSzPct val="75000"/>
            </a:pPr>
            <a:r>
              <a:rPr lang="en-US" altLang="zh-CN" sz="1350" dirty="0"/>
              <a:t>you may supply name and e-mail to sites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7308304" y="1701629"/>
            <a:ext cx="877163" cy="30008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dirty="0">
                <a:solidFill>
                  <a:srgbClr val="000099"/>
                </a:solidFill>
              </a:rPr>
              <a:t>另当别论</a:t>
            </a:r>
            <a:endParaRPr lang="en-US" altLang="zh-CN" sz="1350" dirty="0">
              <a:solidFill>
                <a:srgbClr val="000099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83E59F-DB47-4FB4-A6DB-7D284FFD8569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6C5B3D-324D-46C2-A453-9FE52A282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3114706"/>
            <a:ext cx="1799491" cy="1257244"/>
          </a:xfrm>
          <a:prstGeom prst="rect">
            <a:avLst/>
          </a:pr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2F0F98F0-3C23-4134-80F4-86F6D3166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3D7C9DD1-9F76-4F12-B151-DCAF8CB0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B1E2AE0E-D2B8-4937-B4E1-DCEC00DBC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398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45908" y="1412826"/>
            <a:ext cx="2762747" cy="40515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Cookies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在哪里？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256" y="964353"/>
            <a:ext cx="5023247" cy="4063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256" y="964352"/>
            <a:ext cx="5185172" cy="405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256" y="964352"/>
            <a:ext cx="5218509" cy="4051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076106" y="1504896"/>
            <a:ext cx="3187303" cy="21550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5102425" y="1775168"/>
            <a:ext cx="1403747" cy="16073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EBF5EF-A508-47CD-8BF8-AB41E38D4060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4537589E-8C97-4FDE-986A-2699F913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3502AC3C-FE8F-41AA-A5BA-51634D074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B8C8C3FA-A009-4CC6-89D6-2D7243B11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42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9" grpId="0" animBg="1"/>
      <p:bldP spid="19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1907704" y="1203598"/>
            <a:ext cx="3892817" cy="3751263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ts val="252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2.2.1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的两种连接方式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2.2.6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31" y="1635646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B38A22D2-BBC5-461F-955B-8ED7B49A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FF330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HTTP</a:t>
            </a:r>
            <a:endParaRPr lang="zh-CN" altLang="en-US" dirty="0">
              <a:solidFill>
                <a:srgbClr val="FF3300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D8FB8245-7867-4159-94AC-61A373B1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DF76D67-7555-4DE2-AD28-EA40E6256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76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18B32AE-F0E6-49DB-B332-3DAA66D75151}"/>
              </a:ext>
            </a:extLst>
          </p:cNvPr>
          <p:cNvSpPr txBox="1">
            <a:spLocks/>
          </p:cNvSpPr>
          <p:nvPr/>
        </p:nvSpPr>
        <p:spPr>
          <a:xfrm>
            <a:off x="738494" y="1441644"/>
            <a:ext cx="7886700" cy="3550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代理服务器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用户可以通过代理服务器访问外部网站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既是客户端，又是服务器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缓存的作用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减少请求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响应时间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流量本地化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减少接入网络流量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更好地实现内容分发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其他作用？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自己扩展！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171">
            <a:extLst>
              <a:ext uri="{FF2B5EF4-FFF2-40B4-BE49-F238E27FC236}">
                <a16:creationId xmlns:a16="http://schemas.microsoft.com/office/drawing/2014/main" id="{295B3C06-CB0F-48F9-A3A4-91551933A818}"/>
              </a:ext>
            </a:extLst>
          </p:cNvPr>
          <p:cNvGrpSpPr>
            <a:grpSpLocks/>
          </p:cNvGrpSpPr>
          <p:nvPr/>
        </p:nvGrpSpPr>
        <p:grpSpPr bwMode="auto">
          <a:xfrm>
            <a:off x="4984089" y="1976437"/>
            <a:ext cx="515540" cy="572691"/>
            <a:chOff x="-44" y="1473"/>
            <a:chExt cx="981" cy="1105"/>
          </a:xfrm>
        </p:grpSpPr>
        <p:pic>
          <p:nvPicPr>
            <p:cNvPr id="6" name="Picture 172" descr="desktop_computer_stylized_medium">
              <a:extLst>
                <a:ext uri="{FF2B5EF4-FFF2-40B4-BE49-F238E27FC236}">
                  <a16:creationId xmlns:a16="http://schemas.microsoft.com/office/drawing/2014/main" id="{4FD19C29-A3B1-47CA-8C38-34D37EEBE2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 173">
              <a:extLst>
                <a:ext uri="{FF2B5EF4-FFF2-40B4-BE49-F238E27FC236}">
                  <a16:creationId xmlns:a16="http://schemas.microsoft.com/office/drawing/2014/main" id="{B2C4D82B-AF3B-476E-A633-7FF68A6C2C1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</p:grpSp>
      <p:grpSp>
        <p:nvGrpSpPr>
          <p:cNvPr id="8" name="Group 102">
            <a:extLst>
              <a:ext uri="{FF2B5EF4-FFF2-40B4-BE49-F238E27FC236}">
                <a16:creationId xmlns:a16="http://schemas.microsoft.com/office/drawing/2014/main" id="{D8428FDD-EF85-4BD6-84AB-9B5B00E0F012}"/>
              </a:ext>
            </a:extLst>
          </p:cNvPr>
          <p:cNvGrpSpPr>
            <a:grpSpLocks/>
          </p:cNvGrpSpPr>
          <p:nvPr/>
        </p:nvGrpSpPr>
        <p:grpSpPr bwMode="auto">
          <a:xfrm>
            <a:off x="5032904" y="3381375"/>
            <a:ext cx="515541" cy="572691"/>
            <a:chOff x="-44" y="1473"/>
            <a:chExt cx="981" cy="1105"/>
          </a:xfrm>
        </p:grpSpPr>
        <p:pic>
          <p:nvPicPr>
            <p:cNvPr id="9" name="Picture 103" descr="desktop_computer_stylized_medium">
              <a:extLst>
                <a:ext uri="{FF2B5EF4-FFF2-40B4-BE49-F238E27FC236}">
                  <a16:creationId xmlns:a16="http://schemas.microsoft.com/office/drawing/2014/main" id="{C5CF5EBA-96B2-457A-8F75-79B70ABA20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104">
              <a:extLst>
                <a:ext uri="{FF2B5EF4-FFF2-40B4-BE49-F238E27FC236}">
                  <a16:creationId xmlns:a16="http://schemas.microsoft.com/office/drawing/2014/main" id="{F44FEBB0-6075-47BA-A714-7C6D088AAE8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200"/>
            </a:p>
          </p:txBody>
        </p:sp>
      </p:grpSp>
      <p:grpSp>
        <p:nvGrpSpPr>
          <p:cNvPr id="11" name="Group 138">
            <a:extLst>
              <a:ext uri="{FF2B5EF4-FFF2-40B4-BE49-F238E27FC236}">
                <a16:creationId xmlns:a16="http://schemas.microsoft.com/office/drawing/2014/main" id="{B68B725B-D017-4275-B506-D4A7340B49F7}"/>
              </a:ext>
            </a:extLst>
          </p:cNvPr>
          <p:cNvGrpSpPr>
            <a:grpSpLocks/>
          </p:cNvGrpSpPr>
          <p:nvPr/>
        </p:nvGrpSpPr>
        <p:grpSpPr bwMode="auto">
          <a:xfrm>
            <a:off x="6636676" y="2547938"/>
            <a:ext cx="300038" cy="536972"/>
            <a:chOff x="4140" y="429"/>
            <a:chExt cx="1425" cy="2396"/>
          </a:xfrm>
        </p:grpSpPr>
        <p:sp>
          <p:nvSpPr>
            <p:cNvPr id="12" name="Freeform 139">
              <a:extLst>
                <a:ext uri="{FF2B5EF4-FFF2-40B4-BE49-F238E27FC236}">
                  <a16:creationId xmlns:a16="http://schemas.microsoft.com/office/drawing/2014/main" id="{4BF28925-0C2D-486D-B5E9-4DD928BE9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3" name="Rectangle 140">
              <a:extLst>
                <a:ext uri="{FF2B5EF4-FFF2-40B4-BE49-F238E27FC236}">
                  <a16:creationId xmlns:a16="http://schemas.microsoft.com/office/drawing/2014/main" id="{62C0A1B1-40D7-4636-84FD-5CA13790A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4" name="Freeform 141">
              <a:extLst>
                <a:ext uri="{FF2B5EF4-FFF2-40B4-BE49-F238E27FC236}">
                  <a16:creationId xmlns:a16="http://schemas.microsoft.com/office/drawing/2014/main" id="{7C2F89A2-A7A3-4E8B-B58E-96E303914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5" name="Freeform 142">
              <a:extLst>
                <a:ext uri="{FF2B5EF4-FFF2-40B4-BE49-F238E27FC236}">
                  <a16:creationId xmlns:a16="http://schemas.microsoft.com/office/drawing/2014/main" id="{AD634E07-D565-4E38-B48C-C03E6C93A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6" name="Rectangle 143">
              <a:extLst>
                <a:ext uri="{FF2B5EF4-FFF2-40B4-BE49-F238E27FC236}">
                  <a16:creationId xmlns:a16="http://schemas.microsoft.com/office/drawing/2014/main" id="{F3E4F386-1B06-455C-AE7D-91D38737C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7" name="Group 144">
              <a:extLst>
                <a:ext uri="{FF2B5EF4-FFF2-40B4-BE49-F238E27FC236}">
                  <a16:creationId xmlns:a16="http://schemas.microsoft.com/office/drawing/2014/main" id="{4FF13A4B-5026-4ED5-9C2A-96BB7435A9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" name="AutoShape 145">
                <a:extLst>
                  <a:ext uri="{FF2B5EF4-FFF2-40B4-BE49-F238E27FC236}">
                    <a16:creationId xmlns:a16="http://schemas.microsoft.com/office/drawing/2014/main" id="{40838539-EACC-47F9-B4F3-6C10F5F12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AutoShape 146">
                <a:extLst>
                  <a:ext uri="{FF2B5EF4-FFF2-40B4-BE49-F238E27FC236}">
                    <a16:creationId xmlns:a16="http://schemas.microsoft.com/office/drawing/2014/main" id="{52CBA750-2273-4C9D-B6DE-AE578C25D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7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" name="Rectangle 147">
              <a:extLst>
                <a:ext uri="{FF2B5EF4-FFF2-40B4-BE49-F238E27FC236}">
                  <a16:creationId xmlns:a16="http://schemas.microsoft.com/office/drawing/2014/main" id="{CEE0BEE0-1487-49E7-B4CE-ADC25BC67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19" name="Group 148">
              <a:extLst>
                <a:ext uri="{FF2B5EF4-FFF2-40B4-BE49-F238E27FC236}">
                  <a16:creationId xmlns:a16="http://schemas.microsoft.com/office/drawing/2014/main" id="{60428932-7403-431A-B41E-0B102D4BD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" name="AutoShape 149">
                <a:extLst>
                  <a:ext uri="{FF2B5EF4-FFF2-40B4-BE49-F238E27FC236}">
                    <a16:creationId xmlns:a16="http://schemas.microsoft.com/office/drawing/2014/main" id="{2FCE8E82-4414-4CBA-A0FF-92EAD2102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AutoShape 150">
                <a:extLst>
                  <a:ext uri="{FF2B5EF4-FFF2-40B4-BE49-F238E27FC236}">
                    <a16:creationId xmlns:a16="http://schemas.microsoft.com/office/drawing/2014/main" id="{8E31CBBF-4A17-4738-A85E-62248CF4B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2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" name="Rectangle 151">
              <a:extLst>
                <a:ext uri="{FF2B5EF4-FFF2-40B4-BE49-F238E27FC236}">
                  <a16:creationId xmlns:a16="http://schemas.microsoft.com/office/drawing/2014/main" id="{3CDBFBB7-F1D8-43A1-BDFA-48AE94285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21" name="Rectangle 152">
              <a:extLst>
                <a:ext uri="{FF2B5EF4-FFF2-40B4-BE49-F238E27FC236}">
                  <a16:creationId xmlns:a16="http://schemas.microsoft.com/office/drawing/2014/main" id="{F3E6AE4E-8D54-4EC3-9250-706095DFB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22" name="Group 153">
              <a:extLst>
                <a:ext uri="{FF2B5EF4-FFF2-40B4-BE49-F238E27FC236}">
                  <a16:creationId xmlns:a16="http://schemas.microsoft.com/office/drawing/2014/main" id="{CAF77CC4-3DFB-424A-8171-9D73987C5C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" name="AutoShape 154">
                <a:extLst>
                  <a:ext uri="{FF2B5EF4-FFF2-40B4-BE49-F238E27FC236}">
                    <a16:creationId xmlns:a16="http://schemas.microsoft.com/office/drawing/2014/main" id="{3B21705F-E5D9-4186-BEEC-CD0B02EBC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6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AutoShape 155">
                <a:extLst>
                  <a:ext uri="{FF2B5EF4-FFF2-40B4-BE49-F238E27FC236}">
                    <a16:creationId xmlns:a16="http://schemas.microsoft.com/office/drawing/2014/main" id="{79F8BCDA-891E-47CB-8F9F-1C0A1DFAF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" name="Freeform 156">
              <a:extLst>
                <a:ext uri="{FF2B5EF4-FFF2-40B4-BE49-F238E27FC236}">
                  <a16:creationId xmlns:a16="http://schemas.microsoft.com/office/drawing/2014/main" id="{61ACD98C-F08D-4697-9E25-123F0FE36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grpSp>
          <p:nvGrpSpPr>
            <p:cNvPr id="24" name="Group 157">
              <a:extLst>
                <a:ext uri="{FF2B5EF4-FFF2-40B4-BE49-F238E27FC236}">
                  <a16:creationId xmlns:a16="http://schemas.microsoft.com/office/drawing/2014/main" id="{6A7BFFB1-7619-44DF-8638-D001FC6B5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" name="AutoShape 158">
                <a:extLst>
                  <a:ext uri="{FF2B5EF4-FFF2-40B4-BE49-F238E27FC236}">
                    <a16:creationId xmlns:a16="http://schemas.microsoft.com/office/drawing/2014/main" id="{D4BE1BFE-34CC-4350-963F-5D6A94E82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AutoShape 159">
                <a:extLst>
                  <a:ext uri="{FF2B5EF4-FFF2-40B4-BE49-F238E27FC236}">
                    <a16:creationId xmlns:a16="http://schemas.microsoft.com/office/drawing/2014/main" id="{1D556EFA-E40C-400B-8828-BC6A41B6C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" name="Rectangle 160">
              <a:extLst>
                <a:ext uri="{FF2B5EF4-FFF2-40B4-BE49-F238E27FC236}">
                  <a16:creationId xmlns:a16="http://schemas.microsoft.com/office/drawing/2014/main" id="{E2B8FEE3-BC4B-4508-AC24-1FB0A4FB8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26" name="Freeform 161">
              <a:extLst>
                <a:ext uri="{FF2B5EF4-FFF2-40B4-BE49-F238E27FC236}">
                  <a16:creationId xmlns:a16="http://schemas.microsoft.com/office/drawing/2014/main" id="{0B0052E6-7D34-4CB8-8D9F-44AC5E4EE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27" name="Freeform 162">
              <a:extLst>
                <a:ext uri="{FF2B5EF4-FFF2-40B4-BE49-F238E27FC236}">
                  <a16:creationId xmlns:a16="http://schemas.microsoft.com/office/drawing/2014/main" id="{63EC1C4A-7395-48CB-9BC6-5B1D8E144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28" name="Oval 163">
              <a:extLst>
                <a:ext uri="{FF2B5EF4-FFF2-40B4-BE49-F238E27FC236}">
                  <a16:creationId xmlns:a16="http://schemas.microsoft.com/office/drawing/2014/main" id="{30E4E88C-F137-4D4F-A4D8-48FCCFF7E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29" name="Freeform 164">
              <a:extLst>
                <a:ext uri="{FF2B5EF4-FFF2-40B4-BE49-F238E27FC236}">
                  <a16:creationId xmlns:a16="http://schemas.microsoft.com/office/drawing/2014/main" id="{7438CF83-C537-4E51-8A8D-05902E8A5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30" name="AutoShape 165">
              <a:extLst>
                <a:ext uri="{FF2B5EF4-FFF2-40B4-BE49-F238E27FC236}">
                  <a16:creationId xmlns:a16="http://schemas.microsoft.com/office/drawing/2014/main" id="{E17D6E0D-C5BC-423B-8AC4-97BFD762D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9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31" name="AutoShape 166">
              <a:extLst>
                <a:ext uri="{FF2B5EF4-FFF2-40B4-BE49-F238E27FC236}">
                  <a16:creationId xmlns:a16="http://schemas.microsoft.com/office/drawing/2014/main" id="{C3D0E887-93A1-4F13-B533-A38DF9339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9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32" name="Oval 167">
              <a:extLst>
                <a:ext uri="{FF2B5EF4-FFF2-40B4-BE49-F238E27FC236}">
                  <a16:creationId xmlns:a16="http://schemas.microsoft.com/office/drawing/2014/main" id="{4CAB0BCC-0564-4C8A-B7FA-9BF13E974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4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33" name="Oval 168">
              <a:extLst>
                <a:ext uri="{FF2B5EF4-FFF2-40B4-BE49-F238E27FC236}">
                  <a16:creationId xmlns:a16="http://schemas.microsoft.com/office/drawing/2014/main" id="{1B80A9FD-E542-41F3-BAA2-F87BAB42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169">
              <a:extLst>
                <a:ext uri="{FF2B5EF4-FFF2-40B4-BE49-F238E27FC236}">
                  <a16:creationId xmlns:a16="http://schemas.microsoft.com/office/drawing/2014/main" id="{FE392680-7C56-4872-B2B1-1B534AAE9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9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35" name="Rectangle 170">
              <a:extLst>
                <a:ext uri="{FF2B5EF4-FFF2-40B4-BE49-F238E27FC236}">
                  <a16:creationId xmlns:a16="http://schemas.microsoft.com/office/drawing/2014/main" id="{C01B8B65-F285-4A4A-A5F2-B051C3CC6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105">
            <a:extLst>
              <a:ext uri="{FF2B5EF4-FFF2-40B4-BE49-F238E27FC236}">
                <a16:creationId xmlns:a16="http://schemas.microsoft.com/office/drawing/2014/main" id="{C360A98F-9FF1-44F9-8744-83CC8F836842}"/>
              </a:ext>
            </a:extLst>
          </p:cNvPr>
          <p:cNvGrpSpPr>
            <a:grpSpLocks/>
          </p:cNvGrpSpPr>
          <p:nvPr/>
        </p:nvGrpSpPr>
        <p:grpSpPr bwMode="auto">
          <a:xfrm>
            <a:off x="8097572" y="2082403"/>
            <a:ext cx="325041" cy="536972"/>
            <a:chOff x="4140" y="429"/>
            <a:chExt cx="1425" cy="2396"/>
          </a:xfrm>
        </p:grpSpPr>
        <p:sp>
          <p:nvSpPr>
            <p:cNvPr id="45" name="Freeform 106">
              <a:extLst>
                <a:ext uri="{FF2B5EF4-FFF2-40B4-BE49-F238E27FC236}">
                  <a16:creationId xmlns:a16="http://schemas.microsoft.com/office/drawing/2014/main" id="{5A3B8894-85FA-4811-BC1B-E8A1B5E5C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6" name="Rectangle 107">
              <a:extLst>
                <a:ext uri="{FF2B5EF4-FFF2-40B4-BE49-F238E27FC236}">
                  <a16:creationId xmlns:a16="http://schemas.microsoft.com/office/drawing/2014/main" id="{1DAC075C-3B8A-4859-A5B2-B6EDA0371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47" name="Freeform 108">
              <a:extLst>
                <a:ext uri="{FF2B5EF4-FFF2-40B4-BE49-F238E27FC236}">
                  <a16:creationId xmlns:a16="http://schemas.microsoft.com/office/drawing/2014/main" id="{7A16E484-0746-4200-9C08-F463BEF69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95EA0DBC-92BF-4F30-AC44-3ECAD595D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49" name="Rectangle 110">
              <a:extLst>
                <a:ext uri="{FF2B5EF4-FFF2-40B4-BE49-F238E27FC236}">
                  <a16:creationId xmlns:a16="http://schemas.microsoft.com/office/drawing/2014/main" id="{B61BE3CC-50B2-4AD5-962D-9F99F8D87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50" name="Group 111">
              <a:extLst>
                <a:ext uri="{FF2B5EF4-FFF2-40B4-BE49-F238E27FC236}">
                  <a16:creationId xmlns:a16="http://schemas.microsoft.com/office/drawing/2014/main" id="{81299BDA-6007-4824-A07A-2FD2560930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5" name="AutoShape 112">
                <a:extLst>
                  <a:ext uri="{FF2B5EF4-FFF2-40B4-BE49-F238E27FC236}">
                    <a16:creationId xmlns:a16="http://schemas.microsoft.com/office/drawing/2014/main" id="{92B0B933-254E-4729-AF3E-6EBA77DD7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76" name="AutoShape 113">
                <a:extLst>
                  <a:ext uri="{FF2B5EF4-FFF2-40B4-BE49-F238E27FC236}">
                    <a16:creationId xmlns:a16="http://schemas.microsoft.com/office/drawing/2014/main" id="{BBAA32CE-1B21-4800-905A-0598EE1D3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" name="Rectangle 114">
              <a:extLst>
                <a:ext uri="{FF2B5EF4-FFF2-40B4-BE49-F238E27FC236}">
                  <a16:creationId xmlns:a16="http://schemas.microsoft.com/office/drawing/2014/main" id="{94C4C02A-5E1E-45CD-90A2-52708999D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52" name="Group 115">
              <a:extLst>
                <a:ext uri="{FF2B5EF4-FFF2-40B4-BE49-F238E27FC236}">
                  <a16:creationId xmlns:a16="http://schemas.microsoft.com/office/drawing/2014/main" id="{976CE88D-F9A8-4390-B655-3B815DC0D7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3" name="AutoShape 116">
                <a:extLst>
                  <a:ext uri="{FF2B5EF4-FFF2-40B4-BE49-F238E27FC236}">
                    <a16:creationId xmlns:a16="http://schemas.microsoft.com/office/drawing/2014/main" id="{F447F02B-9776-439C-A5B1-AE9DAD68D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74" name="AutoShape 117">
                <a:extLst>
                  <a:ext uri="{FF2B5EF4-FFF2-40B4-BE49-F238E27FC236}">
                    <a16:creationId xmlns:a16="http://schemas.microsoft.com/office/drawing/2014/main" id="{830EF6DA-94E1-4703-A176-476A17147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3" name="Rectangle 118">
              <a:extLst>
                <a:ext uri="{FF2B5EF4-FFF2-40B4-BE49-F238E27FC236}">
                  <a16:creationId xmlns:a16="http://schemas.microsoft.com/office/drawing/2014/main" id="{8B00B4C0-0937-4431-804F-55A8FF40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54" name="Rectangle 119">
              <a:extLst>
                <a:ext uri="{FF2B5EF4-FFF2-40B4-BE49-F238E27FC236}">
                  <a16:creationId xmlns:a16="http://schemas.microsoft.com/office/drawing/2014/main" id="{0A455FA1-373F-440B-B58E-8E36A6E51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grpSp>
          <p:nvGrpSpPr>
            <p:cNvPr id="55" name="Group 120">
              <a:extLst>
                <a:ext uri="{FF2B5EF4-FFF2-40B4-BE49-F238E27FC236}">
                  <a16:creationId xmlns:a16="http://schemas.microsoft.com/office/drawing/2014/main" id="{96A5F0EA-BF93-4D72-838E-BD77BA41EC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1" name="AutoShape 121">
                <a:extLst>
                  <a:ext uri="{FF2B5EF4-FFF2-40B4-BE49-F238E27FC236}">
                    <a16:creationId xmlns:a16="http://schemas.microsoft.com/office/drawing/2014/main" id="{890D9D94-E990-4878-8926-138585BDE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AutoShape 122">
                <a:extLst>
                  <a:ext uri="{FF2B5EF4-FFF2-40B4-BE49-F238E27FC236}">
                    <a16:creationId xmlns:a16="http://schemas.microsoft.com/office/drawing/2014/main" id="{B88DFABC-228F-422D-8F9F-A59B11089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6" name="Freeform 123">
              <a:extLst>
                <a:ext uri="{FF2B5EF4-FFF2-40B4-BE49-F238E27FC236}">
                  <a16:creationId xmlns:a16="http://schemas.microsoft.com/office/drawing/2014/main" id="{2694CB89-5415-44DA-BC84-3D11463AB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grpSp>
          <p:nvGrpSpPr>
            <p:cNvPr id="57" name="Group 124">
              <a:extLst>
                <a:ext uri="{FF2B5EF4-FFF2-40B4-BE49-F238E27FC236}">
                  <a16:creationId xmlns:a16="http://schemas.microsoft.com/office/drawing/2014/main" id="{3D1305D1-72DA-4412-BAD4-3BAB9608CA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9" name="AutoShape 125">
                <a:extLst>
                  <a:ext uri="{FF2B5EF4-FFF2-40B4-BE49-F238E27FC236}">
                    <a16:creationId xmlns:a16="http://schemas.microsoft.com/office/drawing/2014/main" id="{28CFDF19-50D9-4990-8B55-0F7235431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  <p:sp>
            <p:nvSpPr>
              <p:cNvPr id="70" name="AutoShape 126">
                <a:extLst>
                  <a:ext uri="{FF2B5EF4-FFF2-40B4-BE49-F238E27FC236}">
                    <a16:creationId xmlns:a16="http://schemas.microsoft.com/office/drawing/2014/main" id="{4D16E822-41DF-461C-9065-FBAA4A47A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35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358187F-1890-405A-B72A-8CC5D9975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59" name="Freeform 128">
              <a:extLst>
                <a:ext uri="{FF2B5EF4-FFF2-40B4-BE49-F238E27FC236}">
                  <a16:creationId xmlns:a16="http://schemas.microsoft.com/office/drawing/2014/main" id="{F3E11AF5-CF49-4E33-9756-E1B91FA95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60" name="Freeform 129">
              <a:extLst>
                <a:ext uri="{FF2B5EF4-FFF2-40B4-BE49-F238E27FC236}">
                  <a16:creationId xmlns:a16="http://schemas.microsoft.com/office/drawing/2014/main" id="{1418ADEB-E8C7-4C8E-B920-E4A46BEE4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61" name="Oval 130">
              <a:extLst>
                <a:ext uri="{FF2B5EF4-FFF2-40B4-BE49-F238E27FC236}">
                  <a16:creationId xmlns:a16="http://schemas.microsoft.com/office/drawing/2014/main" id="{24BB23D6-AF59-4272-9F06-BFAC078DC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62" name="Freeform 131">
              <a:extLst>
                <a:ext uri="{FF2B5EF4-FFF2-40B4-BE49-F238E27FC236}">
                  <a16:creationId xmlns:a16="http://schemas.microsoft.com/office/drawing/2014/main" id="{D95D60F6-98E8-46EB-A483-DF1794308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63" name="AutoShape 132">
              <a:extLst>
                <a:ext uri="{FF2B5EF4-FFF2-40B4-BE49-F238E27FC236}">
                  <a16:creationId xmlns:a16="http://schemas.microsoft.com/office/drawing/2014/main" id="{4102538E-A314-4D15-B85E-422780275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64" name="AutoShape 133">
              <a:extLst>
                <a:ext uri="{FF2B5EF4-FFF2-40B4-BE49-F238E27FC236}">
                  <a16:creationId xmlns:a16="http://schemas.microsoft.com/office/drawing/2014/main" id="{C995EB7B-E474-488E-90D0-4495FE96D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65" name="Oval 134">
              <a:extLst>
                <a:ext uri="{FF2B5EF4-FFF2-40B4-BE49-F238E27FC236}">
                  <a16:creationId xmlns:a16="http://schemas.microsoft.com/office/drawing/2014/main" id="{F46FA42E-9927-4944-99F0-5F91C3F03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66" name="Oval 135">
              <a:extLst>
                <a:ext uri="{FF2B5EF4-FFF2-40B4-BE49-F238E27FC236}">
                  <a16:creationId xmlns:a16="http://schemas.microsoft.com/office/drawing/2014/main" id="{DC2CC0CC-70AF-486E-A7D6-30EC0C637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Oval 136">
              <a:extLst>
                <a:ext uri="{FF2B5EF4-FFF2-40B4-BE49-F238E27FC236}">
                  <a16:creationId xmlns:a16="http://schemas.microsoft.com/office/drawing/2014/main" id="{E1E93488-1300-4020-9A0C-7C94FA273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68" name="Rectangle 137">
              <a:extLst>
                <a:ext uri="{FF2B5EF4-FFF2-40B4-BE49-F238E27FC236}">
                  <a16:creationId xmlns:a16="http://schemas.microsoft.com/office/drawing/2014/main" id="{28CCC52E-F096-4E57-B2ED-8C0671F2B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6">
            <a:extLst>
              <a:ext uri="{FF2B5EF4-FFF2-40B4-BE49-F238E27FC236}">
                <a16:creationId xmlns:a16="http://schemas.microsoft.com/office/drawing/2014/main" id="{E6F423A6-8A4A-4A5D-B091-60464C92E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8665" y="2481262"/>
            <a:ext cx="50045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dirty="0">
                <a:latin typeface="Arial" panose="020B0604020202020204" pitchFamily="34" charset="0"/>
              </a:rPr>
              <a:t>client</a:t>
            </a:r>
            <a:endParaRPr lang="en-US" altLang="zh-CN" sz="1500" dirty="0">
              <a:latin typeface="Arial" panose="020B0604020202020204" pitchFamily="34" charset="0"/>
            </a:endParaRPr>
          </a:p>
        </p:txBody>
      </p:sp>
      <p:sp>
        <p:nvSpPr>
          <p:cNvPr id="78" name="Text Box 8">
            <a:extLst>
              <a:ext uri="{FF2B5EF4-FFF2-40B4-BE49-F238E27FC236}">
                <a16:creationId xmlns:a16="http://schemas.microsoft.com/office/drawing/2014/main" id="{7BF82B82-BCF0-4849-92B7-12ACB2DAE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9731" y="2035969"/>
            <a:ext cx="6110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proxy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server</a:t>
            </a:r>
            <a:endParaRPr lang="en-US" altLang="zh-CN" sz="1350" dirty="0">
              <a:latin typeface="Arial" panose="020B0604020202020204" pitchFamily="34" charset="0"/>
            </a:endParaRPr>
          </a:p>
        </p:txBody>
      </p:sp>
      <p:sp>
        <p:nvSpPr>
          <p:cNvPr id="79" name="Text Box 21">
            <a:extLst>
              <a:ext uri="{FF2B5EF4-FFF2-40B4-BE49-F238E27FC236}">
                <a16:creationId xmlns:a16="http://schemas.microsoft.com/office/drawing/2014/main" id="{58BC4DCC-7A8B-4F54-B3D9-A8E2C60C4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344" y="3960019"/>
            <a:ext cx="50045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latin typeface="Arial" panose="020B0604020202020204" pitchFamily="34" charset="0"/>
              </a:rPr>
              <a:t>client</a:t>
            </a:r>
            <a:endParaRPr lang="en-US" altLang="zh-CN" sz="1500">
              <a:latin typeface="Arial" panose="020B0604020202020204" pitchFamily="34" charset="0"/>
            </a:endParaRPr>
          </a:p>
        </p:txBody>
      </p:sp>
      <p:grpSp>
        <p:nvGrpSpPr>
          <p:cNvPr id="80" name="Group 53">
            <a:extLst>
              <a:ext uri="{FF2B5EF4-FFF2-40B4-BE49-F238E27FC236}">
                <a16:creationId xmlns:a16="http://schemas.microsoft.com/office/drawing/2014/main" id="{35CFF50D-CE30-48F0-9974-103578E284ED}"/>
              </a:ext>
            </a:extLst>
          </p:cNvPr>
          <p:cNvGrpSpPr>
            <a:grpSpLocks/>
          </p:cNvGrpSpPr>
          <p:nvPr/>
        </p:nvGrpSpPr>
        <p:grpSpPr bwMode="auto">
          <a:xfrm>
            <a:off x="5442481" y="3026569"/>
            <a:ext cx="1141810" cy="570310"/>
            <a:chOff x="2922" y="2580"/>
            <a:chExt cx="959" cy="479"/>
          </a:xfrm>
        </p:grpSpPr>
        <p:sp>
          <p:nvSpPr>
            <p:cNvPr id="81" name="Line 19">
              <a:extLst>
                <a:ext uri="{FF2B5EF4-FFF2-40B4-BE49-F238E27FC236}">
                  <a16:creationId xmlns:a16="http://schemas.microsoft.com/office/drawing/2014/main" id="{AFCA659A-AA45-4A6C-8F0A-7D19FCD53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82" name="Text Box 23">
              <a:extLst>
                <a:ext uri="{FF2B5EF4-FFF2-40B4-BE49-F238E27FC236}">
                  <a16:creationId xmlns:a16="http://schemas.microsoft.com/office/drawing/2014/main" id="{72E3D563-EB8D-40D2-9072-4083C0BF6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07361">
              <a:off x="2922" y="2645"/>
              <a:ext cx="8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zh-CN" sz="15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3" name="Group 54">
            <a:extLst>
              <a:ext uri="{FF2B5EF4-FFF2-40B4-BE49-F238E27FC236}">
                <a16:creationId xmlns:a16="http://schemas.microsoft.com/office/drawing/2014/main" id="{229C1347-BF88-4348-8091-8D053ED2092A}"/>
              </a:ext>
            </a:extLst>
          </p:cNvPr>
          <p:cNvGrpSpPr>
            <a:grpSpLocks/>
          </p:cNvGrpSpPr>
          <p:nvPr/>
        </p:nvGrpSpPr>
        <p:grpSpPr bwMode="auto">
          <a:xfrm>
            <a:off x="5571064" y="3092053"/>
            <a:ext cx="1144191" cy="589359"/>
            <a:chOff x="3030" y="2635"/>
            <a:chExt cx="961" cy="495"/>
          </a:xfrm>
        </p:grpSpPr>
        <p:sp>
          <p:nvSpPr>
            <p:cNvPr id="84" name="Line 20">
              <a:extLst>
                <a:ext uri="{FF2B5EF4-FFF2-40B4-BE49-F238E27FC236}">
                  <a16:creationId xmlns:a16="http://schemas.microsoft.com/office/drawing/2014/main" id="{F8F12DDE-332A-44EC-A15D-42A946B346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85" name="Text Box 25">
              <a:extLst>
                <a:ext uri="{FF2B5EF4-FFF2-40B4-BE49-F238E27FC236}">
                  <a16:creationId xmlns:a16="http://schemas.microsoft.com/office/drawing/2014/main" id="{62F69563-E60C-4D8F-8CDF-9266AADB9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62217">
              <a:off x="3043" y="2846"/>
              <a:ext cx="9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zh-CN" sz="15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6" name="Group 49">
            <a:extLst>
              <a:ext uri="{FF2B5EF4-FFF2-40B4-BE49-F238E27FC236}">
                <a16:creationId xmlns:a16="http://schemas.microsoft.com/office/drawing/2014/main" id="{91C68C2A-C0C2-41A1-A8E3-AB47DD02D4DA}"/>
              </a:ext>
            </a:extLst>
          </p:cNvPr>
          <p:cNvGrpSpPr>
            <a:grpSpLocks/>
          </p:cNvGrpSpPr>
          <p:nvPr/>
        </p:nvGrpSpPr>
        <p:grpSpPr bwMode="auto">
          <a:xfrm>
            <a:off x="5537729" y="2297906"/>
            <a:ext cx="2438400" cy="547688"/>
            <a:chOff x="3002" y="1979"/>
            <a:chExt cx="2048" cy="460"/>
          </a:xfrm>
        </p:grpSpPr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363529FA-614F-4D3A-91D4-0E503FC5E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88" name="Text Box 22">
              <a:extLst>
                <a:ext uri="{FF2B5EF4-FFF2-40B4-BE49-F238E27FC236}">
                  <a16:creationId xmlns:a16="http://schemas.microsoft.com/office/drawing/2014/main" id="{15E07D45-62B9-45E7-9126-0D29F5709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109" y="2005"/>
              <a:ext cx="8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zh-CN" sz="1500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9" name="Text Box 45">
              <a:extLst>
                <a:ext uri="{FF2B5EF4-FFF2-40B4-BE49-F238E27FC236}">
                  <a16:creationId xmlns:a16="http://schemas.microsoft.com/office/drawing/2014/main" id="{66851E43-9BC6-4700-A399-9BCAE46CC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0032">
              <a:off x="4140" y="2015"/>
              <a:ext cx="85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zh-CN" sz="15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0" name="Text Box 48">
            <a:extLst>
              <a:ext uri="{FF2B5EF4-FFF2-40B4-BE49-F238E27FC236}">
                <a16:creationId xmlns:a16="http://schemas.microsoft.com/office/drawing/2014/main" id="{69827C4B-7C52-41BC-B852-BBF104E75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7232" y="2568178"/>
            <a:ext cx="55976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latin typeface="Arial" panose="020B0604020202020204" pitchFamily="34" charset="0"/>
              </a:rPr>
              <a:t>origin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latin typeface="Arial" panose="020B0604020202020204" pitchFamily="34" charset="0"/>
              </a:rPr>
              <a:t>server</a:t>
            </a:r>
            <a:endParaRPr lang="en-US" altLang="zh-CN" sz="1500">
              <a:latin typeface="Arial" panose="020B0604020202020204" pitchFamily="34" charset="0"/>
            </a:endParaRPr>
          </a:p>
        </p:txBody>
      </p:sp>
      <p:sp>
        <p:nvSpPr>
          <p:cNvPr id="91" name="Rectangle 55">
            <a:extLst>
              <a:ext uri="{FF2B5EF4-FFF2-40B4-BE49-F238E27FC236}">
                <a16:creationId xmlns:a16="http://schemas.microsoft.com/office/drawing/2014/main" id="{3554D252-FD86-4935-AA88-587967AF7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647" y="3217069"/>
            <a:ext cx="304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 sz="1500">
              <a:latin typeface="Comic Sans MS" panose="030F0702030302020204" pitchFamily="66" charset="0"/>
            </a:endParaRPr>
          </a:p>
        </p:txBody>
      </p:sp>
      <p:pic>
        <p:nvPicPr>
          <p:cNvPr id="92" name="Picture 56">
            <a:extLst>
              <a:ext uri="{FF2B5EF4-FFF2-40B4-BE49-F238E27FC236}">
                <a16:creationId xmlns:a16="http://schemas.microsoft.com/office/drawing/2014/main" id="{11082736-6814-4FED-9645-15AE49AC0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869" y="1928812"/>
            <a:ext cx="395288" cy="325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3" name="Group 60">
            <a:extLst>
              <a:ext uri="{FF2B5EF4-FFF2-40B4-BE49-F238E27FC236}">
                <a16:creationId xmlns:a16="http://schemas.microsoft.com/office/drawing/2014/main" id="{C14CEC8B-7985-4175-B54C-544BC29BC6D6}"/>
              </a:ext>
            </a:extLst>
          </p:cNvPr>
          <p:cNvGrpSpPr>
            <a:grpSpLocks/>
          </p:cNvGrpSpPr>
          <p:nvPr/>
        </p:nvGrpSpPr>
        <p:grpSpPr bwMode="auto">
          <a:xfrm>
            <a:off x="4957894" y="1958578"/>
            <a:ext cx="3095626" cy="1360884"/>
            <a:chOff x="2515" y="1687"/>
            <a:chExt cx="2600" cy="1143"/>
          </a:xfrm>
        </p:grpSpPr>
        <p:sp>
          <p:nvSpPr>
            <p:cNvPr id="94" name="Freeform 44">
              <a:extLst>
                <a:ext uri="{FF2B5EF4-FFF2-40B4-BE49-F238E27FC236}">
                  <a16:creationId xmlns:a16="http://schemas.microsoft.com/office/drawing/2014/main" id="{8DA96B2F-CA23-4342-AE90-AE274FFDD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95" name="Text Box 24">
              <a:extLst>
                <a:ext uri="{FF2B5EF4-FFF2-40B4-BE49-F238E27FC236}">
                  <a16:creationId xmlns:a16="http://schemas.microsoft.com/office/drawing/2014/main" id="{4060DC99-B98B-477A-86D0-FBC5F2E1C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37" y="2243"/>
              <a:ext cx="9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zh-CN" sz="15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" name="Text Box 46">
              <a:extLst>
                <a:ext uri="{FF2B5EF4-FFF2-40B4-BE49-F238E27FC236}">
                  <a16:creationId xmlns:a16="http://schemas.microsoft.com/office/drawing/2014/main" id="{143DA3DF-D79E-404E-8ACB-740905711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4211">
              <a:off x="4167" y="2231"/>
              <a:ext cx="9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zh-CN" sz="15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97" name="Picture 57">
              <a:extLst>
                <a:ext uri="{FF2B5EF4-FFF2-40B4-BE49-F238E27FC236}">
                  <a16:creationId xmlns:a16="http://schemas.microsoft.com/office/drawing/2014/main" id="{BF0E619F-9436-48A7-9CFF-53F6F49A62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59">
              <a:extLst>
                <a:ext uri="{FF2B5EF4-FFF2-40B4-BE49-F238E27FC236}">
                  <a16:creationId xmlns:a16="http://schemas.microsoft.com/office/drawing/2014/main" id="{618F0671-B622-4539-8B5F-A33AB3BDE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9" name="Picture 61">
            <a:extLst>
              <a:ext uri="{FF2B5EF4-FFF2-40B4-BE49-F238E27FC236}">
                <a16:creationId xmlns:a16="http://schemas.microsoft.com/office/drawing/2014/main" id="{F759C96A-32A1-41C0-BC15-F2A2DE34D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613" y="3414712"/>
            <a:ext cx="395288" cy="325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C498B81C-B064-4C8B-860E-ED70ABFD85E6}"/>
              </a:ext>
            </a:extLst>
          </p:cNvPr>
          <p:cNvCxnSpPr/>
          <p:nvPr/>
        </p:nvCxnSpPr>
        <p:spPr>
          <a:xfrm>
            <a:off x="4909749" y="1748842"/>
            <a:ext cx="0" cy="2442009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 Box 6">
            <a:extLst>
              <a:ext uri="{FF2B5EF4-FFF2-40B4-BE49-F238E27FC236}">
                <a16:creationId xmlns:a16="http://schemas.microsoft.com/office/drawing/2014/main" id="{23BAEB09-1A03-4573-9A85-AB321D51A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546" y="4251537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time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105" name="标题 1">
            <a:extLst>
              <a:ext uri="{FF2B5EF4-FFF2-40B4-BE49-F238E27FC236}">
                <a16:creationId xmlns:a16="http://schemas.microsoft.com/office/drawing/2014/main" id="{AF6170F4-2F19-43C8-A84D-516A36A9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06CE1AE-2A93-4DBE-84A4-984B42A3CF62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</a:p>
        </p:txBody>
      </p:sp>
      <p:sp>
        <p:nvSpPr>
          <p:cNvPr id="107" name="灯片编号占位符 2">
            <a:extLst>
              <a:ext uri="{FF2B5EF4-FFF2-40B4-BE49-F238E27FC236}">
                <a16:creationId xmlns:a16="http://schemas.microsoft.com/office/drawing/2014/main" id="{5BA11FC7-35CB-471E-83A7-EA452D44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AutoShape 5">
            <a:extLst>
              <a:ext uri="{FF2B5EF4-FFF2-40B4-BE49-F238E27FC236}">
                <a16:creationId xmlns:a16="http://schemas.microsoft.com/office/drawing/2014/main" id="{843BF1F4-CF85-4234-88A7-1C1DD6BFE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299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8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38316" y="1370461"/>
            <a:ext cx="2410013" cy="2705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20000"/>
          </a:bodyPr>
          <a:lstStyle/>
          <a:p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实例分析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1260000" y="1656000"/>
            <a:ext cx="3731126" cy="32978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对象的平均长度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100K bits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客户端的平均请求率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:15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/sec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客户端的数据传输速率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1.50 Mbps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从浏览器到服务器的往返时间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~2 sec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接入网络的带宽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1.54 Mbps</a:t>
            </a:r>
          </a:p>
          <a:p>
            <a:pPr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局域网流量强度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15%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接入网流量强度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=99%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total delay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Internet delay   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b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access delay   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若干分钟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排队时延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LAN delay    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若干微秒</a:t>
            </a:r>
            <a:endParaRPr lang="en-US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Oval 137"/>
          <p:cNvSpPr>
            <a:spLocks noChangeArrowheads="1"/>
          </p:cNvSpPr>
          <p:nvPr/>
        </p:nvSpPr>
        <p:spPr bwMode="auto">
          <a:xfrm>
            <a:off x="2947193" y="3697314"/>
            <a:ext cx="553770" cy="267017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 sz="1500">
              <a:latin typeface="Arial" panose="020B0604020202020204" pitchFamily="34" charset="0"/>
            </a:endParaRPr>
          </a:p>
        </p:txBody>
      </p:sp>
      <p:sp>
        <p:nvSpPr>
          <p:cNvPr id="144" name="Text Box 138"/>
          <p:cNvSpPr txBox="1">
            <a:spLocks noChangeArrowheads="1"/>
          </p:cNvSpPr>
          <p:nvPr/>
        </p:nvSpPr>
        <p:spPr bwMode="auto">
          <a:xfrm>
            <a:off x="3518437" y="3644970"/>
            <a:ext cx="934871" cy="3231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500" i="1" dirty="0">
                <a:solidFill>
                  <a:srgbClr val="CC0000"/>
                </a:solidFill>
                <a:latin typeface="Arial" panose="020B0604020202020204" pitchFamily="34" charset="0"/>
              </a:rPr>
              <a:t>problem!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1182CE3-0F25-4617-9627-C125E3BBFA17}"/>
              </a:ext>
            </a:extLst>
          </p:cNvPr>
          <p:cNvGrpSpPr/>
          <p:nvPr/>
        </p:nvGrpSpPr>
        <p:grpSpPr>
          <a:xfrm>
            <a:off x="5335760" y="1336348"/>
            <a:ext cx="2985723" cy="3227785"/>
            <a:chOff x="5186677" y="1504205"/>
            <a:chExt cx="2985723" cy="3227785"/>
          </a:xfrm>
        </p:grpSpPr>
        <p:sp>
          <p:nvSpPr>
            <p:cNvPr id="105" name="Line 2"/>
            <p:cNvSpPr>
              <a:spLocks noChangeShapeType="1"/>
            </p:cNvSpPr>
            <p:nvPr/>
          </p:nvSpPr>
          <p:spPr bwMode="auto">
            <a:xfrm>
              <a:off x="5498951" y="2201911"/>
              <a:ext cx="214313" cy="857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Text Box 50"/>
            <p:cNvSpPr txBox="1">
              <a:spLocks noChangeArrowheads="1"/>
            </p:cNvSpPr>
            <p:nvPr/>
          </p:nvSpPr>
          <p:spPr bwMode="auto">
            <a:xfrm>
              <a:off x="7122112" y="2036740"/>
              <a:ext cx="1050288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latin typeface="Arial" panose="020B0604020202020204" pitchFamily="34" charset="0"/>
                </a:rPr>
                <a:t>目标服务器</a:t>
              </a:r>
              <a:endParaRPr lang="en-US" altLang="zh-CN" sz="1350" dirty="0">
                <a:latin typeface="Arial" panose="020B0604020202020204" pitchFamily="34" charset="0"/>
              </a:endParaRPr>
            </a:p>
          </p:txBody>
        </p:sp>
        <p:sp>
          <p:nvSpPr>
            <p:cNvPr id="107" name="Line 51"/>
            <p:cNvSpPr>
              <a:spLocks noChangeShapeType="1"/>
            </p:cNvSpPr>
            <p:nvPr/>
          </p:nvSpPr>
          <p:spPr bwMode="auto">
            <a:xfrm>
              <a:off x="6106170" y="1916161"/>
              <a:ext cx="50006" cy="20716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8" name="Line 52"/>
            <p:cNvSpPr>
              <a:spLocks noChangeShapeType="1"/>
            </p:cNvSpPr>
            <p:nvPr/>
          </p:nvSpPr>
          <p:spPr bwMode="auto">
            <a:xfrm flipH="1">
              <a:off x="6577657" y="1944736"/>
              <a:ext cx="7144" cy="17859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9" name="Line 53"/>
            <p:cNvSpPr>
              <a:spLocks noChangeShapeType="1"/>
            </p:cNvSpPr>
            <p:nvPr/>
          </p:nvSpPr>
          <p:spPr bwMode="auto">
            <a:xfrm flipH="1">
              <a:off x="6920557" y="2066179"/>
              <a:ext cx="100013" cy="15716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0" name="Line 54"/>
            <p:cNvSpPr>
              <a:spLocks noChangeShapeType="1"/>
            </p:cNvSpPr>
            <p:nvPr/>
          </p:nvSpPr>
          <p:spPr bwMode="auto">
            <a:xfrm flipH="1" flipV="1">
              <a:off x="7042001" y="2637680"/>
              <a:ext cx="1857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1" name="Freeform 55"/>
            <p:cNvSpPr>
              <a:spLocks/>
            </p:cNvSpPr>
            <p:nvPr/>
          </p:nvSpPr>
          <p:spPr bwMode="auto">
            <a:xfrm>
              <a:off x="5562055" y="1911398"/>
              <a:ext cx="1631156" cy="1185863"/>
            </a:xfrm>
            <a:custGeom>
              <a:avLst/>
              <a:gdLst>
                <a:gd name="T0" fmla="*/ 2147483646 w 2135"/>
                <a:gd name="T1" fmla="*/ 2147483646 h 1662"/>
                <a:gd name="T2" fmla="*/ 2147483646 w 2135"/>
                <a:gd name="T3" fmla="*/ 2147483646 h 1662"/>
                <a:gd name="T4" fmla="*/ 2147483646 w 2135"/>
                <a:gd name="T5" fmla="*/ 2147483646 h 1662"/>
                <a:gd name="T6" fmla="*/ 2147483646 w 2135"/>
                <a:gd name="T7" fmla="*/ 2147483646 h 1662"/>
                <a:gd name="T8" fmla="*/ 2147483646 w 2135"/>
                <a:gd name="T9" fmla="*/ 2147483646 h 1662"/>
                <a:gd name="T10" fmla="*/ 2147483646 w 2135"/>
                <a:gd name="T11" fmla="*/ 2147483646 h 1662"/>
                <a:gd name="T12" fmla="*/ 2147483646 w 2135"/>
                <a:gd name="T13" fmla="*/ 2147483646 h 1662"/>
                <a:gd name="T14" fmla="*/ 2147483646 w 2135"/>
                <a:gd name="T15" fmla="*/ 2147483646 h 1662"/>
                <a:gd name="T16" fmla="*/ 2147483646 w 2135"/>
                <a:gd name="T17" fmla="*/ 2147483646 h 1662"/>
                <a:gd name="T18" fmla="*/ 2147483646 w 2135"/>
                <a:gd name="T19" fmla="*/ 2147483646 h 1662"/>
                <a:gd name="T20" fmla="*/ 2147483646 w 2135"/>
                <a:gd name="T21" fmla="*/ 2147483646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2" name="Text Box 70"/>
            <p:cNvSpPr txBox="1">
              <a:spLocks noChangeArrowheads="1"/>
            </p:cNvSpPr>
            <p:nvPr/>
          </p:nvSpPr>
          <p:spPr bwMode="auto">
            <a:xfrm>
              <a:off x="6036412" y="2160240"/>
              <a:ext cx="809838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Internet</a:t>
              </a:r>
              <a:endPara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71"/>
            <p:cNvSpPr>
              <a:spLocks/>
            </p:cNvSpPr>
            <p:nvPr/>
          </p:nvSpPr>
          <p:spPr bwMode="auto">
            <a:xfrm>
              <a:off x="5247729" y="3689002"/>
              <a:ext cx="2224088" cy="1042988"/>
            </a:xfrm>
            <a:custGeom>
              <a:avLst/>
              <a:gdLst>
                <a:gd name="T0" fmla="*/ 2147483646 w 1868"/>
                <a:gd name="T1" fmla="*/ 2147483646 h 876"/>
                <a:gd name="T2" fmla="*/ 2147483646 w 1868"/>
                <a:gd name="T3" fmla="*/ 2147483646 h 876"/>
                <a:gd name="T4" fmla="*/ 2147483646 w 1868"/>
                <a:gd name="T5" fmla="*/ 2147483646 h 876"/>
                <a:gd name="T6" fmla="*/ 2147483646 w 1868"/>
                <a:gd name="T7" fmla="*/ 2147483646 h 876"/>
                <a:gd name="T8" fmla="*/ 2147483646 w 1868"/>
                <a:gd name="T9" fmla="*/ 2147483646 h 876"/>
                <a:gd name="T10" fmla="*/ 2147483646 w 1868"/>
                <a:gd name="T11" fmla="*/ 2147483646 h 876"/>
                <a:gd name="T12" fmla="*/ 2147483646 w 1868"/>
                <a:gd name="T13" fmla="*/ 2147483646 h 876"/>
                <a:gd name="T14" fmla="*/ 2147483646 w 1868"/>
                <a:gd name="T15" fmla="*/ 2147483646 h 876"/>
                <a:gd name="T16" fmla="*/ 2147483646 w 1868"/>
                <a:gd name="T17" fmla="*/ 2147483646 h 876"/>
                <a:gd name="T18" fmla="*/ 2147483646 w 1868"/>
                <a:gd name="T19" fmla="*/ 2147483646 h 876"/>
                <a:gd name="T20" fmla="*/ 2147483646 w 1868"/>
                <a:gd name="T21" fmla="*/ 2147483646 h 8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68"/>
                <a:gd name="T34" fmla="*/ 0 h 876"/>
                <a:gd name="T35" fmla="*/ 1868 w 1868"/>
                <a:gd name="T36" fmla="*/ 876 h 87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68" h="876">
                  <a:moveTo>
                    <a:pt x="31" y="327"/>
                  </a:moveTo>
                  <a:cubicBezTo>
                    <a:pt x="20" y="237"/>
                    <a:pt x="0" y="189"/>
                    <a:pt x="103" y="137"/>
                  </a:cubicBezTo>
                  <a:cubicBezTo>
                    <a:pt x="206" y="85"/>
                    <a:pt x="476" y="34"/>
                    <a:pt x="649" y="17"/>
                  </a:cubicBezTo>
                  <a:cubicBezTo>
                    <a:pt x="822" y="0"/>
                    <a:pt x="955" y="18"/>
                    <a:pt x="1141" y="35"/>
                  </a:cubicBezTo>
                  <a:cubicBezTo>
                    <a:pt x="1327" y="52"/>
                    <a:pt x="1658" y="3"/>
                    <a:pt x="1763" y="121"/>
                  </a:cubicBezTo>
                  <a:cubicBezTo>
                    <a:pt x="1868" y="239"/>
                    <a:pt x="1840" y="621"/>
                    <a:pt x="1774" y="741"/>
                  </a:cubicBezTo>
                  <a:cubicBezTo>
                    <a:pt x="1708" y="861"/>
                    <a:pt x="1534" y="827"/>
                    <a:pt x="1369" y="845"/>
                  </a:cubicBezTo>
                  <a:cubicBezTo>
                    <a:pt x="1204" y="863"/>
                    <a:pt x="935" y="851"/>
                    <a:pt x="781" y="851"/>
                  </a:cubicBezTo>
                  <a:cubicBezTo>
                    <a:pt x="627" y="851"/>
                    <a:pt x="549" y="876"/>
                    <a:pt x="447" y="847"/>
                  </a:cubicBezTo>
                  <a:cubicBezTo>
                    <a:pt x="345" y="818"/>
                    <a:pt x="237" y="762"/>
                    <a:pt x="168" y="676"/>
                  </a:cubicBezTo>
                  <a:cubicBezTo>
                    <a:pt x="98" y="589"/>
                    <a:pt x="29" y="468"/>
                    <a:pt x="31" y="327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4" name="Line 77"/>
            <p:cNvSpPr>
              <a:spLocks noChangeShapeType="1"/>
            </p:cNvSpPr>
            <p:nvPr/>
          </p:nvSpPr>
          <p:spPr bwMode="auto">
            <a:xfrm flipH="1">
              <a:off x="5584676" y="3921173"/>
              <a:ext cx="641747" cy="323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5" name="Line 78"/>
            <p:cNvSpPr>
              <a:spLocks noChangeShapeType="1"/>
            </p:cNvSpPr>
            <p:nvPr/>
          </p:nvSpPr>
          <p:spPr bwMode="auto">
            <a:xfrm flipH="1">
              <a:off x="5966867" y="3956892"/>
              <a:ext cx="422672" cy="295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6" name="Line 79"/>
            <p:cNvSpPr>
              <a:spLocks noChangeShapeType="1"/>
            </p:cNvSpPr>
            <p:nvPr/>
          </p:nvSpPr>
          <p:spPr bwMode="auto">
            <a:xfrm flipH="1">
              <a:off x="6370489" y="3961655"/>
              <a:ext cx="111919" cy="2869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7" name="Line 80"/>
            <p:cNvSpPr>
              <a:spLocks noChangeShapeType="1"/>
            </p:cNvSpPr>
            <p:nvPr/>
          </p:nvSpPr>
          <p:spPr bwMode="auto">
            <a:xfrm>
              <a:off x="6645523" y="3946177"/>
              <a:ext cx="92869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8" name="Line 95"/>
            <p:cNvSpPr>
              <a:spLocks noChangeShapeType="1"/>
            </p:cNvSpPr>
            <p:nvPr/>
          </p:nvSpPr>
          <p:spPr bwMode="auto">
            <a:xfrm>
              <a:off x="6491932" y="2994867"/>
              <a:ext cx="0" cy="7965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9" name="Text Box 97"/>
            <p:cNvSpPr txBox="1">
              <a:spLocks noChangeArrowheads="1"/>
            </p:cNvSpPr>
            <p:nvPr/>
          </p:nvSpPr>
          <p:spPr bwMode="auto">
            <a:xfrm>
              <a:off x="5186677" y="3604467"/>
              <a:ext cx="106150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  <a:endParaRPr lang="en-US" altLang="zh-CN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Text Box 98"/>
            <p:cNvSpPr txBox="1">
              <a:spLocks noChangeArrowheads="1"/>
            </p:cNvSpPr>
            <p:nvPr/>
          </p:nvSpPr>
          <p:spPr bwMode="auto">
            <a:xfrm>
              <a:off x="6682433" y="3906886"/>
              <a:ext cx="1322798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1000Mbps LAN</a:t>
              </a:r>
              <a:endPara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Text Box 99"/>
            <p:cNvSpPr txBox="1">
              <a:spLocks noChangeArrowheads="1"/>
            </p:cNvSpPr>
            <p:nvPr/>
          </p:nvSpPr>
          <p:spPr bwMode="auto">
            <a:xfrm>
              <a:off x="6493124" y="3136552"/>
              <a:ext cx="99738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1.54 Mbps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access link</a:t>
              </a:r>
              <a:endPara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2" name="Group 111"/>
            <p:cNvGrpSpPr>
              <a:grpSpLocks/>
            </p:cNvGrpSpPr>
            <p:nvPr/>
          </p:nvGrpSpPr>
          <p:grpSpPr bwMode="auto">
            <a:xfrm>
              <a:off x="6179989" y="2768649"/>
              <a:ext cx="660797" cy="230981"/>
              <a:chOff x="2356" y="1300"/>
              <a:chExt cx="555" cy="194"/>
            </a:xfrm>
          </p:grpSpPr>
          <p:sp>
            <p:nvSpPr>
              <p:cNvPr id="1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6" name="Group 115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9" name="Freeform 11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0" name="Freeform 11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7" name="Line 118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8" name="Line 119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31" name="Group 120"/>
            <p:cNvGrpSpPr>
              <a:grpSpLocks/>
            </p:cNvGrpSpPr>
            <p:nvPr/>
          </p:nvGrpSpPr>
          <p:grpSpPr bwMode="auto">
            <a:xfrm>
              <a:off x="6164510" y="3740199"/>
              <a:ext cx="660797" cy="230981"/>
              <a:chOff x="2356" y="1300"/>
              <a:chExt cx="555" cy="194"/>
            </a:xfrm>
          </p:grpSpPr>
          <p:sp>
            <p:nvSpPr>
              <p:cNvPr id="13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5" name="Group 124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40" name="Freeform 12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1" name="Freeform 12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6" name="Line 127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7" name="Line 128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45" name="Group 139"/>
            <p:cNvGrpSpPr>
              <a:grpSpLocks/>
            </p:cNvGrpSpPr>
            <p:nvPr/>
          </p:nvGrpSpPr>
          <p:grpSpPr bwMode="auto">
            <a:xfrm>
              <a:off x="5238205" y="1862583"/>
              <a:ext cx="283369" cy="432197"/>
              <a:chOff x="4140" y="429"/>
              <a:chExt cx="1425" cy="2396"/>
            </a:xfrm>
          </p:grpSpPr>
          <p:sp>
            <p:nvSpPr>
              <p:cNvPr id="146" name="Freeform 14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7" name="Rectangle 141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Freeform 14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9" name="Freeform 14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0" name="Rectangle 144"/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1" name="Group 14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6" name="AutoShape 146"/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7" name="AutoShape 147"/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2" name="Rectangle 148"/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3" name="Group 14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74" name="AutoShape 150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5" name="AutoShape 151"/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4" name="Rectangle 152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Rectangle 153"/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156" name="Group 15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2" name="AutoShape 155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3" name="AutoShape 156"/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7" name="Freeform 15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58" name="Group 15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70" name="AutoShape 159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1" name="AutoShape 160"/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59" name="Rectangle 161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60" name="Freeform 16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61" name="Freeform 16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62" name="Oval 164"/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Freeform 16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64" name="AutoShape 166"/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AutoShape 167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Oval 168"/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Oval 169"/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Oval 170"/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69" name="Rectangle 171"/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8" name="Group 172"/>
            <p:cNvGrpSpPr>
              <a:grpSpLocks/>
            </p:cNvGrpSpPr>
            <p:nvPr/>
          </p:nvGrpSpPr>
          <p:grpSpPr bwMode="auto">
            <a:xfrm>
              <a:off x="5350123" y="4197399"/>
              <a:ext cx="394097" cy="417910"/>
              <a:chOff x="-44" y="1473"/>
              <a:chExt cx="981" cy="1105"/>
            </a:xfrm>
          </p:grpSpPr>
          <p:pic>
            <p:nvPicPr>
              <p:cNvPr id="179" name="Picture 17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0" name="Freeform 174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81" name="Group 175"/>
            <p:cNvGrpSpPr>
              <a:grpSpLocks/>
            </p:cNvGrpSpPr>
            <p:nvPr/>
          </p:nvGrpSpPr>
          <p:grpSpPr bwMode="auto">
            <a:xfrm>
              <a:off x="5924005" y="1504205"/>
              <a:ext cx="283369" cy="432197"/>
              <a:chOff x="4140" y="429"/>
              <a:chExt cx="1425" cy="2396"/>
            </a:xfrm>
          </p:grpSpPr>
          <p:sp>
            <p:nvSpPr>
              <p:cNvPr id="182" name="Freeform 176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3" name="Rectangle 177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84" name="Freeform 178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5" name="Freeform 179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6" name="Rectangle 180"/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187" name="Group 181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" name="AutoShape 182"/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3" name="AutoShape 183"/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88" name="Rectangle 184"/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189" name="Group 185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0" name="AutoShape 186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1" name="AutoShape 187"/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90" name="Rectangle 188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91" name="Rectangle 189"/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192" name="Group 190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08" name="AutoShape 191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9" name="AutoShape 192"/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93" name="Freeform 193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194" name="Group 194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06" name="AutoShape 195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7" name="AutoShape 196"/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95" name="Rectangle 197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96" name="Freeform 198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7" name="Freeform 199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8" name="Oval 200"/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99" name="Freeform 201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0" name="AutoShape 202"/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01" name="AutoShape 203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Oval 204"/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03" name="Oval 205"/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4" name="Oval 206"/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05" name="Rectangle 207"/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4" name="Group 208"/>
            <p:cNvGrpSpPr>
              <a:grpSpLocks/>
            </p:cNvGrpSpPr>
            <p:nvPr/>
          </p:nvGrpSpPr>
          <p:grpSpPr bwMode="auto">
            <a:xfrm>
              <a:off x="6488361" y="1528018"/>
              <a:ext cx="283369" cy="432197"/>
              <a:chOff x="4140" y="429"/>
              <a:chExt cx="1425" cy="2396"/>
            </a:xfrm>
          </p:grpSpPr>
          <p:sp>
            <p:nvSpPr>
              <p:cNvPr id="215" name="Freeform 209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6" name="Rectangle 210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17" name="Freeform 211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8" name="Freeform 212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9" name="Rectangle 213"/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20" name="Group 214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45" name="AutoShape 215"/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6" name="AutoShape 216"/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21" name="Rectangle 217"/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22" name="Group 218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43" name="AutoShape 219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4" name="AutoShape 220"/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23" name="Rectangle 221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24" name="Rectangle 222"/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25" name="Group 223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1" name="AutoShape 224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2" name="AutoShape 225"/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26" name="Freeform 226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227" name="Group 227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39" name="AutoShape 228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40" name="AutoShape 229"/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28" name="Rectangle 230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Freeform 231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0" name="Freeform 232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1" name="Oval 233"/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Freeform 234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3" name="AutoShape 235"/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236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35" name="Oval 237"/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Oval 238"/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" name="Oval 239"/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Rectangle 240"/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7" name="Group 241"/>
            <p:cNvGrpSpPr>
              <a:grpSpLocks/>
            </p:cNvGrpSpPr>
            <p:nvPr/>
          </p:nvGrpSpPr>
          <p:grpSpPr bwMode="auto">
            <a:xfrm>
              <a:off x="6945561" y="1642318"/>
              <a:ext cx="283369" cy="432197"/>
              <a:chOff x="4140" y="429"/>
              <a:chExt cx="1425" cy="2396"/>
            </a:xfrm>
          </p:grpSpPr>
          <p:sp>
            <p:nvSpPr>
              <p:cNvPr id="248" name="Freeform 242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9" name="Rectangle 243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50" name="Freeform 244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51" name="Freeform 245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52" name="Rectangle 246"/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53" name="Group 247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78" name="AutoShape 248"/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" name="AutoShape 249"/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54" name="Rectangle 250"/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55" name="Group 251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76" name="AutoShape 252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7" name="AutoShape 253"/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56" name="Rectangle 254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57" name="Rectangle 255"/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58" name="Group 256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74" name="AutoShape 257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5" name="AutoShape 258"/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59" name="Freeform 259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260" name="Group 260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72" name="AutoShape 261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3" name="AutoShape 262"/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61" name="Rectangle 263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62" name="Freeform 264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3" name="Freeform 265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4" name="Oval 266"/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65" name="Freeform 267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6" name="AutoShape 268"/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67" name="AutoShape 269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68" name="Oval 270"/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69" name="Oval 271"/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Oval 272"/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71" name="Rectangle 273"/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0" name="Group 274"/>
            <p:cNvGrpSpPr>
              <a:grpSpLocks/>
            </p:cNvGrpSpPr>
            <p:nvPr/>
          </p:nvGrpSpPr>
          <p:grpSpPr bwMode="auto">
            <a:xfrm>
              <a:off x="7192020" y="2351930"/>
              <a:ext cx="283369" cy="432197"/>
              <a:chOff x="4140" y="429"/>
              <a:chExt cx="1425" cy="2396"/>
            </a:xfrm>
          </p:grpSpPr>
          <p:sp>
            <p:nvSpPr>
              <p:cNvPr id="281" name="Freeform 275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2" name="Rectangle 276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83" name="Freeform 277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4" name="Freeform 278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5" name="Rectangle 279"/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86" name="Group 280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1" name="AutoShape 281"/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2" name="AutoShape 282"/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87" name="Rectangle 283"/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88" name="Group 284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09" name="AutoShape 285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0" name="AutoShape 286"/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89" name="Rectangle 287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90" name="Rectangle 288"/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1" name="Group 289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07" name="AutoShape 290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8" name="AutoShape 291"/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2" name="Freeform 292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293" name="Group 293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05" name="AutoShape 294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" name="AutoShape 295"/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4" name="Rectangle 296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95" name="Freeform 297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6" name="Freeform 298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7" name="Oval 299"/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298" name="Freeform 300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9" name="AutoShape 301"/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00" name="AutoShape 302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01" name="Oval 303"/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02" name="Oval 304"/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3" name="Oval 305"/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04" name="Rectangle 306"/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13" name="Group 307"/>
            <p:cNvGrpSpPr>
              <a:grpSpLocks/>
            </p:cNvGrpSpPr>
            <p:nvPr/>
          </p:nvGrpSpPr>
          <p:grpSpPr bwMode="auto">
            <a:xfrm>
              <a:off x="6637189" y="4165252"/>
              <a:ext cx="283369" cy="432197"/>
              <a:chOff x="4140" y="429"/>
              <a:chExt cx="1425" cy="2396"/>
            </a:xfrm>
          </p:grpSpPr>
          <p:sp>
            <p:nvSpPr>
              <p:cNvPr id="314" name="Freeform 30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5" name="Rectangle 309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16" name="Freeform 31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7" name="Freeform 31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8" name="Rectangle 312"/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9" name="Group 31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44" name="AutoShape 314"/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5" name="AutoShape 315"/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20" name="Rectangle 316"/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21" name="Group 31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42" name="AutoShape 318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3" name="AutoShape 319"/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22" name="Rectangle 320"/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3" name="Rectangle 321"/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24" name="Group 32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40" name="AutoShape 323"/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41" name="AutoShape 324"/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25" name="Freeform 32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326" name="Group 32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38" name="AutoShape 327"/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9" name="AutoShape 328"/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27" name="Rectangle 329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8" name="Freeform 33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9" name="Freeform 33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0" name="Oval 332"/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31" name="Freeform 33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2" name="AutoShape 334"/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33" name="AutoShape 335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34" name="Oval 336"/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35" name="Oval 337"/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6" name="Oval 338"/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37" name="Rectangle 339"/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46" name="Group 340"/>
            <p:cNvGrpSpPr>
              <a:grpSpLocks/>
            </p:cNvGrpSpPr>
            <p:nvPr/>
          </p:nvGrpSpPr>
          <p:grpSpPr bwMode="auto">
            <a:xfrm>
              <a:off x="5733504" y="4214067"/>
              <a:ext cx="394097" cy="417910"/>
              <a:chOff x="-44" y="1473"/>
              <a:chExt cx="981" cy="1105"/>
            </a:xfrm>
          </p:grpSpPr>
          <p:pic>
            <p:nvPicPr>
              <p:cNvPr id="347" name="Picture 34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" name="Freeform 34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349" name="Group 343"/>
            <p:cNvGrpSpPr>
              <a:grpSpLocks/>
            </p:cNvGrpSpPr>
            <p:nvPr/>
          </p:nvGrpSpPr>
          <p:grpSpPr bwMode="auto">
            <a:xfrm>
              <a:off x="6126410" y="4205733"/>
              <a:ext cx="394097" cy="417909"/>
              <a:chOff x="-44" y="1473"/>
              <a:chExt cx="981" cy="1105"/>
            </a:xfrm>
          </p:grpSpPr>
          <p:pic>
            <p:nvPicPr>
              <p:cNvPr id="350" name="Picture 34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1" name="Freeform 34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352" name="标题 1">
            <a:extLst>
              <a:ext uri="{FF2B5EF4-FFF2-40B4-BE49-F238E27FC236}">
                <a16:creationId xmlns:a16="http://schemas.microsoft.com/office/drawing/2014/main" id="{DD381557-28C8-470C-B318-D4F532DC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4F26B1E8-74CD-408F-9AC1-363F078EB708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</a:p>
        </p:txBody>
      </p:sp>
      <p:sp>
        <p:nvSpPr>
          <p:cNvPr id="355" name="灯片编号占位符 2">
            <a:extLst>
              <a:ext uri="{FF2B5EF4-FFF2-40B4-BE49-F238E27FC236}">
                <a16:creationId xmlns:a16="http://schemas.microsoft.com/office/drawing/2014/main" id="{D1044B42-C0D0-4A6D-A574-6186C53C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6" name="AutoShape 5">
            <a:extLst>
              <a:ext uri="{FF2B5EF4-FFF2-40B4-BE49-F238E27FC236}">
                <a16:creationId xmlns:a16="http://schemas.microsoft.com/office/drawing/2014/main" id="{0E614586-73BF-4A75-963A-EFAB01974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885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/>
      <p:bldP spid="144" grpId="0"/>
      <p:bldP spid="356" grpId="0" animBg="1"/>
      <p:bldP spid="356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组合 363">
            <a:extLst>
              <a:ext uri="{FF2B5EF4-FFF2-40B4-BE49-F238E27FC236}">
                <a16:creationId xmlns:a16="http://schemas.microsoft.com/office/drawing/2014/main" id="{11E5CE78-96E3-4D78-BEA0-AF715FEFC391}"/>
              </a:ext>
            </a:extLst>
          </p:cNvPr>
          <p:cNvGrpSpPr/>
          <p:nvPr/>
        </p:nvGrpSpPr>
        <p:grpSpPr>
          <a:xfrm>
            <a:off x="5335760" y="1336348"/>
            <a:ext cx="2985723" cy="3227785"/>
            <a:chOff x="5186677" y="1504205"/>
            <a:chExt cx="2985723" cy="3227785"/>
          </a:xfrm>
        </p:grpSpPr>
        <p:sp>
          <p:nvSpPr>
            <p:cNvPr id="365" name="Line 2">
              <a:extLst>
                <a:ext uri="{FF2B5EF4-FFF2-40B4-BE49-F238E27FC236}">
                  <a16:creationId xmlns:a16="http://schemas.microsoft.com/office/drawing/2014/main" id="{FFF900D1-BBFC-4CD3-9F7C-8DA58FB19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8951" y="2201911"/>
              <a:ext cx="214313" cy="857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66" name="Text Box 50">
              <a:extLst>
                <a:ext uri="{FF2B5EF4-FFF2-40B4-BE49-F238E27FC236}">
                  <a16:creationId xmlns:a16="http://schemas.microsoft.com/office/drawing/2014/main" id="{1B4B564F-C498-4599-9EA3-1C7548C3D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2112" y="2036740"/>
              <a:ext cx="1050288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latin typeface="Arial" panose="020B0604020202020204" pitchFamily="34" charset="0"/>
                </a:rPr>
                <a:t>目标服务器</a:t>
              </a:r>
              <a:endParaRPr lang="en-US" altLang="zh-CN" sz="1350" dirty="0">
                <a:latin typeface="Arial" panose="020B0604020202020204" pitchFamily="34" charset="0"/>
              </a:endParaRPr>
            </a:p>
          </p:txBody>
        </p:sp>
        <p:sp>
          <p:nvSpPr>
            <p:cNvPr id="367" name="Line 51">
              <a:extLst>
                <a:ext uri="{FF2B5EF4-FFF2-40B4-BE49-F238E27FC236}">
                  <a16:creationId xmlns:a16="http://schemas.microsoft.com/office/drawing/2014/main" id="{B4206B74-A13B-444A-94CE-A5AC3D887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6170" y="1916161"/>
              <a:ext cx="50006" cy="20716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68" name="Line 52">
              <a:extLst>
                <a:ext uri="{FF2B5EF4-FFF2-40B4-BE49-F238E27FC236}">
                  <a16:creationId xmlns:a16="http://schemas.microsoft.com/office/drawing/2014/main" id="{67181B54-5116-4374-AC5C-3FAB95B184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7657" y="1944736"/>
              <a:ext cx="7144" cy="17859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69" name="Line 53">
              <a:extLst>
                <a:ext uri="{FF2B5EF4-FFF2-40B4-BE49-F238E27FC236}">
                  <a16:creationId xmlns:a16="http://schemas.microsoft.com/office/drawing/2014/main" id="{E136DFA4-973F-4F7C-B369-82C38D7775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20557" y="2066179"/>
              <a:ext cx="100013" cy="15716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0" name="Line 54">
              <a:extLst>
                <a:ext uri="{FF2B5EF4-FFF2-40B4-BE49-F238E27FC236}">
                  <a16:creationId xmlns:a16="http://schemas.microsoft.com/office/drawing/2014/main" id="{75064CAB-4616-4D52-864F-4ED21141E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42001" y="2637680"/>
              <a:ext cx="1857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1" name="Freeform 55">
              <a:extLst>
                <a:ext uri="{FF2B5EF4-FFF2-40B4-BE49-F238E27FC236}">
                  <a16:creationId xmlns:a16="http://schemas.microsoft.com/office/drawing/2014/main" id="{3EE81A31-80E5-487B-875C-C8A72337F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055" y="1911398"/>
              <a:ext cx="1631156" cy="1185863"/>
            </a:xfrm>
            <a:custGeom>
              <a:avLst/>
              <a:gdLst>
                <a:gd name="T0" fmla="*/ 2147483646 w 2135"/>
                <a:gd name="T1" fmla="*/ 2147483646 h 1662"/>
                <a:gd name="T2" fmla="*/ 2147483646 w 2135"/>
                <a:gd name="T3" fmla="*/ 2147483646 h 1662"/>
                <a:gd name="T4" fmla="*/ 2147483646 w 2135"/>
                <a:gd name="T5" fmla="*/ 2147483646 h 1662"/>
                <a:gd name="T6" fmla="*/ 2147483646 w 2135"/>
                <a:gd name="T7" fmla="*/ 2147483646 h 1662"/>
                <a:gd name="T8" fmla="*/ 2147483646 w 2135"/>
                <a:gd name="T9" fmla="*/ 2147483646 h 1662"/>
                <a:gd name="T10" fmla="*/ 2147483646 w 2135"/>
                <a:gd name="T11" fmla="*/ 2147483646 h 1662"/>
                <a:gd name="T12" fmla="*/ 2147483646 w 2135"/>
                <a:gd name="T13" fmla="*/ 2147483646 h 1662"/>
                <a:gd name="T14" fmla="*/ 2147483646 w 2135"/>
                <a:gd name="T15" fmla="*/ 2147483646 h 1662"/>
                <a:gd name="T16" fmla="*/ 2147483646 w 2135"/>
                <a:gd name="T17" fmla="*/ 2147483646 h 1662"/>
                <a:gd name="T18" fmla="*/ 2147483646 w 2135"/>
                <a:gd name="T19" fmla="*/ 2147483646 h 1662"/>
                <a:gd name="T20" fmla="*/ 2147483646 w 2135"/>
                <a:gd name="T21" fmla="*/ 2147483646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2" name="Text Box 70">
              <a:extLst>
                <a:ext uri="{FF2B5EF4-FFF2-40B4-BE49-F238E27FC236}">
                  <a16:creationId xmlns:a16="http://schemas.microsoft.com/office/drawing/2014/main" id="{8AE6739F-CDF7-497A-A5D3-5153421FE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6412" y="2160240"/>
              <a:ext cx="809838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Internet</a:t>
              </a:r>
              <a:endParaRPr lang="en-US" altLang="zh-CN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3" name="Freeform 71">
              <a:extLst>
                <a:ext uri="{FF2B5EF4-FFF2-40B4-BE49-F238E27FC236}">
                  <a16:creationId xmlns:a16="http://schemas.microsoft.com/office/drawing/2014/main" id="{CEBF5774-5D6E-4465-AEDF-490594ADB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729" y="3689002"/>
              <a:ext cx="2224088" cy="1042988"/>
            </a:xfrm>
            <a:custGeom>
              <a:avLst/>
              <a:gdLst>
                <a:gd name="T0" fmla="*/ 2147483646 w 1868"/>
                <a:gd name="T1" fmla="*/ 2147483646 h 876"/>
                <a:gd name="T2" fmla="*/ 2147483646 w 1868"/>
                <a:gd name="T3" fmla="*/ 2147483646 h 876"/>
                <a:gd name="T4" fmla="*/ 2147483646 w 1868"/>
                <a:gd name="T5" fmla="*/ 2147483646 h 876"/>
                <a:gd name="T6" fmla="*/ 2147483646 w 1868"/>
                <a:gd name="T7" fmla="*/ 2147483646 h 876"/>
                <a:gd name="T8" fmla="*/ 2147483646 w 1868"/>
                <a:gd name="T9" fmla="*/ 2147483646 h 876"/>
                <a:gd name="T10" fmla="*/ 2147483646 w 1868"/>
                <a:gd name="T11" fmla="*/ 2147483646 h 876"/>
                <a:gd name="T12" fmla="*/ 2147483646 w 1868"/>
                <a:gd name="T13" fmla="*/ 2147483646 h 876"/>
                <a:gd name="T14" fmla="*/ 2147483646 w 1868"/>
                <a:gd name="T15" fmla="*/ 2147483646 h 876"/>
                <a:gd name="T16" fmla="*/ 2147483646 w 1868"/>
                <a:gd name="T17" fmla="*/ 2147483646 h 876"/>
                <a:gd name="T18" fmla="*/ 2147483646 w 1868"/>
                <a:gd name="T19" fmla="*/ 2147483646 h 876"/>
                <a:gd name="T20" fmla="*/ 2147483646 w 1868"/>
                <a:gd name="T21" fmla="*/ 2147483646 h 8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68"/>
                <a:gd name="T34" fmla="*/ 0 h 876"/>
                <a:gd name="T35" fmla="*/ 1868 w 1868"/>
                <a:gd name="T36" fmla="*/ 876 h 87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68" h="876">
                  <a:moveTo>
                    <a:pt x="31" y="327"/>
                  </a:moveTo>
                  <a:cubicBezTo>
                    <a:pt x="20" y="237"/>
                    <a:pt x="0" y="189"/>
                    <a:pt x="103" y="137"/>
                  </a:cubicBezTo>
                  <a:cubicBezTo>
                    <a:pt x="206" y="85"/>
                    <a:pt x="476" y="34"/>
                    <a:pt x="649" y="17"/>
                  </a:cubicBezTo>
                  <a:cubicBezTo>
                    <a:pt x="822" y="0"/>
                    <a:pt x="955" y="18"/>
                    <a:pt x="1141" y="35"/>
                  </a:cubicBezTo>
                  <a:cubicBezTo>
                    <a:pt x="1327" y="52"/>
                    <a:pt x="1658" y="3"/>
                    <a:pt x="1763" y="121"/>
                  </a:cubicBezTo>
                  <a:cubicBezTo>
                    <a:pt x="1868" y="239"/>
                    <a:pt x="1840" y="621"/>
                    <a:pt x="1774" y="741"/>
                  </a:cubicBezTo>
                  <a:cubicBezTo>
                    <a:pt x="1708" y="861"/>
                    <a:pt x="1534" y="827"/>
                    <a:pt x="1369" y="845"/>
                  </a:cubicBezTo>
                  <a:cubicBezTo>
                    <a:pt x="1204" y="863"/>
                    <a:pt x="935" y="851"/>
                    <a:pt x="781" y="851"/>
                  </a:cubicBezTo>
                  <a:cubicBezTo>
                    <a:pt x="627" y="851"/>
                    <a:pt x="549" y="876"/>
                    <a:pt x="447" y="847"/>
                  </a:cubicBezTo>
                  <a:cubicBezTo>
                    <a:pt x="345" y="818"/>
                    <a:pt x="237" y="762"/>
                    <a:pt x="168" y="676"/>
                  </a:cubicBezTo>
                  <a:cubicBezTo>
                    <a:pt x="98" y="589"/>
                    <a:pt x="29" y="468"/>
                    <a:pt x="31" y="327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4" name="Line 77">
              <a:extLst>
                <a:ext uri="{FF2B5EF4-FFF2-40B4-BE49-F238E27FC236}">
                  <a16:creationId xmlns:a16="http://schemas.microsoft.com/office/drawing/2014/main" id="{1CA20260-38A8-418F-BE77-CBAC769A8A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84676" y="3921173"/>
              <a:ext cx="641747" cy="323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5" name="Line 78">
              <a:extLst>
                <a:ext uri="{FF2B5EF4-FFF2-40B4-BE49-F238E27FC236}">
                  <a16:creationId xmlns:a16="http://schemas.microsoft.com/office/drawing/2014/main" id="{5F009FD8-EDDD-4D9A-A49C-4666E7BAB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66867" y="3956892"/>
              <a:ext cx="422672" cy="295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6" name="Line 79">
              <a:extLst>
                <a:ext uri="{FF2B5EF4-FFF2-40B4-BE49-F238E27FC236}">
                  <a16:creationId xmlns:a16="http://schemas.microsoft.com/office/drawing/2014/main" id="{4F0D221D-181C-48DC-B079-56DE91FA1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0489" y="3961655"/>
              <a:ext cx="111919" cy="2869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7" name="Line 80">
              <a:extLst>
                <a:ext uri="{FF2B5EF4-FFF2-40B4-BE49-F238E27FC236}">
                  <a16:creationId xmlns:a16="http://schemas.microsoft.com/office/drawing/2014/main" id="{5357BBEE-7135-4D51-8714-C926E21AC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5523" y="3946177"/>
              <a:ext cx="92869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8" name="Line 95">
              <a:extLst>
                <a:ext uri="{FF2B5EF4-FFF2-40B4-BE49-F238E27FC236}">
                  <a16:creationId xmlns:a16="http://schemas.microsoft.com/office/drawing/2014/main" id="{F787556E-26A5-4761-97AF-D07A5D7A5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1932" y="2994867"/>
              <a:ext cx="0" cy="7965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79" name="Text Box 97">
              <a:extLst>
                <a:ext uri="{FF2B5EF4-FFF2-40B4-BE49-F238E27FC236}">
                  <a16:creationId xmlns:a16="http://schemas.microsoft.com/office/drawing/2014/main" id="{B1CBD2EB-EE01-4E61-BC95-6CE8A1206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6677" y="3604467"/>
              <a:ext cx="106150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  <a:endParaRPr lang="en-US" altLang="zh-CN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0" name="Text Box 98">
              <a:extLst>
                <a:ext uri="{FF2B5EF4-FFF2-40B4-BE49-F238E27FC236}">
                  <a16:creationId xmlns:a16="http://schemas.microsoft.com/office/drawing/2014/main" id="{ED7EECA7-8956-4D26-9E63-5D86A0BA9A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5852" y="3873062"/>
              <a:ext cx="1322798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1000Mbps LAN</a:t>
              </a:r>
              <a:endPara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1" name="Text Box 99">
              <a:extLst>
                <a:ext uri="{FF2B5EF4-FFF2-40B4-BE49-F238E27FC236}">
                  <a16:creationId xmlns:a16="http://schemas.microsoft.com/office/drawing/2014/main" id="{DDB1F1AB-2979-465B-A3AD-006D91958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3124" y="3136552"/>
              <a:ext cx="99738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1.54 Mbps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access link</a:t>
              </a:r>
              <a:endPara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2" name="Group 111">
              <a:extLst>
                <a:ext uri="{FF2B5EF4-FFF2-40B4-BE49-F238E27FC236}">
                  <a16:creationId xmlns:a16="http://schemas.microsoft.com/office/drawing/2014/main" id="{FF0EF112-2432-4375-9BF6-1FCB254B18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79989" y="2768649"/>
              <a:ext cx="660797" cy="230981"/>
              <a:chOff x="2356" y="1300"/>
              <a:chExt cx="555" cy="194"/>
            </a:xfrm>
          </p:grpSpPr>
          <p:sp>
            <p:nvSpPr>
              <p:cNvPr id="599" name="Oval 407">
                <a:extLst>
                  <a:ext uri="{FF2B5EF4-FFF2-40B4-BE49-F238E27FC236}">
                    <a16:creationId xmlns:a16="http://schemas.microsoft.com/office/drawing/2014/main" id="{457F5E62-F0A6-4891-A7E8-D9C3D81BE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0" name="Rectangle 410">
                <a:extLst>
                  <a:ext uri="{FF2B5EF4-FFF2-40B4-BE49-F238E27FC236}">
                    <a16:creationId xmlns:a16="http://schemas.microsoft.com/office/drawing/2014/main" id="{37FD9040-33B2-4F64-93CE-A98B83865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1" name="Oval 411">
                <a:extLst>
                  <a:ext uri="{FF2B5EF4-FFF2-40B4-BE49-F238E27FC236}">
                    <a16:creationId xmlns:a16="http://schemas.microsoft.com/office/drawing/2014/main" id="{4698229E-1C1E-4BC5-91D6-19207DD665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2" name="Group 115">
                <a:extLst>
                  <a:ext uri="{FF2B5EF4-FFF2-40B4-BE49-F238E27FC236}">
                    <a16:creationId xmlns:a16="http://schemas.microsoft.com/office/drawing/2014/main" id="{98737DE7-EB1F-49CF-A88C-01233CFFDE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605" name="Freeform 116">
                  <a:extLst>
                    <a:ext uri="{FF2B5EF4-FFF2-40B4-BE49-F238E27FC236}">
                      <a16:creationId xmlns:a16="http://schemas.microsoft.com/office/drawing/2014/main" id="{9F2CAE93-BABA-423C-808A-BAFE6FE27A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06" name="Freeform 117">
                  <a:extLst>
                    <a:ext uri="{FF2B5EF4-FFF2-40B4-BE49-F238E27FC236}">
                      <a16:creationId xmlns:a16="http://schemas.microsoft.com/office/drawing/2014/main" id="{F0CE7954-F4D7-4ACD-869D-AA08082BDB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03" name="Line 118">
                <a:extLst>
                  <a:ext uri="{FF2B5EF4-FFF2-40B4-BE49-F238E27FC236}">
                    <a16:creationId xmlns:a16="http://schemas.microsoft.com/office/drawing/2014/main" id="{7093DDE6-1B8C-437E-BBCB-2EE57DF64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4" name="Line 119">
                <a:extLst>
                  <a:ext uri="{FF2B5EF4-FFF2-40B4-BE49-F238E27FC236}">
                    <a16:creationId xmlns:a16="http://schemas.microsoft.com/office/drawing/2014/main" id="{841C99FF-B0B4-40AE-9F57-E10992F07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83" name="Group 120">
              <a:extLst>
                <a:ext uri="{FF2B5EF4-FFF2-40B4-BE49-F238E27FC236}">
                  <a16:creationId xmlns:a16="http://schemas.microsoft.com/office/drawing/2014/main" id="{DCA8B72B-9E32-424D-A5F8-110B696440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4510" y="3740199"/>
              <a:ext cx="660797" cy="230981"/>
              <a:chOff x="2356" y="1300"/>
              <a:chExt cx="555" cy="194"/>
            </a:xfrm>
          </p:grpSpPr>
          <p:sp>
            <p:nvSpPr>
              <p:cNvPr id="591" name="Oval 407">
                <a:extLst>
                  <a:ext uri="{FF2B5EF4-FFF2-40B4-BE49-F238E27FC236}">
                    <a16:creationId xmlns:a16="http://schemas.microsoft.com/office/drawing/2014/main" id="{B417F16E-C5C7-40E3-B395-49DBBAD9B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2" name="Rectangle 410">
                <a:extLst>
                  <a:ext uri="{FF2B5EF4-FFF2-40B4-BE49-F238E27FC236}">
                    <a16:creationId xmlns:a16="http://schemas.microsoft.com/office/drawing/2014/main" id="{C404E966-FC17-4DE8-B8AD-92ECC225E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3" name="Oval 411">
                <a:extLst>
                  <a:ext uri="{FF2B5EF4-FFF2-40B4-BE49-F238E27FC236}">
                    <a16:creationId xmlns:a16="http://schemas.microsoft.com/office/drawing/2014/main" id="{8C06A3AD-40A9-4FD4-930E-A8D1500D4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4" name="Group 124">
                <a:extLst>
                  <a:ext uri="{FF2B5EF4-FFF2-40B4-BE49-F238E27FC236}">
                    <a16:creationId xmlns:a16="http://schemas.microsoft.com/office/drawing/2014/main" id="{7C9A00BE-0A32-4DDE-B0FD-066BE5E107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97" name="Freeform 125">
                  <a:extLst>
                    <a:ext uri="{FF2B5EF4-FFF2-40B4-BE49-F238E27FC236}">
                      <a16:creationId xmlns:a16="http://schemas.microsoft.com/office/drawing/2014/main" id="{03E3F310-AE66-4177-A495-EECBDAC800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98" name="Freeform 126">
                  <a:extLst>
                    <a:ext uri="{FF2B5EF4-FFF2-40B4-BE49-F238E27FC236}">
                      <a16:creationId xmlns:a16="http://schemas.microsoft.com/office/drawing/2014/main" id="{26C5607A-8954-44A8-B5D9-75D748294C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95" name="Line 127">
                <a:extLst>
                  <a:ext uri="{FF2B5EF4-FFF2-40B4-BE49-F238E27FC236}">
                    <a16:creationId xmlns:a16="http://schemas.microsoft.com/office/drawing/2014/main" id="{ABB6FB77-DA86-469C-B05A-C0D75620A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6" name="Line 128">
                <a:extLst>
                  <a:ext uri="{FF2B5EF4-FFF2-40B4-BE49-F238E27FC236}">
                    <a16:creationId xmlns:a16="http://schemas.microsoft.com/office/drawing/2014/main" id="{09191B73-AC27-4AC9-91C6-E9F3ADA18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84" name="Group 139">
              <a:extLst>
                <a:ext uri="{FF2B5EF4-FFF2-40B4-BE49-F238E27FC236}">
                  <a16:creationId xmlns:a16="http://schemas.microsoft.com/office/drawing/2014/main" id="{35ADD8C9-9DC5-452B-A8F3-061FDFCC3A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8205" y="1862583"/>
              <a:ext cx="283369" cy="432197"/>
              <a:chOff x="4140" y="429"/>
              <a:chExt cx="1425" cy="2396"/>
            </a:xfrm>
          </p:grpSpPr>
          <p:sp>
            <p:nvSpPr>
              <p:cNvPr id="559" name="Freeform 140">
                <a:extLst>
                  <a:ext uri="{FF2B5EF4-FFF2-40B4-BE49-F238E27FC236}">
                    <a16:creationId xmlns:a16="http://schemas.microsoft.com/office/drawing/2014/main" id="{DE94B074-C3C5-4E0B-B915-79FDD38B9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0" name="Rectangle 141">
                <a:extLst>
                  <a:ext uri="{FF2B5EF4-FFF2-40B4-BE49-F238E27FC236}">
                    <a16:creationId xmlns:a16="http://schemas.microsoft.com/office/drawing/2014/main" id="{3C9FEA7E-6F5C-4B45-93B6-A720C7A5B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61" name="Freeform 142">
                <a:extLst>
                  <a:ext uri="{FF2B5EF4-FFF2-40B4-BE49-F238E27FC236}">
                    <a16:creationId xmlns:a16="http://schemas.microsoft.com/office/drawing/2014/main" id="{21C7A692-1403-4E0C-88CD-67980B466F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2" name="Freeform 143">
                <a:extLst>
                  <a:ext uri="{FF2B5EF4-FFF2-40B4-BE49-F238E27FC236}">
                    <a16:creationId xmlns:a16="http://schemas.microsoft.com/office/drawing/2014/main" id="{4BC86EA7-A2F7-44F4-B9A7-F515E01F4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3" name="Rectangle 144">
                <a:extLst>
                  <a:ext uri="{FF2B5EF4-FFF2-40B4-BE49-F238E27FC236}">
                    <a16:creationId xmlns:a16="http://schemas.microsoft.com/office/drawing/2014/main" id="{5469EAB0-26CE-4D32-B38D-D537DA14B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564" name="Group 145">
                <a:extLst>
                  <a:ext uri="{FF2B5EF4-FFF2-40B4-BE49-F238E27FC236}">
                    <a16:creationId xmlns:a16="http://schemas.microsoft.com/office/drawing/2014/main" id="{A803652D-F7AE-41C8-946A-5BB4767B85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89" name="AutoShape 146">
                  <a:extLst>
                    <a:ext uri="{FF2B5EF4-FFF2-40B4-BE49-F238E27FC236}">
                      <a16:creationId xmlns:a16="http://schemas.microsoft.com/office/drawing/2014/main" id="{2E4DE4DE-74F4-48A7-AEE9-9157C16AB4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0" name="AutoShape 147">
                  <a:extLst>
                    <a:ext uri="{FF2B5EF4-FFF2-40B4-BE49-F238E27FC236}">
                      <a16:creationId xmlns:a16="http://schemas.microsoft.com/office/drawing/2014/main" id="{43B0BCE3-E371-45EA-A398-CB938CD0F2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65" name="Rectangle 148">
                <a:extLst>
                  <a:ext uri="{FF2B5EF4-FFF2-40B4-BE49-F238E27FC236}">
                    <a16:creationId xmlns:a16="http://schemas.microsoft.com/office/drawing/2014/main" id="{633D90C6-0EEB-4BA9-A4BE-1EF056CFA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566" name="Group 149">
                <a:extLst>
                  <a:ext uri="{FF2B5EF4-FFF2-40B4-BE49-F238E27FC236}">
                    <a16:creationId xmlns:a16="http://schemas.microsoft.com/office/drawing/2014/main" id="{C02E4026-B56C-4F1A-9EB3-AA78537539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87" name="AutoShape 150">
                  <a:extLst>
                    <a:ext uri="{FF2B5EF4-FFF2-40B4-BE49-F238E27FC236}">
                      <a16:creationId xmlns:a16="http://schemas.microsoft.com/office/drawing/2014/main" id="{E9B92200-DDB6-49F6-9F6F-818FC3F621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8" name="AutoShape 151">
                  <a:extLst>
                    <a:ext uri="{FF2B5EF4-FFF2-40B4-BE49-F238E27FC236}">
                      <a16:creationId xmlns:a16="http://schemas.microsoft.com/office/drawing/2014/main" id="{382DDAC5-E24D-48AA-8AD0-6952A19562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67" name="Rectangle 152">
                <a:extLst>
                  <a:ext uri="{FF2B5EF4-FFF2-40B4-BE49-F238E27FC236}">
                    <a16:creationId xmlns:a16="http://schemas.microsoft.com/office/drawing/2014/main" id="{F4A93FD2-222F-4C80-AE2D-E3522E06FB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68" name="Rectangle 153">
                <a:extLst>
                  <a:ext uri="{FF2B5EF4-FFF2-40B4-BE49-F238E27FC236}">
                    <a16:creationId xmlns:a16="http://schemas.microsoft.com/office/drawing/2014/main" id="{4D69D6CC-3C9B-4182-9F40-290959A54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569" name="Group 154">
                <a:extLst>
                  <a:ext uri="{FF2B5EF4-FFF2-40B4-BE49-F238E27FC236}">
                    <a16:creationId xmlns:a16="http://schemas.microsoft.com/office/drawing/2014/main" id="{D59A2956-851F-4351-B8F7-1206C8759D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85" name="AutoShape 155">
                  <a:extLst>
                    <a:ext uri="{FF2B5EF4-FFF2-40B4-BE49-F238E27FC236}">
                      <a16:creationId xmlns:a16="http://schemas.microsoft.com/office/drawing/2014/main" id="{D05E2BE6-9697-49A7-83AA-2020FFE97F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6" name="AutoShape 156">
                  <a:extLst>
                    <a:ext uri="{FF2B5EF4-FFF2-40B4-BE49-F238E27FC236}">
                      <a16:creationId xmlns:a16="http://schemas.microsoft.com/office/drawing/2014/main" id="{E7CB28AD-8271-4192-ABAF-D4C3F55AA6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70" name="Freeform 157">
                <a:extLst>
                  <a:ext uri="{FF2B5EF4-FFF2-40B4-BE49-F238E27FC236}">
                    <a16:creationId xmlns:a16="http://schemas.microsoft.com/office/drawing/2014/main" id="{AF075CCB-35E6-42B8-803B-8C757EC8F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571" name="Group 158">
                <a:extLst>
                  <a:ext uri="{FF2B5EF4-FFF2-40B4-BE49-F238E27FC236}">
                    <a16:creationId xmlns:a16="http://schemas.microsoft.com/office/drawing/2014/main" id="{6E18A3C0-18AB-4331-9D94-3660A760E9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83" name="AutoShape 159">
                  <a:extLst>
                    <a:ext uri="{FF2B5EF4-FFF2-40B4-BE49-F238E27FC236}">
                      <a16:creationId xmlns:a16="http://schemas.microsoft.com/office/drawing/2014/main" id="{70DBAAB0-335D-4FDF-96A2-04FF36C354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4" name="AutoShape 160">
                  <a:extLst>
                    <a:ext uri="{FF2B5EF4-FFF2-40B4-BE49-F238E27FC236}">
                      <a16:creationId xmlns:a16="http://schemas.microsoft.com/office/drawing/2014/main" id="{DFAD83B2-AC30-41F2-B3B0-119A0E38CA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72" name="Rectangle 161">
                <a:extLst>
                  <a:ext uri="{FF2B5EF4-FFF2-40B4-BE49-F238E27FC236}">
                    <a16:creationId xmlns:a16="http://schemas.microsoft.com/office/drawing/2014/main" id="{1E1C76F9-9A43-47D5-A861-669E03B60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73" name="Freeform 162">
                <a:extLst>
                  <a:ext uri="{FF2B5EF4-FFF2-40B4-BE49-F238E27FC236}">
                    <a16:creationId xmlns:a16="http://schemas.microsoft.com/office/drawing/2014/main" id="{DE14F3AC-660D-43FB-9BB1-D04FB0FA5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4" name="Freeform 163">
                <a:extLst>
                  <a:ext uri="{FF2B5EF4-FFF2-40B4-BE49-F238E27FC236}">
                    <a16:creationId xmlns:a16="http://schemas.microsoft.com/office/drawing/2014/main" id="{2AC98B08-BCB5-4AD2-BF75-9B74D32E2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5" name="Oval 164">
                <a:extLst>
                  <a:ext uri="{FF2B5EF4-FFF2-40B4-BE49-F238E27FC236}">
                    <a16:creationId xmlns:a16="http://schemas.microsoft.com/office/drawing/2014/main" id="{B64400CE-D0E9-43E4-BB50-9C2BC8C3B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76" name="Freeform 165">
                <a:extLst>
                  <a:ext uri="{FF2B5EF4-FFF2-40B4-BE49-F238E27FC236}">
                    <a16:creationId xmlns:a16="http://schemas.microsoft.com/office/drawing/2014/main" id="{D64FBEED-5F69-46D3-B10E-5F3B1AC80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7" name="AutoShape 166">
                <a:extLst>
                  <a:ext uri="{FF2B5EF4-FFF2-40B4-BE49-F238E27FC236}">
                    <a16:creationId xmlns:a16="http://schemas.microsoft.com/office/drawing/2014/main" id="{E5CB08F7-7822-4DB0-873E-091327C8C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78" name="AutoShape 167">
                <a:extLst>
                  <a:ext uri="{FF2B5EF4-FFF2-40B4-BE49-F238E27FC236}">
                    <a16:creationId xmlns:a16="http://schemas.microsoft.com/office/drawing/2014/main" id="{F7B88B50-51EC-4D70-9840-D41911709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79" name="Oval 168">
                <a:extLst>
                  <a:ext uri="{FF2B5EF4-FFF2-40B4-BE49-F238E27FC236}">
                    <a16:creationId xmlns:a16="http://schemas.microsoft.com/office/drawing/2014/main" id="{12854959-45A9-4204-9171-A1423CCA6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80" name="Oval 169">
                <a:extLst>
                  <a:ext uri="{FF2B5EF4-FFF2-40B4-BE49-F238E27FC236}">
                    <a16:creationId xmlns:a16="http://schemas.microsoft.com/office/drawing/2014/main" id="{5E46EB7B-30CE-4657-9577-530234555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1" name="Oval 170">
                <a:extLst>
                  <a:ext uri="{FF2B5EF4-FFF2-40B4-BE49-F238E27FC236}">
                    <a16:creationId xmlns:a16="http://schemas.microsoft.com/office/drawing/2014/main" id="{6AF2AA38-9701-474F-AAB8-B723F4A675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82" name="Rectangle 171">
                <a:extLst>
                  <a:ext uri="{FF2B5EF4-FFF2-40B4-BE49-F238E27FC236}">
                    <a16:creationId xmlns:a16="http://schemas.microsoft.com/office/drawing/2014/main" id="{1AABB279-6671-462E-925B-40DE2C1A4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5" name="Group 172">
              <a:extLst>
                <a:ext uri="{FF2B5EF4-FFF2-40B4-BE49-F238E27FC236}">
                  <a16:creationId xmlns:a16="http://schemas.microsoft.com/office/drawing/2014/main" id="{675D7B0C-C42C-462A-82FD-413BDF686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0123" y="4197399"/>
              <a:ext cx="394097" cy="417910"/>
              <a:chOff x="-44" y="1473"/>
              <a:chExt cx="981" cy="1105"/>
            </a:xfrm>
          </p:grpSpPr>
          <p:pic>
            <p:nvPicPr>
              <p:cNvPr id="557" name="Picture 173" descr="desktop_computer_stylized_medium">
                <a:extLst>
                  <a:ext uri="{FF2B5EF4-FFF2-40B4-BE49-F238E27FC236}">
                    <a16:creationId xmlns:a16="http://schemas.microsoft.com/office/drawing/2014/main" id="{F309B589-93B8-4D43-9F50-649E938DA8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8" name="Freeform 174">
                <a:extLst>
                  <a:ext uri="{FF2B5EF4-FFF2-40B4-BE49-F238E27FC236}">
                    <a16:creationId xmlns:a16="http://schemas.microsoft.com/office/drawing/2014/main" id="{BD6C9AD0-682A-404C-8BF8-28541AB79CB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386" name="Group 175">
              <a:extLst>
                <a:ext uri="{FF2B5EF4-FFF2-40B4-BE49-F238E27FC236}">
                  <a16:creationId xmlns:a16="http://schemas.microsoft.com/office/drawing/2014/main" id="{85DE4CB5-BD47-4257-935A-572790438F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24005" y="1504205"/>
              <a:ext cx="283369" cy="432197"/>
              <a:chOff x="4140" y="429"/>
              <a:chExt cx="1425" cy="2396"/>
            </a:xfrm>
          </p:grpSpPr>
          <p:sp>
            <p:nvSpPr>
              <p:cNvPr id="525" name="Freeform 176">
                <a:extLst>
                  <a:ext uri="{FF2B5EF4-FFF2-40B4-BE49-F238E27FC236}">
                    <a16:creationId xmlns:a16="http://schemas.microsoft.com/office/drawing/2014/main" id="{F2033348-397F-4FF7-BFAC-F928F48F8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6" name="Rectangle 177">
                <a:extLst>
                  <a:ext uri="{FF2B5EF4-FFF2-40B4-BE49-F238E27FC236}">
                    <a16:creationId xmlns:a16="http://schemas.microsoft.com/office/drawing/2014/main" id="{8EB398FE-8535-4A5F-A785-A32494F1C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27" name="Freeform 178">
                <a:extLst>
                  <a:ext uri="{FF2B5EF4-FFF2-40B4-BE49-F238E27FC236}">
                    <a16:creationId xmlns:a16="http://schemas.microsoft.com/office/drawing/2014/main" id="{CD706081-3081-4848-A0E0-956F29C37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8" name="Freeform 179">
                <a:extLst>
                  <a:ext uri="{FF2B5EF4-FFF2-40B4-BE49-F238E27FC236}">
                    <a16:creationId xmlns:a16="http://schemas.microsoft.com/office/drawing/2014/main" id="{DA0C39E1-B493-422C-9E37-32FF921D9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9" name="Rectangle 180">
                <a:extLst>
                  <a:ext uri="{FF2B5EF4-FFF2-40B4-BE49-F238E27FC236}">
                    <a16:creationId xmlns:a16="http://schemas.microsoft.com/office/drawing/2014/main" id="{6097BEB4-DC40-487A-8976-AF4AC2E7A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530" name="Group 181">
                <a:extLst>
                  <a:ext uri="{FF2B5EF4-FFF2-40B4-BE49-F238E27FC236}">
                    <a16:creationId xmlns:a16="http://schemas.microsoft.com/office/drawing/2014/main" id="{DE0BD477-897F-441C-ADC8-D41CF210CD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55" name="AutoShape 182">
                  <a:extLst>
                    <a:ext uri="{FF2B5EF4-FFF2-40B4-BE49-F238E27FC236}">
                      <a16:creationId xmlns:a16="http://schemas.microsoft.com/office/drawing/2014/main" id="{72746BC6-AE34-4CBF-B54E-E4A6A23552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6" name="AutoShape 183">
                  <a:extLst>
                    <a:ext uri="{FF2B5EF4-FFF2-40B4-BE49-F238E27FC236}">
                      <a16:creationId xmlns:a16="http://schemas.microsoft.com/office/drawing/2014/main" id="{0CBC0714-DCF1-4A39-A7F1-CA3701EADD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31" name="Rectangle 184">
                <a:extLst>
                  <a:ext uri="{FF2B5EF4-FFF2-40B4-BE49-F238E27FC236}">
                    <a16:creationId xmlns:a16="http://schemas.microsoft.com/office/drawing/2014/main" id="{4D9EE23A-C34D-4FAB-AFD6-84A74D984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532" name="Group 185">
                <a:extLst>
                  <a:ext uri="{FF2B5EF4-FFF2-40B4-BE49-F238E27FC236}">
                    <a16:creationId xmlns:a16="http://schemas.microsoft.com/office/drawing/2014/main" id="{D1DF1E73-7518-4E63-9D23-34FADCF621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53" name="AutoShape 186">
                  <a:extLst>
                    <a:ext uri="{FF2B5EF4-FFF2-40B4-BE49-F238E27FC236}">
                      <a16:creationId xmlns:a16="http://schemas.microsoft.com/office/drawing/2014/main" id="{7E935F21-89E7-443E-B6FD-5717D41E8C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4" name="AutoShape 187">
                  <a:extLst>
                    <a:ext uri="{FF2B5EF4-FFF2-40B4-BE49-F238E27FC236}">
                      <a16:creationId xmlns:a16="http://schemas.microsoft.com/office/drawing/2014/main" id="{F96C5C4D-46D5-4E42-A9C7-653F39F64A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33" name="Rectangle 188">
                <a:extLst>
                  <a:ext uri="{FF2B5EF4-FFF2-40B4-BE49-F238E27FC236}">
                    <a16:creationId xmlns:a16="http://schemas.microsoft.com/office/drawing/2014/main" id="{8258DFC7-A6C1-4583-B6F0-899D00A70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34" name="Rectangle 189">
                <a:extLst>
                  <a:ext uri="{FF2B5EF4-FFF2-40B4-BE49-F238E27FC236}">
                    <a16:creationId xmlns:a16="http://schemas.microsoft.com/office/drawing/2014/main" id="{0B0C1A07-75B7-4F0E-B541-571461FAF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535" name="Group 190">
                <a:extLst>
                  <a:ext uri="{FF2B5EF4-FFF2-40B4-BE49-F238E27FC236}">
                    <a16:creationId xmlns:a16="http://schemas.microsoft.com/office/drawing/2014/main" id="{39939F62-0451-4B4A-B6F7-482CBD5A05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51" name="AutoShape 191">
                  <a:extLst>
                    <a:ext uri="{FF2B5EF4-FFF2-40B4-BE49-F238E27FC236}">
                      <a16:creationId xmlns:a16="http://schemas.microsoft.com/office/drawing/2014/main" id="{5AC30A05-7FAD-4D0D-AFD2-031BAA235E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2" name="AutoShape 192">
                  <a:extLst>
                    <a:ext uri="{FF2B5EF4-FFF2-40B4-BE49-F238E27FC236}">
                      <a16:creationId xmlns:a16="http://schemas.microsoft.com/office/drawing/2014/main" id="{0124D0BB-4E9E-4401-A1E0-3F02AF928A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36" name="Freeform 193">
                <a:extLst>
                  <a:ext uri="{FF2B5EF4-FFF2-40B4-BE49-F238E27FC236}">
                    <a16:creationId xmlns:a16="http://schemas.microsoft.com/office/drawing/2014/main" id="{436C9B97-8FDD-4C60-9F42-7E2DEEF59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537" name="Group 194">
                <a:extLst>
                  <a:ext uri="{FF2B5EF4-FFF2-40B4-BE49-F238E27FC236}">
                    <a16:creationId xmlns:a16="http://schemas.microsoft.com/office/drawing/2014/main" id="{B47755EE-2484-4DD3-8513-8812DCD0AC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49" name="AutoShape 195">
                  <a:extLst>
                    <a:ext uri="{FF2B5EF4-FFF2-40B4-BE49-F238E27FC236}">
                      <a16:creationId xmlns:a16="http://schemas.microsoft.com/office/drawing/2014/main" id="{2E62F07C-373D-499E-A7E5-BEA7933C8D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0" name="AutoShape 196">
                  <a:extLst>
                    <a:ext uri="{FF2B5EF4-FFF2-40B4-BE49-F238E27FC236}">
                      <a16:creationId xmlns:a16="http://schemas.microsoft.com/office/drawing/2014/main" id="{FAA73B2F-A071-453E-93A2-0967B503D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38" name="Rectangle 197">
                <a:extLst>
                  <a:ext uri="{FF2B5EF4-FFF2-40B4-BE49-F238E27FC236}">
                    <a16:creationId xmlns:a16="http://schemas.microsoft.com/office/drawing/2014/main" id="{49B873C7-3005-47DD-B0BC-151233BE1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39" name="Freeform 198">
                <a:extLst>
                  <a:ext uri="{FF2B5EF4-FFF2-40B4-BE49-F238E27FC236}">
                    <a16:creationId xmlns:a16="http://schemas.microsoft.com/office/drawing/2014/main" id="{3B4AFCAC-B89A-4764-B095-5DB2B16374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0" name="Freeform 199">
                <a:extLst>
                  <a:ext uri="{FF2B5EF4-FFF2-40B4-BE49-F238E27FC236}">
                    <a16:creationId xmlns:a16="http://schemas.microsoft.com/office/drawing/2014/main" id="{38E7BDE8-23A4-4628-89B1-044F04075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1" name="Oval 200">
                <a:extLst>
                  <a:ext uri="{FF2B5EF4-FFF2-40B4-BE49-F238E27FC236}">
                    <a16:creationId xmlns:a16="http://schemas.microsoft.com/office/drawing/2014/main" id="{1A43A036-BEE9-4983-A949-2BFFC5BE10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42" name="Freeform 201">
                <a:extLst>
                  <a:ext uri="{FF2B5EF4-FFF2-40B4-BE49-F238E27FC236}">
                    <a16:creationId xmlns:a16="http://schemas.microsoft.com/office/drawing/2014/main" id="{D5EB430F-D915-4DC5-8A8E-DE4BA4205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3" name="AutoShape 202">
                <a:extLst>
                  <a:ext uri="{FF2B5EF4-FFF2-40B4-BE49-F238E27FC236}">
                    <a16:creationId xmlns:a16="http://schemas.microsoft.com/office/drawing/2014/main" id="{0523C61A-AF62-4994-A0D4-95EC28713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44" name="AutoShape 203">
                <a:extLst>
                  <a:ext uri="{FF2B5EF4-FFF2-40B4-BE49-F238E27FC236}">
                    <a16:creationId xmlns:a16="http://schemas.microsoft.com/office/drawing/2014/main" id="{794D3DAA-12F6-472B-9F11-B628AF221D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45" name="Oval 204">
                <a:extLst>
                  <a:ext uri="{FF2B5EF4-FFF2-40B4-BE49-F238E27FC236}">
                    <a16:creationId xmlns:a16="http://schemas.microsoft.com/office/drawing/2014/main" id="{73D6D49A-B068-44E8-8592-08B8F1ABD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46" name="Oval 205">
                <a:extLst>
                  <a:ext uri="{FF2B5EF4-FFF2-40B4-BE49-F238E27FC236}">
                    <a16:creationId xmlns:a16="http://schemas.microsoft.com/office/drawing/2014/main" id="{FCAF2379-3F08-4521-B0F1-5F0353E22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7" name="Oval 206">
                <a:extLst>
                  <a:ext uri="{FF2B5EF4-FFF2-40B4-BE49-F238E27FC236}">
                    <a16:creationId xmlns:a16="http://schemas.microsoft.com/office/drawing/2014/main" id="{EC1EEB97-DC9B-42B2-B417-4E4EC5F3D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48" name="Rectangle 207">
                <a:extLst>
                  <a:ext uri="{FF2B5EF4-FFF2-40B4-BE49-F238E27FC236}">
                    <a16:creationId xmlns:a16="http://schemas.microsoft.com/office/drawing/2014/main" id="{FA5560C2-BAEE-44D3-8E43-FF0703824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7" name="Group 208">
              <a:extLst>
                <a:ext uri="{FF2B5EF4-FFF2-40B4-BE49-F238E27FC236}">
                  <a16:creationId xmlns:a16="http://schemas.microsoft.com/office/drawing/2014/main" id="{1012DD53-08A9-40AD-8785-C8B295F164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88361" y="1528018"/>
              <a:ext cx="283369" cy="432197"/>
              <a:chOff x="4140" y="429"/>
              <a:chExt cx="1425" cy="2396"/>
            </a:xfrm>
          </p:grpSpPr>
          <p:sp>
            <p:nvSpPr>
              <p:cNvPr id="493" name="Freeform 209">
                <a:extLst>
                  <a:ext uri="{FF2B5EF4-FFF2-40B4-BE49-F238E27FC236}">
                    <a16:creationId xmlns:a16="http://schemas.microsoft.com/office/drawing/2014/main" id="{47FDBE13-BFB0-414A-86C9-57DFD5D2C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4" name="Rectangle 210">
                <a:extLst>
                  <a:ext uri="{FF2B5EF4-FFF2-40B4-BE49-F238E27FC236}">
                    <a16:creationId xmlns:a16="http://schemas.microsoft.com/office/drawing/2014/main" id="{C4DD3FC3-B6D7-48CD-8B50-39FD0FBE8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95" name="Freeform 211">
                <a:extLst>
                  <a:ext uri="{FF2B5EF4-FFF2-40B4-BE49-F238E27FC236}">
                    <a16:creationId xmlns:a16="http://schemas.microsoft.com/office/drawing/2014/main" id="{1C8715D0-32F0-4054-8A9F-4979A6A86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6" name="Freeform 212">
                <a:extLst>
                  <a:ext uri="{FF2B5EF4-FFF2-40B4-BE49-F238E27FC236}">
                    <a16:creationId xmlns:a16="http://schemas.microsoft.com/office/drawing/2014/main" id="{F938892A-33B6-4068-A01E-72339E855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7" name="Rectangle 213">
                <a:extLst>
                  <a:ext uri="{FF2B5EF4-FFF2-40B4-BE49-F238E27FC236}">
                    <a16:creationId xmlns:a16="http://schemas.microsoft.com/office/drawing/2014/main" id="{299BDD12-F1D8-43C3-B4C2-D454241A2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98" name="Group 214">
                <a:extLst>
                  <a:ext uri="{FF2B5EF4-FFF2-40B4-BE49-F238E27FC236}">
                    <a16:creationId xmlns:a16="http://schemas.microsoft.com/office/drawing/2014/main" id="{9248606B-7DB5-45C3-A5E1-EE3BBFA597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23" name="AutoShape 215">
                  <a:extLst>
                    <a:ext uri="{FF2B5EF4-FFF2-40B4-BE49-F238E27FC236}">
                      <a16:creationId xmlns:a16="http://schemas.microsoft.com/office/drawing/2014/main" id="{DD6C1C1E-0C08-4D96-8E93-17BCC07532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4" name="AutoShape 216">
                  <a:extLst>
                    <a:ext uri="{FF2B5EF4-FFF2-40B4-BE49-F238E27FC236}">
                      <a16:creationId xmlns:a16="http://schemas.microsoft.com/office/drawing/2014/main" id="{DE51D722-2201-44FB-8736-1AA3AF455A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99" name="Rectangle 217">
                <a:extLst>
                  <a:ext uri="{FF2B5EF4-FFF2-40B4-BE49-F238E27FC236}">
                    <a16:creationId xmlns:a16="http://schemas.microsoft.com/office/drawing/2014/main" id="{EA54415A-6DDE-41D1-8A96-7C3DD6E1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500" name="Group 218">
                <a:extLst>
                  <a:ext uri="{FF2B5EF4-FFF2-40B4-BE49-F238E27FC236}">
                    <a16:creationId xmlns:a16="http://schemas.microsoft.com/office/drawing/2014/main" id="{EA076DEC-4701-4245-B660-B4F743C722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21" name="AutoShape 219">
                  <a:extLst>
                    <a:ext uri="{FF2B5EF4-FFF2-40B4-BE49-F238E27FC236}">
                      <a16:creationId xmlns:a16="http://schemas.microsoft.com/office/drawing/2014/main" id="{E3B6B073-609F-4672-BD62-2A0AAE88CC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2" name="AutoShape 220">
                  <a:extLst>
                    <a:ext uri="{FF2B5EF4-FFF2-40B4-BE49-F238E27FC236}">
                      <a16:creationId xmlns:a16="http://schemas.microsoft.com/office/drawing/2014/main" id="{8591DA34-9093-4261-A11C-4515856711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01" name="Rectangle 221">
                <a:extLst>
                  <a:ext uri="{FF2B5EF4-FFF2-40B4-BE49-F238E27FC236}">
                    <a16:creationId xmlns:a16="http://schemas.microsoft.com/office/drawing/2014/main" id="{539DF91D-80DF-4D61-9CE2-24BC32864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02" name="Rectangle 222">
                <a:extLst>
                  <a:ext uri="{FF2B5EF4-FFF2-40B4-BE49-F238E27FC236}">
                    <a16:creationId xmlns:a16="http://schemas.microsoft.com/office/drawing/2014/main" id="{8FD3F3F0-1753-4FBF-84FB-443B707AE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503" name="Group 223">
                <a:extLst>
                  <a:ext uri="{FF2B5EF4-FFF2-40B4-BE49-F238E27FC236}">
                    <a16:creationId xmlns:a16="http://schemas.microsoft.com/office/drawing/2014/main" id="{1914E8CF-7A97-4384-87E2-308A1531E6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19" name="AutoShape 224">
                  <a:extLst>
                    <a:ext uri="{FF2B5EF4-FFF2-40B4-BE49-F238E27FC236}">
                      <a16:creationId xmlns:a16="http://schemas.microsoft.com/office/drawing/2014/main" id="{DEF9C392-9CD5-46E4-AEB3-BE0078B16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0" name="AutoShape 225">
                  <a:extLst>
                    <a:ext uri="{FF2B5EF4-FFF2-40B4-BE49-F238E27FC236}">
                      <a16:creationId xmlns:a16="http://schemas.microsoft.com/office/drawing/2014/main" id="{A21CBB36-774C-45AD-800B-9807014175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04" name="Freeform 226">
                <a:extLst>
                  <a:ext uri="{FF2B5EF4-FFF2-40B4-BE49-F238E27FC236}">
                    <a16:creationId xmlns:a16="http://schemas.microsoft.com/office/drawing/2014/main" id="{71D6147A-F1C8-403A-9120-26B4AFE1EC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505" name="Group 227">
                <a:extLst>
                  <a:ext uri="{FF2B5EF4-FFF2-40B4-BE49-F238E27FC236}">
                    <a16:creationId xmlns:a16="http://schemas.microsoft.com/office/drawing/2014/main" id="{4F8BEE8A-34C2-40CA-8FC0-5EF325443A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17" name="AutoShape 228">
                  <a:extLst>
                    <a:ext uri="{FF2B5EF4-FFF2-40B4-BE49-F238E27FC236}">
                      <a16:creationId xmlns:a16="http://schemas.microsoft.com/office/drawing/2014/main" id="{9008DA01-3713-4B12-BDFC-92FF08183A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8" name="AutoShape 229">
                  <a:extLst>
                    <a:ext uri="{FF2B5EF4-FFF2-40B4-BE49-F238E27FC236}">
                      <a16:creationId xmlns:a16="http://schemas.microsoft.com/office/drawing/2014/main" id="{F4B64D1D-2ADA-48D0-B618-FF40A68256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06" name="Rectangle 230">
                <a:extLst>
                  <a:ext uri="{FF2B5EF4-FFF2-40B4-BE49-F238E27FC236}">
                    <a16:creationId xmlns:a16="http://schemas.microsoft.com/office/drawing/2014/main" id="{55C7ADF5-2FF0-4AB0-80E6-220A4000A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07" name="Freeform 231">
                <a:extLst>
                  <a:ext uri="{FF2B5EF4-FFF2-40B4-BE49-F238E27FC236}">
                    <a16:creationId xmlns:a16="http://schemas.microsoft.com/office/drawing/2014/main" id="{075A6239-81BA-421F-A1E4-A4BD36F1E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8" name="Freeform 232">
                <a:extLst>
                  <a:ext uri="{FF2B5EF4-FFF2-40B4-BE49-F238E27FC236}">
                    <a16:creationId xmlns:a16="http://schemas.microsoft.com/office/drawing/2014/main" id="{57CDEA82-D05F-47D0-8C7E-4A71C2842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9" name="Oval 233">
                <a:extLst>
                  <a:ext uri="{FF2B5EF4-FFF2-40B4-BE49-F238E27FC236}">
                    <a16:creationId xmlns:a16="http://schemas.microsoft.com/office/drawing/2014/main" id="{CACB0C5A-D66E-47D7-A406-5E74BBBD2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10" name="Freeform 234">
                <a:extLst>
                  <a:ext uri="{FF2B5EF4-FFF2-40B4-BE49-F238E27FC236}">
                    <a16:creationId xmlns:a16="http://schemas.microsoft.com/office/drawing/2014/main" id="{5CCDDD90-8E93-47B2-AB45-5213A72C4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1" name="AutoShape 235">
                <a:extLst>
                  <a:ext uri="{FF2B5EF4-FFF2-40B4-BE49-F238E27FC236}">
                    <a16:creationId xmlns:a16="http://schemas.microsoft.com/office/drawing/2014/main" id="{8F24F314-1073-44CE-9F8A-C3B997BAF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12" name="AutoShape 236">
                <a:extLst>
                  <a:ext uri="{FF2B5EF4-FFF2-40B4-BE49-F238E27FC236}">
                    <a16:creationId xmlns:a16="http://schemas.microsoft.com/office/drawing/2014/main" id="{C08E0CBA-618C-4A9E-BA27-792E1286F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13" name="Oval 237">
                <a:extLst>
                  <a:ext uri="{FF2B5EF4-FFF2-40B4-BE49-F238E27FC236}">
                    <a16:creationId xmlns:a16="http://schemas.microsoft.com/office/drawing/2014/main" id="{51F953A4-37B6-4DBB-A060-D2C5A8938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14" name="Oval 238">
                <a:extLst>
                  <a:ext uri="{FF2B5EF4-FFF2-40B4-BE49-F238E27FC236}">
                    <a16:creationId xmlns:a16="http://schemas.microsoft.com/office/drawing/2014/main" id="{EFB7A695-392C-4564-9BFF-DCED63763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5" name="Oval 239">
                <a:extLst>
                  <a:ext uri="{FF2B5EF4-FFF2-40B4-BE49-F238E27FC236}">
                    <a16:creationId xmlns:a16="http://schemas.microsoft.com/office/drawing/2014/main" id="{03D1279B-8206-4BC6-A618-1B01C232C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16" name="Rectangle 240">
                <a:extLst>
                  <a:ext uri="{FF2B5EF4-FFF2-40B4-BE49-F238E27FC236}">
                    <a16:creationId xmlns:a16="http://schemas.microsoft.com/office/drawing/2014/main" id="{A1D6D2CF-3B1C-4929-ACAA-0F91C7497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8" name="Group 241">
              <a:extLst>
                <a:ext uri="{FF2B5EF4-FFF2-40B4-BE49-F238E27FC236}">
                  <a16:creationId xmlns:a16="http://schemas.microsoft.com/office/drawing/2014/main" id="{34CE6605-A1E1-4B60-97D1-728BB4B88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45561" y="1642318"/>
              <a:ext cx="283369" cy="432197"/>
              <a:chOff x="4140" y="429"/>
              <a:chExt cx="1425" cy="2396"/>
            </a:xfrm>
          </p:grpSpPr>
          <p:sp>
            <p:nvSpPr>
              <p:cNvPr id="461" name="Freeform 242">
                <a:extLst>
                  <a:ext uri="{FF2B5EF4-FFF2-40B4-BE49-F238E27FC236}">
                    <a16:creationId xmlns:a16="http://schemas.microsoft.com/office/drawing/2014/main" id="{CCA2174E-624D-42C9-AFEF-DCF213A7F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2" name="Rectangle 243">
                <a:extLst>
                  <a:ext uri="{FF2B5EF4-FFF2-40B4-BE49-F238E27FC236}">
                    <a16:creationId xmlns:a16="http://schemas.microsoft.com/office/drawing/2014/main" id="{1B9E33E5-2DF8-4ADC-B3B5-19BC7453E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63" name="Freeform 244">
                <a:extLst>
                  <a:ext uri="{FF2B5EF4-FFF2-40B4-BE49-F238E27FC236}">
                    <a16:creationId xmlns:a16="http://schemas.microsoft.com/office/drawing/2014/main" id="{055DC9A2-9AD5-4C43-A632-10464BF7A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4" name="Freeform 245">
                <a:extLst>
                  <a:ext uri="{FF2B5EF4-FFF2-40B4-BE49-F238E27FC236}">
                    <a16:creationId xmlns:a16="http://schemas.microsoft.com/office/drawing/2014/main" id="{01A30889-7188-4F47-8289-4D93041D8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5" name="Rectangle 246">
                <a:extLst>
                  <a:ext uri="{FF2B5EF4-FFF2-40B4-BE49-F238E27FC236}">
                    <a16:creationId xmlns:a16="http://schemas.microsoft.com/office/drawing/2014/main" id="{747566D7-787B-4AAF-A6E5-2A3934ABD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66" name="Group 247">
                <a:extLst>
                  <a:ext uri="{FF2B5EF4-FFF2-40B4-BE49-F238E27FC236}">
                    <a16:creationId xmlns:a16="http://schemas.microsoft.com/office/drawing/2014/main" id="{7BCFC67A-C5C5-4D92-81E3-3515D4AF3F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91" name="AutoShape 248">
                  <a:extLst>
                    <a:ext uri="{FF2B5EF4-FFF2-40B4-BE49-F238E27FC236}">
                      <a16:creationId xmlns:a16="http://schemas.microsoft.com/office/drawing/2014/main" id="{24E7CDE8-6F8C-4066-89C1-7E636EDBC7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" name="AutoShape 249">
                  <a:extLst>
                    <a:ext uri="{FF2B5EF4-FFF2-40B4-BE49-F238E27FC236}">
                      <a16:creationId xmlns:a16="http://schemas.microsoft.com/office/drawing/2014/main" id="{27B3A1EC-AF1F-4C1A-8A2C-D7481022A2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67" name="Rectangle 250">
                <a:extLst>
                  <a:ext uri="{FF2B5EF4-FFF2-40B4-BE49-F238E27FC236}">
                    <a16:creationId xmlns:a16="http://schemas.microsoft.com/office/drawing/2014/main" id="{C735BDAC-BB3A-40A5-9718-AEFB970EF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68" name="Group 251">
                <a:extLst>
                  <a:ext uri="{FF2B5EF4-FFF2-40B4-BE49-F238E27FC236}">
                    <a16:creationId xmlns:a16="http://schemas.microsoft.com/office/drawing/2014/main" id="{60F09F5C-B91C-42FC-9184-C0A9990D41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9" name="AutoShape 252">
                  <a:extLst>
                    <a:ext uri="{FF2B5EF4-FFF2-40B4-BE49-F238E27FC236}">
                      <a16:creationId xmlns:a16="http://schemas.microsoft.com/office/drawing/2014/main" id="{393ECA0D-47AF-4667-A068-0AF18A5ECD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0" name="AutoShape 253">
                  <a:extLst>
                    <a:ext uri="{FF2B5EF4-FFF2-40B4-BE49-F238E27FC236}">
                      <a16:creationId xmlns:a16="http://schemas.microsoft.com/office/drawing/2014/main" id="{20C21F89-E9D6-41E2-97DD-1D828994EF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69" name="Rectangle 254">
                <a:extLst>
                  <a:ext uri="{FF2B5EF4-FFF2-40B4-BE49-F238E27FC236}">
                    <a16:creationId xmlns:a16="http://schemas.microsoft.com/office/drawing/2014/main" id="{1C97CC74-EF7D-4B6D-88F0-7C8F05FE7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70" name="Rectangle 255">
                <a:extLst>
                  <a:ext uri="{FF2B5EF4-FFF2-40B4-BE49-F238E27FC236}">
                    <a16:creationId xmlns:a16="http://schemas.microsoft.com/office/drawing/2014/main" id="{01432DE3-37BD-4A79-9B96-ED6C20DCD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71" name="Group 256">
                <a:extLst>
                  <a:ext uri="{FF2B5EF4-FFF2-40B4-BE49-F238E27FC236}">
                    <a16:creationId xmlns:a16="http://schemas.microsoft.com/office/drawing/2014/main" id="{59AE2BAA-AAD2-48E1-B952-E97B6E8A07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7" name="AutoShape 257">
                  <a:extLst>
                    <a:ext uri="{FF2B5EF4-FFF2-40B4-BE49-F238E27FC236}">
                      <a16:creationId xmlns:a16="http://schemas.microsoft.com/office/drawing/2014/main" id="{1C5688C9-91AB-44F2-BE8C-986C09086B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8" name="AutoShape 258">
                  <a:extLst>
                    <a:ext uri="{FF2B5EF4-FFF2-40B4-BE49-F238E27FC236}">
                      <a16:creationId xmlns:a16="http://schemas.microsoft.com/office/drawing/2014/main" id="{B4C32079-A2F1-4D35-8E28-09082E2A3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2" name="Freeform 259">
                <a:extLst>
                  <a:ext uri="{FF2B5EF4-FFF2-40B4-BE49-F238E27FC236}">
                    <a16:creationId xmlns:a16="http://schemas.microsoft.com/office/drawing/2014/main" id="{C312572A-D73F-428D-9D67-4F70A3A2B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3" name="Group 260">
                <a:extLst>
                  <a:ext uri="{FF2B5EF4-FFF2-40B4-BE49-F238E27FC236}">
                    <a16:creationId xmlns:a16="http://schemas.microsoft.com/office/drawing/2014/main" id="{05A2D14B-EE7B-4542-9D27-45D2663D4F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5" name="AutoShape 261">
                  <a:extLst>
                    <a:ext uri="{FF2B5EF4-FFF2-40B4-BE49-F238E27FC236}">
                      <a16:creationId xmlns:a16="http://schemas.microsoft.com/office/drawing/2014/main" id="{F10FEF5D-464C-4EC5-9CD6-509AE2C88F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6" name="AutoShape 262">
                  <a:extLst>
                    <a:ext uri="{FF2B5EF4-FFF2-40B4-BE49-F238E27FC236}">
                      <a16:creationId xmlns:a16="http://schemas.microsoft.com/office/drawing/2014/main" id="{4F5338A4-4564-4525-B77A-06ADB71D10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4" name="Rectangle 263">
                <a:extLst>
                  <a:ext uri="{FF2B5EF4-FFF2-40B4-BE49-F238E27FC236}">
                    <a16:creationId xmlns:a16="http://schemas.microsoft.com/office/drawing/2014/main" id="{75E30E98-3B30-48D7-9DC3-B0AC6D93D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75" name="Freeform 264">
                <a:extLst>
                  <a:ext uri="{FF2B5EF4-FFF2-40B4-BE49-F238E27FC236}">
                    <a16:creationId xmlns:a16="http://schemas.microsoft.com/office/drawing/2014/main" id="{C027F19A-5A9A-4723-A37D-E64CC7D72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6" name="Freeform 265">
                <a:extLst>
                  <a:ext uri="{FF2B5EF4-FFF2-40B4-BE49-F238E27FC236}">
                    <a16:creationId xmlns:a16="http://schemas.microsoft.com/office/drawing/2014/main" id="{0161DEB9-9FEA-47CE-AC1B-AE2AA6277E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7" name="Oval 266">
                <a:extLst>
                  <a:ext uri="{FF2B5EF4-FFF2-40B4-BE49-F238E27FC236}">
                    <a16:creationId xmlns:a16="http://schemas.microsoft.com/office/drawing/2014/main" id="{6590B7CF-AAD4-413B-A9DD-39C6AA430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78" name="Freeform 267">
                <a:extLst>
                  <a:ext uri="{FF2B5EF4-FFF2-40B4-BE49-F238E27FC236}">
                    <a16:creationId xmlns:a16="http://schemas.microsoft.com/office/drawing/2014/main" id="{D440ED95-864A-4B73-A7EF-2558EE3D1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9" name="AutoShape 268">
                <a:extLst>
                  <a:ext uri="{FF2B5EF4-FFF2-40B4-BE49-F238E27FC236}">
                    <a16:creationId xmlns:a16="http://schemas.microsoft.com/office/drawing/2014/main" id="{F63C18C0-4A29-4036-9353-F4E8B49E7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0" name="AutoShape 269">
                <a:extLst>
                  <a:ext uri="{FF2B5EF4-FFF2-40B4-BE49-F238E27FC236}">
                    <a16:creationId xmlns:a16="http://schemas.microsoft.com/office/drawing/2014/main" id="{8F1B0717-B7C6-47E6-811B-B7BBF91BC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1" name="Oval 270">
                <a:extLst>
                  <a:ext uri="{FF2B5EF4-FFF2-40B4-BE49-F238E27FC236}">
                    <a16:creationId xmlns:a16="http://schemas.microsoft.com/office/drawing/2014/main" id="{5FAA4707-07A1-4D9C-B7D2-D1A46DBB2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2" name="Oval 271">
                <a:extLst>
                  <a:ext uri="{FF2B5EF4-FFF2-40B4-BE49-F238E27FC236}">
                    <a16:creationId xmlns:a16="http://schemas.microsoft.com/office/drawing/2014/main" id="{67A60235-8D40-4842-9CDC-51C9572D8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3" name="Oval 272">
                <a:extLst>
                  <a:ext uri="{FF2B5EF4-FFF2-40B4-BE49-F238E27FC236}">
                    <a16:creationId xmlns:a16="http://schemas.microsoft.com/office/drawing/2014/main" id="{C451A2EE-E35C-4C19-8A19-D10778A9B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4" name="Rectangle 273">
                <a:extLst>
                  <a:ext uri="{FF2B5EF4-FFF2-40B4-BE49-F238E27FC236}">
                    <a16:creationId xmlns:a16="http://schemas.microsoft.com/office/drawing/2014/main" id="{C749C34D-BD21-462D-9FC6-079944FDB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9" name="Group 274">
              <a:extLst>
                <a:ext uri="{FF2B5EF4-FFF2-40B4-BE49-F238E27FC236}">
                  <a16:creationId xmlns:a16="http://schemas.microsoft.com/office/drawing/2014/main" id="{07E23A53-3FB2-4C49-877C-3832B4D091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020" y="2351930"/>
              <a:ext cx="283369" cy="432197"/>
              <a:chOff x="4140" y="429"/>
              <a:chExt cx="1425" cy="2396"/>
            </a:xfrm>
          </p:grpSpPr>
          <p:sp>
            <p:nvSpPr>
              <p:cNvPr id="429" name="Freeform 275">
                <a:extLst>
                  <a:ext uri="{FF2B5EF4-FFF2-40B4-BE49-F238E27FC236}">
                    <a16:creationId xmlns:a16="http://schemas.microsoft.com/office/drawing/2014/main" id="{5CA0F79E-64F6-4A07-A2A3-A6C4EA596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0" name="Rectangle 276">
                <a:extLst>
                  <a:ext uri="{FF2B5EF4-FFF2-40B4-BE49-F238E27FC236}">
                    <a16:creationId xmlns:a16="http://schemas.microsoft.com/office/drawing/2014/main" id="{42EEA1FE-437E-4FDB-BD19-8D654B578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31" name="Freeform 277">
                <a:extLst>
                  <a:ext uri="{FF2B5EF4-FFF2-40B4-BE49-F238E27FC236}">
                    <a16:creationId xmlns:a16="http://schemas.microsoft.com/office/drawing/2014/main" id="{000B6559-7A61-4056-A8E9-983C3AEF2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2" name="Freeform 278">
                <a:extLst>
                  <a:ext uri="{FF2B5EF4-FFF2-40B4-BE49-F238E27FC236}">
                    <a16:creationId xmlns:a16="http://schemas.microsoft.com/office/drawing/2014/main" id="{015F9DDE-C905-422E-9B74-68D3A7554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3" name="Rectangle 279">
                <a:extLst>
                  <a:ext uri="{FF2B5EF4-FFF2-40B4-BE49-F238E27FC236}">
                    <a16:creationId xmlns:a16="http://schemas.microsoft.com/office/drawing/2014/main" id="{9745ACA6-8E25-4AC3-AA77-E88761477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34" name="Group 280">
                <a:extLst>
                  <a:ext uri="{FF2B5EF4-FFF2-40B4-BE49-F238E27FC236}">
                    <a16:creationId xmlns:a16="http://schemas.microsoft.com/office/drawing/2014/main" id="{F2CDF8FC-7820-4766-9AB5-8263474CA1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59" name="AutoShape 281">
                  <a:extLst>
                    <a:ext uri="{FF2B5EF4-FFF2-40B4-BE49-F238E27FC236}">
                      <a16:creationId xmlns:a16="http://schemas.microsoft.com/office/drawing/2014/main" id="{D992944A-E53E-4B2D-B566-95892D22F9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0" name="AutoShape 282">
                  <a:extLst>
                    <a:ext uri="{FF2B5EF4-FFF2-40B4-BE49-F238E27FC236}">
                      <a16:creationId xmlns:a16="http://schemas.microsoft.com/office/drawing/2014/main" id="{D3C62216-500D-4D7B-B2BB-319B1348A4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35" name="Rectangle 283">
                <a:extLst>
                  <a:ext uri="{FF2B5EF4-FFF2-40B4-BE49-F238E27FC236}">
                    <a16:creationId xmlns:a16="http://schemas.microsoft.com/office/drawing/2014/main" id="{E6C88F2A-918A-445E-9BEF-3DD0984F1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36" name="Group 284">
                <a:extLst>
                  <a:ext uri="{FF2B5EF4-FFF2-40B4-BE49-F238E27FC236}">
                    <a16:creationId xmlns:a16="http://schemas.microsoft.com/office/drawing/2014/main" id="{5EF1E44A-EBA9-490B-9680-17103B0D6E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57" name="AutoShape 285">
                  <a:extLst>
                    <a:ext uri="{FF2B5EF4-FFF2-40B4-BE49-F238E27FC236}">
                      <a16:creationId xmlns:a16="http://schemas.microsoft.com/office/drawing/2014/main" id="{0D66EDAE-5BC0-4C41-858F-AC178049F5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" name="AutoShape 286">
                  <a:extLst>
                    <a:ext uri="{FF2B5EF4-FFF2-40B4-BE49-F238E27FC236}">
                      <a16:creationId xmlns:a16="http://schemas.microsoft.com/office/drawing/2014/main" id="{B3AFC57B-30E5-421F-98E6-604C708D5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37" name="Rectangle 287">
                <a:extLst>
                  <a:ext uri="{FF2B5EF4-FFF2-40B4-BE49-F238E27FC236}">
                    <a16:creationId xmlns:a16="http://schemas.microsoft.com/office/drawing/2014/main" id="{CA526752-5D35-4EBE-9692-A36585A0A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38" name="Rectangle 288">
                <a:extLst>
                  <a:ext uri="{FF2B5EF4-FFF2-40B4-BE49-F238E27FC236}">
                    <a16:creationId xmlns:a16="http://schemas.microsoft.com/office/drawing/2014/main" id="{36189328-444F-4ABA-80DE-983BC9806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39" name="Group 289">
                <a:extLst>
                  <a:ext uri="{FF2B5EF4-FFF2-40B4-BE49-F238E27FC236}">
                    <a16:creationId xmlns:a16="http://schemas.microsoft.com/office/drawing/2014/main" id="{D947BF59-2807-4826-9058-5AEBC8051E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55" name="AutoShape 290">
                  <a:extLst>
                    <a:ext uri="{FF2B5EF4-FFF2-40B4-BE49-F238E27FC236}">
                      <a16:creationId xmlns:a16="http://schemas.microsoft.com/office/drawing/2014/main" id="{E7D49A01-1CE2-4BFE-B1A9-FACDD58729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6" name="AutoShape 291">
                  <a:extLst>
                    <a:ext uri="{FF2B5EF4-FFF2-40B4-BE49-F238E27FC236}">
                      <a16:creationId xmlns:a16="http://schemas.microsoft.com/office/drawing/2014/main" id="{9550877A-130C-4D18-B118-C2986209FC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0" name="Freeform 292">
                <a:extLst>
                  <a:ext uri="{FF2B5EF4-FFF2-40B4-BE49-F238E27FC236}">
                    <a16:creationId xmlns:a16="http://schemas.microsoft.com/office/drawing/2014/main" id="{EC5B07C0-C94E-429E-8017-E9463A5D8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41" name="Group 293">
                <a:extLst>
                  <a:ext uri="{FF2B5EF4-FFF2-40B4-BE49-F238E27FC236}">
                    <a16:creationId xmlns:a16="http://schemas.microsoft.com/office/drawing/2014/main" id="{CE4F4721-D97F-46DE-9079-3D4C0C5A18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53" name="AutoShape 294">
                  <a:extLst>
                    <a:ext uri="{FF2B5EF4-FFF2-40B4-BE49-F238E27FC236}">
                      <a16:creationId xmlns:a16="http://schemas.microsoft.com/office/drawing/2014/main" id="{93696199-949E-44AF-BAD7-144D074D28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4" name="AutoShape 295">
                  <a:extLst>
                    <a:ext uri="{FF2B5EF4-FFF2-40B4-BE49-F238E27FC236}">
                      <a16:creationId xmlns:a16="http://schemas.microsoft.com/office/drawing/2014/main" id="{A655F0A8-F97C-4325-A06E-81655AB67E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2" name="Rectangle 296">
                <a:extLst>
                  <a:ext uri="{FF2B5EF4-FFF2-40B4-BE49-F238E27FC236}">
                    <a16:creationId xmlns:a16="http://schemas.microsoft.com/office/drawing/2014/main" id="{B854F44C-82EE-458E-BDD9-355E17B97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3" name="Freeform 297">
                <a:extLst>
                  <a:ext uri="{FF2B5EF4-FFF2-40B4-BE49-F238E27FC236}">
                    <a16:creationId xmlns:a16="http://schemas.microsoft.com/office/drawing/2014/main" id="{0357ECDC-CF5D-4BFD-BCA9-87BF32B0CD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4" name="Freeform 298">
                <a:extLst>
                  <a:ext uri="{FF2B5EF4-FFF2-40B4-BE49-F238E27FC236}">
                    <a16:creationId xmlns:a16="http://schemas.microsoft.com/office/drawing/2014/main" id="{4B1CDC30-58D4-48C7-9454-8A16F6EB5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5" name="Oval 299">
                <a:extLst>
                  <a:ext uri="{FF2B5EF4-FFF2-40B4-BE49-F238E27FC236}">
                    <a16:creationId xmlns:a16="http://schemas.microsoft.com/office/drawing/2014/main" id="{1DDDDB51-46B2-47F2-8F05-8489B7250A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6" name="Freeform 300">
                <a:extLst>
                  <a:ext uri="{FF2B5EF4-FFF2-40B4-BE49-F238E27FC236}">
                    <a16:creationId xmlns:a16="http://schemas.microsoft.com/office/drawing/2014/main" id="{CC940E90-6CB9-491C-9458-5F16E5262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7" name="AutoShape 301">
                <a:extLst>
                  <a:ext uri="{FF2B5EF4-FFF2-40B4-BE49-F238E27FC236}">
                    <a16:creationId xmlns:a16="http://schemas.microsoft.com/office/drawing/2014/main" id="{DEA96B52-D944-410F-9055-5A5C1E71D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8" name="AutoShape 302">
                <a:extLst>
                  <a:ext uri="{FF2B5EF4-FFF2-40B4-BE49-F238E27FC236}">
                    <a16:creationId xmlns:a16="http://schemas.microsoft.com/office/drawing/2014/main" id="{780A6AEC-82B8-46E8-A8B1-EC280F6ED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9" name="Oval 303">
                <a:extLst>
                  <a:ext uri="{FF2B5EF4-FFF2-40B4-BE49-F238E27FC236}">
                    <a16:creationId xmlns:a16="http://schemas.microsoft.com/office/drawing/2014/main" id="{70B75D94-30DB-45F4-BBAB-2821D489B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0" name="Oval 304">
                <a:extLst>
                  <a:ext uri="{FF2B5EF4-FFF2-40B4-BE49-F238E27FC236}">
                    <a16:creationId xmlns:a16="http://schemas.microsoft.com/office/drawing/2014/main" id="{1F515EC2-1BC7-4D75-B549-B9F8444DA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1" name="Oval 305">
                <a:extLst>
                  <a:ext uri="{FF2B5EF4-FFF2-40B4-BE49-F238E27FC236}">
                    <a16:creationId xmlns:a16="http://schemas.microsoft.com/office/drawing/2014/main" id="{206561EA-B956-409B-980F-C467CDDD6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2" name="Rectangle 306">
                <a:extLst>
                  <a:ext uri="{FF2B5EF4-FFF2-40B4-BE49-F238E27FC236}">
                    <a16:creationId xmlns:a16="http://schemas.microsoft.com/office/drawing/2014/main" id="{26AF24FD-2397-4CCD-81FE-5983AEF66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90" name="Group 307">
              <a:extLst>
                <a:ext uri="{FF2B5EF4-FFF2-40B4-BE49-F238E27FC236}">
                  <a16:creationId xmlns:a16="http://schemas.microsoft.com/office/drawing/2014/main" id="{09FD59B7-3623-4DAA-A940-9305D4247A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7189" y="4165252"/>
              <a:ext cx="283369" cy="432197"/>
              <a:chOff x="4140" y="429"/>
              <a:chExt cx="1425" cy="2396"/>
            </a:xfrm>
          </p:grpSpPr>
          <p:sp>
            <p:nvSpPr>
              <p:cNvPr id="397" name="Freeform 308">
                <a:extLst>
                  <a:ext uri="{FF2B5EF4-FFF2-40B4-BE49-F238E27FC236}">
                    <a16:creationId xmlns:a16="http://schemas.microsoft.com/office/drawing/2014/main" id="{6A0F0ECD-A6F6-4000-972F-E8974EF36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8" name="Rectangle 309">
                <a:extLst>
                  <a:ext uri="{FF2B5EF4-FFF2-40B4-BE49-F238E27FC236}">
                    <a16:creationId xmlns:a16="http://schemas.microsoft.com/office/drawing/2014/main" id="{A70E1F6F-CAB7-4CFA-B9C9-9F950FA7B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99" name="Freeform 310">
                <a:extLst>
                  <a:ext uri="{FF2B5EF4-FFF2-40B4-BE49-F238E27FC236}">
                    <a16:creationId xmlns:a16="http://schemas.microsoft.com/office/drawing/2014/main" id="{1932A8ED-2D1D-428E-B10C-B83AE26888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0" name="Freeform 311">
                <a:extLst>
                  <a:ext uri="{FF2B5EF4-FFF2-40B4-BE49-F238E27FC236}">
                    <a16:creationId xmlns:a16="http://schemas.microsoft.com/office/drawing/2014/main" id="{CA111040-D5E5-4165-954E-553AA304D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1" name="Rectangle 312">
                <a:extLst>
                  <a:ext uri="{FF2B5EF4-FFF2-40B4-BE49-F238E27FC236}">
                    <a16:creationId xmlns:a16="http://schemas.microsoft.com/office/drawing/2014/main" id="{EFEE10B0-5299-4E51-A90C-B4F5CF7B2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02" name="Group 313">
                <a:extLst>
                  <a:ext uri="{FF2B5EF4-FFF2-40B4-BE49-F238E27FC236}">
                    <a16:creationId xmlns:a16="http://schemas.microsoft.com/office/drawing/2014/main" id="{EE5044D3-574A-44CE-9CD4-AAB65B074F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27" name="AutoShape 314">
                  <a:extLst>
                    <a:ext uri="{FF2B5EF4-FFF2-40B4-BE49-F238E27FC236}">
                      <a16:creationId xmlns:a16="http://schemas.microsoft.com/office/drawing/2014/main" id="{7B9E1246-A865-4EEF-B49D-10BA2AA374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8" name="AutoShape 315">
                  <a:extLst>
                    <a:ext uri="{FF2B5EF4-FFF2-40B4-BE49-F238E27FC236}">
                      <a16:creationId xmlns:a16="http://schemas.microsoft.com/office/drawing/2014/main" id="{D10C6EE5-D24F-4DBC-AFA0-8607E0A5B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03" name="Rectangle 316">
                <a:extLst>
                  <a:ext uri="{FF2B5EF4-FFF2-40B4-BE49-F238E27FC236}">
                    <a16:creationId xmlns:a16="http://schemas.microsoft.com/office/drawing/2014/main" id="{3965E40C-AE11-447D-9E9B-F1C5CB331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04" name="Group 317">
                <a:extLst>
                  <a:ext uri="{FF2B5EF4-FFF2-40B4-BE49-F238E27FC236}">
                    <a16:creationId xmlns:a16="http://schemas.microsoft.com/office/drawing/2014/main" id="{1633475A-BECB-4133-9A70-F31BC8C03C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25" name="AutoShape 318">
                  <a:extLst>
                    <a:ext uri="{FF2B5EF4-FFF2-40B4-BE49-F238E27FC236}">
                      <a16:creationId xmlns:a16="http://schemas.microsoft.com/office/drawing/2014/main" id="{7BF01567-4A92-413E-A463-C5391FBEF1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6" name="AutoShape 319">
                  <a:extLst>
                    <a:ext uri="{FF2B5EF4-FFF2-40B4-BE49-F238E27FC236}">
                      <a16:creationId xmlns:a16="http://schemas.microsoft.com/office/drawing/2014/main" id="{E84E1F74-9E95-4A39-BD79-F466FD0266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05" name="Rectangle 320">
                <a:extLst>
                  <a:ext uri="{FF2B5EF4-FFF2-40B4-BE49-F238E27FC236}">
                    <a16:creationId xmlns:a16="http://schemas.microsoft.com/office/drawing/2014/main" id="{A886076E-AD6E-436E-A64E-AAAF10117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06" name="Rectangle 321">
                <a:extLst>
                  <a:ext uri="{FF2B5EF4-FFF2-40B4-BE49-F238E27FC236}">
                    <a16:creationId xmlns:a16="http://schemas.microsoft.com/office/drawing/2014/main" id="{C38EDD0C-C752-401A-B0B4-73A3D63305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07" name="Group 322">
                <a:extLst>
                  <a:ext uri="{FF2B5EF4-FFF2-40B4-BE49-F238E27FC236}">
                    <a16:creationId xmlns:a16="http://schemas.microsoft.com/office/drawing/2014/main" id="{A73FDA01-1685-43DB-B39B-057DFD36C5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3" name="AutoShape 323">
                  <a:extLst>
                    <a:ext uri="{FF2B5EF4-FFF2-40B4-BE49-F238E27FC236}">
                      <a16:creationId xmlns:a16="http://schemas.microsoft.com/office/drawing/2014/main" id="{2C1213CF-FEAD-466C-B708-880F101E0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4" name="AutoShape 324">
                  <a:extLst>
                    <a:ext uri="{FF2B5EF4-FFF2-40B4-BE49-F238E27FC236}">
                      <a16:creationId xmlns:a16="http://schemas.microsoft.com/office/drawing/2014/main" id="{0A96363F-576E-4282-B6A6-F6C2E4C96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08" name="Freeform 325">
                <a:extLst>
                  <a:ext uri="{FF2B5EF4-FFF2-40B4-BE49-F238E27FC236}">
                    <a16:creationId xmlns:a16="http://schemas.microsoft.com/office/drawing/2014/main" id="{BEB688EB-B833-4659-9B60-20F8BBF92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09" name="Group 326">
                <a:extLst>
                  <a:ext uri="{FF2B5EF4-FFF2-40B4-BE49-F238E27FC236}">
                    <a16:creationId xmlns:a16="http://schemas.microsoft.com/office/drawing/2014/main" id="{DB901FBB-00FB-432C-9D58-7F743B88D4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21" name="AutoShape 327">
                  <a:extLst>
                    <a:ext uri="{FF2B5EF4-FFF2-40B4-BE49-F238E27FC236}">
                      <a16:creationId xmlns:a16="http://schemas.microsoft.com/office/drawing/2014/main" id="{FDB56C5C-2A5B-45CF-9C5B-3C5E79B550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2" name="AutoShape 328">
                  <a:extLst>
                    <a:ext uri="{FF2B5EF4-FFF2-40B4-BE49-F238E27FC236}">
                      <a16:creationId xmlns:a16="http://schemas.microsoft.com/office/drawing/2014/main" id="{F11D3B3B-D291-40F0-AD5A-66F75E74C8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10" name="Rectangle 329">
                <a:extLst>
                  <a:ext uri="{FF2B5EF4-FFF2-40B4-BE49-F238E27FC236}">
                    <a16:creationId xmlns:a16="http://schemas.microsoft.com/office/drawing/2014/main" id="{83E7C9B3-6C42-465B-B16B-25B5F7105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1" name="Freeform 330">
                <a:extLst>
                  <a:ext uri="{FF2B5EF4-FFF2-40B4-BE49-F238E27FC236}">
                    <a16:creationId xmlns:a16="http://schemas.microsoft.com/office/drawing/2014/main" id="{843D8B2E-9A1F-47C8-86AC-62BF42342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2" name="Freeform 331">
                <a:extLst>
                  <a:ext uri="{FF2B5EF4-FFF2-40B4-BE49-F238E27FC236}">
                    <a16:creationId xmlns:a16="http://schemas.microsoft.com/office/drawing/2014/main" id="{73C62ECE-6BAE-49BA-9E8F-1AA187422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3" name="Oval 332">
                <a:extLst>
                  <a:ext uri="{FF2B5EF4-FFF2-40B4-BE49-F238E27FC236}">
                    <a16:creationId xmlns:a16="http://schemas.microsoft.com/office/drawing/2014/main" id="{51FEF337-23EA-42FC-9BB0-DF18D1B80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4" name="Freeform 333">
                <a:extLst>
                  <a:ext uri="{FF2B5EF4-FFF2-40B4-BE49-F238E27FC236}">
                    <a16:creationId xmlns:a16="http://schemas.microsoft.com/office/drawing/2014/main" id="{1C335B99-A2DC-4924-B0CE-70732E65A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5" name="AutoShape 334">
                <a:extLst>
                  <a:ext uri="{FF2B5EF4-FFF2-40B4-BE49-F238E27FC236}">
                    <a16:creationId xmlns:a16="http://schemas.microsoft.com/office/drawing/2014/main" id="{D3BA7982-8B64-410F-978D-0072DACB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6" name="AutoShape 335">
                <a:extLst>
                  <a:ext uri="{FF2B5EF4-FFF2-40B4-BE49-F238E27FC236}">
                    <a16:creationId xmlns:a16="http://schemas.microsoft.com/office/drawing/2014/main" id="{5819E713-F4E2-4689-BB80-419A0029E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7" name="Oval 336">
                <a:extLst>
                  <a:ext uri="{FF2B5EF4-FFF2-40B4-BE49-F238E27FC236}">
                    <a16:creationId xmlns:a16="http://schemas.microsoft.com/office/drawing/2014/main" id="{E16ABAB7-EEDA-4E53-B170-F8488E0D4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8" name="Oval 337">
                <a:extLst>
                  <a:ext uri="{FF2B5EF4-FFF2-40B4-BE49-F238E27FC236}">
                    <a16:creationId xmlns:a16="http://schemas.microsoft.com/office/drawing/2014/main" id="{EFE7B7F3-6C34-47AA-93AB-77F9445AB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9" name="Oval 338">
                <a:extLst>
                  <a:ext uri="{FF2B5EF4-FFF2-40B4-BE49-F238E27FC236}">
                    <a16:creationId xmlns:a16="http://schemas.microsoft.com/office/drawing/2014/main" id="{5D8DCB83-EF54-440F-9CEF-C6A50B6CB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20" name="Rectangle 339">
                <a:extLst>
                  <a:ext uri="{FF2B5EF4-FFF2-40B4-BE49-F238E27FC236}">
                    <a16:creationId xmlns:a16="http://schemas.microsoft.com/office/drawing/2014/main" id="{388713A8-6966-4E03-B662-FC3522700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91" name="Group 340">
              <a:extLst>
                <a:ext uri="{FF2B5EF4-FFF2-40B4-BE49-F238E27FC236}">
                  <a16:creationId xmlns:a16="http://schemas.microsoft.com/office/drawing/2014/main" id="{F92D12A0-4D89-4869-AD6D-6C21253F9B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33504" y="4214067"/>
              <a:ext cx="394097" cy="417910"/>
              <a:chOff x="-44" y="1473"/>
              <a:chExt cx="981" cy="1105"/>
            </a:xfrm>
          </p:grpSpPr>
          <p:pic>
            <p:nvPicPr>
              <p:cNvPr id="395" name="Picture 341" descr="desktop_computer_stylized_medium">
                <a:extLst>
                  <a:ext uri="{FF2B5EF4-FFF2-40B4-BE49-F238E27FC236}">
                    <a16:creationId xmlns:a16="http://schemas.microsoft.com/office/drawing/2014/main" id="{3439F4B3-B237-4123-8DEE-2AF331E334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6" name="Freeform 342">
                <a:extLst>
                  <a:ext uri="{FF2B5EF4-FFF2-40B4-BE49-F238E27FC236}">
                    <a16:creationId xmlns:a16="http://schemas.microsoft.com/office/drawing/2014/main" id="{E4B831A8-F59C-4E27-8CBC-E995306AB74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392" name="Group 343">
              <a:extLst>
                <a:ext uri="{FF2B5EF4-FFF2-40B4-BE49-F238E27FC236}">
                  <a16:creationId xmlns:a16="http://schemas.microsoft.com/office/drawing/2014/main" id="{D78BB51B-54FA-4FFA-BB58-BE7E4F955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6410" y="4205733"/>
              <a:ext cx="394097" cy="417909"/>
              <a:chOff x="-44" y="1473"/>
              <a:chExt cx="981" cy="1105"/>
            </a:xfrm>
          </p:grpSpPr>
          <p:pic>
            <p:nvPicPr>
              <p:cNvPr id="393" name="Picture 344" descr="desktop_computer_stylized_medium">
                <a:extLst>
                  <a:ext uri="{FF2B5EF4-FFF2-40B4-BE49-F238E27FC236}">
                    <a16:creationId xmlns:a16="http://schemas.microsoft.com/office/drawing/2014/main" id="{30D9914B-1BC9-4290-9E64-B5708C2499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4" name="Freeform 345">
                <a:extLst>
                  <a:ext uri="{FF2B5EF4-FFF2-40B4-BE49-F238E27FC236}">
                    <a16:creationId xmlns:a16="http://schemas.microsoft.com/office/drawing/2014/main" id="{24EA4BA7-7181-4616-816B-CD6003E187D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1260000" y="1656000"/>
            <a:ext cx="3509731" cy="336183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对象的平均长度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100K bits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客户端的平均请求率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:15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/sec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客户端的数据传输速率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1.50 Mbps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从浏览器到服务器的往返时间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2 sec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接入网络的带宽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1.54 Mbps</a:t>
            </a:r>
          </a:p>
          <a:p>
            <a:pPr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局域网流量强度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15%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接入网流量强度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99%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total delay 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Internet delay   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access delay   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若干毫秒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LAN delay    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若干微秒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2" name="Line 51"/>
          <p:cNvSpPr>
            <a:spLocks noChangeShapeType="1"/>
          </p:cNvSpPr>
          <p:nvPr/>
        </p:nvSpPr>
        <p:spPr bwMode="auto">
          <a:xfrm>
            <a:off x="3115850" y="3062486"/>
            <a:ext cx="742950" cy="11311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53" name="Text Box 52"/>
          <p:cNvSpPr txBox="1">
            <a:spLocks noChangeArrowheads="1"/>
          </p:cNvSpPr>
          <p:nvPr/>
        </p:nvSpPr>
        <p:spPr bwMode="auto">
          <a:xfrm>
            <a:off x="3810272" y="3066370"/>
            <a:ext cx="110988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350" dirty="0">
                <a:solidFill>
                  <a:srgbClr val="C00000"/>
                </a:solidFill>
              </a:rPr>
              <a:t>15.4 Mbps</a:t>
            </a:r>
          </a:p>
        </p:txBody>
      </p:sp>
      <p:sp>
        <p:nvSpPr>
          <p:cNvPr id="355" name="Line 51"/>
          <p:cNvSpPr>
            <a:spLocks noChangeShapeType="1"/>
          </p:cNvSpPr>
          <p:nvPr/>
        </p:nvSpPr>
        <p:spPr bwMode="auto">
          <a:xfrm>
            <a:off x="3089528" y="3784847"/>
            <a:ext cx="742950" cy="11311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56" name="Text Box 52"/>
          <p:cNvSpPr txBox="1">
            <a:spLocks noChangeArrowheads="1"/>
          </p:cNvSpPr>
          <p:nvPr/>
        </p:nvSpPr>
        <p:spPr bwMode="auto">
          <a:xfrm>
            <a:off x="3835601" y="3782128"/>
            <a:ext cx="90011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350" dirty="0">
                <a:solidFill>
                  <a:srgbClr val="C00000"/>
                </a:solidFill>
              </a:rPr>
              <a:t>9.9%</a:t>
            </a:r>
          </a:p>
        </p:txBody>
      </p:sp>
      <p:sp>
        <p:nvSpPr>
          <p:cNvPr id="357" name="Text Box 52"/>
          <p:cNvSpPr txBox="1">
            <a:spLocks noChangeArrowheads="1"/>
          </p:cNvSpPr>
          <p:nvPr/>
        </p:nvSpPr>
        <p:spPr bwMode="auto">
          <a:xfrm>
            <a:off x="7493568" y="3033795"/>
            <a:ext cx="10870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350" dirty="0">
                <a:solidFill>
                  <a:srgbClr val="C00000"/>
                </a:solidFill>
              </a:rPr>
              <a:t>15.4 Mbps</a:t>
            </a:r>
          </a:p>
        </p:txBody>
      </p:sp>
      <p:sp>
        <p:nvSpPr>
          <p:cNvPr id="358" name="Line 51"/>
          <p:cNvSpPr>
            <a:spLocks noChangeShapeType="1"/>
          </p:cNvSpPr>
          <p:nvPr/>
        </p:nvSpPr>
        <p:spPr bwMode="auto">
          <a:xfrm>
            <a:off x="6801783" y="3054968"/>
            <a:ext cx="742950" cy="11311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59" name="Text Box 57"/>
          <p:cNvSpPr txBox="1">
            <a:spLocks noChangeArrowheads="1"/>
          </p:cNvSpPr>
          <p:nvPr/>
        </p:nvSpPr>
        <p:spPr bwMode="auto">
          <a:xfrm>
            <a:off x="4027438" y="4797969"/>
            <a:ext cx="2308645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350" i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Comment: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这个方案如何？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4" name="标题 1">
            <a:extLst>
              <a:ext uri="{FF2B5EF4-FFF2-40B4-BE49-F238E27FC236}">
                <a16:creationId xmlns:a16="http://schemas.microsoft.com/office/drawing/2014/main" id="{D3AA2C5B-387F-4F9F-A761-0110DA33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EB1D1DFB-5E39-446F-991F-22736C62EE82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</a:p>
        </p:txBody>
      </p:sp>
      <p:sp>
        <p:nvSpPr>
          <p:cNvPr id="361" name="内容占位符 2">
            <a:extLst>
              <a:ext uri="{FF2B5EF4-FFF2-40B4-BE49-F238E27FC236}">
                <a16:creationId xmlns:a16="http://schemas.microsoft.com/office/drawing/2014/main" id="{97007F42-5043-4C9D-A9C5-8FCB6F85B3A7}"/>
              </a:ext>
            </a:extLst>
          </p:cNvPr>
          <p:cNvSpPr txBox="1">
            <a:spLocks/>
          </p:cNvSpPr>
          <p:nvPr/>
        </p:nvSpPr>
        <p:spPr>
          <a:xfrm>
            <a:off x="938316" y="1370461"/>
            <a:ext cx="2014620" cy="270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6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zh-CN" altLang="en-US" dirty="0"/>
              <a:t>实例分析</a:t>
            </a:r>
            <a:endParaRPr lang="en-US" altLang="zh-CN" dirty="0"/>
          </a:p>
        </p:txBody>
      </p:sp>
      <p:sp>
        <p:nvSpPr>
          <p:cNvPr id="362" name="灯片编号占位符 2">
            <a:extLst>
              <a:ext uri="{FF2B5EF4-FFF2-40B4-BE49-F238E27FC236}">
                <a16:creationId xmlns:a16="http://schemas.microsoft.com/office/drawing/2014/main" id="{7C17C555-00DE-458B-BC0A-F6CD7279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3" name="AutoShape 5">
            <a:extLst>
              <a:ext uri="{FF2B5EF4-FFF2-40B4-BE49-F238E27FC236}">
                <a16:creationId xmlns:a16="http://schemas.microsoft.com/office/drawing/2014/main" id="{52C83EA8-B75C-48CC-A5B7-4906E8CA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49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" grpId="0"/>
      <p:bldP spid="363" grpId="0" animBg="1"/>
      <p:bldP spid="363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4"/>
          <p:cNvSpPr>
            <a:spLocks noChangeArrowheads="1"/>
          </p:cNvSpPr>
          <p:nvPr/>
        </p:nvSpPr>
        <p:spPr bwMode="auto">
          <a:xfrm>
            <a:off x="1260000" y="1656000"/>
            <a:ext cx="3430901" cy="335729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对象的平均长度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100K bits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客户端的平均请求率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:15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/sec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客户端的数据传输速率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1.50 Mbps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从浏览器到服务器的往返时间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2 sec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接入网络的带宽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1.54 Mbps</a:t>
            </a:r>
          </a:p>
          <a:p>
            <a:pPr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局域网流量强度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15%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接入网流量强度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total delay   = 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Internet delay   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access delay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LAN delay        </a:t>
            </a:r>
          </a:p>
        </p:txBody>
      </p:sp>
      <p:sp>
        <p:nvSpPr>
          <p:cNvPr id="41" name="Text Box 79"/>
          <p:cNvSpPr txBox="1">
            <a:spLocks noChangeArrowheads="1"/>
          </p:cNvSpPr>
          <p:nvPr/>
        </p:nvSpPr>
        <p:spPr bwMode="auto">
          <a:xfrm>
            <a:off x="3146107" y="4423639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500" dirty="0">
                <a:solidFill>
                  <a:srgbClr val="CC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42" name="Text Box 77"/>
          <p:cNvSpPr txBox="1">
            <a:spLocks noChangeArrowheads="1"/>
          </p:cNvSpPr>
          <p:nvPr/>
        </p:nvSpPr>
        <p:spPr bwMode="auto">
          <a:xfrm>
            <a:off x="3146107" y="4633912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500" dirty="0">
                <a:solidFill>
                  <a:srgbClr val="CC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43" name="Text Box 76"/>
          <p:cNvSpPr txBox="1">
            <a:spLocks noChangeArrowheads="1"/>
          </p:cNvSpPr>
          <p:nvPr/>
        </p:nvSpPr>
        <p:spPr bwMode="auto">
          <a:xfrm>
            <a:off x="3333901" y="4612824"/>
            <a:ext cx="2180337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5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How to compute link 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5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utilization, delay?</a:t>
            </a:r>
          </a:p>
        </p:txBody>
      </p:sp>
      <p:sp>
        <p:nvSpPr>
          <p:cNvPr id="263" name="Text Box 77"/>
          <p:cNvSpPr txBox="1">
            <a:spLocks noChangeArrowheads="1"/>
          </p:cNvSpPr>
          <p:nvPr/>
        </p:nvSpPr>
        <p:spPr bwMode="auto">
          <a:xfrm>
            <a:off x="3146107" y="368877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500" dirty="0">
                <a:solidFill>
                  <a:srgbClr val="CC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261" name="标题 1">
            <a:extLst>
              <a:ext uri="{FF2B5EF4-FFF2-40B4-BE49-F238E27FC236}">
                <a16:creationId xmlns:a16="http://schemas.microsoft.com/office/drawing/2014/main" id="{2B6809F2-EC0A-458D-A8B7-DDADF1A6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EDE801E4-0D57-47CC-846D-A4D53038F868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</a:p>
        </p:txBody>
      </p:sp>
      <p:sp>
        <p:nvSpPr>
          <p:cNvPr id="265" name="内容占位符 2">
            <a:extLst>
              <a:ext uri="{FF2B5EF4-FFF2-40B4-BE49-F238E27FC236}">
                <a16:creationId xmlns:a16="http://schemas.microsoft.com/office/drawing/2014/main" id="{3AD5B4A3-2C6F-4A9E-8E0A-0020E2DA6418}"/>
              </a:ext>
            </a:extLst>
          </p:cNvPr>
          <p:cNvSpPr txBox="1">
            <a:spLocks/>
          </p:cNvSpPr>
          <p:nvPr/>
        </p:nvSpPr>
        <p:spPr>
          <a:xfrm>
            <a:off x="938316" y="1370461"/>
            <a:ext cx="2014620" cy="270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6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zh-CN" altLang="en-US" dirty="0"/>
              <a:t>实例分析</a:t>
            </a:r>
            <a:endParaRPr lang="en-US" altLang="zh-CN" dirty="0"/>
          </a:p>
        </p:txBody>
      </p:sp>
      <p:sp>
        <p:nvSpPr>
          <p:cNvPr id="266" name="灯片编号占位符 2">
            <a:extLst>
              <a:ext uri="{FF2B5EF4-FFF2-40B4-BE49-F238E27FC236}">
                <a16:creationId xmlns:a16="http://schemas.microsoft.com/office/drawing/2014/main" id="{CCABADB5-9C32-4D17-BA33-194FB25B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AutoShape 5">
            <a:extLst>
              <a:ext uri="{FF2B5EF4-FFF2-40B4-BE49-F238E27FC236}">
                <a16:creationId xmlns:a16="http://schemas.microsoft.com/office/drawing/2014/main" id="{140555EB-43E8-4458-B3D7-8D77ECCC4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8DB617F-28AB-4E3F-988E-9FED8EF42EAC}"/>
              </a:ext>
            </a:extLst>
          </p:cNvPr>
          <p:cNvGrpSpPr/>
          <p:nvPr/>
        </p:nvGrpSpPr>
        <p:grpSpPr>
          <a:xfrm>
            <a:off x="5335760" y="1336348"/>
            <a:ext cx="2985723" cy="3280250"/>
            <a:chOff x="5335760" y="1336348"/>
            <a:chExt cx="2985723" cy="3280250"/>
          </a:xfrm>
        </p:grpSpPr>
        <p:sp>
          <p:nvSpPr>
            <p:cNvPr id="279" name="Freeform 71">
              <a:extLst>
                <a:ext uri="{FF2B5EF4-FFF2-40B4-BE49-F238E27FC236}">
                  <a16:creationId xmlns:a16="http://schemas.microsoft.com/office/drawing/2014/main" id="{588712DA-8087-4015-A05B-D88F1C777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6812" y="3521145"/>
              <a:ext cx="2224088" cy="1042988"/>
            </a:xfrm>
            <a:custGeom>
              <a:avLst/>
              <a:gdLst>
                <a:gd name="T0" fmla="*/ 2147483646 w 1868"/>
                <a:gd name="T1" fmla="*/ 2147483646 h 876"/>
                <a:gd name="T2" fmla="*/ 2147483646 w 1868"/>
                <a:gd name="T3" fmla="*/ 2147483646 h 876"/>
                <a:gd name="T4" fmla="*/ 2147483646 w 1868"/>
                <a:gd name="T5" fmla="*/ 2147483646 h 876"/>
                <a:gd name="T6" fmla="*/ 2147483646 w 1868"/>
                <a:gd name="T7" fmla="*/ 2147483646 h 876"/>
                <a:gd name="T8" fmla="*/ 2147483646 w 1868"/>
                <a:gd name="T9" fmla="*/ 2147483646 h 876"/>
                <a:gd name="T10" fmla="*/ 2147483646 w 1868"/>
                <a:gd name="T11" fmla="*/ 2147483646 h 876"/>
                <a:gd name="T12" fmla="*/ 2147483646 w 1868"/>
                <a:gd name="T13" fmla="*/ 2147483646 h 876"/>
                <a:gd name="T14" fmla="*/ 2147483646 w 1868"/>
                <a:gd name="T15" fmla="*/ 2147483646 h 876"/>
                <a:gd name="T16" fmla="*/ 2147483646 w 1868"/>
                <a:gd name="T17" fmla="*/ 2147483646 h 876"/>
                <a:gd name="T18" fmla="*/ 2147483646 w 1868"/>
                <a:gd name="T19" fmla="*/ 2147483646 h 876"/>
                <a:gd name="T20" fmla="*/ 2147483646 w 1868"/>
                <a:gd name="T21" fmla="*/ 2147483646 h 8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68"/>
                <a:gd name="T34" fmla="*/ 0 h 876"/>
                <a:gd name="T35" fmla="*/ 1868 w 1868"/>
                <a:gd name="T36" fmla="*/ 876 h 87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68" h="876">
                  <a:moveTo>
                    <a:pt x="31" y="327"/>
                  </a:moveTo>
                  <a:cubicBezTo>
                    <a:pt x="20" y="237"/>
                    <a:pt x="0" y="189"/>
                    <a:pt x="103" y="137"/>
                  </a:cubicBezTo>
                  <a:cubicBezTo>
                    <a:pt x="206" y="85"/>
                    <a:pt x="476" y="34"/>
                    <a:pt x="649" y="17"/>
                  </a:cubicBezTo>
                  <a:cubicBezTo>
                    <a:pt x="822" y="0"/>
                    <a:pt x="955" y="18"/>
                    <a:pt x="1141" y="35"/>
                  </a:cubicBezTo>
                  <a:cubicBezTo>
                    <a:pt x="1327" y="52"/>
                    <a:pt x="1658" y="3"/>
                    <a:pt x="1763" y="121"/>
                  </a:cubicBezTo>
                  <a:cubicBezTo>
                    <a:pt x="1868" y="239"/>
                    <a:pt x="1840" y="621"/>
                    <a:pt x="1774" y="741"/>
                  </a:cubicBezTo>
                  <a:cubicBezTo>
                    <a:pt x="1708" y="861"/>
                    <a:pt x="1534" y="827"/>
                    <a:pt x="1369" y="845"/>
                  </a:cubicBezTo>
                  <a:cubicBezTo>
                    <a:pt x="1204" y="863"/>
                    <a:pt x="935" y="851"/>
                    <a:pt x="781" y="851"/>
                  </a:cubicBezTo>
                  <a:cubicBezTo>
                    <a:pt x="627" y="851"/>
                    <a:pt x="549" y="876"/>
                    <a:pt x="447" y="847"/>
                  </a:cubicBezTo>
                  <a:cubicBezTo>
                    <a:pt x="345" y="818"/>
                    <a:pt x="237" y="762"/>
                    <a:pt x="168" y="676"/>
                  </a:cubicBezTo>
                  <a:cubicBezTo>
                    <a:pt x="98" y="589"/>
                    <a:pt x="29" y="468"/>
                    <a:pt x="31" y="327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68" name="Rectangle 307">
              <a:extLst>
                <a:ext uri="{FF2B5EF4-FFF2-40B4-BE49-F238E27FC236}">
                  <a16:creationId xmlns:a16="http://schemas.microsoft.com/office/drawing/2014/main" id="{197C79DF-DAE1-476A-9F06-1BAEF3B87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0312" y="3938422"/>
              <a:ext cx="391716" cy="56316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71" name="Line 2">
              <a:extLst>
                <a:ext uri="{FF2B5EF4-FFF2-40B4-BE49-F238E27FC236}">
                  <a16:creationId xmlns:a16="http://schemas.microsoft.com/office/drawing/2014/main" id="{126016DD-1668-4598-9593-5933A53CC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48034" y="2034054"/>
              <a:ext cx="214313" cy="857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2" name="Text Box 50">
              <a:extLst>
                <a:ext uri="{FF2B5EF4-FFF2-40B4-BE49-F238E27FC236}">
                  <a16:creationId xmlns:a16="http://schemas.microsoft.com/office/drawing/2014/main" id="{1F089B55-A78F-4862-94A7-BC6566FDB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1195" y="1868883"/>
              <a:ext cx="1050288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latin typeface="Arial" panose="020B0604020202020204" pitchFamily="34" charset="0"/>
                </a:rPr>
                <a:t>目标服务器</a:t>
              </a:r>
              <a:endParaRPr lang="en-US" altLang="zh-CN" sz="1350" dirty="0">
                <a:latin typeface="Arial" panose="020B0604020202020204" pitchFamily="34" charset="0"/>
              </a:endParaRPr>
            </a:p>
          </p:txBody>
        </p:sp>
        <p:sp>
          <p:nvSpPr>
            <p:cNvPr id="273" name="Line 51">
              <a:extLst>
                <a:ext uri="{FF2B5EF4-FFF2-40B4-BE49-F238E27FC236}">
                  <a16:creationId xmlns:a16="http://schemas.microsoft.com/office/drawing/2014/main" id="{C308C1B0-0505-4B79-A42D-F35B37747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5253" y="1748304"/>
              <a:ext cx="50006" cy="20716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4" name="Line 52">
              <a:extLst>
                <a:ext uri="{FF2B5EF4-FFF2-40B4-BE49-F238E27FC236}">
                  <a16:creationId xmlns:a16="http://schemas.microsoft.com/office/drawing/2014/main" id="{40124FB8-EFA1-47F0-BE37-26420E6DF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6740" y="1776879"/>
              <a:ext cx="7144" cy="17859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5" name="Line 53">
              <a:extLst>
                <a:ext uri="{FF2B5EF4-FFF2-40B4-BE49-F238E27FC236}">
                  <a16:creationId xmlns:a16="http://schemas.microsoft.com/office/drawing/2014/main" id="{642C1506-7F14-4DB6-BF9D-E5F5C2090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69640" y="1898322"/>
              <a:ext cx="100013" cy="15716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6" name="Line 54">
              <a:extLst>
                <a:ext uri="{FF2B5EF4-FFF2-40B4-BE49-F238E27FC236}">
                  <a16:creationId xmlns:a16="http://schemas.microsoft.com/office/drawing/2014/main" id="{2265ABA7-C7BE-4207-A697-79CAAECD90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91084" y="2469823"/>
              <a:ext cx="1857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7" name="Freeform 55">
              <a:extLst>
                <a:ext uri="{FF2B5EF4-FFF2-40B4-BE49-F238E27FC236}">
                  <a16:creationId xmlns:a16="http://schemas.microsoft.com/office/drawing/2014/main" id="{0A71DA54-91C5-4F1E-816F-E619581B9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138" y="1743541"/>
              <a:ext cx="1631156" cy="1185863"/>
            </a:xfrm>
            <a:custGeom>
              <a:avLst/>
              <a:gdLst>
                <a:gd name="T0" fmla="*/ 2147483646 w 2135"/>
                <a:gd name="T1" fmla="*/ 2147483646 h 1662"/>
                <a:gd name="T2" fmla="*/ 2147483646 w 2135"/>
                <a:gd name="T3" fmla="*/ 2147483646 h 1662"/>
                <a:gd name="T4" fmla="*/ 2147483646 w 2135"/>
                <a:gd name="T5" fmla="*/ 2147483646 h 1662"/>
                <a:gd name="T6" fmla="*/ 2147483646 w 2135"/>
                <a:gd name="T7" fmla="*/ 2147483646 h 1662"/>
                <a:gd name="T8" fmla="*/ 2147483646 w 2135"/>
                <a:gd name="T9" fmla="*/ 2147483646 h 1662"/>
                <a:gd name="T10" fmla="*/ 2147483646 w 2135"/>
                <a:gd name="T11" fmla="*/ 2147483646 h 1662"/>
                <a:gd name="T12" fmla="*/ 2147483646 w 2135"/>
                <a:gd name="T13" fmla="*/ 2147483646 h 1662"/>
                <a:gd name="T14" fmla="*/ 2147483646 w 2135"/>
                <a:gd name="T15" fmla="*/ 2147483646 h 1662"/>
                <a:gd name="T16" fmla="*/ 2147483646 w 2135"/>
                <a:gd name="T17" fmla="*/ 2147483646 h 1662"/>
                <a:gd name="T18" fmla="*/ 2147483646 w 2135"/>
                <a:gd name="T19" fmla="*/ 2147483646 h 1662"/>
                <a:gd name="T20" fmla="*/ 2147483646 w 2135"/>
                <a:gd name="T21" fmla="*/ 2147483646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8" name="Text Box 70">
              <a:extLst>
                <a:ext uri="{FF2B5EF4-FFF2-40B4-BE49-F238E27FC236}">
                  <a16:creationId xmlns:a16="http://schemas.microsoft.com/office/drawing/2014/main" id="{6098ECC8-E046-453F-95B5-FB3971B41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5495" y="1992383"/>
              <a:ext cx="809838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Internet</a:t>
              </a:r>
              <a:endParaRPr lang="en-US" altLang="zh-CN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Line 77">
              <a:extLst>
                <a:ext uri="{FF2B5EF4-FFF2-40B4-BE49-F238E27FC236}">
                  <a16:creationId xmlns:a16="http://schemas.microsoft.com/office/drawing/2014/main" id="{880765BD-F97A-43CB-8870-47A7B43F1D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33759" y="3753316"/>
              <a:ext cx="641747" cy="323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1" name="Line 78">
              <a:extLst>
                <a:ext uri="{FF2B5EF4-FFF2-40B4-BE49-F238E27FC236}">
                  <a16:creationId xmlns:a16="http://schemas.microsoft.com/office/drawing/2014/main" id="{626E57EB-92DA-4A4E-9F12-67EA21FA4A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5950" y="3789035"/>
              <a:ext cx="422672" cy="295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2" name="Line 79">
              <a:extLst>
                <a:ext uri="{FF2B5EF4-FFF2-40B4-BE49-F238E27FC236}">
                  <a16:creationId xmlns:a16="http://schemas.microsoft.com/office/drawing/2014/main" id="{03450625-E630-4A87-8D5D-CEE36BC7E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19572" y="3793798"/>
              <a:ext cx="111919" cy="2869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3" name="Line 80">
              <a:extLst>
                <a:ext uri="{FF2B5EF4-FFF2-40B4-BE49-F238E27FC236}">
                  <a16:creationId xmlns:a16="http://schemas.microsoft.com/office/drawing/2014/main" id="{9F104C67-C7D1-4434-A61A-791E1562C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4606" y="3778320"/>
              <a:ext cx="92869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4" name="Line 95">
              <a:extLst>
                <a:ext uri="{FF2B5EF4-FFF2-40B4-BE49-F238E27FC236}">
                  <a16:creationId xmlns:a16="http://schemas.microsoft.com/office/drawing/2014/main" id="{8F958BC7-D62B-49C9-9735-D9EADC027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1015" y="2827010"/>
              <a:ext cx="0" cy="7965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5" name="Text Box 97">
              <a:extLst>
                <a:ext uri="{FF2B5EF4-FFF2-40B4-BE49-F238E27FC236}">
                  <a16:creationId xmlns:a16="http://schemas.microsoft.com/office/drawing/2014/main" id="{27E1DFAA-BCD7-42B3-95A1-618A7CCE6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5760" y="3436610"/>
              <a:ext cx="106150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  <a:endParaRPr lang="en-US" altLang="zh-CN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Text Box 98">
              <a:extLst>
                <a:ext uri="{FF2B5EF4-FFF2-40B4-BE49-F238E27FC236}">
                  <a16:creationId xmlns:a16="http://schemas.microsoft.com/office/drawing/2014/main" id="{3B08C784-E9D5-4C27-B2C6-8504C8F78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7493" y="3691355"/>
              <a:ext cx="1322798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1000Mbps LAN</a:t>
              </a:r>
              <a:endPara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Text Box 99">
              <a:extLst>
                <a:ext uri="{FF2B5EF4-FFF2-40B4-BE49-F238E27FC236}">
                  <a16:creationId xmlns:a16="http://schemas.microsoft.com/office/drawing/2014/main" id="{ED60AFD9-5AEB-4E35-96A6-09D30759B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207" y="2968695"/>
              <a:ext cx="99738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1.54 Mbps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access link</a:t>
              </a:r>
              <a:endPara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8" name="Group 111">
              <a:extLst>
                <a:ext uri="{FF2B5EF4-FFF2-40B4-BE49-F238E27FC236}">
                  <a16:creationId xmlns:a16="http://schemas.microsoft.com/office/drawing/2014/main" id="{FB144C26-6FB6-4968-8118-79622C6877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9072" y="2600792"/>
              <a:ext cx="660797" cy="230981"/>
              <a:chOff x="2356" y="1300"/>
              <a:chExt cx="555" cy="194"/>
            </a:xfrm>
          </p:grpSpPr>
          <p:sp>
            <p:nvSpPr>
              <p:cNvPr id="505" name="Oval 407">
                <a:extLst>
                  <a:ext uri="{FF2B5EF4-FFF2-40B4-BE49-F238E27FC236}">
                    <a16:creationId xmlns:a16="http://schemas.microsoft.com/office/drawing/2014/main" id="{E205A4E6-9B62-4727-917A-58D5114F9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6" name="Rectangle 410">
                <a:extLst>
                  <a:ext uri="{FF2B5EF4-FFF2-40B4-BE49-F238E27FC236}">
                    <a16:creationId xmlns:a16="http://schemas.microsoft.com/office/drawing/2014/main" id="{8AEF7A36-0E36-4CF2-A3F0-870DCD9CCD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7" name="Oval 411">
                <a:extLst>
                  <a:ext uri="{FF2B5EF4-FFF2-40B4-BE49-F238E27FC236}">
                    <a16:creationId xmlns:a16="http://schemas.microsoft.com/office/drawing/2014/main" id="{68018AC9-A05A-4BF5-A491-75014A971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08" name="Group 115">
                <a:extLst>
                  <a:ext uri="{FF2B5EF4-FFF2-40B4-BE49-F238E27FC236}">
                    <a16:creationId xmlns:a16="http://schemas.microsoft.com/office/drawing/2014/main" id="{289C6F43-92C4-445D-A7F2-7098F64CFE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11" name="Freeform 116">
                  <a:extLst>
                    <a:ext uri="{FF2B5EF4-FFF2-40B4-BE49-F238E27FC236}">
                      <a16:creationId xmlns:a16="http://schemas.microsoft.com/office/drawing/2014/main" id="{8EB60DD1-6AE7-4909-83B5-04A174ACC6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12" name="Freeform 117">
                  <a:extLst>
                    <a:ext uri="{FF2B5EF4-FFF2-40B4-BE49-F238E27FC236}">
                      <a16:creationId xmlns:a16="http://schemas.microsoft.com/office/drawing/2014/main" id="{CB9C733E-31F4-4CF3-AA9E-481162EA37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09" name="Line 118">
                <a:extLst>
                  <a:ext uri="{FF2B5EF4-FFF2-40B4-BE49-F238E27FC236}">
                    <a16:creationId xmlns:a16="http://schemas.microsoft.com/office/drawing/2014/main" id="{85BD3F95-48F5-4D81-BD85-C71A24D7CB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0" name="Line 119">
                <a:extLst>
                  <a:ext uri="{FF2B5EF4-FFF2-40B4-BE49-F238E27FC236}">
                    <a16:creationId xmlns:a16="http://schemas.microsoft.com/office/drawing/2014/main" id="{89024FCB-FBD8-4579-AA4B-64913AB87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89" name="Group 120">
              <a:extLst>
                <a:ext uri="{FF2B5EF4-FFF2-40B4-BE49-F238E27FC236}">
                  <a16:creationId xmlns:a16="http://schemas.microsoft.com/office/drawing/2014/main" id="{0F773495-9586-4E15-AC05-ADA310833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3593" y="3572342"/>
              <a:ext cx="660797" cy="230981"/>
              <a:chOff x="2356" y="1300"/>
              <a:chExt cx="555" cy="194"/>
            </a:xfrm>
          </p:grpSpPr>
          <p:sp>
            <p:nvSpPr>
              <p:cNvPr id="497" name="Oval 407">
                <a:extLst>
                  <a:ext uri="{FF2B5EF4-FFF2-40B4-BE49-F238E27FC236}">
                    <a16:creationId xmlns:a16="http://schemas.microsoft.com/office/drawing/2014/main" id="{C1F7CAB9-CFD3-4D2B-B3A0-DF1C0B001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8" name="Rectangle 410">
                <a:extLst>
                  <a:ext uri="{FF2B5EF4-FFF2-40B4-BE49-F238E27FC236}">
                    <a16:creationId xmlns:a16="http://schemas.microsoft.com/office/drawing/2014/main" id="{FBC7D362-FDF7-45CF-A29B-EFC70B997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9" name="Oval 411">
                <a:extLst>
                  <a:ext uri="{FF2B5EF4-FFF2-40B4-BE49-F238E27FC236}">
                    <a16:creationId xmlns:a16="http://schemas.microsoft.com/office/drawing/2014/main" id="{1B61F256-FD45-4423-90EB-745811C9A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00" name="Group 124">
                <a:extLst>
                  <a:ext uri="{FF2B5EF4-FFF2-40B4-BE49-F238E27FC236}">
                    <a16:creationId xmlns:a16="http://schemas.microsoft.com/office/drawing/2014/main" id="{CC5F7282-5362-45A5-B1CF-A69A28B9B4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03" name="Freeform 125">
                  <a:extLst>
                    <a:ext uri="{FF2B5EF4-FFF2-40B4-BE49-F238E27FC236}">
                      <a16:creationId xmlns:a16="http://schemas.microsoft.com/office/drawing/2014/main" id="{4A0B67DB-EC5D-4E30-B825-01207FB96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04" name="Freeform 126">
                  <a:extLst>
                    <a:ext uri="{FF2B5EF4-FFF2-40B4-BE49-F238E27FC236}">
                      <a16:creationId xmlns:a16="http://schemas.microsoft.com/office/drawing/2014/main" id="{2933A115-3226-4C53-A0FC-7D0CE95B6B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01" name="Line 127">
                <a:extLst>
                  <a:ext uri="{FF2B5EF4-FFF2-40B4-BE49-F238E27FC236}">
                    <a16:creationId xmlns:a16="http://schemas.microsoft.com/office/drawing/2014/main" id="{1F1C1348-DE43-4CA8-B734-B3874DC33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2" name="Line 128">
                <a:extLst>
                  <a:ext uri="{FF2B5EF4-FFF2-40B4-BE49-F238E27FC236}">
                    <a16:creationId xmlns:a16="http://schemas.microsoft.com/office/drawing/2014/main" id="{75810EA3-17D8-4BC9-BF88-002F30B78C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90" name="Group 139">
              <a:extLst>
                <a:ext uri="{FF2B5EF4-FFF2-40B4-BE49-F238E27FC236}">
                  <a16:creationId xmlns:a16="http://schemas.microsoft.com/office/drawing/2014/main" id="{D068A3AB-A155-4096-B254-BAF978E82F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87288" y="1694726"/>
              <a:ext cx="283369" cy="432197"/>
              <a:chOff x="4140" y="429"/>
              <a:chExt cx="1425" cy="2396"/>
            </a:xfrm>
          </p:grpSpPr>
          <p:sp>
            <p:nvSpPr>
              <p:cNvPr id="465" name="Freeform 140">
                <a:extLst>
                  <a:ext uri="{FF2B5EF4-FFF2-40B4-BE49-F238E27FC236}">
                    <a16:creationId xmlns:a16="http://schemas.microsoft.com/office/drawing/2014/main" id="{4DBEE2DC-AAC4-46BD-940D-B8F978072C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6" name="Rectangle 141">
                <a:extLst>
                  <a:ext uri="{FF2B5EF4-FFF2-40B4-BE49-F238E27FC236}">
                    <a16:creationId xmlns:a16="http://schemas.microsoft.com/office/drawing/2014/main" id="{C687B735-20B1-4FE3-AC8E-92AF05885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67" name="Freeform 142">
                <a:extLst>
                  <a:ext uri="{FF2B5EF4-FFF2-40B4-BE49-F238E27FC236}">
                    <a16:creationId xmlns:a16="http://schemas.microsoft.com/office/drawing/2014/main" id="{2CF0C2CD-BFFE-49B7-90E2-28CD62425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8" name="Freeform 143">
                <a:extLst>
                  <a:ext uri="{FF2B5EF4-FFF2-40B4-BE49-F238E27FC236}">
                    <a16:creationId xmlns:a16="http://schemas.microsoft.com/office/drawing/2014/main" id="{D9F52FBE-5AA7-4FE6-8E6F-7874411DC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9" name="Rectangle 144">
                <a:extLst>
                  <a:ext uri="{FF2B5EF4-FFF2-40B4-BE49-F238E27FC236}">
                    <a16:creationId xmlns:a16="http://schemas.microsoft.com/office/drawing/2014/main" id="{5F15BAC4-13D7-4310-B5DB-AE27AFC23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70" name="Group 145">
                <a:extLst>
                  <a:ext uri="{FF2B5EF4-FFF2-40B4-BE49-F238E27FC236}">
                    <a16:creationId xmlns:a16="http://schemas.microsoft.com/office/drawing/2014/main" id="{A16139B1-BAED-49D9-993F-1377D7FE9B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95" name="AutoShape 146">
                  <a:extLst>
                    <a:ext uri="{FF2B5EF4-FFF2-40B4-BE49-F238E27FC236}">
                      <a16:creationId xmlns:a16="http://schemas.microsoft.com/office/drawing/2014/main" id="{DA278B6A-864D-4D0F-ABA8-36C1EF0B0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6" name="AutoShape 147">
                  <a:extLst>
                    <a:ext uri="{FF2B5EF4-FFF2-40B4-BE49-F238E27FC236}">
                      <a16:creationId xmlns:a16="http://schemas.microsoft.com/office/drawing/2014/main" id="{7245A161-D4E2-4E57-9A6B-177B9BBF2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1" name="Rectangle 148">
                <a:extLst>
                  <a:ext uri="{FF2B5EF4-FFF2-40B4-BE49-F238E27FC236}">
                    <a16:creationId xmlns:a16="http://schemas.microsoft.com/office/drawing/2014/main" id="{9A570703-6E93-43E7-BFD2-A671FF060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72" name="Group 149">
                <a:extLst>
                  <a:ext uri="{FF2B5EF4-FFF2-40B4-BE49-F238E27FC236}">
                    <a16:creationId xmlns:a16="http://schemas.microsoft.com/office/drawing/2014/main" id="{E99A5AA2-72A4-4A9D-8A12-F37D77E561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93" name="AutoShape 150">
                  <a:extLst>
                    <a:ext uri="{FF2B5EF4-FFF2-40B4-BE49-F238E27FC236}">
                      <a16:creationId xmlns:a16="http://schemas.microsoft.com/office/drawing/2014/main" id="{C26AC6E9-2428-44E8-8E71-A5EE963AC9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4" name="AutoShape 151">
                  <a:extLst>
                    <a:ext uri="{FF2B5EF4-FFF2-40B4-BE49-F238E27FC236}">
                      <a16:creationId xmlns:a16="http://schemas.microsoft.com/office/drawing/2014/main" id="{E4102E92-5921-490D-9063-8F887FDCE8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3" name="Rectangle 152">
                <a:extLst>
                  <a:ext uri="{FF2B5EF4-FFF2-40B4-BE49-F238E27FC236}">
                    <a16:creationId xmlns:a16="http://schemas.microsoft.com/office/drawing/2014/main" id="{E0D50583-DF71-4359-B706-AF240D626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74" name="Rectangle 153">
                <a:extLst>
                  <a:ext uri="{FF2B5EF4-FFF2-40B4-BE49-F238E27FC236}">
                    <a16:creationId xmlns:a16="http://schemas.microsoft.com/office/drawing/2014/main" id="{C09F0FC5-A563-453D-A299-E7A5CA3E6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75" name="Group 154">
                <a:extLst>
                  <a:ext uri="{FF2B5EF4-FFF2-40B4-BE49-F238E27FC236}">
                    <a16:creationId xmlns:a16="http://schemas.microsoft.com/office/drawing/2014/main" id="{2D1BFA91-C619-4B2F-94EF-584625A193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91" name="AutoShape 155">
                  <a:extLst>
                    <a:ext uri="{FF2B5EF4-FFF2-40B4-BE49-F238E27FC236}">
                      <a16:creationId xmlns:a16="http://schemas.microsoft.com/office/drawing/2014/main" id="{A2FE379B-D838-4D50-9A43-BBBA000EDE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" name="AutoShape 156">
                  <a:extLst>
                    <a:ext uri="{FF2B5EF4-FFF2-40B4-BE49-F238E27FC236}">
                      <a16:creationId xmlns:a16="http://schemas.microsoft.com/office/drawing/2014/main" id="{9F968E35-86CA-4CE3-85FB-FC34B4C3BC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6" name="Freeform 157">
                <a:extLst>
                  <a:ext uri="{FF2B5EF4-FFF2-40B4-BE49-F238E27FC236}">
                    <a16:creationId xmlns:a16="http://schemas.microsoft.com/office/drawing/2014/main" id="{200385DF-16E0-4E5B-82F1-26807F93F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7" name="Group 158">
                <a:extLst>
                  <a:ext uri="{FF2B5EF4-FFF2-40B4-BE49-F238E27FC236}">
                    <a16:creationId xmlns:a16="http://schemas.microsoft.com/office/drawing/2014/main" id="{A2DE4EF0-C93A-40B4-88B2-076D6F6C0D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9" name="AutoShape 159">
                  <a:extLst>
                    <a:ext uri="{FF2B5EF4-FFF2-40B4-BE49-F238E27FC236}">
                      <a16:creationId xmlns:a16="http://schemas.microsoft.com/office/drawing/2014/main" id="{56255F51-DA55-4012-8EEC-86FCADD317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0" name="AutoShape 160">
                  <a:extLst>
                    <a:ext uri="{FF2B5EF4-FFF2-40B4-BE49-F238E27FC236}">
                      <a16:creationId xmlns:a16="http://schemas.microsoft.com/office/drawing/2014/main" id="{EC2BE616-7B21-4ADF-BFF2-0067783165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8" name="Rectangle 161">
                <a:extLst>
                  <a:ext uri="{FF2B5EF4-FFF2-40B4-BE49-F238E27FC236}">
                    <a16:creationId xmlns:a16="http://schemas.microsoft.com/office/drawing/2014/main" id="{EA2099E7-845A-499F-80C1-26A850B1D8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79" name="Freeform 162">
                <a:extLst>
                  <a:ext uri="{FF2B5EF4-FFF2-40B4-BE49-F238E27FC236}">
                    <a16:creationId xmlns:a16="http://schemas.microsoft.com/office/drawing/2014/main" id="{D63179F5-1B28-4017-8900-969E1DF8E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0" name="Freeform 163">
                <a:extLst>
                  <a:ext uri="{FF2B5EF4-FFF2-40B4-BE49-F238E27FC236}">
                    <a16:creationId xmlns:a16="http://schemas.microsoft.com/office/drawing/2014/main" id="{C8AC9DFD-EDD1-483A-B902-3E3B89A63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1" name="Oval 164">
                <a:extLst>
                  <a:ext uri="{FF2B5EF4-FFF2-40B4-BE49-F238E27FC236}">
                    <a16:creationId xmlns:a16="http://schemas.microsoft.com/office/drawing/2014/main" id="{BAE8CA1D-DA8C-4DE6-A411-FFD71F801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2" name="Freeform 165">
                <a:extLst>
                  <a:ext uri="{FF2B5EF4-FFF2-40B4-BE49-F238E27FC236}">
                    <a16:creationId xmlns:a16="http://schemas.microsoft.com/office/drawing/2014/main" id="{C411D829-DFF8-4B1D-9BF6-ACE5E56CE6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3" name="AutoShape 166">
                <a:extLst>
                  <a:ext uri="{FF2B5EF4-FFF2-40B4-BE49-F238E27FC236}">
                    <a16:creationId xmlns:a16="http://schemas.microsoft.com/office/drawing/2014/main" id="{9EE096D9-205D-432F-8BAC-18A1D915C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4" name="AutoShape 167">
                <a:extLst>
                  <a:ext uri="{FF2B5EF4-FFF2-40B4-BE49-F238E27FC236}">
                    <a16:creationId xmlns:a16="http://schemas.microsoft.com/office/drawing/2014/main" id="{6275F33B-1767-4F8C-8805-284E78F5B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5" name="Oval 168">
                <a:extLst>
                  <a:ext uri="{FF2B5EF4-FFF2-40B4-BE49-F238E27FC236}">
                    <a16:creationId xmlns:a16="http://schemas.microsoft.com/office/drawing/2014/main" id="{78E6C052-4AA7-4D87-9923-CFB8C692C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6" name="Oval 169">
                <a:extLst>
                  <a:ext uri="{FF2B5EF4-FFF2-40B4-BE49-F238E27FC236}">
                    <a16:creationId xmlns:a16="http://schemas.microsoft.com/office/drawing/2014/main" id="{FFF2FC07-02A5-48B4-8A60-3C937C14D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7" name="Oval 170">
                <a:extLst>
                  <a:ext uri="{FF2B5EF4-FFF2-40B4-BE49-F238E27FC236}">
                    <a16:creationId xmlns:a16="http://schemas.microsoft.com/office/drawing/2014/main" id="{445588D6-5169-4957-84AC-1C2F0937DC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8" name="Rectangle 171">
                <a:extLst>
                  <a:ext uri="{FF2B5EF4-FFF2-40B4-BE49-F238E27FC236}">
                    <a16:creationId xmlns:a16="http://schemas.microsoft.com/office/drawing/2014/main" id="{A558DAED-9764-4D02-8F61-E0876EF09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1" name="Group 172">
              <a:extLst>
                <a:ext uri="{FF2B5EF4-FFF2-40B4-BE49-F238E27FC236}">
                  <a16:creationId xmlns:a16="http://schemas.microsoft.com/office/drawing/2014/main" id="{03E26AF3-A2BD-401F-89CC-39B82DD73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9206" y="4029542"/>
              <a:ext cx="394097" cy="417910"/>
              <a:chOff x="-44" y="1473"/>
              <a:chExt cx="981" cy="1105"/>
            </a:xfrm>
          </p:grpSpPr>
          <p:pic>
            <p:nvPicPr>
              <p:cNvPr id="463" name="Picture 173" descr="desktop_computer_stylized_medium">
                <a:extLst>
                  <a:ext uri="{FF2B5EF4-FFF2-40B4-BE49-F238E27FC236}">
                    <a16:creationId xmlns:a16="http://schemas.microsoft.com/office/drawing/2014/main" id="{1F6F03F6-7A3A-4CD5-9B17-E53B7BD3FA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4" name="Freeform 174">
                <a:extLst>
                  <a:ext uri="{FF2B5EF4-FFF2-40B4-BE49-F238E27FC236}">
                    <a16:creationId xmlns:a16="http://schemas.microsoft.com/office/drawing/2014/main" id="{3DB53109-60B2-48A2-8C4B-B599BA52943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92" name="Group 175">
              <a:extLst>
                <a:ext uri="{FF2B5EF4-FFF2-40B4-BE49-F238E27FC236}">
                  <a16:creationId xmlns:a16="http://schemas.microsoft.com/office/drawing/2014/main" id="{21067202-3220-4A6F-BA22-8262401D0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3088" y="1336348"/>
              <a:ext cx="283369" cy="432197"/>
              <a:chOff x="4140" y="429"/>
              <a:chExt cx="1425" cy="2396"/>
            </a:xfrm>
          </p:grpSpPr>
          <p:sp>
            <p:nvSpPr>
              <p:cNvPr id="431" name="Freeform 176">
                <a:extLst>
                  <a:ext uri="{FF2B5EF4-FFF2-40B4-BE49-F238E27FC236}">
                    <a16:creationId xmlns:a16="http://schemas.microsoft.com/office/drawing/2014/main" id="{668DDD42-3CDA-4266-B77E-5AABC03A1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2" name="Rectangle 177">
                <a:extLst>
                  <a:ext uri="{FF2B5EF4-FFF2-40B4-BE49-F238E27FC236}">
                    <a16:creationId xmlns:a16="http://schemas.microsoft.com/office/drawing/2014/main" id="{A0FE5A4D-8763-4DD6-8098-92F19762C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33" name="Freeform 178">
                <a:extLst>
                  <a:ext uri="{FF2B5EF4-FFF2-40B4-BE49-F238E27FC236}">
                    <a16:creationId xmlns:a16="http://schemas.microsoft.com/office/drawing/2014/main" id="{BC65D04C-EC1D-414D-80E0-E675548E2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4" name="Freeform 179">
                <a:extLst>
                  <a:ext uri="{FF2B5EF4-FFF2-40B4-BE49-F238E27FC236}">
                    <a16:creationId xmlns:a16="http://schemas.microsoft.com/office/drawing/2014/main" id="{EF267603-7BF3-4F4D-9DF0-53A5C7890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5" name="Rectangle 180">
                <a:extLst>
                  <a:ext uri="{FF2B5EF4-FFF2-40B4-BE49-F238E27FC236}">
                    <a16:creationId xmlns:a16="http://schemas.microsoft.com/office/drawing/2014/main" id="{2E6AFB8D-8FE8-45B7-A318-8214FB72D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36" name="Group 181">
                <a:extLst>
                  <a:ext uri="{FF2B5EF4-FFF2-40B4-BE49-F238E27FC236}">
                    <a16:creationId xmlns:a16="http://schemas.microsoft.com/office/drawing/2014/main" id="{400A48DD-D71A-427F-BFD8-67346C5AEA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1" name="AutoShape 182">
                  <a:extLst>
                    <a:ext uri="{FF2B5EF4-FFF2-40B4-BE49-F238E27FC236}">
                      <a16:creationId xmlns:a16="http://schemas.microsoft.com/office/drawing/2014/main" id="{D9E61A38-046F-4490-8AE4-F3C663DD6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2" name="AutoShape 183">
                  <a:extLst>
                    <a:ext uri="{FF2B5EF4-FFF2-40B4-BE49-F238E27FC236}">
                      <a16:creationId xmlns:a16="http://schemas.microsoft.com/office/drawing/2014/main" id="{C045FE5D-C545-41DC-8E93-F96A9717F5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37" name="Rectangle 184">
                <a:extLst>
                  <a:ext uri="{FF2B5EF4-FFF2-40B4-BE49-F238E27FC236}">
                    <a16:creationId xmlns:a16="http://schemas.microsoft.com/office/drawing/2014/main" id="{74E3C45B-28D4-4389-A402-23FAC1AEF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38" name="Group 185">
                <a:extLst>
                  <a:ext uri="{FF2B5EF4-FFF2-40B4-BE49-F238E27FC236}">
                    <a16:creationId xmlns:a16="http://schemas.microsoft.com/office/drawing/2014/main" id="{CAB51DB6-B307-4F78-8A32-FC55B64F21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59" name="AutoShape 186">
                  <a:extLst>
                    <a:ext uri="{FF2B5EF4-FFF2-40B4-BE49-F238E27FC236}">
                      <a16:creationId xmlns:a16="http://schemas.microsoft.com/office/drawing/2014/main" id="{05D89496-1282-410E-B326-9214AAAAF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0" name="AutoShape 187">
                  <a:extLst>
                    <a:ext uri="{FF2B5EF4-FFF2-40B4-BE49-F238E27FC236}">
                      <a16:creationId xmlns:a16="http://schemas.microsoft.com/office/drawing/2014/main" id="{24E3318C-C3A8-447E-A7FF-A485C8200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39" name="Rectangle 188">
                <a:extLst>
                  <a:ext uri="{FF2B5EF4-FFF2-40B4-BE49-F238E27FC236}">
                    <a16:creationId xmlns:a16="http://schemas.microsoft.com/office/drawing/2014/main" id="{A366DAA1-8B61-4150-9B79-121B5B0F0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0" name="Rectangle 189">
                <a:extLst>
                  <a:ext uri="{FF2B5EF4-FFF2-40B4-BE49-F238E27FC236}">
                    <a16:creationId xmlns:a16="http://schemas.microsoft.com/office/drawing/2014/main" id="{289D7AAB-6FD8-450C-952E-842014F79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41" name="Group 190">
                <a:extLst>
                  <a:ext uri="{FF2B5EF4-FFF2-40B4-BE49-F238E27FC236}">
                    <a16:creationId xmlns:a16="http://schemas.microsoft.com/office/drawing/2014/main" id="{DAEE857D-BFD4-4E83-8051-A7D7AE82E4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57" name="AutoShape 191">
                  <a:extLst>
                    <a:ext uri="{FF2B5EF4-FFF2-40B4-BE49-F238E27FC236}">
                      <a16:creationId xmlns:a16="http://schemas.microsoft.com/office/drawing/2014/main" id="{DDD01F9E-693A-4603-A5C3-A0C325EA22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8" name="AutoShape 192">
                  <a:extLst>
                    <a:ext uri="{FF2B5EF4-FFF2-40B4-BE49-F238E27FC236}">
                      <a16:creationId xmlns:a16="http://schemas.microsoft.com/office/drawing/2014/main" id="{8CA0B00C-03D3-41CD-8B73-5F11EC1C4D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2" name="Freeform 193">
                <a:extLst>
                  <a:ext uri="{FF2B5EF4-FFF2-40B4-BE49-F238E27FC236}">
                    <a16:creationId xmlns:a16="http://schemas.microsoft.com/office/drawing/2014/main" id="{531FE6C0-544D-473B-8B10-4F2651D08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43" name="Group 194">
                <a:extLst>
                  <a:ext uri="{FF2B5EF4-FFF2-40B4-BE49-F238E27FC236}">
                    <a16:creationId xmlns:a16="http://schemas.microsoft.com/office/drawing/2014/main" id="{90BB0C37-A4F5-4F8F-A3ED-991F91C8A0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55" name="AutoShape 195">
                  <a:extLst>
                    <a:ext uri="{FF2B5EF4-FFF2-40B4-BE49-F238E27FC236}">
                      <a16:creationId xmlns:a16="http://schemas.microsoft.com/office/drawing/2014/main" id="{4B5556FA-BD6A-48CD-A5EC-3B20B95406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6" name="AutoShape 196">
                  <a:extLst>
                    <a:ext uri="{FF2B5EF4-FFF2-40B4-BE49-F238E27FC236}">
                      <a16:creationId xmlns:a16="http://schemas.microsoft.com/office/drawing/2014/main" id="{AF73FD9B-7789-4D7E-8E01-8EA13ECBD1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4" name="Rectangle 197">
                <a:extLst>
                  <a:ext uri="{FF2B5EF4-FFF2-40B4-BE49-F238E27FC236}">
                    <a16:creationId xmlns:a16="http://schemas.microsoft.com/office/drawing/2014/main" id="{8FE02255-3F4E-4431-83AF-B8B7F935D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5" name="Freeform 198">
                <a:extLst>
                  <a:ext uri="{FF2B5EF4-FFF2-40B4-BE49-F238E27FC236}">
                    <a16:creationId xmlns:a16="http://schemas.microsoft.com/office/drawing/2014/main" id="{B1CF9F2D-032E-447C-BD38-DF2F963FA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6" name="Freeform 199">
                <a:extLst>
                  <a:ext uri="{FF2B5EF4-FFF2-40B4-BE49-F238E27FC236}">
                    <a16:creationId xmlns:a16="http://schemas.microsoft.com/office/drawing/2014/main" id="{CCA70803-CF15-4686-B841-7C368090B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7" name="Oval 200">
                <a:extLst>
                  <a:ext uri="{FF2B5EF4-FFF2-40B4-BE49-F238E27FC236}">
                    <a16:creationId xmlns:a16="http://schemas.microsoft.com/office/drawing/2014/main" id="{85106DEA-144E-4CC4-8D4E-236BBF5D5C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8" name="Freeform 201">
                <a:extLst>
                  <a:ext uri="{FF2B5EF4-FFF2-40B4-BE49-F238E27FC236}">
                    <a16:creationId xmlns:a16="http://schemas.microsoft.com/office/drawing/2014/main" id="{762C3FD9-F228-4C9E-9962-269DC25BC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9" name="AutoShape 202">
                <a:extLst>
                  <a:ext uri="{FF2B5EF4-FFF2-40B4-BE49-F238E27FC236}">
                    <a16:creationId xmlns:a16="http://schemas.microsoft.com/office/drawing/2014/main" id="{1C09E59E-D185-4673-8E53-CD64C0851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0" name="AutoShape 203">
                <a:extLst>
                  <a:ext uri="{FF2B5EF4-FFF2-40B4-BE49-F238E27FC236}">
                    <a16:creationId xmlns:a16="http://schemas.microsoft.com/office/drawing/2014/main" id="{CF3DEA98-5429-46E9-B59C-252563CDC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1" name="Oval 204">
                <a:extLst>
                  <a:ext uri="{FF2B5EF4-FFF2-40B4-BE49-F238E27FC236}">
                    <a16:creationId xmlns:a16="http://schemas.microsoft.com/office/drawing/2014/main" id="{02071C40-30F9-4F82-96C1-529444E90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2" name="Oval 205">
                <a:extLst>
                  <a:ext uri="{FF2B5EF4-FFF2-40B4-BE49-F238E27FC236}">
                    <a16:creationId xmlns:a16="http://schemas.microsoft.com/office/drawing/2014/main" id="{732BAE19-03E2-45EE-A188-354F0A728A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3" name="Oval 206">
                <a:extLst>
                  <a:ext uri="{FF2B5EF4-FFF2-40B4-BE49-F238E27FC236}">
                    <a16:creationId xmlns:a16="http://schemas.microsoft.com/office/drawing/2014/main" id="{35445A6C-C455-46E8-A1AD-2A6615BDD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4" name="Rectangle 207">
                <a:extLst>
                  <a:ext uri="{FF2B5EF4-FFF2-40B4-BE49-F238E27FC236}">
                    <a16:creationId xmlns:a16="http://schemas.microsoft.com/office/drawing/2014/main" id="{F3B76D93-33D1-49CA-B991-CF83D154C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3" name="Group 208">
              <a:extLst>
                <a:ext uri="{FF2B5EF4-FFF2-40B4-BE49-F238E27FC236}">
                  <a16:creationId xmlns:a16="http://schemas.microsoft.com/office/drawing/2014/main" id="{2DE2C168-9D96-46CB-8FA1-281647933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7444" y="1360161"/>
              <a:ext cx="283369" cy="432197"/>
              <a:chOff x="4140" y="429"/>
              <a:chExt cx="1425" cy="2396"/>
            </a:xfrm>
          </p:grpSpPr>
          <p:sp>
            <p:nvSpPr>
              <p:cNvPr id="399" name="Freeform 209">
                <a:extLst>
                  <a:ext uri="{FF2B5EF4-FFF2-40B4-BE49-F238E27FC236}">
                    <a16:creationId xmlns:a16="http://schemas.microsoft.com/office/drawing/2014/main" id="{5322E558-AE44-4E06-A988-1A559750ED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0" name="Rectangle 210">
                <a:extLst>
                  <a:ext uri="{FF2B5EF4-FFF2-40B4-BE49-F238E27FC236}">
                    <a16:creationId xmlns:a16="http://schemas.microsoft.com/office/drawing/2014/main" id="{ACA84AE2-3995-4E7C-BDC4-55F5428CF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01" name="Freeform 211">
                <a:extLst>
                  <a:ext uri="{FF2B5EF4-FFF2-40B4-BE49-F238E27FC236}">
                    <a16:creationId xmlns:a16="http://schemas.microsoft.com/office/drawing/2014/main" id="{232F8BD0-1CA9-461F-906A-5BAE128444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2" name="Freeform 212">
                <a:extLst>
                  <a:ext uri="{FF2B5EF4-FFF2-40B4-BE49-F238E27FC236}">
                    <a16:creationId xmlns:a16="http://schemas.microsoft.com/office/drawing/2014/main" id="{653D0F14-947F-4AC4-9C84-346796221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3" name="Rectangle 213">
                <a:extLst>
                  <a:ext uri="{FF2B5EF4-FFF2-40B4-BE49-F238E27FC236}">
                    <a16:creationId xmlns:a16="http://schemas.microsoft.com/office/drawing/2014/main" id="{7D3A68B7-4553-4463-972E-81A0BBB23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04" name="Group 214">
                <a:extLst>
                  <a:ext uri="{FF2B5EF4-FFF2-40B4-BE49-F238E27FC236}">
                    <a16:creationId xmlns:a16="http://schemas.microsoft.com/office/drawing/2014/main" id="{409A38B2-42DF-499A-9CD9-6CDC71CB1D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29" name="AutoShape 215">
                  <a:extLst>
                    <a:ext uri="{FF2B5EF4-FFF2-40B4-BE49-F238E27FC236}">
                      <a16:creationId xmlns:a16="http://schemas.microsoft.com/office/drawing/2014/main" id="{34986EC4-911A-4516-9D20-E288B6992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0" name="AutoShape 216">
                  <a:extLst>
                    <a:ext uri="{FF2B5EF4-FFF2-40B4-BE49-F238E27FC236}">
                      <a16:creationId xmlns:a16="http://schemas.microsoft.com/office/drawing/2014/main" id="{C72E10BA-5B27-407A-A73A-A132AC13AE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05" name="Rectangle 217">
                <a:extLst>
                  <a:ext uri="{FF2B5EF4-FFF2-40B4-BE49-F238E27FC236}">
                    <a16:creationId xmlns:a16="http://schemas.microsoft.com/office/drawing/2014/main" id="{769C507D-9DAF-4D1B-836C-B257431F5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06" name="Group 218">
                <a:extLst>
                  <a:ext uri="{FF2B5EF4-FFF2-40B4-BE49-F238E27FC236}">
                    <a16:creationId xmlns:a16="http://schemas.microsoft.com/office/drawing/2014/main" id="{E0857547-7152-41A4-8025-8506115246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27" name="AutoShape 219">
                  <a:extLst>
                    <a:ext uri="{FF2B5EF4-FFF2-40B4-BE49-F238E27FC236}">
                      <a16:creationId xmlns:a16="http://schemas.microsoft.com/office/drawing/2014/main" id="{544E3D02-ED67-4626-B4F8-66BD421976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8" name="AutoShape 220">
                  <a:extLst>
                    <a:ext uri="{FF2B5EF4-FFF2-40B4-BE49-F238E27FC236}">
                      <a16:creationId xmlns:a16="http://schemas.microsoft.com/office/drawing/2014/main" id="{3D3793A6-6921-41C7-B4B9-1C75D65897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07" name="Rectangle 221">
                <a:extLst>
                  <a:ext uri="{FF2B5EF4-FFF2-40B4-BE49-F238E27FC236}">
                    <a16:creationId xmlns:a16="http://schemas.microsoft.com/office/drawing/2014/main" id="{45352DB5-8805-433D-A08A-8E2B701E7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08" name="Rectangle 222">
                <a:extLst>
                  <a:ext uri="{FF2B5EF4-FFF2-40B4-BE49-F238E27FC236}">
                    <a16:creationId xmlns:a16="http://schemas.microsoft.com/office/drawing/2014/main" id="{8FA5D80F-0C6C-4673-AA2B-BC04FD348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09" name="Group 223">
                <a:extLst>
                  <a:ext uri="{FF2B5EF4-FFF2-40B4-BE49-F238E27FC236}">
                    <a16:creationId xmlns:a16="http://schemas.microsoft.com/office/drawing/2014/main" id="{7AE44DAA-CC74-4E43-8D57-365543E471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5" name="AutoShape 224">
                  <a:extLst>
                    <a:ext uri="{FF2B5EF4-FFF2-40B4-BE49-F238E27FC236}">
                      <a16:creationId xmlns:a16="http://schemas.microsoft.com/office/drawing/2014/main" id="{6FC1933F-981B-4755-AD06-727318CED2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6" name="AutoShape 225">
                  <a:extLst>
                    <a:ext uri="{FF2B5EF4-FFF2-40B4-BE49-F238E27FC236}">
                      <a16:creationId xmlns:a16="http://schemas.microsoft.com/office/drawing/2014/main" id="{CB6D0DC2-9E2B-4461-8904-3E6C219BCD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10" name="Freeform 226">
                <a:extLst>
                  <a:ext uri="{FF2B5EF4-FFF2-40B4-BE49-F238E27FC236}">
                    <a16:creationId xmlns:a16="http://schemas.microsoft.com/office/drawing/2014/main" id="{39556F62-2FB5-4582-95E6-1F8D5EE041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11" name="Group 227">
                <a:extLst>
                  <a:ext uri="{FF2B5EF4-FFF2-40B4-BE49-F238E27FC236}">
                    <a16:creationId xmlns:a16="http://schemas.microsoft.com/office/drawing/2014/main" id="{ED1D2CC4-0B62-4030-BE36-9909686996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23" name="AutoShape 228">
                  <a:extLst>
                    <a:ext uri="{FF2B5EF4-FFF2-40B4-BE49-F238E27FC236}">
                      <a16:creationId xmlns:a16="http://schemas.microsoft.com/office/drawing/2014/main" id="{489C3B18-8CE2-49BC-88A0-D600E36B19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4" name="AutoShape 229">
                  <a:extLst>
                    <a:ext uri="{FF2B5EF4-FFF2-40B4-BE49-F238E27FC236}">
                      <a16:creationId xmlns:a16="http://schemas.microsoft.com/office/drawing/2014/main" id="{1604C375-574D-4596-AF9E-EFB844C97E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12" name="Rectangle 230">
                <a:extLst>
                  <a:ext uri="{FF2B5EF4-FFF2-40B4-BE49-F238E27FC236}">
                    <a16:creationId xmlns:a16="http://schemas.microsoft.com/office/drawing/2014/main" id="{317E8CB7-8514-43BA-AF95-60A3E8B0A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3" name="Freeform 231">
                <a:extLst>
                  <a:ext uri="{FF2B5EF4-FFF2-40B4-BE49-F238E27FC236}">
                    <a16:creationId xmlns:a16="http://schemas.microsoft.com/office/drawing/2014/main" id="{A7D11953-54E8-410A-8139-DF8D8D7BD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4" name="Freeform 232">
                <a:extLst>
                  <a:ext uri="{FF2B5EF4-FFF2-40B4-BE49-F238E27FC236}">
                    <a16:creationId xmlns:a16="http://schemas.microsoft.com/office/drawing/2014/main" id="{8B4C6BDE-D4E5-4553-BD30-55A543EC3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5" name="Oval 233">
                <a:extLst>
                  <a:ext uri="{FF2B5EF4-FFF2-40B4-BE49-F238E27FC236}">
                    <a16:creationId xmlns:a16="http://schemas.microsoft.com/office/drawing/2014/main" id="{AF63D61F-53C2-423B-A70F-A56D301AC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6" name="Freeform 234">
                <a:extLst>
                  <a:ext uri="{FF2B5EF4-FFF2-40B4-BE49-F238E27FC236}">
                    <a16:creationId xmlns:a16="http://schemas.microsoft.com/office/drawing/2014/main" id="{C65994BF-B264-42D0-8247-A51294F98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7" name="AutoShape 235">
                <a:extLst>
                  <a:ext uri="{FF2B5EF4-FFF2-40B4-BE49-F238E27FC236}">
                    <a16:creationId xmlns:a16="http://schemas.microsoft.com/office/drawing/2014/main" id="{40A52031-F968-417B-B20D-734E93BDC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8" name="AutoShape 236">
                <a:extLst>
                  <a:ext uri="{FF2B5EF4-FFF2-40B4-BE49-F238E27FC236}">
                    <a16:creationId xmlns:a16="http://schemas.microsoft.com/office/drawing/2014/main" id="{4964DC80-32E8-4A04-9C2F-D5C10600B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9" name="Oval 237">
                <a:extLst>
                  <a:ext uri="{FF2B5EF4-FFF2-40B4-BE49-F238E27FC236}">
                    <a16:creationId xmlns:a16="http://schemas.microsoft.com/office/drawing/2014/main" id="{562C9BCE-8D92-4372-8AE3-AA985BBBA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20" name="Oval 238">
                <a:extLst>
                  <a:ext uri="{FF2B5EF4-FFF2-40B4-BE49-F238E27FC236}">
                    <a16:creationId xmlns:a16="http://schemas.microsoft.com/office/drawing/2014/main" id="{DDD154CB-50AE-4D63-B29B-4D531BA5C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1" name="Oval 239">
                <a:extLst>
                  <a:ext uri="{FF2B5EF4-FFF2-40B4-BE49-F238E27FC236}">
                    <a16:creationId xmlns:a16="http://schemas.microsoft.com/office/drawing/2014/main" id="{69596539-E53C-4D0C-9932-8DB884DC6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22" name="Rectangle 240">
                <a:extLst>
                  <a:ext uri="{FF2B5EF4-FFF2-40B4-BE49-F238E27FC236}">
                    <a16:creationId xmlns:a16="http://schemas.microsoft.com/office/drawing/2014/main" id="{A6AA22BF-1ED7-4734-9B41-0C9F70065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4" name="Group 241">
              <a:extLst>
                <a:ext uri="{FF2B5EF4-FFF2-40B4-BE49-F238E27FC236}">
                  <a16:creationId xmlns:a16="http://schemas.microsoft.com/office/drawing/2014/main" id="{F076A265-D1BF-479B-AB7C-A9D5A72B34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4644" y="1474461"/>
              <a:ext cx="283369" cy="432197"/>
              <a:chOff x="4140" y="429"/>
              <a:chExt cx="1425" cy="2396"/>
            </a:xfrm>
          </p:grpSpPr>
          <p:sp>
            <p:nvSpPr>
              <p:cNvPr id="367" name="Freeform 242">
                <a:extLst>
                  <a:ext uri="{FF2B5EF4-FFF2-40B4-BE49-F238E27FC236}">
                    <a16:creationId xmlns:a16="http://schemas.microsoft.com/office/drawing/2014/main" id="{F4B30739-5E0F-442E-90EB-2FF4261EC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8" name="Rectangle 243">
                <a:extLst>
                  <a:ext uri="{FF2B5EF4-FFF2-40B4-BE49-F238E27FC236}">
                    <a16:creationId xmlns:a16="http://schemas.microsoft.com/office/drawing/2014/main" id="{7DACBC8A-93C9-49E5-8349-1EBF8E411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69" name="Freeform 244">
                <a:extLst>
                  <a:ext uri="{FF2B5EF4-FFF2-40B4-BE49-F238E27FC236}">
                    <a16:creationId xmlns:a16="http://schemas.microsoft.com/office/drawing/2014/main" id="{3932CDEC-7191-4E6E-882E-A393EC6AF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0" name="Freeform 245">
                <a:extLst>
                  <a:ext uri="{FF2B5EF4-FFF2-40B4-BE49-F238E27FC236}">
                    <a16:creationId xmlns:a16="http://schemas.microsoft.com/office/drawing/2014/main" id="{D82D4543-85DE-4508-8DA9-B98E5C9EBA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1" name="Rectangle 246">
                <a:extLst>
                  <a:ext uri="{FF2B5EF4-FFF2-40B4-BE49-F238E27FC236}">
                    <a16:creationId xmlns:a16="http://schemas.microsoft.com/office/drawing/2014/main" id="{335A0D84-3CAB-443A-9182-734C9AAAA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72" name="Group 247">
                <a:extLst>
                  <a:ext uri="{FF2B5EF4-FFF2-40B4-BE49-F238E27FC236}">
                    <a16:creationId xmlns:a16="http://schemas.microsoft.com/office/drawing/2014/main" id="{E424D79E-231F-46D4-BE66-BAA1FB91BF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7" name="AutoShape 248">
                  <a:extLst>
                    <a:ext uri="{FF2B5EF4-FFF2-40B4-BE49-F238E27FC236}">
                      <a16:creationId xmlns:a16="http://schemas.microsoft.com/office/drawing/2014/main" id="{F599AB5B-9768-43CE-9BC2-E5E9C7418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8" name="AutoShape 249">
                  <a:extLst>
                    <a:ext uri="{FF2B5EF4-FFF2-40B4-BE49-F238E27FC236}">
                      <a16:creationId xmlns:a16="http://schemas.microsoft.com/office/drawing/2014/main" id="{2B379901-3A3B-438F-9745-DD757DE5BA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3" name="Rectangle 250">
                <a:extLst>
                  <a:ext uri="{FF2B5EF4-FFF2-40B4-BE49-F238E27FC236}">
                    <a16:creationId xmlns:a16="http://schemas.microsoft.com/office/drawing/2014/main" id="{ADA237A7-3C0A-4B0B-A5A2-2C62C8452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74" name="Group 251">
                <a:extLst>
                  <a:ext uri="{FF2B5EF4-FFF2-40B4-BE49-F238E27FC236}">
                    <a16:creationId xmlns:a16="http://schemas.microsoft.com/office/drawing/2014/main" id="{9B6F4C68-BCC1-4D22-8161-CAC2BA7899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5" name="AutoShape 252">
                  <a:extLst>
                    <a:ext uri="{FF2B5EF4-FFF2-40B4-BE49-F238E27FC236}">
                      <a16:creationId xmlns:a16="http://schemas.microsoft.com/office/drawing/2014/main" id="{D4FC913D-D9CB-43EF-8FFA-CD3C426B85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6" name="AutoShape 253">
                  <a:extLst>
                    <a:ext uri="{FF2B5EF4-FFF2-40B4-BE49-F238E27FC236}">
                      <a16:creationId xmlns:a16="http://schemas.microsoft.com/office/drawing/2014/main" id="{35AE3E2A-D933-40AC-A77E-1A9077FC71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5" name="Rectangle 254">
                <a:extLst>
                  <a:ext uri="{FF2B5EF4-FFF2-40B4-BE49-F238E27FC236}">
                    <a16:creationId xmlns:a16="http://schemas.microsoft.com/office/drawing/2014/main" id="{FDE593AB-B138-4BBA-BADD-7F8D6C8D5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76" name="Rectangle 255">
                <a:extLst>
                  <a:ext uri="{FF2B5EF4-FFF2-40B4-BE49-F238E27FC236}">
                    <a16:creationId xmlns:a16="http://schemas.microsoft.com/office/drawing/2014/main" id="{C30CB5CE-A6A0-4470-9D19-AC4DD0CDA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77" name="Group 256">
                <a:extLst>
                  <a:ext uri="{FF2B5EF4-FFF2-40B4-BE49-F238E27FC236}">
                    <a16:creationId xmlns:a16="http://schemas.microsoft.com/office/drawing/2014/main" id="{8AB95776-33F7-4862-A653-57C5F82551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3" name="AutoShape 257">
                  <a:extLst>
                    <a:ext uri="{FF2B5EF4-FFF2-40B4-BE49-F238E27FC236}">
                      <a16:creationId xmlns:a16="http://schemas.microsoft.com/office/drawing/2014/main" id="{D8E5856E-AF8A-47C0-9B83-CC752EB23B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4" name="AutoShape 258">
                  <a:extLst>
                    <a:ext uri="{FF2B5EF4-FFF2-40B4-BE49-F238E27FC236}">
                      <a16:creationId xmlns:a16="http://schemas.microsoft.com/office/drawing/2014/main" id="{85999437-CA84-4CA3-8A79-D985D17130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8" name="Freeform 259">
                <a:extLst>
                  <a:ext uri="{FF2B5EF4-FFF2-40B4-BE49-F238E27FC236}">
                    <a16:creationId xmlns:a16="http://schemas.microsoft.com/office/drawing/2014/main" id="{AEC64E6B-EB69-49FC-A2A5-782DF6A5FF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379" name="Group 260">
                <a:extLst>
                  <a:ext uri="{FF2B5EF4-FFF2-40B4-BE49-F238E27FC236}">
                    <a16:creationId xmlns:a16="http://schemas.microsoft.com/office/drawing/2014/main" id="{B7E16A6C-E427-440C-B7AE-8C93BB9178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1" name="AutoShape 261">
                  <a:extLst>
                    <a:ext uri="{FF2B5EF4-FFF2-40B4-BE49-F238E27FC236}">
                      <a16:creationId xmlns:a16="http://schemas.microsoft.com/office/drawing/2014/main" id="{F66C787A-2AF9-4104-8835-A1B467F803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2" name="AutoShape 262">
                  <a:extLst>
                    <a:ext uri="{FF2B5EF4-FFF2-40B4-BE49-F238E27FC236}">
                      <a16:creationId xmlns:a16="http://schemas.microsoft.com/office/drawing/2014/main" id="{A5B03F95-F107-43D9-9F8B-888F98C685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80" name="Rectangle 263">
                <a:extLst>
                  <a:ext uri="{FF2B5EF4-FFF2-40B4-BE49-F238E27FC236}">
                    <a16:creationId xmlns:a16="http://schemas.microsoft.com/office/drawing/2014/main" id="{404B4212-6BBE-4285-8993-50B01E2F8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1" name="Freeform 264">
                <a:extLst>
                  <a:ext uri="{FF2B5EF4-FFF2-40B4-BE49-F238E27FC236}">
                    <a16:creationId xmlns:a16="http://schemas.microsoft.com/office/drawing/2014/main" id="{CE71540C-C50E-4D5F-8D79-937C42293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2" name="Freeform 265">
                <a:extLst>
                  <a:ext uri="{FF2B5EF4-FFF2-40B4-BE49-F238E27FC236}">
                    <a16:creationId xmlns:a16="http://schemas.microsoft.com/office/drawing/2014/main" id="{2ACD3771-9164-4CB7-962F-61378C70D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3" name="Oval 266">
                <a:extLst>
                  <a:ext uri="{FF2B5EF4-FFF2-40B4-BE49-F238E27FC236}">
                    <a16:creationId xmlns:a16="http://schemas.microsoft.com/office/drawing/2014/main" id="{C43799DD-BA08-453B-905B-40E29E19E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4" name="Freeform 267">
                <a:extLst>
                  <a:ext uri="{FF2B5EF4-FFF2-40B4-BE49-F238E27FC236}">
                    <a16:creationId xmlns:a16="http://schemas.microsoft.com/office/drawing/2014/main" id="{81D7DBBE-9642-47F9-AE81-38D49FF11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5" name="AutoShape 268">
                <a:extLst>
                  <a:ext uri="{FF2B5EF4-FFF2-40B4-BE49-F238E27FC236}">
                    <a16:creationId xmlns:a16="http://schemas.microsoft.com/office/drawing/2014/main" id="{2F10D6A3-6239-41B1-B091-90666E80F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6" name="AutoShape 269">
                <a:extLst>
                  <a:ext uri="{FF2B5EF4-FFF2-40B4-BE49-F238E27FC236}">
                    <a16:creationId xmlns:a16="http://schemas.microsoft.com/office/drawing/2014/main" id="{481FA403-EC8B-4236-B065-1CF727FD8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7" name="Oval 270">
                <a:extLst>
                  <a:ext uri="{FF2B5EF4-FFF2-40B4-BE49-F238E27FC236}">
                    <a16:creationId xmlns:a16="http://schemas.microsoft.com/office/drawing/2014/main" id="{0432F3E9-DF46-4BE3-8863-2443181ED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8" name="Oval 271">
                <a:extLst>
                  <a:ext uri="{FF2B5EF4-FFF2-40B4-BE49-F238E27FC236}">
                    <a16:creationId xmlns:a16="http://schemas.microsoft.com/office/drawing/2014/main" id="{C384E855-DFAA-42DE-A9E2-803F22278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9" name="Oval 272">
                <a:extLst>
                  <a:ext uri="{FF2B5EF4-FFF2-40B4-BE49-F238E27FC236}">
                    <a16:creationId xmlns:a16="http://schemas.microsoft.com/office/drawing/2014/main" id="{93D51113-798A-420B-A626-206FF8CA6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90" name="Rectangle 273">
                <a:extLst>
                  <a:ext uri="{FF2B5EF4-FFF2-40B4-BE49-F238E27FC236}">
                    <a16:creationId xmlns:a16="http://schemas.microsoft.com/office/drawing/2014/main" id="{13550481-12DA-4851-B3FA-0280F093B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5" name="Group 274">
              <a:extLst>
                <a:ext uri="{FF2B5EF4-FFF2-40B4-BE49-F238E27FC236}">
                  <a16:creationId xmlns:a16="http://schemas.microsoft.com/office/drawing/2014/main" id="{18C62C5D-9B18-4D49-AE40-BA06F1D43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41103" y="2184073"/>
              <a:ext cx="283369" cy="432197"/>
              <a:chOff x="4140" y="429"/>
              <a:chExt cx="1425" cy="2396"/>
            </a:xfrm>
          </p:grpSpPr>
          <p:sp>
            <p:nvSpPr>
              <p:cNvPr id="335" name="Freeform 275">
                <a:extLst>
                  <a:ext uri="{FF2B5EF4-FFF2-40B4-BE49-F238E27FC236}">
                    <a16:creationId xmlns:a16="http://schemas.microsoft.com/office/drawing/2014/main" id="{15D151EE-B898-47EE-A247-78FAC1D66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6" name="Rectangle 276">
                <a:extLst>
                  <a:ext uri="{FF2B5EF4-FFF2-40B4-BE49-F238E27FC236}">
                    <a16:creationId xmlns:a16="http://schemas.microsoft.com/office/drawing/2014/main" id="{A35FA1FA-CC24-4958-8FB9-EDF5401E5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37" name="Freeform 277">
                <a:extLst>
                  <a:ext uri="{FF2B5EF4-FFF2-40B4-BE49-F238E27FC236}">
                    <a16:creationId xmlns:a16="http://schemas.microsoft.com/office/drawing/2014/main" id="{693F69A6-888E-4DE4-BBA2-60B522925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8" name="Freeform 278">
                <a:extLst>
                  <a:ext uri="{FF2B5EF4-FFF2-40B4-BE49-F238E27FC236}">
                    <a16:creationId xmlns:a16="http://schemas.microsoft.com/office/drawing/2014/main" id="{DE2633D3-9BCE-497D-B597-B5D3ECACBC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9" name="Rectangle 279">
                <a:extLst>
                  <a:ext uri="{FF2B5EF4-FFF2-40B4-BE49-F238E27FC236}">
                    <a16:creationId xmlns:a16="http://schemas.microsoft.com/office/drawing/2014/main" id="{AF061967-CF9B-47C1-8E44-73A7427D8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40" name="Group 280">
                <a:extLst>
                  <a:ext uri="{FF2B5EF4-FFF2-40B4-BE49-F238E27FC236}">
                    <a16:creationId xmlns:a16="http://schemas.microsoft.com/office/drawing/2014/main" id="{B383D810-95B9-4390-A5B4-66B742D1F7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5" name="AutoShape 281">
                  <a:extLst>
                    <a:ext uri="{FF2B5EF4-FFF2-40B4-BE49-F238E27FC236}">
                      <a16:creationId xmlns:a16="http://schemas.microsoft.com/office/drawing/2014/main" id="{6C691E65-05A8-4179-A21B-6D53E39467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6" name="AutoShape 282">
                  <a:extLst>
                    <a:ext uri="{FF2B5EF4-FFF2-40B4-BE49-F238E27FC236}">
                      <a16:creationId xmlns:a16="http://schemas.microsoft.com/office/drawing/2014/main" id="{3FED6BAB-9026-46A8-A975-48E89A4BE9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41" name="Rectangle 283">
                <a:extLst>
                  <a:ext uri="{FF2B5EF4-FFF2-40B4-BE49-F238E27FC236}">
                    <a16:creationId xmlns:a16="http://schemas.microsoft.com/office/drawing/2014/main" id="{B1500386-83CC-4CFF-BFFB-0F0AD4FE6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42" name="Group 284">
                <a:extLst>
                  <a:ext uri="{FF2B5EF4-FFF2-40B4-BE49-F238E27FC236}">
                    <a16:creationId xmlns:a16="http://schemas.microsoft.com/office/drawing/2014/main" id="{53B222A6-FCCA-4FAE-97FE-65076CC0D0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3" name="AutoShape 285">
                  <a:extLst>
                    <a:ext uri="{FF2B5EF4-FFF2-40B4-BE49-F238E27FC236}">
                      <a16:creationId xmlns:a16="http://schemas.microsoft.com/office/drawing/2014/main" id="{716FE661-DFC2-484B-B45F-E82ED502D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4" name="AutoShape 286">
                  <a:extLst>
                    <a:ext uri="{FF2B5EF4-FFF2-40B4-BE49-F238E27FC236}">
                      <a16:creationId xmlns:a16="http://schemas.microsoft.com/office/drawing/2014/main" id="{4326284F-541B-495E-B830-5E134649B5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43" name="Rectangle 287">
                <a:extLst>
                  <a:ext uri="{FF2B5EF4-FFF2-40B4-BE49-F238E27FC236}">
                    <a16:creationId xmlns:a16="http://schemas.microsoft.com/office/drawing/2014/main" id="{41A06325-C572-4C05-830F-8376445C7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44" name="Rectangle 288">
                <a:extLst>
                  <a:ext uri="{FF2B5EF4-FFF2-40B4-BE49-F238E27FC236}">
                    <a16:creationId xmlns:a16="http://schemas.microsoft.com/office/drawing/2014/main" id="{3029EEB5-F545-4BEE-BF47-816C87CF0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45" name="Group 289">
                <a:extLst>
                  <a:ext uri="{FF2B5EF4-FFF2-40B4-BE49-F238E27FC236}">
                    <a16:creationId xmlns:a16="http://schemas.microsoft.com/office/drawing/2014/main" id="{52759FDE-6622-45B8-A40D-8A84B97418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1" name="AutoShape 290">
                  <a:extLst>
                    <a:ext uri="{FF2B5EF4-FFF2-40B4-BE49-F238E27FC236}">
                      <a16:creationId xmlns:a16="http://schemas.microsoft.com/office/drawing/2014/main" id="{763DA2CA-7A3F-49D0-ACEB-D056DB4F8E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2" name="AutoShape 291">
                  <a:extLst>
                    <a:ext uri="{FF2B5EF4-FFF2-40B4-BE49-F238E27FC236}">
                      <a16:creationId xmlns:a16="http://schemas.microsoft.com/office/drawing/2014/main" id="{048E629B-5DD6-4DE0-BF26-1286C04E36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46" name="Freeform 292">
                <a:extLst>
                  <a:ext uri="{FF2B5EF4-FFF2-40B4-BE49-F238E27FC236}">
                    <a16:creationId xmlns:a16="http://schemas.microsoft.com/office/drawing/2014/main" id="{C2B53E54-C690-487A-B79A-0512FA10F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347" name="Group 293">
                <a:extLst>
                  <a:ext uri="{FF2B5EF4-FFF2-40B4-BE49-F238E27FC236}">
                    <a16:creationId xmlns:a16="http://schemas.microsoft.com/office/drawing/2014/main" id="{C4298AC5-4FFD-4074-B9F9-0A1A194CD8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59" name="AutoShape 294">
                  <a:extLst>
                    <a:ext uri="{FF2B5EF4-FFF2-40B4-BE49-F238E27FC236}">
                      <a16:creationId xmlns:a16="http://schemas.microsoft.com/office/drawing/2014/main" id="{CBA08696-8A45-4313-85BE-0989B50992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0" name="AutoShape 295">
                  <a:extLst>
                    <a:ext uri="{FF2B5EF4-FFF2-40B4-BE49-F238E27FC236}">
                      <a16:creationId xmlns:a16="http://schemas.microsoft.com/office/drawing/2014/main" id="{7B81C91A-A040-4448-B317-B3D05C1F8A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48" name="Rectangle 296">
                <a:extLst>
                  <a:ext uri="{FF2B5EF4-FFF2-40B4-BE49-F238E27FC236}">
                    <a16:creationId xmlns:a16="http://schemas.microsoft.com/office/drawing/2014/main" id="{AC2F4E4B-FEFD-4784-8420-B206CF4A8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49" name="Freeform 297">
                <a:extLst>
                  <a:ext uri="{FF2B5EF4-FFF2-40B4-BE49-F238E27FC236}">
                    <a16:creationId xmlns:a16="http://schemas.microsoft.com/office/drawing/2014/main" id="{CC5CD6FD-2474-4E30-8A11-FE77C2AED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0" name="Freeform 298">
                <a:extLst>
                  <a:ext uri="{FF2B5EF4-FFF2-40B4-BE49-F238E27FC236}">
                    <a16:creationId xmlns:a16="http://schemas.microsoft.com/office/drawing/2014/main" id="{964D3AF5-5D68-4C53-8C85-B3E81B6D5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1" name="Oval 299">
                <a:extLst>
                  <a:ext uri="{FF2B5EF4-FFF2-40B4-BE49-F238E27FC236}">
                    <a16:creationId xmlns:a16="http://schemas.microsoft.com/office/drawing/2014/main" id="{53DBC982-7DA4-43E2-9D83-3E1721990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2" name="Freeform 300">
                <a:extLst>
                  <a:ext uri="{FF2B5EF4-FFF2-40B4-BE49-F238E27FC236}">
                    <a16:creationId xmlns:a16="http://schemas.microsoft.com/office/drawing/2014/main" id="{4435D195-398C-443B-8BD4-4172EB4A1A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3" name="AutoShape 301">
                <a:extLst>
                  <a:ext uri="{FF2B5EF4-FFF2-40B4-BE49-F238E27FC236}">
                    <a16:creationId xmlns:a16="http://schemas.microsoft.com/office/drawing/2014/main" id="{9F8092DE-B890-4807-B424-B0966334D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4" name="AutoShape 302">
                <a:extLst>
                  <a:ext uri="{FF2B5EF4-FFF2-40B4-BE49-F238E27FC236}">
                    <a16:creationId xmlns:a16="http://schemas.microsoft.com/office/drawing/2014/main" id="{2ED943C4-E1B9-405E-861B-FD742A46A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5" name="Oval 303">
                <a:extLst>
                  <a:ext uri="{FF2B5EF4-FFF2-40B4-BE49-F238E27FC236}">
                    <a16:creationId xmlns:a16="http://schemas.microsoft.com/office/drawing/2014/main" id="{E712E4BC-1896-4061-A698-A03931758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6" name="Oval 304">
                <a:extLst>
                  <a:ext uri="{FF2B5EF4-FFF2-40B4-BE49-F238E27FC236}">
                    <a16:creationId xmlns:a16="http://schemas.microsoft.com/office/drawing/2014/main" id="{463DD81C-A5EC-4568-98F9-D0D899383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7" name="Oval 305">
                <a:extLst>
                  <a:ext uri="{FF2B5EF4-FFF2-40B4-BE49-F238E27FC236}">
                    <a16:creationId xmlns:a16="http://schemas.microsoft.com/office/drawing/2014/main" id="{8D195EAD-2699-406C-8C79-5676F457D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8" name="Rectangle 306">
                <a:extLst>
                  <a:ext uri="{FF2B5EF4-FFF2-40B4-BE49-F238E27FC236}">
                    <a16:creationId xmlns:a16="http://schemas.microsoft.com/office/drawing/2014/main" id="{F467DBCB-1337-404C-AE40-631AD5A33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6" name="Group 307">
              <a:extLst>
                <a:ext uri="{FF2B5EF4-FFF2-40B4-BE49-F238E27FC236}">
                  <a16:creationId xmlns:a16="http://schemas.microsoft.com/office/drawing/2014/main" id="{BC1709DB-E3BB-4CA8-B845-66E013C77F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6272" y="3997395"/>
              <a:ext cx="283369" cy="432197"/>
              <a:chOff x="4140" y="429"/>
              <a:chExt cx="1425" cy="2396"/>
            </a:xfrm>
          </p:grpSpPr>
          <p:sp>
            <p:nvSpPr>
              <p:cNvPr id="303" name="Freeform 308">
                <a:extLst>
                  <a:ext uri="{FF2B5EF4-FFF2-40B4-BE49-F238E27FC236}">
                    <a16:creationId xmlns:a16="http://schemas.microsoft.com/office/drawing/2014/main" id="{E8A593A9-E55E-4321-9873-934351744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4" name="Rectangle 309">
                <a:extLst>
                  <a:ext uri="{FF2B5EF4-FFF2-40B4-BE49-F238E27FC236}">
                    <a16:creationId xmlns:a16="http://schemas.microsoft.com/office/drawing/2014/main" id="{464041E9-0865-4FB8-8D4F-E31ECE100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05" name="Freeform 310">
                <a:extLst>
                  <a:ext uri="{FF2B5EF4-FFF2-40B4-BE49-F238E27FC236}">
                    <a16:creationId xmlns:a16="http://schemas.microsoft.com/office/drawing/2014/main" id="{146F3A6D-F5EB-4479-A9C2-C7FC111F7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6" name="Freeform 311">
                <a:extLst>
                  <a:ext uri="{FF2B5EF4-FFF2-40B4-BE49-F238E27FC236}">
                    <a16:creationId xmlns:a16="http://schemas.microsoft.com/office/drawing/2014/main" id="{0392D240-38C2-4E1E-AEFC-62619AD56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7" name="Rectangle 312">
                <a:extLst>
                  <a:ext uri="{FF2B5EF4-FFF2-40B4-BE49-F238E27FC236}">
                    <a16:creationId xmlns:a16="http://schemas.microsoft.com/office/drawing/2014/main" id="{B8D8055C-55C6-4547-B413-14547F386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08" name="Group 313">
                <a:extLst>
                  <a:ext uri="{FF2B5EF4-FFF2-40B4-BE49-F238E27FC236}">
                    <a16:creationId xmlns:a16="http://schemas.microsoft.com/office/drawing/2014/main" id="{E58E8481-A56C-400D-985E-B92C5780AB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33" name="AutoShape 314">
                  <a:extLst>
                    <a:ext uri="{FF2B5EF4-FFF2-40B4-BE49-F238E27FC236}">
                      <a16:creationId xmlns:a16="http://schemas.microsoft.com/office/drawing/2014/main" id="{06F51596-53EA-478F-8D96-6258C1B1F2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4" name="AutoShape 315">
                  <a:extLst>
                    <a:ext uri="{FF2B5EF4-FFF2-40B4-BE49-F238E27FC236}">
                      <a16:creationId xmlns:a16="http://schemas.microsoft.com/office/drawing/2014/main" id="{32CB984E-15E5-4392-8E61-5A059660AA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9" name="Rectangle 316">
                <a:extLst>
                  <a:ext uri="{FF2B5EF4-FFF2-40B4-BE49-F238E27FC236}">
                    <a16:creationId xmlns:a16="http://schemas.microsoft.com/office/drawing/2014/main" id="{382CCE2B-A710-4393-A2AD-C0DD5DA16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0" name="Group 317">
                <a:extLst>
                  <a:ext uri="{FF2B5EF4-FFF2-40B4-BE49-F238E27FC236}">
                    <a16:creationId xmlns:a16="http://schemas.microsoft.com/office/drawing/2014/main" id="{C603DAD0-49D4-4373-B2B4-D17FBAAB7A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31" name="AutoShape 318">
                  <a:extLst>
                    <a:ext uri="{FF2B5EF4-FFF2-40B4-BE49-F238E27FC236}">
                      <a16:creationId xmlns:a16="http://schemas.microsoft.com/office/drawing/2014/main" id="{DDBAC0AE-312B-4011-A496-A63DC090FC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2" name="AutoShape 319">
                  <a:extLst>
                    <a:ext uri="{FF2B5EF4-FFF2-40B4-BE49-F238E27FC236}">
                      <a16:creationId xmlns:a16="http://schemas.microsoft.com/office/drawing/2014/main" id="{3DB3261C-7562-48FC-893D-756535BD03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1" name="Rectangle 320">
                <a:extLst>
                  <a:ext uri="{FF2B5EF4-FFF2-40B4-BE49-F238E27FC236}">
                    <a16:creationId xmlns:a16="http://schemas.microsoft.com/office/drawing/2014/main" id="{6A380B02-D656-4216-9F12-07BC966B5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12" name="Rectangle 321">
                <a:extLst>
                  <a:ext uri="{FF2B5EF4-FFF2-40B4-BE49-F238E27FC236}">
                    <a16:creationId xmlns:a16="http://schemas.microsoft.com/office/drawing/2014/main" id="{FEB58989-8823-470B-AE44-C95A6D097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3" name="Group 322">
                <a:extLst>
                  <a:ext uri="{FF2B5EF4-FFF2-40B4-BE49-F238E27FC236}">
                    <a16:creationId xmlns:a16="http://schemas.microsoft.com/office/drawing/2014/main" id="{B8331E44-D308-42E7-928E-D7F57ABD1A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29" name="AutoShape 323">
                  <a:extLst>
                    <a:ext uri="{FF2B5EF4-FFF2-40B4-BE49-F238E27FC236}">
                      <a16:creationId xmlns:a16="http://schemas.microsoft.com/office/drawing/2014/main" id="{87651301-9C37-4C46-BC8A-9355810ACD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0" name="AutoShape 324">
                  <a:extLst>
                    <a:ext uri="{FF2B5EF4-FFF2-40B4-BE49-F238E27FC236}">
                      <a16:creationId xmlns:a16="http://schemas.microsoft.com/office/drawing/2014/main" id="{5B0B8D09-9127-4D40-9C51-C319A1A762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4" name="Freeform 325">
                <a:extLst>
                  <a:ext uri="{FF2B5EF4-FFF2-40B4-BE49-F238E27FC236}">
                    <a16:creationId xmlns:a16="http://schemas.microsoft.com/office/drawing/2014/main" id="{3C0EE39B-0E8B-428A-8D07-1CA3DAEDC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315" name="Group 326">
                <a:extLst>
                  <a:ext uri="{FF2B5EF4-FFF2-40B4-BE49-F238E27FC236}">
                    <a16:creationId xmlns:a16="http://schemas.microsoft.com/office/drawing/2014/main" id="{E229C80E-D64F-4625-92CF-42DAC972F7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27" name="AutoShape 327">
                  <a:extLst>
                    <a:ext uri="{FF2B5EF4-FFF2-40B4-BE49-F238E27FC236}">
                      <a16:creationId xmlns:a16="http://schemas.microsoft.com/office/drawing/2014/main" id="{B280B5E5-D988-4BF4-9394-05D9F8C798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8" name="AutoShape 328">
                  <a:extLst>
                    <a:ext uri="{FF2B5EF4-FFF2-40B4-BE49-F238E27FC236}">
                      <a16:creationId xmlns:a16="http://schemas.microsoft.com/office/drawing/2014/main" id="{9BA25CD1-E6E7-41E8-A11B-8FC600BB0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6" name="Rectangle 329">
                <a:extLst>
                  <a:ext uri="{FF2B5EF4-FFF2-40B4-BE49-F238E27FC236}">
                    <a16:creationId xmlns:a16="http://schemas.microsoft.com/office/drawing/2014/main" id="{D4B9814B-D495-4A61-99E7-7E9FF7A51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17" name="Freeform 330">
                <a:extLst>
                  <a:ext uri="{FF2B5EF4-FFF2-40B4-BE49-F238E27FC236}">
                    <a16:creationId xmlns:a16="http://schemas.microsoft.com/office/drawing/2014/main" id="{153C1963-B056-4924-8340-A9B714368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8" name="Freeform 331">
                <a:extLst>
                  <a:ext uri="{FF2B5EF4-FFF2-40B4-BE49-F238E27FC236}">
                    <a16:creationId xmlns:a16="http://schemas.microsoft.com/office/drawing/2014/main" id="{E804FBBC-7307-4DC7-9A3F-22FF57EBB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9" name="Oval 332">
                <a:extLst>
                  <a:ext uri="{FF2B5EF4-FFF2-40B4-BE49-F238E27FC236}">
                    <a16:creationId xmlns:a16="http://schemas.microsoft.com/office/drawing/2014/main" id="{70779ABE-4962-4191-9D5F-79471E4D9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0" name="Freeform 333">
                <a:extLst>
                  <a:ext uri="{FF2B5EF4-FFF2-40B4-BE49-F238E27FC236}">
                    <a16:creationId xmlns:a16="http://schemas.microsoft.com/office/drawing/2014/main" id="{A9A7E4C1-B09D-4C7D-BC62-BB8904117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1" name="AutoShape 334">
                <a:extLst>
                  <a:ext uri="{FF2B5EF4-FFF2-40B4-BE49-F238E27FC236}">
                    <a16:creationId xmlns:a16="http://schemas.microsoft.com/office/drawing/2014/main" id="{BB56AE83-2E17-4BD3-8BBC-689DB29F4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2" name="AutoShape 335">
                <a:extLst>
                  <a:ext uri="{FF2B5EF4-FFF2-40B4-BE49-F238E27FC236}">
                    <a16:creationId xmlns:a16="http://schemas.microsoft.com/office/drawing/2014/main" id="{0071B65C-C0FA-45C8-8948-BE43B7406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3" name="Oval 336">
                <a:extLst>
                  <a:ext uri="{FF2B5EF4-FFF2-40B4-BE49-F238E27FC236}">
                    <a16:creationId xmlns:a16="http://schemas.microsoft.com/office/drawing/2014/main" id="{B29D9279-9D34-4ECC-A1C3-AC1322499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4" name="Oval 337">
                <a:extLst>
                  <a:ext uri="{FF2B5EF4-FFF2-40B4-BE49-F238E27FC236}">
                    <a16:creationId xmlns:a16="http://schemas.microsoft.com/office/drawing/2014/main" id="{4DCC7644-9D8A-4C9B-9010-BB5EA4DD2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5" name="Oval 338">
                <a:extLst>
                  <a:ext uri="{FF2B5EF4-FFF2-40B4-BE49-F238E27FC236}">
                    <a16:creationId xmlns:a16="http://schemas.microsoft.com/office/drawing/2014/main" id="{8A2D2E20-1FF0-4741-A96B-63706B781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6" name="Rectangle 339">
                <a:extLst>
                  <a:ext uri="{FF2B5EF4-FFF2-40B4-BE49-F238E27FC236}">
                    <a16:creationId xmlns:a16="http://schemas.microsoft.com/office/drawing/2014/main" id="{9E1E967A-EE65-48FF-AC5C-9FF624652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" name="Group 340">
              <a:extLst>
                <a:ext uri="{FF2B5EF4-FFF2-40B4-BE49-F238E27FC236}">
                  <a16:creationId xmlns:a16="http://schemas.microsoft.com/office/drawing/2014/main" id="{433B76B4-63A9-4B1F-BBC1-14206B7DE2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82587" y="4046210"/>
              <a:ext cx="394097" cy="417910"/>
              <a:chOff x="-44" y="1473"/>
              <a:chExt cx="981" cy="1105"/>
            </a:xfrm>
          </p:grpSpPr>
          <p:pic>
            <p:nvPicPr>
              <p:cNvPr id="301" name="Picture 341" descr="desktop_computer_stylized_medium">
                <a:extLst>
                  <a:ext uri="{FF2B5EF4-FFF2-40B4-BE49-F238E27FC236}">
                    <a16:creationId xmlns:a16="http://schemas.microsoft.com/office/drawing/2014/main" id="{6B0B8589-0172-4BED-9A0A-945AA89BFD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2" name="Freeform 342">
                <a:extLst>
                  <a:ext uri="{FF2B5EF4-FFF2-40B4-BE49-F238E27FC236}">
                    <a16:creationId xmlns:a16="http://schemas.microsoft.com/office/drawing/2014/main" id="{90044673-1FD0-413E-834B-49EB8C1C970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98" name="Group 343">
              <a:extLst>
                <a:ext uri="{FF2B5EF4-FFF2-40B4-BE49-F238E27FC236}">
                  <a16:creationId xmlns:a16="http://schemas.microsoft.com/office/drawing/2014/main" id="{F2B80DF4-8B90-48F2-BF76-EA1D6E1CF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75493" y="4037876"/>
              <a:ext cx="394097" cy="417909"/>
              <a:chOff x="-44" y="1473"/>
              <a:chExt cx="981" cy="1105"/>
            </a:xfrm>
          </p:grpSpPr>
          <p:pic>
            <p:nvPicPr>
              <p:cNvPr id="299" name="Picture 344" descr="desktop_computer_stylized_medium">
                <a:extLst>
                  <a:ext uri="{FF2B5EF4-FFF2-40B4-BE49-F238E27FC236}">
                    <a16:creationId xmlns:a16="http://schemas.microsoft.com/office/drawing/2014/main" id="{822BDAED-29BF-491B-9F6B-B34A198858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" name="Freeform 345">
                <a:extLst>
                  <a:ext uri="{FF2B5EF4-FFF2-40B4-BE49-F238E27FC236}">
                    <a16:creationId xmlns:a16="http://schemas.microsoft.com/office/drawing/2014/main" id="{79D09F3B-33CC-45B8-B37F-CF901643BDB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269" name="Text Box 97">
              <a:extLst>
                <a:ext uri="{FF2B5EF4-FFF2-40B4-BE49-F238E27FC236}">
                  <a16:creationId xmlns:a16="http://schemas.microsoft.com/office/drawing/2014/main" id="{68D1DF80-EE15-4DFC-A111-1298BACCF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8800" y="4108200"/>
              <a:ext cx="1041797" cy="50839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>
                  <a:solidFill>
                    <a:srgbClr val="CC0000"/>
                  </a:solidFill>
                  <a:latin typeface="Arial" panose="020B0604020202020204" pitchFamily="34" charset="0"/>
                </a:rPr>
                <a:t>local web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>
                  <a:solidFill>
                    <a:srgbClr val="CC0000"/>
                  </a:solidFill>
                  <a:latin typeface="Arial" panose="020B0604020202020204" pitchFamily="34" charset="0"/>
                </a:rPr>
                <a:t>cache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3912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0" animBg="1"/>
      <p:bldP spid="267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4"/>
          <p:cNvSpPr txBox="1">
            <a:spLocks noChangeArrowheads="1"/>
          </p:cNvSpPr>
          <p:nvPr/>
        </p:nvSpPr>
        <p:spPr bwMode="auto">
          <a:xfrm>
            <a:off x="1260000" y="1656000"/>
            <a:ext cx="3239747" cy="115406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None/>
              <a:tabLst>
                <a:tab pos="432197" algn="l"/>
              </a:tabLst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如何计算设置缓存后的时延</a:t>
            </a:r>
            <a:r>
              <a:rPr lang="en-US" altLang="zh-CN" sz="1350" i="1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171450" indent="-171450">
              <a:lnSpc>
                <a:spcPct val="80000"/>
              </a:lnSpc>
              <a:tabLst>
                <a:tab pos="432197" algn="l"/>
              </a:tabLst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设缓存中对象的命中率为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0.4</a:t>
            </a:r>
          </a:p>
          <a:p>
            <a:pPr marL="432197" lvl="1" indent="-175022">
              <a:tabLst>
                <a:tab pos="432197" algn="l"/>
              </a:tabLs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40%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的请求可以在缓存中获取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32197" lvl="1" indent="-175022">
              <a:tabLst>
                <a:tab pos="432197" algn="l"/>
              </a:tabLs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60%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的请求在远程服务器获取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171450" indent="-171450">
              <a:lnSpc>
                <a:spcPct val="80000"/>
              </a:lnSpc>
              <a:buNone/>
              <a:tabLst>
                <a:tab pos="432197" algn="l"/>
              </a:tabLst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p:sp>
        <p:nvSpPr>
          <p:cNvPr id="263" name="Rectangle 4"/>
          <p:cNvSpPr>
            <a:spLocks noChangeArrowheads="1"/>
          </p:cNvSpPr>
          <p:nvPr/>
        </p:nvSpPr>
        <p:spPr bwMode="auto">
          <a:xfrm>
            <a:off x="1224764" y="2673421"/>
            <a:ext cx="4122373" cy="93016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576263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576263" indent="-23336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576263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576263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接入链路利用率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lnSpc>
                <a:spcPct val="8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的请求在远程服务器获取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接入网络传输速度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0.6*1.5 Mbps =0. 9 Mbps </a:t>
            </a:r>
          </a:p>
          <a:p>
            <a:pPr lvl="1">
              <a:lnSpc>
                <a:spcPct val="8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0.9Mbps/1.54Mbps =58%</a:t>
            </a:r>
          </a:p>
        </p:txBody>
      </p:sp>
      <p:sp>
        <p:nvSpPr>
          <p:cNvPr id="264" name="Rectangle 4"/>
          <p:cNvSpPr>
            <a:spLocks noChangeArrowheads="1"/>
          </p:cNvSpPr>
          <p:nvPr/>
        </p:nvSpPr>
        <p:spPr bwMode="auto">
          <a:xfrm>
            <a:off x="1258697" y="3610442"/>
            <a:ext cx="3618418" cy="134340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576263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576263" indent="-23336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576263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576263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762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平均时延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0.6 *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服务器端时延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+0.4 *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缓存时延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0.6 * (2.01) + 0.4 (~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msecs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lvl="1">
              <a:lnSpc>
                <a:spcPct val="80000"/>
              </a:lnSpc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~ 1.2 secs</a:t>
            </a:r>
          </a:p>
          <a:p>
            <a:pPr>
              <a:lnSpc>
                <a:spcPct val="80000"/>
              </a:lnSpc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好处何在？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lvl="1">
              <a:lnSpc>
                <a:spcPct val="8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快，省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1" name="标题 1">
            <a:extLst>
              <a:ext uri="{FF2B5EF4-FFF2-40B4-BE49-F238E27FC236}">
                <a16:creationId xmlns:a16="http://schemas.microsoft.com/office/drawing/2014/main" id="{4571AEB4-9450-4A2E-9486-A4DA6CAFB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C0D67AF3-FBCE-48D3-B970-67E57F4577BD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</a:p>
        </p:txBody>
      </p:sp>
      <p:sp>
        <p:nvSpPr>
          <p:cNvPr id="266" name="内容占位符 2">
            <a:extLst>
              <a:ext uri="{FF2B5EF4-FFF2-40B4-BE49-F238E27FC236}">
                <a16:creationId xmlns:a16="http://schemas.microsoft.com/office/drawing/2014/main" id="{D39AF1A3-8D52-4973-A12A-8D24DC5F63BB}"/>
              </a:ext>
            </a:extLst>
          </p:cNvPr>
          <p:cNvSpPr txBox="1">
            <a:spLocks/>
          </p:cNvSpPr>
          <p:nvPr/>
        </p:nvSpPr>
        <p:spPr>
          <a:xfrm>
            <a:off x="938316" y="1370461"/>
            <a:ext cx="2014620" cy="270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6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zh-CN" altLang="en-US" dirty="0"/>
              <a:t>实例分析</a:t>
            </a:r>
            <a:endParaRPr lang="en-US" altLang="zh-CN" dirty="0"/>
          </a:p>
        </p:txBody>
      </p:sp>
      <p:sp>
        <p:nvSpPr>
          <p:cNvPr id="267" name="灯片编号占位符 2">
            <a:extLst>
              <a:ext uri="{FF2B5EF4-FFF2-40B4-BE49-F238E27FC236}">
                <a16:creationId xmlns:a16="http://schemas.microsoft.com/office/drawing/2014/main" id="{F25D3F62-B7BA-4601-A3CA-E9072D79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AutoShape 5">
            <a:extLst>
              <a:ext uri="{FF2B5EF4-FFF2-40B4-BE49-F238E27FC236}">
                <a16:creationId xmlns:a16="http://schemas.microsoft.com/office/drawing/2014/main" id="{C2041177-90FF-49FC-8176-994D1845B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69" name="组合 268">
            <a:extLst>
              <a:ext uri="{FF2B5EF4-FFF2-40B4-BE49-F238E27FC236}">
                <a16:creationId xmlns:a16="http://schemas.microsoft.com/office/drawing/2014/main" id="{341DEE86-0B3E-4E5A-8268-30F4647EE32E}"/>
              </a:ext>
            </a:extLst>
          </p:cNvPr>
          <p:cNvGrpSpPr/>
          <p:nvPr/>
        </p:nvGrpSpPr>
        <p:grpSpPr>
          <a:xfrm>
            <a:off x="5335760" y="1336348"/>
            <a:ext cx="2985723" cy="3280250"/>
            <a:chOff x="5335760" y="1336348"/>
            <a:chExt cx="2985723" cy="3280250"/>
          </a:xfrm>
        </p:grpSpPr>
        <p:sp>
          <p:nvSpPr>
            <p:cNvPr id="270" name="Freeform 71">
              <a:extLst>
                <a:ext uri="{FF2B5EF4-FFF2-40B4-BE49-F238E27FC236}">
                  <a16:creationId xmlns:a16="http://schemas.microsoft.com/office/drawing/2014/main" id="{0BFA63F9-0DBD-4C8D-87F4-D2E6B2495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6812" y="3521145"/>
              <a:ext cx="2224088" cy="1042988"/>
            </a:xfrm>
            <a:custGeom>
              <a:avLst/>
              <a:gdLst>
                <a:gd name="T0" fmla="*/ 2147483646 w 1868"/>
                <a:gd name="T1" fmla="*/ 2147483646 h 876"/>
                <a:gd name="T2" fmla="*/ 2147483646 w 1868"/>
                <a:gd name="T3" fmla="*/ 2147483646 h 876"/>
                <a:gd name="T4" fmla="*/ 2147483646 w 1868"/>
                <a:gd name="T5" fmla="*/ 2147483646 h 876"/>
                <a:gd name="T6" fmla="*/ 2147483646 w 1868"/>
                <a:gd name="T7" fmla="*/ 2147483646 h 876"/>
                <a:gd name="T8" fmla="*/ 2147483646 w 1868"/>
                <a:gd name="T9" fmla="*/ 2147483646 h 876"/>
                <a:gd name="T10" fmla="*/ 2147483646 w 1868"/>
                <a:gd name="T11" fmla="*/ 2147483646 h 876"/>
                <a:gd name="T12" fmla="*/ 2147483646 w 1868"/>
                <a:gd name="T13" fmla="*/ 2147483646 h 876"/>
                <a:gd name="T14" fmla="*/ 2147483646 w 1868"/>
                <a:gd name="T15" fmla="*/ 2147483646 h 876"/>
                <a:gd name="T16" fmla="*/ 2147483646 w 1868"/>
                <a:gd name="T17" fmla="*/ 2147483646 h 876"/>
                <a:gd name="T18" fmla="*/ 2147483646 w 1868"/>
                <a:gd name="T19" fmla="*/ 2147483646 h 876"/>
                <a:gd name="T20" fmla="*/ 2147483646 w 1868"/>
                <a:gd name="T21" fmla="*/ 2147483646 h 8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68"/>
                <a:gd name="T34" fmla="*/ 0 h 876"/>
                <a:gd name="T35" fmla="*/ 1868 w 1868"/>
                <a:gd name="T36" fmla="*/ 876 h 87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68" h="876">
                  <a:moveTo>
                    <a:pt x="31" y="327"/>
                  </a:moveTo>
                  <a:cubicBezTo>
                    <a:pt x="20" y="237"/>
                    <a:pt x="0" y="189"/>
                    <a:pt x="103" y="137"/>
                  </a:cubicBezTo>
                  <a:cubicBezTo>
                    <a:pt x="206" y="85"/>
                    <a:pt x="476" y="34"/>
                    <a:pt x="649" y="17"/>
                  </a:cubicBezTo>
                  <a:cubicBezTo>
                    <a:pt x="822" y="0"/>
                    <a:pt x="955" y="18"/>
                    <a:pt x="1141" y="35"/>
                  </a:cubicBezTo>
                  <a:cubicBezTo>
                    <a:pt x="1327" y="52"/>
                    <a:pt x="1658" y="3"/>
                    <a:pt x="1763" y="121"/>
                  </a:cubicBezTo>
                  <a:cubicBezTo>
                    <a:pt x="1868" y="239"/>
                    <a:pt x="1840" y="621"/>
                    <a:pt x="1774" y="741"/>
                  </a:cubicBezTo>
                  <a:cubicBezTo>
                    <a:pt x="1708" y="861"/>
                    <a:pt x="1534" y="827"/>
                    <a:pt x="1369" y="845"/>
                  </a:cubicBezTo>
                  <a:cubicBezTo>
                    <a:pt x="1204" y="863"/>
                    <a:pt x="935" y="851"/>
                    <a:pt x="781" y="851"/>
                  </a:cubicBezTo>
                  <a:cubicBezTo>
                    <a:pt x="627" y="851"/>
                    <a:pt x="549" y="876"/>
                    <a:pt x="447" y="847"/>
                  </a:cubicBezTo>
                  <a:cubicBezTo>
                    <a:pt x="345" y="818"/>
                    <a:pt x="237" y="762"/>
                    <a:pt x="168" y="676"/>
                  </a:cubicBezTo>
                  <a:cubicBezTo>
                    <a:pt x="98" y="589"/>
                    <a:pt x="29" y="468"/>
                    <a:pt x="31" y="327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1" name="Rectangle 307">
              <a:extLst>
                <a:ext uri="{FF2B5EF4-FFF2-40B4-BE49-F238E27FC236}">
                  <a16:creationId xmlns:a16="http://schemas.microsoft.com/office/drawing/2014/main" id="{7C8835E4-5B5D-4A56-98FD-BF031427B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0312" y="3938422"/>
              <a:ext cx="391716" cy="56316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72" name="Line 2">
              <a:extLst>
                <a:ext uri="{FF2B5EF4-FFF2-40B4-BE49-F238E27FC236}">
                  <a16:creationId xmlns:a16="http://schemas.microsoft.com/office/drawing/2014/main" id="{399A7C48-0476-45CC-8968-63B8D3254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48034" y="2034054"/>
              <a:ext cx="214313" cy="8572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3" name="Text Box 50">
              <a:extLst>
                <a:ext uri="{FF2B5EF4-FFF2-40B4-BE49-F238E27FC236}">
                  <a16:creationId xmlns:a16="http://schemas.microsoft.com/office/drawing/2014/main" id="{33729A67-0FE2-4138-B71C-52338E2FF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1195" y="1868883"/>
              <a:ext cx="1050288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latin typeface="Arial" panose="020B0604020202020204" pitchFamily="34" charset="0"/>
                </a:rPr>
                <a:t>目标服务器</a:t>
              </a:r>
              <a:endParaRPr lang="en-US" altLang="zh-CN" sz="1350" dirty="0">
                <a:latin typeface="Arial" panose="020B0604020202020204" pitchFamily="34" charset="0"/>
              </a:endParaRPr>
            </a:p>
          </p:txBody>
        </p:sp>
        <p:sp>
          <p:nvSpPr>
            <p:cNvPr id="274" name="Line 51">
              <a:extLst>
                <a:ext uri="{FF2B5EF4-FFF2-40B4-BE49-F238E27FC236}">
                  <a16:creationId xmlns:a16="http://schemas.microsoft.com/office/drawing/2014/main" id="{A326D604-5727-4E6C-990B-C2B060062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5253" y="1748304"/>
              <a:ext cx="50006" cy="20716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5" name="Line 52">
              <a:extLst>
                <a:ext uri="{FF2B5EF4-FFF2-40B4-BE49-F238E27FC236}">
                  <a16:creationId xmlns:a16="http://schemas.microsoft.com/office/drawing/2014/main" id="{2432DA70-1BAF-4AD0-BE0E-1D9CED505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6740" y="1776879"/>
              <a:ext cx="7144" cy="17859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6" name="Line 53">
              <a:extLst>
                <a:ext uri="{FF2B5EF4-FFF2-40B4-BE49-F238E27FC236}">
                  <a16:creationId xmlns:a16="http://schemas.microsoft.com/office/drawing/2014/main" id="{8EB6B5CA-3785-4EE5-A292-4099B4D2A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69640" y="1898322"/>
              <a:ext cx="100013" cy="15716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7" name="Line 54">
              <a:extLst>
                <a:ext uri="{FF2B5EF4-FFF2-40B4-BE49-F238E27FC236}">
                  <a16:creationId xmlns:a16="http://schemas.microsoft.com/office/drawing/2014/main" id="{6DC30937-9994-4730-BBB4-A91E7BECE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91084" y="2469823"/>
              <a:ext cx="18573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8" name="Freeform 55">
              <a:extLst>
                <a:ext uri="{FF2B5EF4-FFF2-40B4-BE49-F238E27FC236}">
                  <a16:creationId xmlns:a16="http://schemas.microsoft.com/office/drawing/2014/main" id="{0AB8E22C-B532-4AF1-A5E8-BC5C6938A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138" y="1743541"/>
              <a:ext cx="1631156" cy="1185863"/>
            </a:xfrm>
            <a:custGeom>
              <a:avLst/>
              <a:gdLst>
                <a:gd name="T0" fmla="*/ 2147483646 w 2135"/>
                <a:gd name="T1" fmla="*/ 2147483646 h 1662"/>
                <a:gd name="T2" fmla="*/ 2147483646 w 2135"/>
                <a:gd name="T3" fmla="*/ 2147483646 h 1662"/>
                <a:gd name="T4" fmla="*/ 2147483646 w 2135"/>
                <a:gd name="T5" fmla="*/ 2147483646 h 1662"/>
                <a:gd name="T6" fmla="*/ 2147483646 w 2135"/>
                <a:gd name="T7" fmla="*/ 2147483646 h 1662"/>
                <a:gd name="T8" fmla="*/ 2147483646 w 2135"/>
                <a:gd name="T9" fmla="*/ 2147483646 h 1662"/>
                <a:gd name="T10" fmla="*/ 2147483646 w 2135"/>
                <a:gd name="T11" fmla="*/ 2147483646 h 1662"/>
                <a:gd name="T12" fmla="*/ 2147483646 w 2135"/>
                <a:gd name="T13" fmla="*/ 2147483646 h 1662"/>
                <a:gd name="T14" fmla="*/ 2147483646 w 2135"/>
                <a:gd name="T15" fmla="*/ 2147483646 h 1662"/>
                <a:gd name="T16" fmla="*/ 2147483646 w 2135"/>
                <a:gd name="T17" fmla="*/ 2147483646 h 1662"/>
                <a:gd name="T18" fmla="*/ 2147483646 w 2135"/>
                <a:gd name="T19" fmla="*/ 2147483646 h 1662"/>
                <a:gd name="T20" fmla="*/ 2147483646 w 2135"/>
                <a:gd name="T21" fmla="*/ 2147483646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9" name="Text Box 70">
              <a:extLst>
                <a:ext uri="{FF2B5EF4-FFF2-40B4-BE49-F238E27FC236}">
                  <a16:creationId xmlns:a16="http://schemas.microsoft.com/office/drawing/2014/main" id="{27B293FD-8D06-4954-9BE5-999021A421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5495" y="1992383"/>
              <a:ext cx="809838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Internet</a:t>
              </a:r>
              <a:endParaRPr lang="en-US" altLang="zh-CN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Line 77">
              <a:extLst>
                <a:ext uri="{FF2B5EF4-FFF2-40B4-BE49-F238E27FC236}">
                  <a16:creationId xmlns:a16="http://schemas.microsoft.com/office/drawing/2014/main" id="{D8A2FEDF-8CEA-42D8-B5CA-15A9D336B0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33759" y="3753316"/>
              <a:ext cx="641747" cy="323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1" name="Line 78">
              <a:extLst>
                <a:ext uri="{FF2B5EF4-FFF2-40B4-BE49-F238E27FC236}">
                  <a16:creationId xmlns:a16="http://schemas.microsoft.com/office/drawing/2014/main" id="{F0C90DAE-D7AA-4D11-868D-4FD138C507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5950" y="3789035"/>
              <a:ext cx="422672" cy="295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2" name="Line 79">
              <a:extLst>
                <a:ext uri="{FF2B5EF4-FFF2-40B4-BE49-F238E27FC236}">
                  <a16:creationId xmlns:a16="http://schemas.microsoft.com/office/drawing/2014/main" id="{75B89863-5B02-4C29-A085-A363D7B92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19572" y="3793798"/>
              <a:ext cx="111919" cy="2869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3" name="Line 80">
              <a:extLst>
                <a:ext uri="{FF2B5EF4-FFF2-40B4-BE49-F238E27FC236}">
                  <a16:creationId xmlns:a16="http://schemas.microsoft.com/office/drawing/2014/main" id="{B2513DB2-108A-4D6D-BB2E-D47050D57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4606" y="3778320"/>
              <a:ext cx="92869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4" name="Line 95">
              <a:extLst>
                <a:ext uri="{FF2B5EF4-FFF2-40B4-BE49-F238E27FC236}">
                  <a16:creationId xmlns:a16="http://schemas.microsoft.com/office/drawing/2014/main" id="{FDDF0139-B9AA-47A1-A514-131750F55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1015" y="2827010"/>
              <a:ext cx="0" cy="7965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5" name="Text Box 97">
              <a:extLst>
                <a:ext uri="{FF2B5EF4-FFF2-40B4-BE49-F238E27FC236}">
                  <a16:creationId xmlns:a16="http://schemas.microsoft.com/office/drawing/2014/main" id="{A41E5373-CDB5-4A8B-A962-D18BF9D75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5760" y="3436610"/>
              <a:ext cx="106150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  <a:endParaRPr lang="en-US" altLang="zh-CN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Text Box 98">
              <a:extLst>
                <a:ext uri="{FF2B5EF4-FFF2-40B4-BE49-F238E27FC236}">
                  <a16:creationId xmlns:a16="http://schemas.microsoft.com/office/drawing/2014/main" id="{D0BF5DD4-C501-48E5-9D9E-B5869A0CB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0036" y="3690853"/>
              <a:ext cx="1322798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1000Mbps LAN</a:t>
              </a:r>
              <a:endPara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Text Box 99">
              <a:extLst>
                <a:ext uri="{FF2B5EF4-FFF2-40B4-BE49-F238E27FC236}">
                  <a16:creationId xmlns:a16="http://schemas.microsoft.com/office/drawing/2014/main" id="{B37A599A-B466-414E-9895-648ECB354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207" y="2968695"/>
              <a:ext cx="997389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1.54 Mbps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access link</a:t>
              </a:r>
              <a:endPara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8" name="Group 111">
              <a:extLst>
                <a:ext uri="{FF2B5EF4-FFF2-40B4-BE49-F238E27FC236}">
                  <a16:creationId xmlns:a16="http://schemas.microsoft.com/office/drawing/2014/main" id="{3A9FA9B6-B5BE-4203-ABC5-495563DB35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9072" y="2600792"/>
              <a:ext cx="660797" cy="230981"/>
              <a:chOff x="2356" y="1300"/>
              <a:chExt cx="555" cy="194"/>
            </a:xfrm>
          </p:grpSpPr>
          <p:sp>
            <p:nvSpPr>
              <p:cNvPr id="506" name="Oval 407">
                <a:extLst>
                  <a:ext uri="{FF2B5EF4-FFF2-40B4-BE49-F238E27FC236}">
                    <a16:creationId xmlns:a16="http://schemas.microsoft.com/office/drawing/2014/main" id="{27487D66-E8BD-464B-9F2E-E05A25A65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7" name="Rectangle 410">
                <a:extLst>
                  <a:ext uri="{FF2B5EF4-FFF2-40B4-BE49-F238E27FC236}">
                    <a16:creationId xmlns:a16="http://schemas.microsoft.com/office/drawing/2014/main" id="{0241008D-1D57-4B8F-BCCF-DEEFF3B12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8" name="Oval 411">
                <a:extLst>
                  <a:ext uri="{FF2B5EF4-FFF2-40B4-BE49-F238E27FC236}">
                    <a16:creationId xmlns:a16="http://schemas.microsoft.com/office/drawing/2014/main" id="{7E4C4E9F-DA20-4E70-A7E8-4429DC575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09" name="Group 115">
                <a:extLst>
                  <a:ext uri="{FF2B5EF4-FFF2-40B4-BE49-F238E27FC236}">
                    <a16:creationId xmlns:a16="http://schemas.microsoft.com/office/drawing/2014/main" id="{1CA4F437-E402-4854-AB3E-A16162C8C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12" name="Freeform 116">
                  <a:extLst>
                    <a:ext uri="{FF2B5EF4-FFF2-40B4-BE49-F238E27FC236}">
                      <a16:creationId xmlns:a16="http://schemas.microsoft.com/office/drawing/2014/main" id="{2FB20545-A621-472B-A796-DBA95F8321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13" name="Freeform 117">
                  <a:extLst>
                    <a:ext uri="{FF2B5EF4-FFF2-40B4-BE49-F238E27FC236}">
                      <a16:creationId xmlns:a16="http://schemas.microsoft.com/office/drawing/2014/main" id="{E2817594-6C45-42CF-9655-141D6B51E5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10" name="Line 118">
                <a:extLst>
                  <a:ext uri="{FF2B5EF4-FFF2-40B4-BE49-F238E27FC236}">
                    <a16:creationId xmlns:a16="http://schemas.microsoft.com/office/drawing/2014/main" id="{E30B17AD-EEBC-482C-BFFB-4A3BCE4A76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1" name="Line 119">
                <a:extLst>
                  <a:ext uri="{FF2B5EF4-FFF2-40B4-BE49-F238E27FC236}">
                    <a16:creationId xmlns:a16="http://schemas.microsoft.com/office/drawing/2014/main" id="{7A90DB4C-CF55-493B-B32F-DF50DD2B5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89" name="Group 120">
              <a:extLst>
                <a:ext uri="{FF2B5EF4-FFF2-40B4-BE49-F238E27FC236}">
                  <a16:creationId xmlns:a16="http://schemas.microsoft.com/office/drawing/2014/main" id="{648C7A20-83BF-4B8F-93FF-F822F334BF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3593" y="3572342"/>
              <a:ext cx="660797" cy="230981"/>
              <a:chOff x="2356" y="1300"/>
              <a:chExt cx="555" cy="194"/>
            </a:xfrm>
          </p:grpSpPr>
          <p:sp>
            <p:nvSpPr>
              <p:cNvPr id="498" name="Oval 407">
                <a:extLst>
                  <a:ext uri="{FF2B5EF4-FFF2-40B4-BE49-F238E27FC236}">
                    <a16:creationId xmlns:a16="http://schemas.microsoft.com/office/drawing/2014/main" id="{CFE7E385-6969-4EAB-B1D1-B868038E4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9" name="Rectangle 410">
                <a:extLst>
                  <a:ext uri="{FF2B5EF4-FFF2-40B4-BE49-F238E27FC236}">
                    <a16:creationId xmlns:a16="http://schemas.microsoft.com/office/drawing/2014/main" id="{61F5CAEE-07B0-43E9-8162-5A6673F30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0" name="Oval 411">
                <a:extLst>
                  <a:ext uri="{FF2B5EF4-FFF2-40B4-BE49-F238E27FC236}">
                    <a16:creationId xmlns:a16="http://schemas.microsoft.com/office/drawing/2014/main" id="{7D5C87F1-E097-4EE8-A7C0-AD3301A9E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01" name="Group 124">
                <a:extLst>
                  <a:ext uri="{FF2B5EF4-FFF2-40B4-BE49-F238E27FC236}">
                    <a16:creationId xmlns:a16="http://schemas.microsoft.com/office/drawing/2014/main" id="{28328A41-D40E-458C-AEBC-0FD00EC540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504" name="Freeform 125">
                  <a:extLst>
                    <a:ext uri="{FF2B5EF4-FFF2-40B4-BE49-F238E27FC236}">
                      <a16:creationId xmlns:a16="http://schemas.microsoft.com/office/drawing/2014/main" id="{3F8F3F19-B431-4ADB-8D11-44A2EC17C0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505" name="Freeform 126">
                  <a:extLst>
                    <a:ext uri="{FF2B5EF4-FFF2-40B4-BE49-F238E27FC236}">
                      <a16:creationId xmlns:a16="http://schemas.microsoft.com/office/drawing/2014/main" id="{9F3564B3-40A1-4175-8A0E-F34947B977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02" name="Line 127">
                <a:extLst>
                  <a:ext uri="{FF2B5EF4-FFF2-40B4-BE49-F238E27FC236}">
                    <a16:creationId xmlns:a16="http://schemas.microsoft.com/office/drawing/2014/main" id="{25EFC7FB-D112-425D-A1CD-897917749E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3" name="Line 128">
                <a:extLst>
                  <a:ext uri="{FF2B5EF4-FFF2-40B4-BE49-F238E27FC236}">
                    <a16:creationId xmlns:a16="http://schemas.microsoft.com/office/drawing/2014/main" id="{307B7C43-FBB1-4775-AF8D-B036E216C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90" name="Group 139">
              <a:extLst>
                <a:ext uri="{FF2B5EF4-FFF2-40B4-BE49-F238E27FC236}">
                  <a16:creationId xmlns:a16="http://schemas.microsoft.com/office/drawing/2014/main" id="{834E9FFF-D678-4999-B669-30463E7BF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87288" y="1694726"/>
              <a:ext cx="283369" cy="432197"/>
              <a:chOff x="4140" y="429"/>
              <a:chExt cx="1425" cy="2396"/>
            </a:xfrm>
          </p:grpSpPr>
          <p:sp>
            <p:nvSpPr>
              <p:cNvPr id="466" name="Freeform 140">
                <a:extLst>
                  <a:ext uri="{FF2B5EF4-FFF2-40B4-BE49-F238E27FC236}">
                    <a16:creationId xmlns:a16="http://schemas.microsoft.com/office/drawing/2014/main" id="{4A38B28D-BDDD-4A8C-9F25-ED483F31E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7" name="Rectangle 141">
                <a:extLst>
                  <a:ext uri="{FF2B5EF4-FFF2-40B4-BE49-F238E27FC236}">
                    <a16:creationId xmlns:a16="http://schemas.microsoft.com/office/drawing/2014/main" id="{C0E91101-70FE-4472-8977-23F6F7617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68" name="Freeform 142">
                <a:extLst>
                  <a:ext uri="{FF2B5EF4-FFF2-40B4-BE49-F238E27FC236}">
                    <a16:creationId xmlns:a16="http://schemas.microsoft.com/office/drawing/2014/main" id="{682C7D2E-38D7-4D58-8250-DCD95C0AF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9" name="Freeform 143">
                <a:extLst>
                  <a:ext uri="{FF2B5EF4-FFF2-40B4-BE49-F238E27FC236}">
                    <a16:creationId xmlns:a16="http://schemas.microsoft.com/office/drawing/2014/main" id="{37862D10-79AE-428D-93FB-94EB2EEBC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0" name="Rectangle 144">
                <a:extLst>
                  <a:ext uri="{FF2B5EF4-FFF2-40B4-BE49-F238E27FC236}">
                    <a16:creationId xmlns:a16="http://schemas.microsoft.com/office/drawing/2014/main" id="{3FCB9A0A-2604-42F6-9BEB-1329E84D9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71" name="Group 145">
                <a:extLst>
                  <a:ext uri="{FF2B5EF4-FFF2-40B4-BE49-F238E27FC236}">
                    <a16:creationId xmlns:a16="http://schemas.microsoft.com/office/drawing/2014/main" id="{660A0634-C480-48A2-BEEB-B8BF74664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96" name="AutoShape 146">
                  <a:extLst>
                    <a:ext uri="{FF2B5EF4-FFF2-40B4-BE49-F238E27FC236}">
                      <a16:creationId xmlns:a16="http://schemas.microsoft.com/office/drawing/2014/main" id="{E35A1ADE-6140-4B6B-AB9C-484F687BDC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7" name="AutoShape 147">
                  <a:extLst>
                    <a:ext uri="{FF2B5EF4-FFF2-40B4-BE49-F238E27FC236}">
                      <a16:creationId xmlns:a16="http://schemas.microsoft.com/office/drawing/2014/main" id="{0F323144-200C-44C9-AD71-F601D3D588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2" name="Rectangle 148">
                <a:extLst>
                  <a:ext uri="{FF2B5EF4-FFF2-40B4-BE49-F238E27FC236}">
                    <a16:creationId xmlns:a16="http://schemas.microsoft.com/office/drawing/2014/main" id="{7E1A0EC8-D53A-4CCB-AADC-33EDC990D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73" name="Group 149">
                <a:extLst>
                  <a:ext uri="{FF2B5EF4-FFF2-40B4-BE49-F238E27FC236}">
                    <a16:creationId xmlns:a16="http://schemas.microsoft.com/office/drawing/2014/main" id="{5523569B-1D6F-489A-A041-C2D91D362F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94" name="AutoShape 150">
                  <a:extLst>
                    <a:ext uri="{FF2B5EF4-FFF2-40B4-BE49-F238E27FC236}">
                      <a16:creationId xmlns:a16="http://schemas.microsoft.com/office/drawing/2014/main" id="{70A28BBC-E041-44D9-94E4-6767D9FA3C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5" name="AutoShape 151">
                  <a:extLst>
                    <a:ext uri="{FF2B5EF4-FFF2-40B4-BE49-F238E27FC236}">
                      <a16:creationId xmlns:a16="http://schemas.microsoft.com/office/drawing/2014/main" id="{1CF8B920-2935-4BC8-8831-9F5E66AE8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4" name="Rectangle 152">
                <a:extLst>
                  <a:ext uri="{FF2B5EF4-FFF2-40B4-BE49-F238E27FC236}">
                    <a16:creationId xmlns:a16="http://schemas.microsoft.com/office/drawing/2014/main" id="{EEDE7BB6-AAAC-4C46-BC5A-C998E5A44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75" name="Rectangle 153">
                <a:extLst>
                  <a:ext uri="{FF2B5EF4-FFF2-40B4-BE49-F238E27FC236}">
                    <a16:creationId xmlns:a16="http://schemas.microsoft.com/office/drawing/2014/main" id="{E82B913E-6349-450F-81C9-DFA90D353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76" name="Group 154">
                <a:extLst>
                  <a:ext uri="{FF2B5EF4-FFF2-40B4-BE49-F238E27FC236}">
                    <a16:creationId xmlns:a16="http://schemas.microsoft.com/office/drawing/2014/main" id="{1FFFE93B-D9F4-44F9-AF99-C19FC02500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92" name="AutoShape 155">
                  <a:extLst>
                    <a:ext uri="{FF2B5EF4-FFF2-40B4-BE49-F238E27FC236}">
                      <a16:creationId xmlns:a16="http://schemas.microsoft.com/office/drawing/2014/main" id="{1EC3522D-8B76-45C2-9B5B-65D4914E8F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" name="AutoShape 156">
                  <a:extLst>
                    <a:ext uri="{FF2B5EF4-FFF2-40B4-BE49-F238E27FC236}">
                      <a16:creationId xmlns:a16="http://schemas.microsoft.com/office/drawing/2014/main" id="{9CF66EC5-07EC-431B-AC6E-D852BA6D6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7" name="Freeform 157">
                <a:extLst>
                  <a:ext uri="{FF2B5EF4-FFF2-40B4-BE49-F238E27FC236}">
                    <a16:creationId xmlns:a16="http://schemas.microsoft.com/office/drawing/2014/main" id="{B0FED7B0-0C69-4136-88BC-F36F41334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8" name="Group 158">
                <a:extLst>
                  <a:ext uri="{FF2B5EF4-FFF2-40B4-BE49-F238E27FC236}">
                    <a16:creationId xmlns:a16="http://schemas.microsoft.com/office/drawing/2014/main" id="{560172FF-586F-4099-8489-B28FE2F92F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90" name="AutoShape 159">
                  <a:extLst>
                    <a:ext uri="{FF2B5EF4-FFF2-40B4-BE49-F238E27FC236}">
                      <a16:creationId xmlns:a16="http://schemas.microsoft.com/office/drawing/2014/main" id="{41A590BD-4EFB-4028-BCA7-A613A7190D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1" name="AutoShape 160">
                  <a:extLst>
                    <a:ext uri="{FF2B5EF4-FFF2-40B4-BE49-F238E27FC236}">
                      <a16:creationId xmlns:a16="http://schemas.microsoft.com/office/drawing/2014/main" id="{0AA07DF4-DCF2-4F2A-AF03-129510981C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79" name="Rectangle 161">
                <a:extLst>
                  <a:ext uri="{FF2B5EF4-FFF2-40B4-BE49-F238E27FC236}">
                    <a16:creationId xmlns:a16="http://schemas.microsoft.com/office/drawing/2014/main" id="{9955FDA3-E0B8-49D3-A7FE-16775E9E7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0" name="Freeform 162">
                <a:extLst>
                  <a:ext uri="{FF2B5EF4-FFF2-40B4-BE49-F238E27FC236}">
                    <a16:creationId xmlns:a16="http://schemas.microsoft.com/office/drawing/2014/main" id="{5EADE22C-1D67-41F8-A714-AE9A7CE28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1" name="Freeform 163">
                <a:extLst>
                  <a:ext uri="{FF2B5EF4-FFF2-40B4-BE49-F238E27FC236}">
                    <a16:creationId xmlns:a16="http://schemas.microsoft.com/office/drawing/2014/main" id="{3CAD87F8-637F-4759-A5C8-68239B566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2" name="Oval 164">
                <a:extLst>
                  <a:ext uri="{FF2B5EF4-FFF2-40B4-BE49-F238E27FC236}">
                    <a16:creationId xmlns:a16="http://schemas.microsoft.com/office/drawing/2014/main" id="{9BDC84CD-87B2-4757-9A7A-A22B0C4A7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3" name="Freeform 165">
                <a:extLst>
                  <a:ext uri="{FF2B5EF4-FFF2-40B4-BE49-F238E27FC236}">
                    <a16:creationId xmlns:a16="http://schemas.microsoft.com/office/drawing/2014/main" id="{06C66C57-9D87-41B2-BD33-F2827A845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4" name="AutoShape 166">
                <a:extLst>
                  <a:ext uri="{FF2B5EF4-FFF2-40B4-BE49-F238E27FC236}">
                    <a16:creationId xmlns:a16="http://schemas.microsoft.com/office/drawing/2014/main" id="{4CC504A1-3994-4008-8047-2C5E40E19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5" name="AutoShape 167">
                <a:extLst>
                  <a:ext uri="{FF2B5EF4-FFF2-40B4-BE49-F238E27FC236}">
                    <a16:creationId xmlns:a16="http://schemas.microsoft.com/office/drawing/2014/main" id="{7C24A860-3247-47CD-8DCB-CAE76758F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6" name="Oval 168">
                <a:extLst>
                  <a:ext uri="{FF2B5EF4-FFF2-40B4-BE49-F238E27FC236}">
                    <a16:creationId xmlns:a16="http://schemas.microsoft.com/office/drawing/2014/main" id="{DFE166A0-C1F7-47DF-ACFE-AF6F0A68B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7" name="Oval 169">
                <a:extLst>
                  <a:ext uri="{FF2B5EF4-FFF2-40B4-BE49-F238E27FC236}">
                    <a16:creationId xmlns:a16="http://schemas.microsoft.com/office/drawing/2014/main" id="{E0CA3650-72D4-4FA6-9873-40DF08806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8" name="Oval 170">
                <a:extLst>
                  <a:ext uri="{FF2B5EF4-FFF2-40B4-BE49-F238E27FC236}">
                    <a16:creationId xmlns:a16="http://schemas.microsoft.com/office/drawing/2014/main" id="{DA76D91E-9CA3-4AD9-9AAC-E75377825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89" name="Rectangle 171">
                <a:extLst>
                  <a:ext uri="{FF2B5EF4-FFF2-40B4-BE49-F238E27FC236}">
                    <a16:creationId xmlns:a16="http://schemas.microsoft.com/office/drawing/2014/main" id="{A050202E-4030-4EEC-9CC7-504F0F93D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1" name="Group 172">
              <a:extLst>
                <a:ext uri="{FF2B5EF4-FFF2-40B4-BE49-F238E27FC236}">
                  <a16:creationId xmlns:a16="http://schemas.microsoft.com/office/drawing/2014/main" id="{3D6E739E-25E3-4031-8AD6-CB3ABCC0DF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9206" y="4029542"/>
              <a:ext cx="394097" cy="417910"/>
              <a:chOff x="-44" y="1473"/>
              <a:chExt cx="981" cy="1105"/>
            </a:xfrm>
          </p:grpSpPr>
          <p:pic>
            <p:nvPicPr>
              <p:cNvPr id="464" name="Picture 173" descr="desktop_computer_stylized_medium">
                <a:extLst>
                  <a:ext uri="{FF2B5EF4-FFF2-40B4-BE49-F238E27FC236}">
                    <a16:creationId xmlns:a16="http://schemas.microsoft.com/office/drawing/2014/main" id="{62AE64B1-5414-42BC-BF68-2B96C6263F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5" name="Freeform 174">
                <a:extLst>
                  <a:ext uri="{FF2B5EF4-FFF2-40B4-BE49-F238E27FC236}">
                    <a16:creationId xmlns:a16="http://schemas.microsoft.com/office/drawing/2014/main" id="{7FA0C44D-91ED-45F5-9837-2E249D76316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92" name="Group 175">
              <a:extLst>
                <a:ext uri="{FF2B5EF4-FFF2-40B4-BE49-F238E27FC236}">
                  <a16:creationId xmlns:a16="http://schemas.microsoft.com/office/drawing/2014/main" id="{45C3F232-4C62-4F54-A4D3-3151BD788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3088" y="1336348"/>
              <a:ext cx="283369" cy="432197"/>
              <a:chOff x="4140" y="429"/>
              <a:chExt cx="1425" cy="2396"/>
            </a:xfrm>
          </p:grpSpPr>
          <p:sp>
            <p:nvSpPr>
              <p:cNvPr id="432" name="Freeform 176">
                <a:extLst>
                  <a:ext uri="{FF2B5EF4-FFF2-40B4-BE49-F238E27FC236}">
                    <a16:creationId xmlns:a16="http://schemas.microsoft.com/office/drawing/2014/main" id="{1B0A3798-F05C-4AAA-8260-B8F5A2BB6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3" name="Rectangle 177">
                <a:extLst>
                  <a:ext uri="{FF2B5EF4-FFF2-40B4-BE49-F238E27FC236}">
                    <a16:creationId xmlns:a16="http://schemas.microsoft.com/office/drawing/2014/main" id="{E4DA6859-D4CD-46AE-917C-A13B4ADDF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34" name="Freeform 178">
                <a:extLst>
                  <a:ext uri="{FF2B5EF4-FFF2-40B4-BE49-F238E27FC236}">
                    <a16:creationId xmlns:a16="http://schemas.microsoft.com/office/drawing/2014/main" id="{42E75C53-904E-4D52-BBED-D037A3927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5" name="Freeform 179">
                <a:extLst>
                  <a:ext uri="{FF2B5EF4-FFF2-40B4-BE49-F238E27FC236}">
                    <a16:creationId xmlns:a16="http://schemas.microsoft.com/office/drawing/2014/main" id="{13BF35AE-2D31-4778-BF0F-1874662F36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6" name="Rectangle 180">
                <a:extLst>
                  <a:ext uri="{FF2B5EF4-FFF2-40B4-BE49-F238E27FC236}">
                    <a16:creationId xmlns:a16="http://schemas.microsoft.com/office/drawing/2014/main" id="{0517F1EB-6986-44EE-93D7-4E13157F9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37" name="Group 181">
                <a:extLst>
                  <a:ext uri="{FF2B5EF4-FFF2-40B4-BE49-F238E27FC236}">
                    <a16:creationId xmlns:a16="http://schemas.microsoft.com/office/drawing/2014/main" id="{725B67E8-598D-4540-8A8C-07046EC653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2" name="AutoShape 182">
                  <a:extLst>
                    <a:ext uri="{FF2B5EF4-FFF2-40B4-BE49-F238E27FC236}">
                      <a16:creationId xmlns:a16="http://schemas.microsoft.com/office/drawing/2014/main" id="{5D1F4718-A925-429B-99F4-65F640099D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3" name="AutoShape 183">
                  <a:extLst>
                    <a:ext uri="{FF2B5EF4-FFF2-40B4-BE49-F238E27FC236}">
                      <a16:creationId xmlns:a16="http://schemas.microsoft.com/office/drawing/2014/main" id="{692D8366-5BB8-40BD-8C38-B153D9628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38" name="Rectangle 184">
                <a:extLst>
                  <a:ext uri="{FF2B5EF4-FFF2-40B4-BE49-F238E27FC236}">
                    <a16:creationId xmlns:a16="http://schemas.microsoft.com/office/drawing/2014/main" id="{258AD936-85EE-4E4A-AF8B-865D30CEF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39" name="Group 185">
                <a:extLst>
                  <a:ext uri="{FF2B5EF4-FFF2-40B4-BE49-F238E27FC236}">
                    <a16:creationId xmlns:a16="http://schemas.microsoft.com/office/drawing/2014/main" id="{73C13F8E-6DFA-4329-90BA-C31861AC12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60" name="AutoShape 186">
                  <a:extLst>
                    <a:ext uri="{FF2B5EF4-FFF2-40B4-BE49-F238E27FC236}">
                      <a16:creationId xmlns:a16="http://schemas.microsoft.com/office/drawing/2014/main" id="{DB93F00D-A446-4F94-B848-DB8946621C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1" name="AutoShape 187">
                  <a:extLst>
                    <a:ext uri="{FF2B5EF4-FFF2-40B4-BE49-F238E27FC236}">
                      <a16:creationId xmlns:a16="http://schemas.microsoft.com/office/drawing/2014/main" id="{5199749B-A2FA-485F-AB37-FF3183B7EB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0" name="Rectangle 188">
                <a:extLst>
                  <a:ext uri="{FF2B5EF4-FFF2-40B4-BE49-F238E27FC236}">
                    <a16:creationId xmlns:a16="http://schemas.microsoft.com/office/drawing/2014/main" id="{7FBB749E-3E09-47C0-86DE-A5CB3AF0F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1" name="Rectangle 189">
                <a:extLst>
                  <a:ext uri="{FF2B5EF4-FFF2-40B4-BE49-F238E27FC236}">
                    <a16:creationId xmlns:a16="http://schemas.microsoft.com/office/drawing/2014/main" id="{63C473A3-78A7-423E-9D82-9592652AD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42" name="Group 190">
                <a:extLst>
                  <a:ext uri="{FF2B5EF4-FFF2-40B4-BE49-F238E27FC236}">
                    <a16:creationId xmlns:a16="http://schemas.microsoft.com/office/drawing/2014/main" id="{8C253B84-6768-47B5-AEA1-8C91FA1189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58" name="AutoShape 191">
                  <a:extLst>
                    <a:ext uri="{FF2B5EF4-FFF2-40B4-BE49-F238E27FC236}">
                      <a16:creationId xmlns:a16="http://schemas.microsoft.com/office/drawing/2014/main" id="{579367EB-3C41-4DBF-AE61-10799C051F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9" name="AutoShape 192">
                  <a:extLst>
                    <a:ext uri="{FF2B5EF4-FFF2-40B4-BE49-F238E27FC236}">
                      <a16:creationId xmlns:a16="http://schemas.microsoft.com/office/drawing/2014/main" id="{79F9C12E-80B3-4B74-9F5F-498FC42F1C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3" name="Freeform 193">
                <a:extLst>
                  <a:ext uri="{FF2B5EF4-FFF2-40B4-BE49-F238E27FC236}">
                    <a16:creationId xmlns:a16="http://schemas.microsoft.com/office/drawing/2014/main" id="{52F5F455-2542-42C7-BB51-32DE6E344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44" name="Group 194">
                <a:extLst>
                  <a:ext uri="{FF2B5EF4-FFF2-40B4-BE49-F238E27FC236}">
                    <a16:creationId xmlns:a16="http://schemas.microsoft.com/office/drawing/2014/main" id="{A2236614-9720-427F-938E-4202023E76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56" name="AutoShape 195">
                  <a:extLst>
                    <a:ext uri="{FF2B5EF4-FFF2-40B4-BE49-F238E27FC236}">
                      <a16:creationId xmlns:a16="http://schemas.microsoft.com/office/drawing/2014/main" id="{C1F71BE4-1021-425C-8A8F-00B19E15D0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7" name="AutoShape 196">
                  <a:extLst>
                    <a:ext uri="{FF2B5EF4-FFF2-40B4-BE49-F238E27FC236}">
                      <a16:creationId xmlns:a16="http://schemas.microsoft.com/office/drawing/2014/main" id="{CB2CB5B6-7F6D-4352-92DE-1516C2E58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5" name="Rectangle 197">
                <a:extLst>
                  <a:ext uri="{FF2B5EF4-FFF2-40B4-BE49-F238E27FC236}">
                    <a16:creationId xmlns:a16="http://schemas.microsoft.com/office/drawing/2014/main" id="{8511084B-515D-44E7-BEEA-B210C6F80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6" name="Freeform 198">
                <a:extLst>
                  <a:ext uri="{FF2B5EF4-FFF2-40B4-BE49-F238E27FC236}">
                    <a16:creationId xmlns:a16="http://schemas.microsoft.com/office/drawing/2014/main" id="{D561389B-DB0A-4B6C-A4E2-82EE0C5A6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7" name="Freeform 199">
                <a:extLst>
                  <a:ext uri="{FF2B5EF4-FFF2-40B4-BE49-F238E27FC236}">
                    <a16:creationId xmlns:a16="http://schemas.microsoft.com/office/drawing/2014/main" id="{97889AAF-EF82-433F-A49D-1DE55D541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8" name="Oval 200">
                <a:extLst>
                  <a:ext uri="{FF2B5EF4-FFF2-40B4-BE49-F238E27FC236}">
                    <a16:creationId xmlns:a16="http://schemas.microsoft.com/office/drawing/2014/main" id="{6A35398A-5DB6-41F5-BB12-2E368F3DA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49" name="Freeform 201">
                <a:extLst>
                  <a:ext uri="{FF2B5EF4-FFF2-40B4-BE49-F238E27FC236}">
                    <a16:creationId xmlns:a16="http://schemas.microsoft.com/office/drawing/2014/main" id="{87FA8B5B-B518-4058-B26E-12E27B471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0" name="AutoShape 202">
                <a:extLst>
                  <a:ext uri="{FF2B5EF4-FFF2-40B4-BE49-F238E27FC236}">
                    <a16:creationId xmlns:a16="http://schemas.microsoft.com/office/drawing/2014/main" id="{A745CD63-D2CF-457C-BC19-96A958A1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1" name="AutoShape 203">
                <a:extLst>
                  <a:ext uri="{FF2B5EF4-FFF2-40B4-BE49-F238E27FC236}">
                    <a16:creationId xmlns:a16="http://schemas.microsoft.com/office/drawing/2014/main" id="{54338D6B-448C-4FDC-8EC8-E03E9F18F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2" name="Oval 204">
                <a:extLst>
                  <a:ext uri="{FF2B5EF4-FFF2-40B4-BE49-F238E27FC236}">
                    <a16:creationId xmlns:a16="http://schemas.microsoft.com/office/drawing/2014/main" id="{5E496D50-886F-4836-84E4-3046AA338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3" name="Oval 205">
                <a:extLst>
                  <a:ext uri="{FF2B5EF4-FFF2-40B4-BE49-F238E27FC236}">
                    <a16:creationId xmlns:a16="http://schemas.microsoft.com/office/drawing/2014/main" id="{EE5D7CCA-599B-43AA-B2C3-97B0865E9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4" name="Oval 206">
                <a:extLst>
                  <a:ext uri="{FF2B5EF4-FFF2-40B4-BE49-F238E27FC236}">
                    <a16:creationId xmlns:a16="http://schemas.microsoft.com/office/drawing/2014/main" id="{5788D1C0-3283-44FE-8C4F-F9F515190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55" name="Rectangle 207">
                <a:extLst>
                  <a:ext uri="{FF2B5EF4-FFF2-40B4-BE49-F238E27FC236}">
                    <a16:creationId xmlns:a16="http://schemas.microsoft.com/office/drawing/2014/main" id="{C0D23095-65AB-4E92-8EAF-BA6066C15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3" name="Group 208">
              <a:extLst>
                <a:ext uri="{FF2B5EF4-FFF2-40B4-BE49-F238E27FC236}">
                  <a16:creationId xmlns:a16="http://schemas.microsoft.com/office/drawing/2014/main" id="{BB6C4247-ECE8-46D8-AD12-3AF512768E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7444" y="1360161"/>
              <a:ext cx="283369" cy="432197"/>
              <a:chOff x="4140" y="429"/>
              <a:chExt cx="1425" cy="2396"/>
            </a:xfrm>
          </p:grpSpPr>
          <p:sp>
            <p:nvSpPr>
              <p:cNvPr id="400" name="Freeform 209">
                <a:extLst>
                  <a:ext uri="{FF2B5EF4-FFF2-40B4-BE49-F238E27FC236}">
                    <a16:creationId xmlns:a16="http://schemas.microsoft.com/office/drawing/2014/main" id="{D6CFC1C2-45E6-400D-A7DE-D0C142428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1" name="Rectangle 210">
                <a:extLst>
                  <a:ext uri="{FF2B5EF4-FFF2-40B4-BE49-F238E27FC236}">
                    <a16:creationId xmlns:a16="http://schemas.microsoft.com/office/drawing/2014/main" id="{B7141F30-30FC-4003-9212-6D4095026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02" name="Freeform 211">
                <a:extLst>
                  <a:ext uri="{FF2B5EF4-FFF2-40B4-BE49-F238E27FC236}">
                    <a16:creationId xmlns:a16="http://schemas.microsoft.com/office/drawing/2014/main" id="{89588C3D-F7F3-44BF-A0AD-F89B428F9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3" name="Freeform 212">
                <a:extLst>
                  <a:ext uri="{FF2B5EF4-FFF2-40B4-BE49-F238E27FC236}">
                    <a16:creationId xmlns:a16="http://schemas.microsoft.com/office/drawing/2014/main" id="{87C6D2A6-71B6-40FC-A6DA-71408AC51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4" name="Rectangle 213">
                <a:extLst>
                  <a:ext uri="{FF2B5EF4-FFF2-40B4-BE49-F238E27FC236}">
                    <a16:creationId xmlns:a16="http://schemas.microsoft.com/office/drawing/2014/main" id="{93F05D07-F9A3-4F98-AD33-4CC827E9C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05" name="Group 214">
                <a:extLst>
                  <a:ext uri="{FF2B5EF4-FFF2-40B4-BE49-F238E27FC236}">
                    <a16:creationId xmlns:a16="http://schemas.microsoft.com/office/drawing/2014/main" id="{68320577-22AF-4C34-842A-F365BF8C7A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0" name="AutoShape 215">
                  <a:extLst>
                    <a:ext uri="{FF2B5EF4-FFF2-40B4-BE49-F238E27FC236}">
                      <a16:creationId xmlns:a16="http://schemas.microsoft.com/office/drawing/2014/main" id="{ADCE1545-9D3D-4C50-87AA-B365FF26F7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1" name="AutoShape 216">
                  <a:extLst>
                    <a:ext uri="{FF2B5EF4-FFF2-40B4-BE49-F238E27FC236}">
                      <a16:creationId xmlns:a16="http://schemas.microsoft.com/office/drawing/2014/main" id="{0C05EE85-6BA4-4CFD-BB8D-308F6DB48B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06" name="Rectangle 217">
                <a:extLst>
                  <a:ext uri="{FF2B5EF4-FFF2-40B4-BE49-F238E27FC236}">
                    <a16:creationId xmlns:a16="http://schemas.microsoft.com/office/drawing/2014/main" id="{5D303506-FA58-4BB7-9DF9-30AB836482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07" name="Group 218">
                <a:extLst>
                  <a:ext uri="{FF2B5EF4-FFF2-40B4-BE49-F238E27FC236}">
                    <a16:creationId xmlns:a16="http://schemas.microsoft.com/office/drawing/2014/main" id="{50747CF6-8A9D-41F1-BA14-733778C97E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28" name="AutoShape 219">
                  <a:extLst>
                    <a:ext uri="{FF2B5EF4-FFF2-40B4-BE49-F238E27FC236}">
                      <a16:creationId xmlns:a16="http://schemas.microsoft.com/office/drawing/2014/main" id="{71CE939D-70CE-485B-8C93-D29ED35649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9" name="AutoShape 220">
                  <a:extLst>
                    <a:ext uri="{FF2B5EF4-FFF2-40B4-BE49-F238E27FC236}">
                      <a16:creationId xmlns:a16="http://schemas.microsoft.com/office/drawing/2014/main" id="{DDBC2B51-7C26-4960-B3FF-48A9C784E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08" name="Rectangle 221">
                <a:extLst>
                  <a:ext uri="{FF2B5EF4-FFF2-40B4-BE49-F238E27FC236}">
                    <a16:creationId xmlns:a16="http://schemas.microsoft.com/office/drawing/2014/main" id="{E340BDEF-3BEF-4FA9-B627-180C5118E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09" name="Rectangle 222">
                <a:extLst>
                  <a:ext uri="{FF2B5EF4-FFF2-40B4-BE49-F238E27FC236}">
                    <a16:creationId xmlns:a16="http://schemas.microsoft.com/office/drawing/2014/main" id="{4FBCE5C2-6D75-4830-83CF-2583CFEA6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410" name="Group 223">
                <a:extLst>
                  <a:ext uri="{FF2B5EF4-FFF2-40B4-BE49-F238E27FC236}">
                    <a16:creationId xmlns:a16="http://schemas.microsoft.com/office/drawing/2014/main" id="{27A574A1-8C16-43DB-B998-053E747564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6" name="AutoShape 224">
                  <a:extLst>
                    <a:ext uri="{FF2B5EF4-FFF2-40B4-BE49-F238E27FC236}">
                      <a16:creationId xmlns:a16="http://schemas.microsoft.com/office/drawing/2014/main" id="{9815A6D5-7C43-41A7-ACFC-25DF7CE844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7" name="AutoShape 225">
                  <a:extLst>
                    <a:ext uri="{FF2B5EF4-FFF2-40B4-BE49-F238E27FC236}">
                      <a16:creationId xmlns:a16="http://schemas.microsoft.com/office/drawing/2014/main" id="{D15AE2A2-0363-489F-869A-EEDC5992E7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11" name="Freeform 226">
                <a:extLst>
                  <a:ext uri="{FF2B5EF4-FFF2-40B4-BE49-F238E27FC236}">
                    <a16:creationId xmlns:a16="http://schemas.microsoft.com/office/drawing/2014/main" id="{1F49E580-0AAD-44D4-8E16-C59358E68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12" name="Group 227">
                <a:extLst>
                  <a:ext uri="{FF2B5EF4-FFF2-40B4-BE49-F238E27FC236}">
                    <a16:creationId xmlns:a16="http://schemas.microsoft.com/office/drawing/2014/main" id="{D323387D-1A14-4232-A7AD-A006A3C730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24" name="AutoShape 228">
                  <a:extLst>
                    <a:ext uri="{FF2B5EF4-FFF2-40B4-BE49-F238E27FC236}">
                      <a16:creationId xmlns:a16="http://schemas.microsoft.com/office/drawing/2014/main" id="{1EC6DD50-B2BF-4385-8781-40D4FF3D6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5" name="AutoShape 229">
                  <a:extLst>
                    <a:ext uri="{FF2B5EF4-FFF2-40B4-BE49-F238E27FC236}">
                      <a16:creationId xmlns:a16="http://schemas.microsoft.com/office/drawing/2014/main" id="{3EEFFE2A-623F-4711-A78D-8F4F34FE9B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13" name="Rectangle 230">
                <a:extLst>
                  <a:ext uri="{FF2B5EF4-FFF2-40B4-BE49-F238E27FC236}">
                    <a16:creationId xmlns:a16="http://schemas.microsoft.com/office/drawing/2014/main" id="{35E4E19A-B49D-4DA4-B6C5-A30918A56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4" name="Freeform 231">
                <a:extLst>
                  <a:ext uri="{FF2B5EF4-FFF2-40B4-BE49-F238E27FC236}">
                    <a16:creationId xmlns:a16="http://schemas.microsoft.com/office/drawing/2014/main" id="{6B570E26-4095-45C7-A6BB-59F21116B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5" name="Freeform 232">
                <a:extLst>
                  <a:ext uri="{FF2B5EF4-FFF2-40B4-BE49-F238E27FC236}">
                    <a16:creationId xmlns:a16="http://schemas.microsoft.com/office/drawing/2014/main" id="{9E582529-D50E-49F3-8629-EBC0777F0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6" name="Oval 233">
                <a:extLst>
                  <a:ext uri="{FF2B5EF4-FFF2-40B4-BE49-F238E27FC236}">
                    <a16:creationId xmlns:a16="http://schemas.microsoft.com/office/drawing/2014/main" id="{091B8305-E4C6-4F1E-A7AE-FA12EE90D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7" name="Freeform 234">
                <a:extLst>
                  <a:ext uri="{FF2B5EF4-FFF2-40B4-BE49-F238E27FC236}">
                    <a16:creationId xmlns:a16="http://schemas.microsoft.com/office/drawing/2014/main" id="{46B79541-E142-427C-B2BC-051ECDC12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8" name="AutoShape 235">
                <a:extLst>
                  <a:ext uri="{FF2B5EF4-FFF2-40B4-BE49-F238E27FC236}">
                    <a16:creationId xmlns:a16="http://schemas.microsoft.com/office/drawing/2014/main" id="{A26F7932-731A-4B93-82AE-1D06E433B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9" name="AutoShape 236">
                <a:extLst>
                  <a:ext uri="{FF2B5EF4-FFF2-40B4-BE49-F238E27FC236}">
                    <a16:creationId xmlns:a16="http://schemas.microsoft.com/office/drawing/2014/main" id="{E010B6A6-2D6E-4255-92A2-8E8BB5F3C9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20" name="Oval 237">
                <a:extLst>
                  <a:ext uri="{FF2B5EF4-FFF2-40B4-BE49-F238E27FC236}">
                    <a16:creationId xmlns:a16="http://schemas.microsoft.com/office/drawing/2014/main" id="{A61A8E78-CA40-4CB4-B1A6-A8762FF92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21" name="Oval 238">
                <a:extLst>
                  <a:ext uri="{FF2B5EF4-FFF2-40B4-BE49-F238E27FC236}">
                    <a16:creationId xmlns:a16="http://schemas.microsoft.com/office/drawing/2014/main" id="{686EEB26-BA25-427A-AC19-5A723ED98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2" name="Oval 239">
                <a:extLst>
                  <a:ext uri="{FF2B5EF4-FFF2-40B4-BE49-F238E27FC236}">
                    <a16:creationId xmlns:a16="http://schemas.microsoft.com/office/drawing/2014/main" id="{890EF9FB-813A-4A10-ABC7-CB014AC54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23" name="Rectangle 240">
                <a:extLst>
                  <a:ext uri="{FF2B5EF4-FFF2-40B4-BE49-F238E27FC236}">
                    <a16:creationId xmlns:a16="http://schemas.microsoft.com/office/drawing/2014/main" id="{631DE604-0D38-4DA3-BC0A-1A301526A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4" name="Group 241">
              <a:extLst>
                <a:ext uri="{FF2B5EF4-FFF2-40B4-BE49-F238E27FC236}">
                  <a16:creationId xmlns:a16="http://schemas.microsoft.com/office/drawing/2014/main" id="{15901B32-4139-4DEA-AF86-2C57EFD6F2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4644" y="1474461"/>
              <a:ext cx="283369" cy="432197"/>
              <a:chOff x="4140" y="429"/>
              <a:chExt cx="1425" cy="2396"/>
            </a:xfrm>
          </p:grpSpPr>
          <p:sp>
            <p:nvSpPr>
              <p:cNvPr id="368" name="Freeform 242">
                <a:extLst>
                  <a:ext uri="{FF2B5EF4-FFF2-40B4-BE49-F238E27FC236}">
                    <a16:creationId xmlns:a16="http://schemas.microsoft.com/office/drawing/2014/main" id="{A583A8F5-F695-44B5-8F28-200430BC5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9" name="Rectangle 243">
                <a:extLst>
                  <a:ext uri="{FF2B5EF4-FFF2-40B4-BE49-F238E27FC236}">
                    <a16:creationId xmlns:a16="http://schemas.microsoft.com/office/drawing/2014/main" id="{19BAC002-FCC3-40F9-A775-06960711E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Freeform 244">
                <a:extLst>
                  <a:ext uri="{FF2B5EF4-FFF2-40B4-BE49-F238E27FC236}">
                    <a16:creationId xmlns:a16="http://schemas.microsoft.com/office/drawing/2014/main" id="{70E14972-3A02-4518-AB3F-C9693193D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1" name="Freeform 245">
                <a:extLst>
                  <a:ext uri="{FF2B5EF4-FFF2-40B4-BE49-F238E27FC236}">
                    <a16:creationId xmlns:a16="http://schemas.microsoft.com/office/drawing/2014/main" id="{AC648F90-0E14-4C29-8C09-318FB4D57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2" name="Rectangle 246">
                <a:extLst>
                  <a:ext uri="{FF2B5EF4-FFF2-40B4-BE49-F238E27FC236}">
                    <a16:creationId xmlns:a16="http://schemas.microsoft.com/office/drawing/2014/main" id="{D8876427-FF49-4293-90E8-18DA71E9A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73" name="Group 247">
                <a:extLst>
                  <a:ext uri="{FF2B5EF4-FFF2-40B4-BE49-F238E27FC236}">
                    <a16:creationId xmlns:a16="http://schemas.microsoft.com/office/drawing/2014/main" id="{C1EC4FAC-65AC-4ED2-A213-C33494499D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8" name="AutoShape 248">
                  <a:extLst>
                    <a:ext uri="{FF2B5EF4-FFF2-40B4-BE49-F238E27FC236}">
                      <a16:creationId xmlns:a16="http://schemas.microsoft.com/office/drawing/2014/main" id="{D8FF39E6-1154-485A-B79F-0E4C8EB7A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9" name="AutoShape 249">
                  <a:extLst>
                    <a:ext uri="{FF2B5EF4-FFF2-40B4-BE49-F238E27FC236}">
                      <a16:creationId xmlns:a16="http://schemas.microsoft.com/office/drawing/2014/main" id="{9ECC2776-73AF-455B-8CB8-00C603D5E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4" name="Rectangle 250">
                <a:extLst>
                  <a:ext uri="{FF2B5EF4-FFF2-40B4-BE49-F238E27FC236}">
                    <a16:creationId xmlns:a16="http://schemas.microsoft.com/office/drawing/2014/main" id="{852E17F6-F801-4E13-8ED4-64CCFAC122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75" name="Group 251">
                <a:extLst>
                  <a:ext uri="{FF2B5EF4-FFF2-40B4-BE49-F238E27FC236}">
                    <a16:creationId xmlns:a16="http://schemas.microsoft.com/office/drawing/2014/main" id="{0FB236BF-0F62-4F84-B07A-044E799E3E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6" name="AutoShape 252">
                  <a:extLst>
                    <a:ext uri="{FF2B5EF4-FFF2-40B4-BE49-F238E27FC236}">
                      <a16:creationId xmlns:a16="http://schemas.microsoft.com/office/drawing/2014/main" id="{77271254-5542-414B-888C-55AB5A0D0E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7" name="AutoShape 253">
                  <a:extLst>
                    <a:ext uri="{FF2B5EF4-FFF2-40B4-BE49-F238E27FC236}">
                      <a16:creationId xmlns:a16="http://schemas.microsoft.com/office/drawing/2014/main" id="{648059D7-6A1B-45CF-952D-9E6C7B22CC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6" name="Rectangle 254">
                <a:extLst>
                  <a:ext uri="{FF2B5EF4-FFF2-40B4-BE49-F238E27FC236}">
                    <a16:creationId xmlns:a16="http://schemas.microsoft.com/office/drawing/2014/main" id="{23BF114C-5742-40BB-8731-AC1F2A384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77" name="Rectangle 255">
                <a:extLst>
                  <a:ext uri="{FF2B5EF4-FFF2-40B4-BE49-F238E27FC236}">
                    <a16:creationId xmlns:a16="http://schemas.microsoft.com/office/drawing/2014/main" id="{DD442B23-B303-4ACE-A5C5-B191575B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78" name="Group 256">
                <a:extLst>
                  <a:ext uri="{FF2B5EF4-FFF2-40B4-BE49-F238E27FC236}">
                    <a16:creationId xmlns:a16="http://schemas.microsoft.com/office/drawing/2014/main" id="{070D2F34-C0B3-4AF7-92C5-56DEF1A466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4" name="AutoShape 257">
                  <a:extLst>
                    <a:ext uri="{FF2B5EF4-FFF2-40B4-BE49-F238E27FC236}">
                      <a16:creationId xmlns:a16="http://schemas.microsoft.com/office/drawing/2014/main" id="{93C5C35B-0065-4B08-8A01-59A3D46764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5" name="AutoShape 258">
                  <a:extLst>
                    <a:ext uri="{FF2B5EF4-FFF2-40B4-BE49-F238E27FC236}">
                      <a16:creationId xmlns:a16="http://schemas.microsoft.com/office/drawing/2014/main" id="{B26CDF9B-5CCC-41E2-B974-E79335385D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9" name="Freeform 259">
                <a:extLst>
                  <a:ext uri="{FF2B5EF4-FFF2-40B4-BE49-F238E27FC236}">
                    <a16:creationId xmlns:a16="http://schemas.microsoft.com/office/drawing/2014/main" id="{75B781B2-E5D0-46F8-A049-C0F78D827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380" name="Group 260">
                <a:extLst>
                  <a:ext uri="{FF2B5EF4-FFF2-40B4-BE49-F238E27FC236}">
                    <a16:creationId xmlns:a16="http://schemas.microsoft.com/office/drawing/2014/main" id="{CE0ED8D7-60D3-4AA0-9192-102F1BB396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2" name="AutoShape 261">
                  <a:extLst>
                    <a:ext uri="{FF2B5EF4-FFF2-40B4-BE49-F238E27FC236}">
                      <a16:creationId xmlns:a16="http://schemas.microsoft.com/office/drawing/2014/main" id="{871AF95F-78E8-4093-8C27-81AF84846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3" name="AutoShape 262">
                  <a:extLst>
                    <a:ext uri="{FF2B5EF4-FFF2-40B4-BE49-F238E27FC236}">
                      <a16:creationId xmlns:a16="http://schemas.microsoft.com/office/drawing/2014/main" id="{8BD92263-A7B3-4FE6-8B6B-84AE833EC6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81" name="Rectangle 263">
                <a:extLst>
                  <a:ext uri="{FF2B5EF4-FFF2-40B4-BE49-F238E27FC236}">
                    <a16:creationId xmlns:a16="http://schemas.microsoft.com/office/drawing/2014/main" id="{9B9DB0D4-944A-48AC-8CEF-93841D692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2" name="Freeform 264">
                <a:extLst>
                  <a:ext uri="{FF2B5EF4-FFF2-40B4-BE49-F238E27FC236}">
                    <a16:creationId xmlns:a16="http://schemas.microsoft.com/office/drawing/2014/main" id="{B8E101A6-C616-4C81-9695-47EAF6A3F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3" name="Freeform 265">
                <a:extLst>
                  <a:ext uri="{FF2B5EF4-FFF2-40B4-BE49-F238E27FC236}">
                    <a16:creationId xmlns:a16="http://schemas.microsoft.com/office/drawing/2014/main" id="{B5F8597D-5162-4762-B2E6-FC43A17ED4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4" name="Oval 266">
                <a:extLst>
                  <a:ext uri="{FF2B5EF4-FFF2-40B4-BE49-F238E27FC236}">
                    <a16:creationId xmlns:a16="http://schemas.microsoft.com/office/drawing/2014/main" id="{920769D8-42BD-466E-AE41-AEF610B98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5" name="Freeform 267">
                <a:extLst>
                  <a:ext uri="{FF2B5EF4-FFF2-40B4-BE49-F238E27FC236}">
                    <a16:creationId xmlns:a16="http://schemas.microsoft.com/office/drawing/2014/main" id="{BF2D824F-06DF-44C1-AF7D-B883DC3B2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6" name="AutoShape 268">
                <a:extLst>
                  <a:ext uri="{FF2B5EF4-FFF2-40B4-BE49-F238E27FC236}">
                    <a16:creationId xmlns:a16="http://schemas.microsoft.com/office/drawing/2014/main" id="{62B4E150-39B0-4F63-A25F-FA88E672AF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7" name="AutoShape 269">
                <a:extLst>
                  <a:ext uri="{FF2B5EF4-FFF2-40B4-BE49-F238E27FC236}">
                    <a16:creationId xmlns:a16="http://schemas.microsoft.com/office/drawing/2014/main" id="{9DD7F03F-BC41-4B73-B241-EF59F701A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8" name="Oval 270">
                <a:extLst>
                  <a:ext uri="{FF2B5EF4-FFF2-40B4-BE49-F238E27FC236}">
                    <a16:creationId xmlns:a16="http://schemas.microsoft.com/office/drawing/2014/main" id="{D75803C7-486A-4C41-8000-CB2C3B24C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89" name="Oval 271">
                <a:extLst>
                  <a:ext uri="{FF2B5EF4-FFF2-40B4-BE49-F238E27FC236}">
                    <a16:creationId xmlns:a16="http://schemas.microsoft.com/office/drawing/2014/main" id="{CAEDFD63-2BDA-49FE-85EA-7796515C3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0" name="Oval 272">
                <a:extLst>
                  <a:ext uri="{FF2B5EF4-FFF2-40B4-BE49-F238E27FC236}">
                    <a16:creationId xmlns:a16="http://schemas.microsoft.com/office/drawing/2014/main" id="{E15B07EB-EDE2-43D5-8527-EDB33D88D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91" name="Rectangle 273">
                <a:extLst>
                  <a:ext uri="{FF2B5EF4-FFF2-40B4-BE49-F238E27FC236}">
                    <a16:creationId xmlns:a16="http://schemas.microsoft.com/office/drawing/2014/main" id="{4C9DF263-8652-427F-9B06-482223005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5" name="Group 274">
              <a:extLst>
                <a:ext uri="{FF2B5EF4-FFF2-40B4-BE49-F238E27FC236}">
                  <a16:creationId xmlns:a16="http://schemas.microsoft.com/office/drawing/2014/main" id="{BB0D03B5-F40F-4870-B790-D058EB651E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41103" y="2184073"/>
              <a:ext cx="283369" cy="432197"/>
              <a:chOff x="4140" y="429"/>
              <a:chExt cx="1425" cy="2396"/>
            </a:xfrm>
          </p:grpSpPr>
          <p:sp>
            <p:nvSpPr>
              <p:cNvPr id="336" name="Freeform 275">
                <a:extLst>
                  <a:ext uri="{FF2B5EF4-FFF2-40B4-BE49-F238E27FC236}">
                    <a16:creationId xmlns:a16="http://schemas.microsoft.com/office/drawing/2014/main" id="{D0D0C6CF-D9C7-4D3C-8555-28BF531A52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7" name="Rectangle 276">
                <a:extLst>
                  <a:ext uri="{FF2B5EF4-FFF2-40B4-BE49-F238E27FC236}">
                    <a16:creationId xmlns:a16="http://schemas.microsoft.com/office/drawing/2014/main" id="{D0EE616A-6F5B-4B8E-B496-296ECE61E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38" name="Freeform 277">
                <a:extLst>
                  <a:ext uri="{FF2B5EF4-FFF2-40B4-BE49-F238E27FC236}">
                    <a16:creationId xmlns:a16="http://schemas.microsoft.com/office/drawing/2014/main" id="{467CF38E-5888-4EDE-9B98-FD63EE597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9" name="Freeform 278">
                <a:extLst>
                  <a:ext uri="{FF2B5EF4-FFF2-40B4-BE49-F238E27FC236}">
                    <a16:creationId xmlns:a16="http://schemas.microsoft.com/office/drawing/2014/main" id="{FE734505-E8E4-4D5E-9795-EF22807C2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0" name="Rectangle 279">
                <a:extLst>
                  <a:ext uri="{FF2B5EF4-FFF2-40B4-BE49-F238E27FC236}">
                    <a16:creationId xmlns:a16="http://schemas.microsoft.com/office/drawing/2014/main" id="{2386A9AE-3038-4D0D-9891-668206766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41" name="Group 280">
                <a:extLst>
                  <a:ext uri="{FF2B5EF4-FFF2-40B4-BE49-F238E27FC236}">
                    <a16:creationId xmlns:a16="http://schemas.microsoft.com/office/drawing/2014/main" id="{F77F9228-0E72-45D5-AEF9-FB8A5DF1A6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6" name="AutoShape 281">
                  <a:extLst>
                    <a:ext uri="{FF2B5EF4-FFF2-40B4-BE49-F238E27FC236}">
                      <a16:creationId xmlns:a16="http://schemas.microsoft.com/office/drawing/2014/main" id="{35511023-C1C1-46F9-AA09-E733148874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7" name="AutoShape 282">
                  <a:extLst>
                    <a:ext uri="{FF2B5EF4-FFF2-40B4-BE49-F238E27FC236}">
                      <a16:creationId xmlns:a16="http://schemas.microsoft.com/office/drawing/2014/main" id="{65BE6187-C1F3-410E-A10E-1EDBB80642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42" name="Rectangle 283">
                <a:extLst>
                  <a:ext uri="{FF2B5EF4-FFF2-40B4-BE49-F238E27FC236}">
                    <a16:creationId xmlns:a16="http://schemas.microsoft.com/office/drawing/2014/main" id="{ECCB2696-B4DD-4DD3-98C4-51EA8FEFB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43" name="Group 284">
                <a:extLst>
                  <a:ext uri="{FF2B5EF4-FFF2-40B4-BE49-F238E27FC236}">
                    <a16:creationId xmlns:a16="http://schemas.microsoft.com/office/drawing/2014/main" id="{ED40D3D5-3543-4BC2-9B25-0BEB332755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4" name="AutoShape 285">
                  <a:extLst>
                    <a:ext uri="{FF2B5EF4-FFF2-40B4-BE49-F238E27FC236}">
                      <a16:creationId xmlns:a16="http://schemas.microsoft.com/office/drawing/2014/main" id="{EBD362F6-37E4-45D7-82DA-6D90695713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5" name="AutoShape 286">
                  <a:extLst>
                    <a:ext uri="{FF2B5EF4-FFF2-40B4-BE49-F238E27FC236}">
                      <a16:creationId xmlns:a16="http://schemas.microsoft.com/office/drawing/2014/main" id="{7D718DB2-ABFC-4C1F-A632-D04475F406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44" name="Rectangle 287">
                <a:extLst>
                  <a:ext uri="{FF2B5EF4-FFF2-40B4-BE49-F238E27FC236}">
                    <a16:creationId xmlns:a16="http://schemas.microsoft.com/office/drawing/2014/main" id="{D9C7F2EA-C2C1-4A49-90AE-D9C407586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45" name="Rectangle 288">
                <a:extLst>
                  <a:ext uri="{FF2B5EF4-FFF2-40B4-BE49-F238E27FC236}">
                    <a16:creationId xmlns:a16="http://schemas.microsoft.com/office/drawing/2014/main" id="{ED3ED7DF-52E8-4AA3-8514-EA11C356F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46" name="Group 289">
                <a:extLst>
                  <a:ext uri="{FF2B5EF4-FFF2-40B4-BE49-F238E27FC236}">
                    <a16:creationId xmlns:a16="http://schemas.microsoft.com/office/drawing/2014/main" id="{E6FD7D45-79B8-4113-9879-31A2F1B8E9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2" name="AutoShape 290">
                  <a:extLst>
                    <a:ext uri="{FF2B5EF4-FFF2-40B4-BE49-F238E27FC236}">
                      <a16:creationId xmlns:a16="http://schemas.microsoft.com/office/drawing/2014/main" id="{F5AED484-01B1-4E81-93D9-72B5EA89F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3" name="AutoShape 291">
                  <a:extLst>
                    <a:ext uri="{FF2B5EF4-FFF2-40B4-BE49-F238E27FC236}">
                      <a16:creationId xmlns:a16="http://schemas.microsoft.com/office/drawing/2014/main" id="{F9E6ADD7-B21E-4FDE-84A0-1878AFD947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47" name="Freeform 292">
                <a:extLst>
                  <a:ext uri="{FF2B5EF4-FFF2-40B4-BE49-F238E27FC236}">
                    <a16:creationId xmlns:a16="http://schemas.microsoft.com/office/drawing/2014/main" id="{EB88449B-A1BB-4C61-B67F-59744D6EF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348" name="Group 293">
                <a:extLst>
                  <a:ext uri="{FF2B5EF4-FFF2-40B4-BE49-F238E27FC236}">
                    <a16:creationId xmlns:a16="http://schemas.microsoft.com/office/drawing/2014/main" id="{22919B65-5115-432F-8086-80B6D498E4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0" name="AutoShape 294">
                  <a:extLst>
                    <a:ext uri="{FF2B5EF4-FFF2-40B4-BE49-F238E27FC236}">
                      <a16:creationId xmlns:a16="http://schemas.microsoft.com/office/drawing/2014/main" id="{442E7E27-EE16-4DDC-A0C7-D289636DD3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1" name="AutoShape 295">
                  <a:extLst>
                    <a:ext uri="{FF2B5EF4-FFF2-40B4-BE49-F238E27FC236}">
                      <a16:creationId xmlns:a16="http://schemas.microsoft.com/office/drawing/2014/main" id="{6A87C72E-32D3-4A5F-B4A0-2FFC13E1D7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49" name="Rectangle 296">
                <a:extLst>
                  <a:ext uri="{FF2B5EF4-FFF2-40B4-BE49-F238E27FC236}">
                    <a16:creationId xmlns:a16="http://schemas.microsoft.com/office/drawing/2014/main" id="{E089C4F7-1C76-4999-B593-9C6084D78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0" name="Freeform 297">
                <a:extLst>
                  <a:ext uri="{FF2B5EF4-FFF2-40B4-BE49-F238E27FC236}">
                    <a16:creationId xmlns:a16="http://schemas.microsoft.com/office/drawing/2014/main" id="{9A31649D-CDBE-45D2-83B8-7554113E8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1" name="Freeform 298">
                <a:extLst>
                  <a:ext uri="{FF2B5EF4-FFF2-40B4-BE49-F238E27FC236}">
                    <a16:creationId xmlns:a16="http://schemas.microsoft.com/office/drawing/2014/main" id="{F066AA86-EB92-41E0-A263-B8808D402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2" name="Oval 299">
                <a:extLst>
                  <a:ext uri="{FF2B5EF4-FFF2-40B4-BE49-F238E27FC236}">
                    <a16:creationId xmlns:a16="http://schemas.microsoft.com/office/drawing/2014/main" id="{9EB01177-990B-4DEF-B707-272E4972B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3" name="Freeform 300">
                <a:extLst>
                  <a:ext uri="{FF2B5EF4-FFF2-40B4-BE49-F238E27FC236}">
                    <a16:creationId xmlns:a16="http://schemas.microsoft.com/office/drawing/2014/main" id="{D154460E-1E25-4900-9C90-41E4B52FD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4" name="AutoShape 301">
                <a:extLst>
                  <a:ext uri="{FF2B5EF4-FFF2-40B4-BE49-F238E27FC236}">
                    <a16:creationId xmlns:a16="http://schemas.microsoft.com/office/drawing/2014/main" id="{DEA39CDE-B0C8-4E90-B346-C9EA80BFD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5" name="AutoShape 302">
                <a:extLst>
                  <a:ext uri="{FF2B5EF4-FFF2-40B4-BE49-F238E27FC236}">
                    <a16:creationId xmlns:a16="http://schemas.microsoft.com/office/drawing/2014/main" id="{8E5D9093-B1E1-435C-BDD3-7B70295F8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6" name="Oval 303">
                <a:extLst>
                  <a:ext uri="{FF2B5EF4-FFF2-40B4-BE49-F238E27FC236}">
                    <a16:creationId xmlns:a16="http://schemas.microsoft.com/office/drawing/2014/main" id="{CDA94336-2C23-4E18-B427-D89F37D35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7" name="Oval 304">
                <a:extLst>
                  <a:ext uri="{FF2B5EF4-FFF2-40B4-BE49-F238E27FC236}">
                    <a16:creationId xmlns:a16="http://schemas.microsoft.com/office/drawing/2014/main" id="{A92FE610-990B-4412-A3BC-163E069D3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8" name="Oval 305">
                <a:extLst>
                  <a:ext uri="{FF2B5EF4-FFF2-40B4-BE49-F238E27FC236}">
                    <a16:creationId xmlns:a16="http://schemas.microsoft.com/office/drawing/2014/main" id="{5A58077E-2620-44A4-A7E0-4DA8786F07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59" name="Rectangle 306">
                <a:extLst>
                  <a:ext uri="{FF2B5EF4-FFF2-40B4-BE49-F238E27FC236}">
                    <a16:creationId xmlns:a16="http://schemas.microsoft.com/office/drawing/2014/main" id="{6AF1B7E3-DA78-4B1A-854D-487C8AC23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6" name="Group 307">
              <a:extLst>
                <a:ext uri="{FF2B5EF4-FFF2-40B4-BE49-F238E27FC236}">
                  <a16:creationId xmlns:a16="http://schemas.microsoft.com/office/drawing/2014/main" id="{5093B812-ADB0-4F1E-BC60-237FBCE79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6272" y="3997395"/>
              <a:ext cx="283369" cy="432197"/>
              <a:chOff x="4140" y="429"/>
              <a:chExt cx="1425" cy="2396"/>
            </a:xfrm>
          </p:grpSpPr>
          <p:sp>
            <p:nvSpPr>
              <p:cNvPr id="304" name="Freeform 308">
                <a:extLst>
                  <a:ext uri="{FF2B5EF4-FFF2-40B4-BE49-F238E27FC236}">
                    <a16:creationId xmlns:a16="http://schemas.microsoft.com/office/drawing/2014/main" id="{DF866BDE-B7FD-4489-A020-D1A8C5682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5" name="Rectangle 309">
                <a:extLst>
                  <a:ext uri="{FF2B5EF4-FFF2-40B4-BE49-F238E27FC236}">
                    <a16:creationId xmlns:a16="http://schemas.microsoft.com/office/drawing/2014/main" id="{42A51C1C-1CFB-4826-9939-949AB8D6E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06" name="Freeform 310">
                <a:extLst>
                  <a:ext uri="{FF2B5EF4-FFF2-40B4-BE49-F238E27FC236}">
                    <a16:creationId xmlns:a16="http://schemas.microsoft.com/office/drawing/2014/main" id="{4C2BED93-DB80-445D-95ED-9D797D390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7" name="Freeform 311">
                <a:extLst>
                  <a:ext uri="{FF2B5EF4-FFF2-40B4-BE49-F238E27FC236}">
                    <a16:creationId xmlns:a16="http://schemas.microsoft.com/office/drawing/2014/main" id="{09B27159-BB88-4FFD-AB0C-EA2A232D1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8" name="Rectangle 312">
                <a:extLst>
                  <a:ext uri="{FF2B5EF4-FFF2-40B4-BE49-F238E27FC236}">
                    <a16:creationId xmlns:a16="http://schemas.microsoft.com/office/drawing/2014/main" id="{B51D5FA6-21D6-4803-9E84-F6E13DF94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09" name="Group 313">
                <a:extLst>
                  <a:ext uri="{FF2B5EF4-FFF2-40B4-BE49-F238E27FC236}">
                    <a16:creationId xmlns:a16="http://schemas.microsoft.com/office/drawing/2014/main" id="{9A8444EB-8309-4A68-94D1-12A6DE881E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34" name="AutoShape 314">
                  <a:extLst>
                    <a:ext uri="{FF2B5EF4-FFF2-40B4-BE49-F238E27FC236}">
                      <a16:creationId xmlns:a16="http://schemas.microsoft.com/office/drawing/2014/main" id="{7B052623-1174-445B-9DEE-6F9870A86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7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5" name="AutoShape 315">
                  <a:extLst>
                    <a:ext uri="{FF2B5EF4-FFF2-40B4-BE49-F238E27FC236}">
                      <a16:creationId xmlns:a16="http://schemas.microsoft.com/office/drawing/2014/main" id="{9709D33A-0EE8-46D5-8174-9B73730E5E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6"/>
                  <a:ext cx="695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0" name="Rectangle 316">
                <a:extLst>
                  <a:ext uri="{FF2B5EF4-FFF2-40B4-BE49-F238E27FC236}">
                    <a16:creationId xmlns:a16="http://schemas.microsoft.com/office/drawing/2014/main" id="{62159E81-5923-4DB3-B600-0B3B8880F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016"/>
                <a:ext cx="599" cy="53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1" name="Group 317">
                <a:extLst>
                  <a:ext uri="{FF2B5EF4-FFF2-40B4-BE49-F238E27FC236}">
                    <a16:creationId xmlns:a16="http://schemas.microsoft.com/office/drawing/2014/main" id="{9E07E028-F7CE-4B8A-8D36-C78F4DF5FE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32" name="AutoShape 318">
                  <a:extLst>
                    <a:ext uri="{FF2B5EF4-FFF2-40B4-BE49-F238E27FC236}">
                      <a16:creationId xmlns:a16="http://schemas.microsoft.com/office/drawing/2014/main" id="{80C1E251-3BFE-4C99-AE9F-0185F8FC57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3" name="AutoShape 319">
                  <a:extLst>
                    <a:ext uri="{FF2B5EF4-FFF2-40B4-BE49-F238E27FC236}">
                      <a16:creationId xmlns:a16="http://schemas.microsoft.com/office/drawing/2014/main" id="{69CB067B-73E0-4ADE-B98A-6A23B6742D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4"/>
                  <a:ext cx="69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2" name="Rectangle 320">
                <a:extLst>
                  <a:ext uri="{FF2B5EF4-FFF2-40B4-BE49-F238E27FC236}">
                    <a16:creationId xmlns:a16="http://schemas.microsoft.com/office/drawing/2014/main" id="{FF1ACD8D-88D2-4694-900D-3575E0E32F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60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13" name="Rectangle 321">
                <a:extLst>
                  <a:ext uri="{FF2B5EF4-FFF2-40B4-BE49-F238E27FC236}">
                    <a16:creationId xmlns:a16="http://schemas.microsoft.com/office/drawing/2014/main" id="{18F17739-7867-4C0C-B6B6-1A5E56B52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7"/>
                <a:ext cx="593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4" name="Group 322">
                <a:extLst>
                  <a:ext uri="{FF2B5EF4-FFF2-40B4-BE49-F238E27FC236}">
                    <a16:creationId xmlns:a16="http://schemas.microsoft.com/office/drawing/2014/main" id="{D9CE631B-E431-4246-8AA0-09BB49BC9B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30" name="AutoShape 323">
                  <a:extLst>
                    <a:ext uri="{FF2B5EF4-FFF2-40B4-BE49-F238E27FC236}">
                      <a16:creationId xmlns:a16="http://schemas.microsoft.com/office/drawing/2014/main" id="{68B35767-86DC-4B93-BA85-5D0B757E5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1" name="AutoShape 324">
                  <a:extLst>
                    <a:ext uri="{FF2B5EF4-FFF2-40B4-BE49-F238E27FC236}">
                      <a16:creationId xmlns:a16="http://schemas.microsoft.com/office/drawing/2014/main" id="{BAB17647-015D-4F3C-B538-DEBC2885A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9"/>
                  <a:ext cx="701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5" name="Freeform 325">
                <a:extLst>
                  <a:ext uri="{FF2B5EF4-FFF2-40B4-BE49-F238E27FC236}">
                    <a16:creationId xmlns:a16="http://schemas.microsoft.com/office/drawing/2014/main" id="{56F80FA5-5834-42F9-9796-A858A3ECE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316" name="Group 326">
                <a:extLst>
                  <a:ext uri="{FF2B5EF4-FFF2-40B4-BE49-F238E27FC236}">
                    <a16:creationId xmlns:a16="http://schemas.microsoft.com/office/drawing/2014/main" id="{0C345D4A-A37A-4AF6-849F-E29BD3FB74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28" name="AutoShape 327">
                  <a:extLst>
                    <a:ext uri="{FF2B5EF4-FFF2-40B4-BE49-F238E27FC236}">
                      <a16:creationId xmlns:a16="http://schemas.microsoft.com/office/drawing/2014/main" id="{28B5ED20-A92B-43C7-A4F1-7CE4679163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3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9" name="AutoShape 328">
                  <a:extLst>
                    <a:ext uri="{FF2B5EF4-FFF2-40B4-BE49-F238E27FC236}">
                      <a16:creationId xmlns:a16="http://schemas.microsoft.com/office/drawing/2014/main" id="{6398C0F1-B2B1-43E4-8058-2DE13135E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1"/>
                  <a:ext cx="694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5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7" name="Rectangle 329">
                <a:extLst>
                  <a:ext uri="{FF2B5EF4-FFF2-40B4-BE49-F238E27FC236}">
                    <a16:creationId xmlns:a16="http://schemas.microsoft.com/office/drawing/2014/main" id="{14C1FB93-1CD7-42DB-A2AB-60BFEE5AE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2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18" name="Freeform 330">
                <a:extLst>
                  <a:ext uri="{FF2B5EF4-FFF2-40B4-BE49-F238E27FC236}">
                    <a16:creationId xmlns:a16="http://schemas.microsoft.com/office/drawing/2014/main" id="{B60FEC85-E66F-418A-B00A-EFDB8B5C8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9" name="Freeform 331">
                <a:extLst>
                  <a:ext uri="{FF2B5EF4-FFF2-40B4-BE49-F238E27FC236}">
                    <a16:creationId xmlns:a16="http://schemas.microsoft.com/office/drawing/2014/main" id="{BE0ADB8A-130F-4F67-89B4-AC14815F7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0" name="Oval 332">
                <a:extLst>
                  <a:ext uri="{FF2B5EF4-FFF2-40B4-BE49-F238E27FC236}">
                    <a16:creationId xmlns:a16="http://schemas.microsoft.com/office/drawing/2014/main" id="{76546A96-F43D-46CD-A6B1-EBA6F93A0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4"/>
                <a:ext cx="48" cy="9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1" name="Freeform 333">
                <a:extLst>
                  <a:ext uri="{FF2B5EF4-FFF2-40B4-BE49-F238E27FC236}">
                    <a16:creationId xmlns:a16="http://schemas.microsoft.com/office/drawing/2014/main" id="{BCE31617-6445-4FD0-AC29-22ECDAC4F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2" name="AutoShape 334">
                <a:extLst>
                  <a:ext uri="{FF2B5EF4-FFF2-40B4-BE49-F238E27FC236}">
                    <a16:creationId xmlns:a16="http://schemas.microsoft.com/office/drawing/2014/main" id="{1FB9794B-903F-4B34-9D22-0481C88D80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197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3" name="AutoShape 335">
                <a:extLst>
                  <a:ext uri="{FF2B5EF4-FFF2-40B4-BE49-F238E27FC236}">
                    <a16:creationId xmlns:a16="http://schemas.microsoft.com/office/drawing/2014/main" id="{91F5413F-EF07-4FA4-A315-0D894F991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4" name="Oval 336">
                <a:extLst>
                  <a:ext uri="{FF2B5EF4-FFF2-40B4-BE49-F238E27FC236}">
                    <a16:creationId xmlns:a16="http://schemas.microsoft.com/office/drawing/2014/main" id="{0216CE4A-FC91-4454-9A1C-9D1400083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3"/>
                <a:ext cx="156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5" name="Oval 337">
                <a:extLst>
                  <a:ext uri="{FF2B5EF4-FFF2-40B4-BE49-F238E27FC236}">
                    <a16:creationId xmlns:a16="http://schemas.microsoft.com/office/drawing/2014/main" id="{28619C05-1922-4BB2-AAB3-4D2C0D883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3"/>
                <a:ext cx="162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35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6" name="Oval 338">
                <a:extLst>
                  <a:ext uri="{FF2B5EF4-FFF2-40B4-BE49-F238E27FC236}">
                    <a16:creationId xmlns:a16="http://schemas.microsoft.com/office/drawing/2014/main" id="{27008D22-3039-4F92-AB2B-F0AD2251D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3"/>
                <a:ext cx="162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27" name="Rectangle 339">
                <a:extLst>
                  <a:ext uri="{FF2B5EF4-FFF2-40B4-BE49-F238E27FC236}">
                    <a16:creationId xmlns:a16="http://schemas.microsoft.com/office/drawing/2014/main" id="{71A9726F-3971-4446-8E39-95FC802376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5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" name="Group 340">
              <a:extLst>
                <a:ext uri="{FF2B5EF4-FFF2-40B4-BE49-F238E27FC236}">
                  <a16:creationId xmlns:a16="http://schemas.microsoft.com/office/drawing/2014/main" id="{3D493774-0178-46A7-A926-43FDF64D9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82587" y="4046210"/>
              <a:ext cx="394097" cy="417910"/>
              <a:chOff x="-44" y="1473"/>
              <a:chExt cx="981" cy="1105"/>
            </a:xfrm>
          </p:grpSpPr>
          <p:pic>
            <p:nvPicPr>
              <p:cNvPr id="302" name="Picture 341" descr="desktop_computer_stylized_medium">
                <a:extLst>
                  <a:ext uri="{FF2B5EF4-FFF2-40B4-BE49-F238E27FC236}">
                    <a16:creationId xmlns:a16="http://schemas.microsoft.com/office/drawing/2014/main" id="{682DA7BE-36F4-4BF8-9EF5-190D3CA6D6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3" name="Freeform 342">
                <a:extLst>
                  <a:ext uri="{FF2B5EF4-FFF2-40B4-BE49-F238E27FC236}">
                    <a16:creationId xmlns:a16="http://schemas.microsoft.com/office/drawing/2014/main" id="{9B163023-F0A2-4E6E-AD84-4338A5405B7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98" name="Group 343">
              <a:extLst>
                <a:ext uri="{FF2B5EF4-FFF2-40B4-BE49-F238E27FC236}">
                  <a16:creationId xmlns:a16="http://schemas.microsoft.com/office/drawing/2014/main" id="{6E6ED0D3-58B8-432B-B5A4-3E0FE64F3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75493" y="4037876"/>
              <a:ext cx="394097" cy="417909"/>
              <a:chOff x="-44" y="1473"/>
              <a:chExt cx="981" cy="1105"/>
            </a:xfrm>
          </p:grpSpPr>
          <p:pic>
            <p:nvPicPr>
              <p:cNvPr id="300" name="Picture 344" descr="desktop_computer_stylized_medium">
                <a:extLst>
                  <a:ext uri="{FF2B5EF4-FFF2-40B4-BE49-F238E27FC236}">
                    <a16:creationId xmlns:a16="http://schemas.microsoft.com/office/drawing/2014/main" id="{2B1083FD-98F3-4543-BD39-7970F713D7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1" name="Freeform 345">
                <a:extLst>
                  <a:ext uri="{FF2B5EF4-FFF2-40B4-BE49-F238E27FC236}">
                    <a16:creationId xmlns:a16="http://schemas.microsoft.com/office/drawing/2014/main" id="{65802DB3-4027-4D40-9410-5472A6BF3F5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299" name="Text Box 97">
              <a:extLst>
                <a:ext uri="{FF2B5EF4-FFF2-40B4-BE49-F238E27FC236}">
                  <a16:creationId xmlns:a16="http://schemas.microsoft.com/office/drawing/2014/main" id="{76751F9A-BFFB-4CE0-9A64-4034A2443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8800" y="4108200"/>
              <a:ext cx="1041797" cy="50839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>
                  <a:solidFill>
                    <a:srgbClr val="CC0000"/>
                  </a:solidFill>
                  <a:latin typeface="Arial" panose="020B0604020202020204" pitchFamily="34" charset="0"/>
                </a:rPr>
                <a:t>local web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dirty="0">
                  <a:solidFill>
                    <a:srgbClr val="CC0000"/>
                  </a:solidFill>
                  <a:latin typeface="Arial" panose="020B0604020202020204" pitchFamily="34" charset="0"/>
                </a:rPr>
                <a:t>cache</a:t>
              </a:r>
            </a:p>
          </p:txBody>
        </p:sp>
      </p:grpSp>
      <p:sp>
        <p:nvSpPr>
          <p:cNvPr id="514" name="Text Box 83">
            <a:extLst>
              <a:ext uri="{FF2B5EF4-FFF2-40B4-BE49-F238E27FC236}">
                <a16:creationId xmlns:a16="http://schemas.microsoft.com/office/drawing/2014/main" id="{EA3C4BF0-D97C-4D86-A11A-9117F7F8F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4794" y="4674788"/>
            <a:ext cx="2467920" cy="3231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500" i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Cost: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web cache (cheap!)</a:t>
            </a:r>
          </a:p>
        </p:txBody>
      </p:sp>
    </p:spTree>
    <p:extLst>
      <p:ext uri="{BB962C8B-B14F-4D97-AF65-F5344CB8AC3E}">
        <p14:creationId xmlns:p14="http://schemas.microsoft.com/office/powerpoint/2010/main" val="1793443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2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/>
      <p:bldP spid="263" grpId="0"/>
      <p:bldP spid="268" grpId="0" animBg="1"/>
      <p:bldP spid="268" grpId="1" animBg="1"/>
      <p:bldP spid="5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91579" y="1373363"/>
            <a:ext cx="2124237" cy="3262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补充：当前的浏览器也具备缓存的功能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851" y="1377917"/>
            <a:ext cx="4376915" cy="3398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9" name="Rectangle 7"/>
          <p:cNvSpPr>
            <a:spLocks noChangeArrowheads="1"/>
          </p:cNvSpPr>
          <p:nvPr/>
        </p:nvSpPr>
        <p:spPr bwMode="auto">
          <a:xfrm>
            <a:off x="3383868" y="1815666"/>
            <a:ext cx="3187303" cy="21550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47B0D8D-BB6A-4EFA-A4BA-F67EFCC8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10E210-E31C-41B7-99B9-DA833CDB5BC2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</a:p>
        </p:txBody>
      </p:sp>
      <p:sp>
        <p:nvSpPr>
          <p:cNvPr id="10" name="灯片编号占位符 2">
            <a:extLst>
              <a:ext uri="{FF2B5EF4-FFF2-40B4-BE49-F238E27FC236}">
                <a16:creationId xmlns:a16="http://schemas.microsoft.com/office/drawing/2014/main" id="{B4103FB5-1C0B-4CCF-B030-7BAF8C79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60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FF0F927D-ED66-4A52-A5B2-5B78F30D6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415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1907704" y="1203598"/>
            <a:ext cx="3892817" cy="3751263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lnSpc>
                <a:spcPts val="252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2.2.1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概况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2.2.2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的两种连接方式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2.2.3 HTTP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的报文格式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2.2.4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用户与服务器的交互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2.2.6 </a:t>
            </a:r>
            <a:r>
              <a:rPr lang="zh-CN" altLang="en-US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dirty="0">
              <a:solidFill>
                <a:srgbClr val="FF33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52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31" y="1635646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B38A22D2-BBC5-461F-955B-8ED7B49A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  <a:effectLst/>
              </a:rPr>
              <a:t>2.2 Web</a:t>
            </a:r>
            <a:r>
              <a:rPr lang="zh-CN" altLang="en-US" dirty="0">
                <a:solidFill>
                  <a:srgbClr val="FF3300"/>
                </a:solidFill>
                <a:effectLst/>
              </a:rPr>
              <a:t>和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HTTP</a:t>
            </a:r>
            <a:endParaRPr lang="zh-CN" altLang="en-US" dirty="0">
              <a:solidFill>
                <a:srgbClr val="FF3300"/>
              </a:solidFill>
              <a:effectLst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09C50F9E-8C89-47C3-9CBE-A2AE6FE81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61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F928415-E0BD-4ED4-B7B3-F4AD4E35F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127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827584" y="1370013"/>
            <a:ext cx="3892817" cy="6073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缓存的问题</a:t>
            </a:r>
            <a:endParaRPr lang="en-US" alt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如何保证缓存中的对象是最新的？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5071650" y="1713578"/>
            <a:ext cx="2478881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301441" y="1682011"/>
            <a:ext cx="2010965" cy="39241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latin typeface="Arial" panose="020B0604020202020204" pitchFamily="34" charset="0"/>
              </a:rPr>
              <a:t>HTTP request msg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latin typeface="Arial" panose="020B0604020202020204" pitchFamily="34" charset="0"/>
              </a:rPr>
              <a:t>If-modified-since: &lt;date&gt;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5085937" y="2273171"/>
            <a:ext cx="2478881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1" name="Group 30"/>
          <p:cNvGrpSpPr>
            <a:grpSpLocks/>
          </p:cNvGrpSpPr>
          <p:nvPr/>
        </p:nvGrpSpPr>
        <p:grpSpPr bwMode="auto">
          <a:xfrm>
            <a:off x="5287153" y="2268407"/>
            <a:ext cx="1982390" cy="595313"/>
            <a:chOff x="2698" y="2036"/>
            <a:chExt cx="1665" cy="500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760" y="2071"/>
              <a:ext cx="1578" cy="4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350">
                <a:latin typeface="Arial" panose="020B0604020202020204" pitchFamily="34" charset="0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2698" y="2036"/>
              <a:ext cx="1665" cy="4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latin typeface="Arial" panose="020B0604020202020204" pitchFamily="34" charset="0"/>
                </a:rPr>
                <a:t>HTTP response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b="1" dirty="0">
                  <a:latin typeface="Arial" panose="020B0604020202020204" pitchFamily="34" charset="0"/>
                </a:rPr>
                <a:t>HTTP/1.0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900" b="1" dirty="0">
                  <a:latin typeface="Arial" panose="020B0604020202020204" pitchFamily="34" charset="0"/>
                </a:rPr>
                <a:t>304 Not Modified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7583897" y="1735893"/>
            <a:ext cx="76335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object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not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modified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before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&lt;date&gt;</a:t>
            </a:r>
          </a:p>
        </p:txBody>
      </p:sp>
      <p:sp>
        <p:nvSpPr>
          <p:cNvPr id="15" name="Line 31"/>
          <p:cNvSpPr>
            <a:spLocks noChangeShapeType="1"/>
          </p:cNvSpPr>
          <p:nvPr/>
        </p:nvSpPr>
        <p:spPr bwMode="auto">
          <a:xfrm>
            <a:off x="4889484" y="3187571"/>
            <a:ext cx="2928938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" name="Line 32"/>
          <p:cNvSpPr>
            <a:spLocks noChangeShapeType="1"/>
          </p:cNvSpPr>
          <p:nvPr/>
        </p:nvSpPr>
        <p:spPr bwMode="auto">
          <a:xfrm>
            <a:off x="5121656" y="3636437"/>
            <a:ext cx="2478881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5305012" y="3549522"/>
            <a:ext cx="2010966" cy="39241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latin typeface="Arial" panose="020B0604020202020204" pitchFamily="34" charset="0"/>
              </a:rPr>
              <a:t>HTTP request msg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latin typeface="Arial" panose="020B0604020202020204" pitchFamily="34" charset="0"/>
              </a:rPr>
              <a:t>If-modified-since: &lt;date&gt;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8" name="Line 35"/>
          <p:cNvSpPr>
            <a:spLocks noChangeShapeType="1"/>
          </p:cNvSpPr>
          <p:nvPr/>
        </p:nvSpPr>
        <p:spPr bwMode="auto">
          <a:xfrm flipH="1">
            <a:off x="5135943" y="4221034"/>
            <a:ext cx="2478881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9" name="Text Box 38"/>
          <p:cNvSpPr txBox="1">
            <a:spLocks noChangeArrowheads="1"/>
          </p:cNvSpPr>
          <p:nvPr/>
        </p:nvSpPr>
        <p:spPr bwMode="auto">
          <a:xfrm>
            <a:off x="5319299" y="4179363"/>
            <a:ext cx="1982391" cy="577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latin typeface="Arial" panose="020B0604020202020204" pitchFamily="34" charset="0"/>
              </a:rPr>
              <a:t>HTTP response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 b="1">
                <a:latin typeface="Arial" panose="020B0604020202020204" pitchFamily="34" charset="0"/>
              </a:rPr>
              <a:t>HTTP/1.0 200 OK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Arial" panose="020B0604020202020204" pitchFamily="34" charset="0"/>
              </a:rPr>
              <a:t>&lt;data&gt;</a:t>
            </a:r>
          </a:p>
        </p:txBody>
      </p:sp>
      <p:sp>
        <p:nvSpPr>
          <p:cNvPr id="20" name="Text Box 39"/>
          <p:cNvSpPr txBox="1">
            <a:spLocks noChangeArrowheads="1"/>
          </p:cNvSpPr>
          <p:nvPr/>
        </p:nvSpPr>
        <p:spPr bwMode="auto">
          <a:xfrm>
            <a:off x="7583897" y="3718536"/>
            <a:ext cx="7633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object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modified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after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99"/>
                </a:solidFill>
                <a:latin typeface="Arial" panose="020B0604020202020204" pitchFamily="34" charset="0"/>
              </a:rPr>
              <a:t>&lt;date&gt;</a:t>
            </a: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5743260" y="1283762"/>
            <a:ext cx="6351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solidFill>
                  <a:srgbClr val="CC0000"/>
                </a:solidFill>
                <a:latin typeface="Arial" panose="020B0604020202020204" pitchFamily="34" charset="0"/>
              </a:rPr>
              <a:t>client</a:t>
            </a: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7434678" y="1305876"/>
            <a:ext cx="7200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dirty="0">
                <a:solidFill>
                  <a:srgbClr val="CC0000"/>
                </a:solidFill>
                <a:latin typeface="Arial" panose="020B0604020202020204" pitchFamily="34" charset="0"/>
              </a:rPr>
              <a:t>server</a:t>
            </a:r>
          </a:p>
        </p:txBody>
      </p:sp>
      <p:grpSp>
        <p:nvGrpSpPr>
          <p:cNvPr id="23" name="Group 34"/>
          <p:cNvGrpSpPr>
            <a:grpSpLocks/>
          </p:cNvGrpSpPr>
          <p:nvPr/>
        </p:nvGrpSpPr>
        <p:grpSpPr bwMode="auto">
          <a:xfrm>
            <a:off x="7134786" y="1040874"/>
            <a:ext cx="316706" cy="514350"/>
            <a:chOff x="4140" y="429"/>
            <a:chExt cx="1425" cy="2396"/>
          </a:xfrm>
        </p:grpSpPr>
        <p:sp>
          <p:nvSpPr>
            <p:cNvPr id="24" name="Freeform 3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" name="Rectangle 36"/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6" name="Freeform 3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" name="Freeform 3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Rectangle 39"/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29" name="Group 4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" name="AutoShape 4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5" name="AutoShape 42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" name="Rectangle 43"/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31" name="Group 4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2" name="AutoShape 45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3" name="AutoShape 46"/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2" name="Rectangle 47"/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3" name="Rectangle 48"/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34" name="Group 4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0" name="AutoShape 50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AutoShape 51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" name="Freeform 5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6" name="Group 5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8" name="AutoShape 54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AutoShape 55"/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" name="Rectangle 56"/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8" name="Freeform 5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9" name="Freeform 5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Oval 59"/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1" name="Freeform 6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AutoShape 61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3" name="AutoShape 62"/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4" name="Oval 63"/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5" name="Oval 64"/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Oval 65"/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7" name="Rectangle 66"/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56" name="Group 67"/>
          <p:cNvGrpSpPr>
            <a:grpSpLocks/>
          </p:cNvGrpSpPr>
          <p:nvPr/>
        </p:nvGrpSpPr>
        <p:grpSpPr bwMode="auto">
          <a:xfrm>
            <a:off x="5184340" y="1051585"/>
            <a:ext cx="557213" cy="557213"/>
            <a:chOff x="-44" y="1473"/>
            <a:chExt cx="981" cy="1105"/>
          </a:xfrm>
        </p:grpSpPr>
        <p:pic>
          <p:nvPicPr>
            <p:cNvPr id="57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60" name="Rectangle 3"/>
          <p:cNvSpPr txBox="1">
            <a:spLocks noChangeArrowheads="1"/>
          </p:cNvSpPr>
          <p:nvPr/>
        </p:nvSpPr>
        <p:spPr bwMode="auto">
          <a:xfrm>
            <a:off x="1175792" y="2074426"/>
            <a:ext cx="2832266" cy="262203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50"/>
              </a:spcBef>
            </a:pPr>
            <a:r>
              <a:rPr lang="zh-CN" altLang="en-US" sz="1200" b="1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如果缓存中的对象是新的，就没必要再去远程服务器获取</a:t>
            </a:r>
            <a:endParaRPr lang="en-US" altLang="ja-JP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减少时延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降低外部带宽利用率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450"/>
              </a:spcBef>
            </a:pPr>
            <a:r>
              <a:rPr lang="zh-CN" altLang="en-US" sz="1200" b="1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为每个对象设置版本信息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05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If-modified-since: &lt;date-time&gt;</a:t>
            </a:r>
          </a:p>
          <a:p>
            <a:pPr>
              <a:spcBef>
                <a:spcPts val="1200"/>
              </a:spcBef>
            </a:pPr>
            <a:r>
              <a:rPr lang="zh-CN" altLang="en-US" sz="12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en-US" altLang="zh-CN" sz="1200" dirty="0">
                <a:solidFill>
                  <a:srgbClr val="FF33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如果缓存的对象是最新的，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服务器端不需再传输对象，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仅仅响应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05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HTTP/1.0 304 Not Modified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标题 1">
            <a:extLst>
              <a:ext uri="{FF2B5EF4-FFF2-40B4-BE49-F238E27FC236}">
                <a16:creationId xmlns:a16="http://schemas.microsoft.com/office/drawing/2014/main" id="{953959D1-CFD4-487C-8EA1-2BAC215E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F9B147C-FFDD-4732-8668-F4C284131465}"/>
              </a:ext>
            </a:extLst>
          </p:cNvPr>
          <p:cNvSpPr/>
          <p:nvPr/>
        </p:nvSpPr>
        <p:spPr>
          <a:xfrm>
            <a:off x="467543" y="987574"/>
            <a:ext cx="316835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57175" lvl="1" indent="-257175">
              <a:buFontTx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2.2.5 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</a:p>
        </p:txBody>
      </p:sp>
      <p:sp>
        <p:nvSpPr>
          <p:cNvPr id="62" name="灯片编号占位符 2">
            <a:extLst>
              <a:ext uri="{FF2B5EF4-FFF2-40B4-BE49-F238E27FC236}">
                <a16:creationId xmlns:a16="http://schemas.microsoft.com/office/drawing/2014/main" id="{5AB41151-CFA5-488B-828F-E6B7666C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62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AutoShape 5">
            <a:extLst>
              <a:ext uri="{FF2B5EF4-FFF2-40B4-BE49-F238E27FC236}">
                <a16:creationId xmlns:a16="http://schemas.microsoft.com/office/drawing/2014/main" id="{56E356A4-AED9-409A-93F6-C0EF5EC9A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50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3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3" y="1131590"/>
            <a:ext cx="3068825" cy="3262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补充：构建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IIS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请同学们尝试其他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服务器，如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Tomcat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935" y="1371756"/>
            <a:ext cx="3896915" cy="3347287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88892D29-9DB8-4518-9566-9D04BEEB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solidFill>
                  <a:srgbClr val="FF3300"/>
                </a:solidFill>
              </a:rPr>
              <a:t>2.2 Web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HTTP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90A41783-3A3B-4661-B57D-5EC747DF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63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1D46678D-8A0F-4B12-9CAC-D4216B73E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52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17273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1C1C1C"/>
                </a:solidFill>
                <a:effectLst/>
              </a:rPr>
              <a:t>本讲总结</a:t>
            </a:r>
            <a:endParaRPr lang="en-US" altLang="zh-CN" dirty="0">
              <a:solidFill>
                <a:srgbClr val="1C1C1C"/>
              </a:solidFill>
              <a:effectLst/>
            </a:endParaRP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059582"/>
            <a:ext cx="7886700" cy="3810074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应用层协议原理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网络应用程序体系结构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进程之间的通信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应用层使用的运输服务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连接模式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报文格式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cookies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缓存和条件请求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灯片编号占位符 2">
            <a:extLst>
              <a:ext uri="{FF2B5EF4-FFF2-40B4-BE49-F238E27FC236}">
                <a16:creationId xmlns:a16="http://schemas.microsoft.com/office/drawing/2014/main" id="{FA428B29-C5E1-471D-AEC9-42C17D72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64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AutoShape 5">
            <a:extLst>
              <a:ext uri="{FF2B5EF4-FFF2-40B4-BE49-F238E27FC236}">
                <a16:creationId xmlns:a16="http://schemas.microsoft.com/office/drawing/2014/main" id="{96D6B480-31D8-41CF-82DA-4CFD115B0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" name="内容占位符 2">
            <a:extLst>
              <a:ext uri="{FF2B5EF4-FFF2-40B4-BE49-F238E27FC236}">
                <a16:creationId xmlns:a16="http://schemas.microsoft.com/office/drawing/2014/main" id="{A6A14F86-52C4-4710-803B-22AE73C9E9D4}"/>
              </a:ext>
            </a:extLst>
          </p:cNvPr>
          <p:cNvSpPr txBox="1">
            <a:spLocks/>
          </p:cNvSpPr>
          <p:nvPr/>
        </p:nvSpPr>
        <p:spPr>
          <a:xfrm>
            <a:off x="3491880" y="2298872"/>
            <a:ext cx="3068060" cy="432000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 dirty="0"/>
          </a:p>
        </p:txBody>
      </p:sp>
      <p:sp>
        <p:nvSpPr>
          <p:cNvPr id="100" name="Freeform 917">
            <a:extLst>
              <a:ext uri="{FF2B5EF4-FFF2-40B4-BE49-F238E27FC236}">
                <a16:creationId xmlns:a16="http://schemas.microsoft.com/office/drawing/2014/main" id="{97C50CF6-7346-408B-84D9-6CF806644D31}"/>
              </a:ext>
            </a:extLst>
          </p:cNvPr>
          <p:cNvSpPr>
            <a:spLocks/>
          </p:cNvSpPr>
          <p:nvPr/>
        </p:nvSpPr>
        <p:spPr bwMode="auto">
          <a:xfrm flipH="1">
            <a:off x="8368629" y="1689117"/>
            <a:ext cx="327621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1" name="云形 100">
            <a:extLst>
              <a:ext uri="{FF2B5EF4-FFF2-40B4-BE49-F238E27FC236}">
                <a16:creationId xmlns:a16="http://schemas.microsoft.com/office/drawing/2014/main" id="{EA2F7FD4-0F92-4885-A657-0736AE605E9F}"/>
              </a:ext>
            </a:extLst>
          </p:cNvPr>
          <p:cNvSpPr/>
          <p:nvPr/>
        </p:nvSpPr>
        <p:spPr>
          <a:xfrm>
            <a:off x="5673725" y="2467757"/>
            <a:ext cx="1280912" cy="85571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Line 913">
            <a:extLst>
              <a:ext uri="{FF2B5EF4-FFF2-40B4-BE49-F238E27FC236}">
                <a16:creationId xmlns:a16="http://schemas.microsoft.com/office/drawing/2014/main" id="{3127F6EA-6FDB-4CEB-BBE0-68F7CAAFF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914" y="1759921"/>
            <a:ext cx="2280654" cy="0"/>
          </a:xfrm>
          <a:prstGeom prst="line">
            <a:avLst/>
          </a:prstGeom>
          <a:noFill/>
          <a:ln w="47625">
            <a:solidFill>
              <a:srgbClr val="CC0000"/>
            </a:solidFill>
            <a:prstDash val="sysDash"/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3" name="Freeform 917">
            <a:extLst>
              <a:ext uri="{FF2B5EF4-FFF2-40B4-BE49-F238E27FC236}">
                <a16:creationId xmlns:a16="http://schemas.microsoft.com/office/drawing/2014/main" id="{52166BAF-633E-4C97-AA0E-A9F24F184EDB}"/>
              </a:ext>
            </a:extLst>
          </p:cNvPr>
          <p:cNvSpPr>
            <a:spLocks/>
          </p:cNvSpPr>
          <p:nvPr/>
        </p:nvSpPr>
        <p:spPr bwMode="auto">
          <a:xfrm>
            <a:off x="4411402" y="1700590"/>
            <a:ext cx="276595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06" name="Group 190">
            <a:extLst>
              <a:ext uri="{FF2B5EF4-FFF2-40B4-BE49-F238E27FC236}">
                <a16:creationId xmlns:a16="http://schemas.microsoft.com/office/drawing/2014/main" id="{5BF56F5B-D0E5-4F26-A39A-27C15140AE03}"/>
              </a:ext>
            </a:extLst>
          </p:cNvPr>
          <p:cNvGrpSpPr>
            <a:grpSpLocks/>
          </p:cNvGrpSpPr>
          <p:nvPr/>
        </p:nvGrpSpPr>
        <p:grpSpPr bwMode="auto">
          <a:xfrm>
            <a:off x="3997578" y="2484005"/>
            <a:ext cx="623698" cy="669219"/>
            <a:chOff x="-44" y="1473"/>
            <a:chExt cx="981" cy="1105"/>
          </a:xfrm>
        </p:grpSpPr>
        <p:pic>
          <p:nvPicPr>
            <p:cNvPr id="107" name="Picture 191" descr="desktop_computer_stylized_medium">
              <a:extLst>
                <a:ext uri="{FF2B5EF4-FFF2-40B4-BE49-F238E27FC236}">
                  <a16:creationId xmlns:a16="http://schemas.microsoft.com/office/drawing/2014/main" id="{368A4E8A-9A48-4533-9CE5-5B45C40F75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Freeform 192">
              <a:extLst>
                <a:ext uri="{FF2B5EF4-FFF2-40B4-BE49-F238E27FC236}">
                  <a16:creationId xmlns:a16="http://schemas.microsoft.com/office/drawing/2014/main" id="{068A34FE-9396-40EF-868F-77BC55A047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4CF36858-332F-4AFF-AFF5-51DFC23B28A4}"/>
              </a:ext>
            </a:extLst>
          </p:cNvPr>
          <p:cNvGrpSpPr/>
          <p:nvPr/>
        </p:nvGrpSpPr>
        <p:grpSpPr>
          <a:xfrm>
            <a:off x="4705601" y="1700590"/>
            <a:ext cx="632452" cy="887472"/>
            <a:chOff x="5613719" y="2052467"/>
            <a:chExt cx="568865" cy="798245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38EE1ABC-01E8-4548-9586-B7AE835EE787}"/>
                </a:ext>
              </a:extLst>
            </p:cNvPr>
            <p:cNvSpPr/>
            <p:nvPr/>
          </p:nvSpPr>
          <p:spPr>
            <a:xfrm>
              <a:off x="5613719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57C580A-BC82-421A-A026-74AD4FF4B730}"/>
                </a:ext>
              </a:extLst>
            </p:cNvPr>
            <p:cNvSpPr/>
            <p:nvPr/>
          </p:nvSpPr>
          <p:spPr>
            <a:xfrm>
              <a:off x="5613719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5FB9CB4-CADA-43F7-BB5B-445AEC4CA1EF}"/>
                </a:ext>
              </a:extLst>
            </p:cNvPr>
            <p:cNvSpPr/>
            <p:nvPr/>
          </p:nvSpPr>
          <p:spPr>
            <a:xfrm>
              <a:off x="5613719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D7FF7C39-B783-49D3-9291-430DE91493CF}"/>
                </a:ext>
              </a:extLst>
            </p:cNvPr>
            <p:cNvSpPr/>
            <p:nvPr/>
          </p:nvSpPr>
          <p:spPr>
            <a:xfrm>
              <a:off x="5613719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48462D06-A2B2-4D57-9A99-8303DA223E33}"/>
                </a:ext>
              </a:extLst>
            </p:cNvPr>
            <p:cNvSpPr/>
            <p:nvPr/>
          </p:nvSpPr>
          <p:spPr>
            <a:xfrm>
              <a:off x="5613719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432C4639-B551-4BFF-B7CB-2ED67624658B}"/>
              </a:ext>
            </a:extLst>
          </p:cNvPr>
          <p:cNvGrpSpPr/>
          <p:nvPr/>
        </p:nvGrpSpPr>
        <p:grpSpPr>
          <a:xfrm>
            <a:off x="6594408" y="2144654"/>
            <a:ext cx="632452" cy="530026"/>
            <a:chOff x="7029840" y="3000090"/>
            <a:chExt cx="568865" cy="476737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AF0CF62-A434-441D-8918-3D360DD93AFF}"/>
                </a:ext>
              </a:extLst>
            </p:cNvPr>
            <p:cNvSpPr/>
            <p:nvPr/>
          </p:nvSpPr>
          <p:spPr>
            <a:xfrm>
              <a:off x="7029840" y="3000090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7E389EA-C226-46E8-BE4B-945B8CE85A87}"/>
                </a:ext>
              </a:extLst>
            </p:cNvPr>
            <p:cNvSpPr/>
            <p:nvPr/>
          </p:nvSpPr>
          <p:spPr>
            <a:xfrm>
              <a:off x="7029840" y="3157157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4940E56-2A7A-448D-A277-C32CC8A9AA2C}"/>
                </a:ext>
              </a:extLst>
            </p:cNvPr>
            <p:cNvSpPr/>
            <p:nvPr/>
          </p:nvSpPr>
          <p:spPr>
            <a:xfrm>
              <a:off x="7029840" y="3314870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00BDDF9D-DF93-4010-8C30-324304C11015}"/>
              </a:ext>
            </a:extLst>
          </p:cNvPr>
          <p:cNvGrpSpPr/>
          <p:nvPr/>
        </p:nvGrpSpPr>
        <p:grpSpPr>
          <a:xfrm>
            <a:off x="7711618" y="1700590"/>
            <a:ext cx="632454" cy="887472"/>
            <a:chOff x="7984582" y="2052467"/>
            <a:chExt cx="568867" cy="798245"/>
          </a:xfrm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622A651E-468F-48A1-B6A6-29D771948104}"/>
                </a:ext>
              </a:extLst>
            </p:cNvPr>
            <p:cNvSpPr/>
            <p:nvPr/>
          </p:nvSpPr>
          <p:spPr>
            <a:xfrm>
              <a:off x="7984584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47B3B8C6-6991-4F0B-8D28-47B92068A882}"/>
                </a:ext>
              </a:extLst>
            </p:cNvPr>
            <p:cNvSpPr/>
            <p:nvPr/>
          </p:nvSpPr>
          <p:spPr>
            <a:xfrm>
              <a:off x="7984582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C736A99C-3F83-4D2D-94BD-E38DE5948618}"/>
                </a:ext>
              </a:extLst>
            </p:cNvPr>
            <p:cNvSpPr/>
            <p:nvPr/>
          </p:nvSpPr>
          <p:spPr>
            <a:xfrm>
              <a:off x="7984584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8826E1C9-25F7-4FF9-9A97-B085727D5451}"/>
                </a:ext>
              </a:extLst>
            </p:cNvPr>
            <p:cNvSpPr/>
            <p:nvPr/>
          </p:nvSpPr>
          <p:spPr>
            <a:xfrm>
              <a:off x="7984584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474EA799-61A2-4744-8BEF-151062D8601E}"/>
                </a:ext>
              </a:extLst>
            </p:cNvPr>
            <p:cNvSpPr/>
            <p:nvPr/>
          </p:nvSpPr>
          <p:spPr>
            <a:xfrm>
              <a:off x="7984584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125" name="Group 170">
            <a:extLst>
              <a:ext uri="{FF2B5EF4-FFF2-40B4-BE49-F238E27FC236}">
                <a16:creationId xmlns:a16="http://schemas.microsoft.com/office/drawing/2014/main" id="{1A991214-2473-4180-A833-6E6D2AFAC851}"/>
              </a:ext>
            </a:extLst>
          </p:cNvPr>
          <p:cNvGrpSpPr>
            <a:grpSpLocks/>
          </p:cNvGrpSpPr>
          <p:nvPr/>
        </p:nvGrpSpPr>
        <p:grpSpPr bwMode="auto">
          <a:xfrm>
            <a:off x="6078187" y="2766062"/>
            <a:ext cx="419000" cy="224186"/>
            <a:chOff x="2356" y="1300"/>
            <a:chExt cx="555" cy="194"/>
          </a:xfrm>
        </p:grpSpPr>
        <p:sp>
          <p:nvSpPr>
            <p:cNvPr id="126" name="Oval 407">
              <a:extLst>
                <a:ext uri="{FF2B5EF4-FFF2-40B4-BE49-F238E27FC236}">
                  <a16:creationId xmlns:a16="http://schemas.microsoft.com/office/drawing/2014/main" id="{242059DB-0F26-4F55-A3A3-D1872D931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27" name="Rectangle 410">
              <a:extLst>
                <a:ext uri="{FF2B5EF4-FFF2-40B4-BE49-F238E27FC236}">
                  <a16:creationId xmlns:a16="http://schemas.microsoft.com/office/drawing/2014/main" id="{33E67630-D272-4E5F-BB8C-C405B30F2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28" name="Oval 411">
              <a:extLst>
                <a:ext uri="{FF2B5EF4-FFF2-40B4-BE49-F238E27FC236}">
                  <a16:creationId xmlns:a16="http://schemas.microsoft.com/office/drawing/2014/main" id="{2E3D325D-AC17-4EA8-AF86-D71298DCC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129" name="Group 174">
              <a:extLst>
                <a:ext uri="{FF2B5EF4-FFF2-40B4-BE49-F238E27FC236}">
                  <a16:creationId xmlns:a16="http://schemas.microsoft.com/office/drawing/2014/main" id="{D8762121-DF1B-45F8-B02F-CF87CE322F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32" name="Freeform 175">
                <a:extLst>
                  <a:ext uri="{FF2B5EF4-FFF2-40B4-BE49-F238E27FC236}">
                    <a16:creationId xmlns:a16="http://schemas.microsoft.com/office/drawing/2014/main" id="{CE985489-5A23-4A54-B3B4-DD5FF12B66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176">
                <a:extLst>
                  <a:ext uri="{FF2B5EF4-FFF2-40B4-BE49-F238E27FC236}">
                    <a16:creationId xmlns:a16="http://schemas.microsoft.com/office/drawing/2014/main" id="{94005911-ACD4-4DEC-8AFC-43A2CD8E8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0" name="Line 177">
              <a:extLst>
                <a:ext uri="{FF2B5EF4-FFF2-40B4-BE49-F238E27FC236}">
                  <a16:creationId xmlns:a16="http://schemas.microsoft.com/office/drawing/2014/main" id="{CA056757-9FE9-4C6C-9A95-C76A7E483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178">
              <a:extLst>
                <a:ext uri="{FF2B5EF4-FFF2-40B4-BE49-F238E27FC236}">
                  <a16:creationId xmlns:a16="http://schemas.microsoft.com/office/drawing/2014/main" id="{32AE234E-5AD0-4E94-AAB8-324CB3E76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B3336DB9-12C8-4D46-8B51-63C870FC444B}"/>
              </a:ext>
            </a:extLst>
          </p:cNvPr>
          <p:cNvCxnSpPr>
            <a:cxnSpLocks/>
            <a:stCxn id="107" idx="1"/>
            <a:endCxn id="130" idx="1"/>
          </p:cNvCxnSpPr>
          <p:nvPr/>
        </p:nvCxnSpPr>
        <p:spPr>
          <a:xfrm>
            <a:off x="4621276" y="2818615"/>
            <a:ext cx="1457667" cy="11500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B6279AE0-782F-4E3F-A5A8-3CB6FB4D312B}"/>
              </a:ext>
            </a:extLst>
          </p:cNvPr>
          <p:cNvCxnSpPr>
            <a:cxnSpLocks/>
            <a:stCxn id="131" idx="0"/>
            <a:endCxn id="138" idx="1"/>
          </p:cNvCxnSpPr>
          <p:nvPr/>
        </p:nvCxnSpPr>
        <p:spPr>
          <a:xfrm flipV="1">
            <a:off x="6494167" y="2758300"/>
            <a:ext cx="2053999" cy="8056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47">
            <a:extLst>
              <a:ext uri="{FF2B5EF4-FFF2-40B4-BE49-F238E27FC236}">
                <a16:creationId xmlns:a16="http://schemas.microsoft.com/office/drawing/2014/main" id="{D0E70851-1A30-403C-8611-AD91F383F602}"/>
              </a:ext>
            </a:extLst>
          </p:cNvPr>
          <p:cNvGrpSpPr>
            <a:grpSpLocks/>
          </p:cNvGrpSpPr>
          <p:nvPr/>
        </p:nvGrpSpPr>
        <p:grpSpPr bwMode="auto">
          <a:xfrm>
            <a:off x="8534968" y="2495493"/>
            <a:ext cx="293864" cy="550664"/>
            <a:chOff x="4140" y="429"/>
            <a:chExt cx="1425" cy="2396"/>
          </a:xfrm>
        </p:grpSpPr>
        <p:sp>
          <p:nvSpPr>
            <p:cNvPr id="137" name="Freeform 148">
              <a:extLst>
                <a:ext uri="{FF2B5EF4-FFF2-40B4-BE49-F238E27FC236}">
                  <a16:creationId xmlns:a16="http://schemas.microsoft.com/office/drawing/2014/main" id="{17141875-BCE1-4806-9BF0-EE070A79D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Rectangle 149">
              <a:extLst>
                <a:ext uri="{FF2B5EF4-FFF2-40B4-BE49-F238E27FC236}">
                  <a16:creationId xmlns:a16="http://schemas.microsoft.com/office/drawing/2014/main" id="{A20E35D7-E1BA-460A-8AEB-B053A155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39" name="Freeform 150">
              <a:extLst>
                <a:ext uri="{FF2B5EF4-FFF2-40B4-BE49-F238E27FC236}">
                  <a16:creationId xmlns:a16="http://schemas.microsoft.com/office/drawing/2014/main" id="{AF6B6B2B-C9B7-4D55-A817-42EE7F51D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0" name="Freeform 151">
              <a:extLst>
                <a:ext uri="{FF2B5EF4-FFF2-40B4-BE49-F238E27FC236}">
                  <a16:creationId xmlns:a16="http://schemas.microsoft.com/office/drawing/2014/main" id="{5BC046CC-B135-4041-8478-A994DB28D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Rectangle 152">
              <a:extLst>
                <a:ext uri="{FF2B5EF4-FFF2-40B4-BE49-F238E27FC236}">
                  <a16:creationId xmlns:a16="http://schemas.microsoft.com/office/drawing/2014/main" id="{BA6AC625-0859-4048-8277-042456DE9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42" name="Group 153">
              <a:extLst>
                <a:ext uri="{FF2B5EF4-FFF2-40B4-BE49-F238E27FC236}">
                  <a16:creationId xmlns:a16="http://schemas.microsoft.com/office/drawing/2014/main" id="{F234DB18-4E8B-4E12-ABAB-747AF241AC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7" name="AutoShape 154">
                <a:extLst>
                  <a:ext uri="{FF2B5EF4-FFF2-40B4-BE49-F238E27FC236}">
                    <a16:creationId xmlns:a16="http://schemas.microsoft.com/office/drawing/2014/main" id="{688C942B-08D7-4B10-AD65-30645EE60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8" name="AutoShape 155">
                <a:extLst>
                  <a:ext uri="{FF2B5EF4-FFF2-40B4-BE49-F238E27FC236}">
                    <a16:creationId xmlns:a16="http://schemas.microsoft.com/office/drawing/2014/main" id="{C1F43287-76E8-4871-8137-36BB14010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3" name="Rectangle 156">
              <a:extLst>
                <a:ext uri="{FF2B5EF4-FFF2-40B4-BE49-F238E27FC236}">
                  <a16:creationId xmlns:a16="http://schemas.microsoft.com/office/drawing/2014/main" id="{3334AB29-6119-4FA7-AAAE-A2D20419B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44" name="Group 157">
              <a:extLst>
                <a:ext uri="{FF2B5EF4-FFF2-40B4-BE49-F238E27FC236}">
                  <a16:creationId xmlns:a16="http://schemas.microsoft.com/office/drawing/2014/main" id="{E2D417AD-D509-48BE-8F20-CBBF73BAB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5" name="AutoShape 158">
                <a:extLst>
                  <a:ext uri="{FF2B5EF4-FFF2-40B4-BE49-F238E27FC236}">
                    <a16:creationId xmlns:a16="http://schemas.microsoft.com/office/drawing/2014/main" id="{1383E323-D63B-4AAA-AE3D-402A0603E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AutoShape 159">
                <a:extLst>
                  <a:ext uri="{FF2B5EF4-FFF2-40B4-BE49-F238E27FC236}">
                    <a16:creationId xmlns:a16="http://schemas.microsoft.com/office/drawing/2014/main" id="{8E462B8E-124F-4408-8C5A-554299438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5" name="Rectangle 160">
              <a:extLst>
                <a:ext uri="{FF2B5EF4-FFF2-40B4-BE49-F238E27FC236}">
                  <a16:creationId xmlns:a16="http://schemas.microsoft.com/office/drawing/2014/main" id="{542B9690-90CF-421D-A4CD-68BF5A038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6" name="Rectangle 161">
              <a:extLst>
                <a:ext uri="{FF2B5EF4-FFF2-40B4-BE49-F238E27FC236}">
                  <a16:creationId xmlns:a16="http://schemas.microsoft.com/office/drawing/2014/main" id="{28220F0A-8A7C-4E76-B2CF-432F63FB3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47" name="Group 162">
              <a:extLst>
                <a:ext uri="{FF2B5EF4-FFF2-40B4-BE49-F238E27FC236}">
                  <a16:creationId xmlns:a16="http://schemas.microsoft.com/office/drawing/2014/main" id="{390AB243-5BEE-44B5-A311-AFDA6C1021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3" name="AutoShape 163">
                <a:extLst>
                  <a:ext uri="{FF2B5EF4-FFF2-40B4-BE49-F238E27FC236}">
                    <a16:creationId xmlns:a16="http://schemas.microsoft.com/office/drawing/2014/main" id="{205EC9FE-CA05-4B5F-A713-0E278287D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AutoShape 164">
                <a:extLst>
                  <a:ext uri="{FF2B5EF4-FFF2-40B4-BE49-F238E27FC236}">
                    <a16:creationId xmlns:a16="http://schemas.microsoft.com/office/drawing/2014/main" id="{869CC45A-9C32-4F30-9346-E09FE668B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8" name="Freeform 165">
              <a:extLst>
                <a:ext uri="{FF2B5EF4-FFF2-40B4-BE49-F238E27FC236}">
                  <a16:creationId xmlns:a16="http://schemas.microsoft.com/office/drawing/2014/main" id="{B14EA6CA-DC7D-4E18-A91D-0F769D990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49" name="Group 166">
              <a:extLst>
                <a:ext uri="{FF2B5EF4-FFF2-40B4-BE49-F238E27FC236}">
                  <a16:creationId xmlns:a16="http://schemas.microsoft.com/office/drawing/2014/main" id="{A1242C62-8405-42C2-BBB5-E49A7F108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1" name="AutoShape 167">
                <a:extLst>
                  <a:ext uri="{FF2B5EF4-FFF2-40B4-BE49-F238E27FC236}">
                    <a16:creationId xmlns:a16="http://schemas.microsoft.com/office/drawing/2014/main" id="{E4FE67D8-95D6-45FE-AFBC-036E4BD06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2" name="AutoShape 168">
                <a:extLst>
                  <a:ext uri="{FF2B5EF4-FFF2-40B4-BE49-F238E27FC236}">
                    <a16:creationId xmlns:a16="http://schemas.microsoft.com/office/drawing/2014/main" id="{00A75720-E64B-4778-8CC8-38711810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0" name="Rectangle 169">
              <a:extLst>
                <a:ext uri="{FF2B5EF4-FFF2-40B4-BE49-F238E27FC236}">
                  <a16:creationId xmlns:a16="http://schemas.microsoft.com/office/drawing/2014/main" id="{FB94AA82-F4E6-495E-A7ED-63DE3EE2D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" name="Freeform 170">
              <a:extLst>
                <a:ext uri="{FF2B5EF4-FFF2-40B4-BE49-F238E27FC236}">
                  <a16:creationId xmlns:a16="http://schemas.microsoft.com/office/drawing/2014/main" id="{72C978C5-3F3E-471D-8EA7-B54E4BC84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2" name="Freeform 171">
              <a:extLst>
                <a:ext uri="{FF2B5EF4-FFF2-40B4-BE49-F238E27FC236}">
                  <a16:creationId xmlns:a16="http://schemas.microsoft.com/office/drawing/2014/main" id="{AA208A75-54F3-4A61-9BE3-170B25C8C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Oval 172">
              <a:extLst>
                <a:ext uri="{FF2B5EF4-FFF2-40B4-BE49-F238E27FC236}">
                  <a16:creationId xmlns:a16="http://schemas.microsoft.com/office/drawing/2014/main" id="{9C56976B-AA6E-4730-BCE9-2054477B0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4" name="Freeform 173">
              <a:extLst>
                <a:ext uri="{FF2B5EF4-FFF2-40B4-BE49-F238E27FC236}">
                  <a16:creationId xmlns:a16="http://schemas.microsoft.com/office/drawing/2014/main" id="{AE750855-31FA-4089-9A25-3564ED9F8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5" name="AutoShape 174">
              <a:extLst>
                <a:ext uri="{FF2B5EF4-FFF2-40B4-BE49-F238E27FC236}">
                  <a16:creationId xmlns:a16="http://schemas.microsoft.com/office/drawing/2014/main" id="{142FC6F8-5D49-44C0-AF95-3934B84B7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" name="AutoShape 175">
              <a:extLst>
                <a:ext uri="{FF2B5EF4-FFF2-40B4-BE49-F238E27FC236}">
                  <a16:creationId xmlns:a16="http://schemas.microsoft.com/office/drawing/2014/main" id="{DC86CA39-4DB7-4AB0-B5DF-3D596CBFA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7" name="Oval 176">
              <a:extLst>
                <a:ext uri="{FF2B5EF4-FFF2-40B4-BE49-F238E27FC236}">
                  <a16:creationId xmlns:a16="http://schemas.microsoft.com/office/drawing/2014/main" id="{A62FE87F-FF30-44D3-BBB6-700A687B5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8" name="Oval 177">
              <a:extLst>
                <a:ext uri="{FF2B5EF4-FFF2-40B4-BE49-F238E27FC236}">
                  <a16:creationId xmlns:a16="http://schemas.microsoft.com/office/drawing/2014/main" id="{92FA82F5-2758-43A3-B3B6-228C7D980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9" name="Oval 178">
              <a:extLst>
                <a:ext uri="{FF2B5EF4-FFF2-40B4-BE49-F238E27FC236}">
                  <a16:creationId xmlns:a16="http://schemas.microsoft.com/office/drawing/2014/main" id="{36CF7D0B-1DFD-4FD9-8A2C-9C9FDE2EB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0" name="Rectangle 179">
              <a:extLst>
                <a:ext uri="{FF2B5EF4-FFF2-40B4-BE49-F238E27FC236}">
                  <a16:creationId xmlns:a16="http://schemas.microsoft.com/office/drawing/2014/main" id="{4B045C60-FE79-4473-B207-B8BBAE316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pic>
        <p:nvPicPr>
          <p:cNvPr id="169" name="图片 168" descr="图片包含 游戏机, 钟表&#10;&#10;描述已自动生成">
            <a:extLst>
              <a:ext uri="{FF2B5EF4-FFF2-40B4-BE49-F238E27FC236}">
                <a16:creationId xmlns:a16="http://schemas.microsoft.com/office/drawing/2014/main" id="{24EEAA13-A09B-4648-AA1B-E62F111D57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363" y="1200447"/>
            <a:ext cx="541055" cy="457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A368A0B6-8B2E-4E03-B77A-88AD34175D88}"/>
              </a:ext>
            </a:extLst>
          </p:cNvPr>
          <p:cNvCxnSpPr>
            <a:stCxn id="126" idx="4"/>
            <a:endCxn id="126" idx="4"/>
          </p:cNvCxnSpPr>
          <p:nvPr/>
        </p:nvCxnSpPr>
        <p:spPr>
          <a:xfrm>
            <a:off x="6286932" y="299024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Freeform 917">
            <a:extLst>
              <a:ext uri="{FF2B5EF4-FFF2-40B4-BE49-F238E27FC236}">
                <a16:creationId xmlns:a16="http://schemas.microsoft.com/office/drawing/2014/main" id="{C5CA902A-B7EC-4792-A5FD-71AA9A9C83EA}"/>
              </a:ext>
            </a:extLst>
          </p:cNvPr>
          <p:cNvSpPr>
            <a:spLocks/>
          </p:cNvSpPr>
          <p:nvPr/>
        </p:nvSpPr>
        <p:spPr bwMode="auto">
          <a:xfrm>
            <a:off x="6330842" y="2128124"/>
            <a:ext cx="249315" cy="637938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pic>
        <p:nvPicPr>
          <p:cNvPr id="176" name="图片 175" descr="图片包含 游戏机, 钟表&#10;&#10;描述已自动生成">
            <a:extLst>
              <a:ext uri="{FF2B5EF4-FFF2-40B4-BE49-F238E27FC236}">
                <a16:creationId xmlns:a16="http://schemas.microsoft.com/office/drawing/2014/main" id="{416C95AF-0553-4487-AA48-F238DB37F3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054" y="1200447"/>
            <a:ext cx="541055" cy="457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7" name="Line 913">
            <a:extLst>
              <a:ext uri="{FF2B5EF4-FFF2-40B4-BE49-F238E27FC236}">
                <a16:creationId xmlns:a16="http://schemas.microsoft.com/office/drawing/2014/main" id="{6D00F3F3-0C33-478C-AC52-59E1A6314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7914" y="1973343"/>
            <a:ext cx="2280654" cy="0"/>
          </a:xfrm>
          <a:prstGeom prst="line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217159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7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100729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1C1C1C"/>
                </a:solidFill>
                <a:effectLst/>
              </a:rPr>
              <a:t>下讲预告</a:t>
            </a:r>
            <a:endParaRPr lang="en-US" altLang="zh-CN" dirty="0">
              <a:solidFill>
                <a:srgbClr val="1C1C1C"/>
              </a:solidFill>
              <a:effectLst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987574"/>
            <a:ext cx="7886700" cy="3960440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学习：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dirty="0">
              <a:solidFill>
                <a:schemeClr val="bg2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因特网电子邮件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发送邮件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接收邮件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邮件报文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因特网的目录服务：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工作机理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记录和报文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A2B20126-45F0-4256-9EAE-84AD4377B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65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3350BE4-8D95-4AAF-95FB-5260C294C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6386" name="Picture 2" descr="https://timgsa.baidu.com/timg?image&amp;quality=80&amp;size=b9999_10000&amp;sec=1582694106489&amp;di=2e8fd42f8eacdb5e55b836c9062aac39&amp;imgtype=0&amp;src=http%3A%2F%2Fimg.ymw.cn%2F52017121314000f821e4f.jpg">
            <a:extLst>
              <a:ext uri="{FF2B5EF4-FFF2-40B4-BE49-F238E27FC236}">
                <a16:creationId xmlns:a16="http://schemas.microsoft.com/office/drawing/2014/main" id="{2BAD0D13-AE16-48DF-A258-3486CC39D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097021"/>
            <a:ext cx="2289220" cy="9793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https://timgsa.baidu.com/timg?image&amp;quality=80&amp;size=b9999_10000&amp;sec=1582694167280&amp;di=28e2216a72348fbf4bcbf96261b81b8b&amp;imgtype=jpg&amp;src=http%3A%2F%2Fimg0.imgtn.bdimg.com%2Fit%2Fu%3D4041229040%2C229715458%26fm%3D214%26gp%3D0.jpg">
            <a:extLst>
              <a:ext uri="{FF2B5EF4-FFF2-40B4-BE49-F238E27FC236}">
                <a16:creationId xmlns:a16="http://schemas.microsoft.com/office/drawing/2014/main" id="{E9B58D1E-DDB9-4D22-BAE4-8B83C4B91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067134"/>
            <a:ext cx="1872208" cy="176592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39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2025/2/26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下课铃">
            <a:hlinkClick r:id="" action="ppaction://media"/>
            <a:extLst>
              <a:ext uri="{FF2B5EF4-FFF2-40B4-BE49-F238E27FC236}">
                <a16:creationId xmlns:a16="http://schemas.microsoft.com/office/drawing/2014/main" id="{636A1FBE-E779-4294-B23D-2E31E78012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5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DD53B248-96AD-4768-934B-E1BC473B8E66}" vid="{617CFBAE-A4D9-4B28-8926-D394536CA5C6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2598</TotalTime>
  <Words>3847</Words>
  <Application>Microsoft Office PowerPoint</Application>
  <PresentationFormat>全屏显示(16:9)</PresentationFormat>
  <Paragraphs>1098</Paragraphs>
  <Slides>66</Slides>
  <Notes>3</Notes>
  <HiddenSlides>0</HiddenSlides>
  <MMClips>1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82" baseType="lpstr">
      <vt:lpstr>ZapfDingbats</vt:lpstr>
      <vt:lpstr>等线</vt:lpstr>
      <vt:lpstr>等线 Light</vt:lpstr>
      <vt:lpstr>黑体</vt:lpstr>
      <vt:lpstr>楷体</vt:lpstr>
      <vt:lpstr>宋体</vt:lpstr>
      <vt:lpstr>微软雅黑</vt:lpstr>
      <vt:lpstr>Arial</vt:lpstr>
      <vt:lpstr>Calibri</vt:lpstr>
      <vt:lpstr>Comic Sans MS</vt:lpstr>
      <vt:lpstr>Courier New</vt:lpstr>
      <vt:lpstr>Gill Sans MT</vt:lpstr>
      <vt:lpstr>Times New Roman</vt:lpstr>
      <vt:lpstr>Wingdings</vt:lpstr>
      <vt:lpstr>Office 主题​​</vt:lpstr>
      <vt:lpstr>Clip</vt:lpstr>
      <vt:lpstr>计算机网络</vt:lpstr>
      <vt:lpstr>知识回顾</vt:lpstr>
      <vt:lpstr>知识回顾</vt:lpstr>
      <vt:lpstr>计算机网络</vt:lpstr>
      <vt:lpstr>Figure of Today</vt:lpstr>
      <vt:lpstr>第二章 应用层</vt:lpstr>
      <vt:lpstr>第二章 应用层</vt:lpstr>
      <vt:lpstr>第二章 应用层</vt:lpstr>
      <vt:lpstr>PowerPoint 演示文稿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2.1 应用层协议原理</vt:lpstr>
      <vt:lpstr>PowerPoint 演示文稿</vt:lpstr>
      <vt:lpstr>PowerPoint 演示文稿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PowerPoint 演示文稿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2.2 Web和HTTP</vt:lpstr>
      <vt:lpstr>本讲总结</vt:lpstr>
      <vt:lpstr>下讲预告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CPS525</dc:creator>
  <cp:lastModifiedBy>cistecoram</cp:lastModifiedBy>
  <cp:revision>102</cp:revision>
  <dcterms:created xsi:type="dcterms:W3CDTF">2020-02-23T03:27:03Z</dcterms:created>
  <dcterms:modified xsi:type="dcterms:W3CDTF">2025-02-26T01:24:18Z</dcterms:modified>
</cp:coreProperties>
</file>