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3" r:id="rId1"/>
  </p:sldMasterIdLst>
  <p:notesMasterIdLst>
    <p:notesMasterId r:id="rId35"/>
  </p:notesMasterIdLst>
  <p:handoutMasterIdLst>
    <p:handoutMasterId r:id="rId36"/>
  </p:handoutMasterIdLst>
  <p:sldIdLst>
    <p:sldId id="319" r:id="rId2"/>
    <p:sldId id="321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22" r:id="rId21"/>
    <p:sldId id="425" r:id="rId22"/>
    <p:sldId id="429" r:id="rId23"/>
    <p:sldId id="430" r:id="rId24"/>
    <p:sldId id="431" r:id="rId25"/>
    <p:sldId id="432" r:id="rId26"/>
    <p:sldId id="433" r:id="rId27"/>
    <p:sldId id="434" r:id="rId28"/>
    <p:sldId id="435" r:id="rId29"/>
    <p:sldId id="437" r:id="rId30"/>
    <p:sldId id="442" r:id="rId31"/>
    <p:sldId id="443" r:id="rId32"/>
    <p:sldId id="436" r:id="rId33"/>
    <p:sldId id="296" r:id="rId34"/>
  </p:sldIdLst>
  <p:sldSz cx="9144000" cy="5143500" type="screen16x9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C000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800000"/>
    <a:srgbClr val="0000FF"/>
    <a:srgbClr val="E18601"/>
    <a:srgbClr val="008000"/>
    <a:srgbClr val="FF6600"/>
    <a:srgbClr val="D43005"/>
    <a:srgbClr val="EAEAEA"/>
    <a:srgbClr val="FAFAFA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326" autoAdjust="0"/>
  </p:normalViewPr>
  <p:slideViewPr>
    <p:cSldViewPr>
      <p:cViewPr varScale="1">
        <p:scale>
          <a:sx n="152" d="100"/>
          <a:sy n="152" d="100"/>
        </p:scale>
        <p:origin x="125" y="187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2621" y="67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8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r>
              <a:rPr lang="en-US" altLang="zh-CN"/>
              <a:t>page</a:t>
            </a:r>
            <a:fld id="{104E4446-F78E-4DEC-964D-F019287DCE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1604963" y="292100"/>
            <a:ext cx="402748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计算机网络与通信</a:t>
            </a:r>
          </a:p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第</a:t>
            </a:r>
            <a:r>
              <a:rPr lang="en-US" altLang="zh-CN" sz="1400" b="1">
                <a:solidFill>
                  <a:srgbClr val="0000FF"/>
                </a:solidFill>
              </a:rPr>
              <a:t>1</a:t>
            </a:r>
            <a:r>
              <a:rPr lang="zh-CN" altLang="en-US" sz="1400" b="1">
                <a:solidFill>
                  <a:srgbClr val="0000FF"/>
                </a:solidFill>
              </a:rPr>
              <a:t>讲 </a:t>
            </a:r>
          </a:p>
        </p:txBody>
      </p:sp>
    </p:spTree>
    <p:extLst>
      <p:ext uri="{BB962C8B-B14F-4D97-AF65-F5344CB8AC3E}">
        <p14:creationId xmlns:p14="http://schemas.microsoft.com/office/powerpoint/2010/main" val="2979530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49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2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859338"/>
            <a:ext cx="568325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fld id="{D3D3C561-59FF-437A-A798-9F59A60F19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61015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1603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8930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2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DBF73F6-FC25-43EE-BD37-B234601ED84A}"/>
              </a:ext>
            </a:extLst>
          </p:cNvPr>
          <p:cNvSpPr/>
          <p:nvPr userDrawn="1"/>
        </p:nvSpPr>
        <p:spPr>
          <a:xfrm>
            <a:off x="0" y="1419622"/>
            <a:ext cx="9144000" cy="242131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2B9ECC-60CE-4B04-9BDA-A9A978A5B8C8}"/>
              </a:ext>
            </a:extLst>
          </p:cNvPr>
          <p:cNvSpPr/>
          <p:nvPr userDrawn="1"/>
        </p:nvSpPr>
        <p:spPr>
          <a:xfrm>
            <a:off x="2875107" y="2956135"/>
            <a:ext cx="328107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 Networks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66C9EA2-02EF-49B6-884B-FE28F4050007}"/>
              </a:ext>
            </a:extLst>
          </p:cNvPr>
          <p:cNvCxnSpPr>
            <a:cxnSpLocks/>
          </p:cNvCxnSpPr>
          <p:nvPr userDrawn="1"/>
        </p:nvCxnSpPr>
        <p:spPr>
          <a:xfrm>
            <a:off x="2919723" y="3318203"/>
            <a:ext cx="323645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324CC51-87DB-4BE4-8BAE-8B55B1365D96}"/>
              </a:ext>
            </a:extLst>
          </p:cNvPr>
          <p:cNvGrpSpPr/>
          <p:nvPr userDrawn="1"/>
        </p:nvGrpSpPr>
        <p:grpSpPr>
          <a:xfrm>
            <a:off x="3491880" y="244697"/>
            <a:ext cx="1841761" cy="1841761"/>
            <a:chOff x="3569703" y="132129"/>
            <a:chExt cx="1841761" cy="1841761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9516295A-1591-4010-96FF-5F1923C2DE28}"/>
                </a:ext>
              </a:extLst>
            </p:cNvPr>
            <p:cNvSpPr/>
            <p:nvPr userDrawn="1"/>
          </p:nvSpPr>
          <p:spPr>
            <a:xfrm>
              <a:off x="3569703" y="132129"/>
              <a:ext cx="1841761" cy="18417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7" name="Picture 22" descr="Network Globe">
              <a:extLst>
                <a:ext uri="{FF2B5EF4-FFF2-40B4-BE49-F238E27FC236}">
                  <a16:creationId xmlns:a16="http://schemas.microsoft.com/office/drawing/2014/main" id="{2D1886B6-7E23-4412-A0B1-4CCECA07B7A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9842" y="318612"/>
              <a:ext cx="1722315" cy="146879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1E4BF40-3BEE-476D-BE93-5753343553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19723" y="2113604"/>
            <a:ext cx="3191838" cy="74207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计算机网络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2CE977E-FA0E-4577-BD81-986F98C75317}"/>
              </a:ext>
            </a:extLst>
          </p:cNvPr>
          <p:cNvSpPr/>
          <p:nvPr userDrawn="1"/>
        </p:nvSpPr>
        <p:spPr>
          <a:xfrm>
            <a:off x="3419871" y="3448764"/>
            <a:ext cx="2191541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Lecture 6: P2P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AD4BB677-D21E-436A-910D-78E4C256580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4644008" y="4227934"/>
            <a:ext cx="2520280" cy="54985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重庆大学大数据与软件学院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开课时间：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年春季</a:t>
            </a:r>
          </a:p>
        </p:txBody>
      </p:sp>
    </p:spTree>
    <p:extLst>
      <p:ext uri="{BB962C8B-B14F-4D97-AF65-F5344CB8AC3E}">
        <p14:creationId xmlns:p14="http://schemas.microsoft.com/office/powerpoint/2010/main" val="3036410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5200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78617B-A121-4385-A203-242C6BC735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91880" y="1567955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6EDCF5-1A0A-4487-9F7F-7541297824A8}"/>
              </a:ext>
            </a:extLst>
          </p:cNvPr>
          <p:cNvSpPr/>
          <p:nvPr userDrawn="1"/>
        </p:nvSpPr>
        <p:spPr>
          <a:xfrm>
            <a:off x="1" y="-14015"/>
            <a:ext cx="9144000" cy="997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31F689-8CAB-4D55-94CB-B849C4F1C9B8}"/>
              </a:ext>
            </a:extLst>
          </p:cNvPr>
          <p:cNvSpPr/>
          <p:nvPr userDrawn="1"/>
        </p:nvSpPr>
        <p:spPr bwMode="auto">
          <a:xfrm>
            <a:off x="1308893" y="277606"/>
            <a:ext cx="1877437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CAE735-22F4-4DD9-A6E9-4FE9156B2BEA}"/>
              </a:ext>
            </a:extLst>
          </p:cNvPr>
          <p:cNvSpPr/>
          <p:nvPr userDrawn="1"/>
        </p:nvSpPr>
        <p:spPr bwMode="auto">
          <a:xfrm>
            <a:off x="53980" y="185273"/>
            <a:ext cx="1236237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42F7023-66D6-46EC-973C-E47B2962AC43}"/>
              </a:ext>
            </a:extLst>
          </p:cNvPr>
          <p:cNvCxnSpPr/>
          <p:nvPr userDrawn="1"/>
        </p:nvCxnSpPr>
        <p:spPr>
          <a:xfrm>
            <a:off x="1302612" y="314499"/>
            <a:ext cx="0" cy="3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0630B487-DD99-4A2B-B020-D23EDADB6562}"/>
              </a:ext>
            </a:extLst>
          </p:cNvPr>
          <p:cNvSpPr/>
          <p:nvPr userDrawn="1"/>
        </p:nvSpPr>
        <p:spPr>
          <a:xfrm>
            <a:off x="2752441" y="1560574"/>
            <a:ext cx="455954" cy="455954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D0361D10-56FC-4A8F-B9ED-A7F17A40456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491880" y="229887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0BD16B8-5620-4656-80AA-13BDFE28D31C}"/>
              </a:ext>
            </a:extLst>
          </p:cNvPr>
          <p:cNvSpPr/>
          <p:nvPr userDrawn="1"/>
        </p:nvSpPr>
        <p:spPr>
          <a:xfrm>
            <a:off x="2751195" y="2287608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6" descr="j0433868">
            <a:extLst>
              <a:ext uri="{FF2B5EF4-FFF2-40B4-BE49-F238E27FC236}">
                <a16:creationId xmlns:a16="http://schemas.microsoft.com/office/drawing/2014/main" id="{5927D490-4D90-4B32-B7A0-4E810E7B38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61866"/>
            <a:ext cx="1383196" cy="138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5047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9A6774-B625-4A77-88AA-BF23D6B62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5616624" cy="37796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1101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135" y="273844"/>
            <a:ext cx="3123921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输入标题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E7F7271-A452-45BF-930E-E01F92E4E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BD81CF26-63C0-4F1A-B1DA-89873C52A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43322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90213-035A-4D7B-9DD8-F23D6790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2278"/>
            <a:ext cx="6535638" cy="5773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9" name="Picture 22" descr="Network Globe">
            <a:extLst>
              <a:ext uri="{FF2B5EF4-FFF2-40B4-BE49-F238E27FC236}">
                <a16:creationId xmlns:a16="http://schemas.microsoft.com/office/drawing/2014/main" id="{8F91DDCF-4DE7-43B0-913B-3D2AF42940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3887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2" descr="Network Globe">
            <a:extLst>
              <a:ext uri="{FF2B5EF4-FFF2-40B4-BE49-F238E27FC236}">
                <a16:creationId xmlns:a16="http://schemas.microsoft.com/office/drawing/2014/main" id="{77EB77E8-8B3F-4748-B4DF-C40AD5D905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0690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7A974-AECD-4A3D-8A7C-0C7CDF253C93}" type="datetime1">
              <a:rPr lang="zh-CN" altLang="en-US"/>
              <a:pPr>
                <a:defRPr/>
              </a:pPr>
              <a:t>2025/3/12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计算机网络与通信</a:t>
            </a:r>
            <a:endParaRPr lang="zh-CN" alt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1235144"/>
      </p:ext>
    </p:extLst>
  </p:cSld>
  <p:clrMapOvr>
    <a:masterClrMapping/>
  </p:clrMapOvr>
  <p:transition>
    <p:cut thruBlk="1"/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audio" Target="../media/audio1.wav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A653AA-5300-4340-BCBA-3AE3C81B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D5259C-52C1-4225-899D-5C122DDF0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92B90B-5705-4B4F-9FB6-FDC7563CD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0171BA0-784D-4217-A2ED-70CAB0E5FD2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318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47" r:id="rId2"/>
    <p:sldLayoutId id="2147483735" r:id="rId3"/>
    <p:sldLayoutId id="2147483737" r:id="rId4"/>
    <p:sldLayoutId id="2147483746" r:id="rId5"/>
    <p:sldLayoutId id="2147483739" r:id="rId6"/>
    <p:sldLayoutId id="2147483740" r:id="rId7"/>
    <p:sldLayoutId id="2147483748" r:id="rId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0" name="arrow.wav"/>
          </p:stSnd>
        </p:sndAc>
      </p:transition>
    </mc:Choice>
    <mc:Fallback xmlns="">
      <p:transition spd="slow">
        <p:fade/>
        <p:sndAc>
          <p:stSnd>
            <p:snd r:embed="rId11" name="arrow.wav"/>
          </p:stSnd>
        </p:sndAc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audio" Target="../media/audio1.wav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audio" Target="../media/audio1.wav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audio" Target="../media/audio1.wav"/><Relationship Id="rId5" Type="http://schemas.openxmlformats.org/officeDocument/2006/relationships/image" Target="../media/image26.e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oleObject" Target="../embeddings/oleObject10.bin"/><Relationship Id="rId3" Type="http://schemas.openxmlformats.org/officeDocument/2006/relationships/audio" Target="../media/audio1.wav"/><Relationship Id="rId7" Type="http://schemas.openxmlformats.org/officeDocument/2006/relationships/oleObject" Target="../embeddings/oleObject4.bin"/><Relationship Id="rId12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8.bin"/><Relationship Id="rId5" Type="http://schemas.openxmlformats.org/officeDocument/2006/relationships/image" Target="../media/image27.wmf"/><Relationship Id="rId15" Type="http://schemas.openxmlformats.org/officeDocument/2006/relationships/audio" Target="../media/audio1.wav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6.bin"/><Relationship Id="rId1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oleObject" Target="../embeddings/oleObject19.bin"/><Relationship Id="rId3" Type="http://schemas.openxmlformats.org/officeDocument/2006/relationships/audio" Target="../media/audio1.wav"/><Relationship Id="rId7" Type="http://schemas.openxmlformats.org/officeDocument/2006/relationships/oleObject" Target="../embeddings/oleObject13.bin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2.bin"/><Relationship Id="rId11" Type="http://schemas.openxmlformats.org/officeDocument/2006/relationships/oleObject" Target="../embeddings/oleObject17.bin"/><Relationship Id="rId5" Type="http://schemas.openxmlformats.org/officeDocument/2006/relationships/image" Target="../media/image27.wmf"/><Relationship Id="rId15" Type="http://schemas.openxmlformats.org/officeDocument/2006/relationships/audio" Target="../media/audio1.wav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1.bin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Relationship Id="rId4" Type="http://schemas.openxmlformats.org/officeDocument/2006/relationships/audio" Target="../media/audio1.wav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oleObject" Target="../embeddings/oleObject27.bin"/><Relationship Id="rId3" Type="http://schemas.openxmlformats.org/officeDocument/2006/relationships/audio" Target="../media/audio1.wav"/><Relationship Id="rId7" Type="http://schemas.openxmlformats.org/officeDocument/2006/relationships/oleObject" Target="../embeddings/oleObject21.bin"/><Relationship Id="rId12" Type="http://schemas.openxmlformats.org/officeDocument/2006/relationships/oleObject" Target="../embeddings/oleObject26.bin"/><Relationship Id="rId2" Type="http://schemas.openxmlformats.org/officeDocument/2006/relationships/slideLayout" Target="../slideLayouts/slideLayout4.xml"/><Relationship Id="rId16" Type="http://schemas.openxmlformats.org/officeDocument/2006/relationships/audio" Target="../media/audio1.wav"/><Relationship Id="rId1" Type="http://schemas.openxmlformats.org/officeDocument/2006/relationships/vmlDrawing" Target="../drawings/vmlDrawing4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28.png"/><Relationship Id="rId10" Type="http://schemas.openxmlformats.org/officeDocument/2006/relationships/oleObject" Target="../embeddings/oleObject24.bin"/><Relationship Id="rId4" Type="http://schemas.openxmlformats.org/officeDocument/2006/relationships/image" Target="../media/image36.png"/><Relationship Id="rId9" Type="http://schemas.openxmlformats.org/officeDocument/2006/relationships/oleObject" Target="../embeddings/oleObject23.bin"/><Relationship Id="rId14" Type="http://schemas.openxmlformats.org/officeDocument/2006/relationships/oleObject" Target="../embeddings/oleObject28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11" Type="http://schemas.openxmlformats.org/officeDocument/2006/relationships/audio" Target="../media/audio1.wav"/><Relationship Id="rId5" Type="http://schemas.openxmlformats.org/officeDocument/2006/relationships/image" Target="../media/image38.png"/><Relationship Id="rId10" Type="http://schemas.openxmlformats.org/officeDocument/2006/relationships/image" Target="../media/image43.jp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1.wav"/><Relationship Id="rId5" Type="http://schemas.openxmlformats.org/officeDocument/2006/relationships/image" Target="../media/image43.jp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oleObject" Target="../embeddings/oleObject37.bin"/><Relationship Id="rId3" Type="http://schemas.openxmlformats.org/officeDocument/2006/relationships/audio" Target="../media/audio1.wav"/><Relationship Id="rId7" Type="http://schemas.openxmlformats.org/officeDocument/2006/relationships/oleObject" Target="../embeddings/oleObject31.bin"/><Relationship Id="rId12" Type="http://schemas.openxmlformats.org/officeDocument/2006/relationships/oleObject" Target="../embeddings/oleObject3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0.bin"/><Relationship Id="rId11" Type="http://schemas.openxmlformats.org/officeDocument/2006/relationships/oleObject" Target="../embeddings/oleObject35.bin"/><Relationship Id="rId5" Type="http://schemas.openxmlformats.org/officeDocument/2006/relationships/image" Target="../media/image27.wmf"/><Relationship Id="rId15" Type="http://schemas.openxmlformats.org/officeDocument/2006/relationships/audio" Target="../media/audio1.wav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29.bin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51.jpeg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4FB47-84C8-4C76-9EB1-A57108491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计算机网络</a:t>
            </a:r>
          </a:p>
        </p:txBody>
      </p:sp>
    </p:spTree>
    <p:extLst>
      <p:ext uri="{BB962C8B-B14F-4D97-AF65-F5344CB8AC3E}">
        <p14:creationId xmlns:p14="http://schemas.microsoft.com/office/powerpoint/2010/main" val="3154207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DD492D-30F5-4565-B353-56F5BFD90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2.6 P2P </a:t>
            </a:r>
            <a:r>
              <a:rPr lang="zh-CN" altLang="en-US" dirty="0"/>
              <a:t>应用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 复习总结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4440A35-57D9-4443-BC06-8C740618D6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16416" y="4680000"/>
            <a:ext cx="628650" cy="273844"/>
          </a:xfrm>
        </p:spPr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19480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roup 1">
            <a:extLst>
              <a:ext uri="{FF2B5EF4-FFF2-40B4-BE49-F238E27FC236}">
                <a16:creationId xmlns:a16="http://schemas.microsoft.com/office/drawing/2014/main" id="{EE61EE67-6010-4F7F-85A4-0174CCD803DE}"/>
              </a:ext>
            </a:extLst>
          </p:cNvPr>
          <p:cNvGrpSpPr>
            <a:grpSpLocks/>
          </p:cNvGrpSpPr>
          <p:nvPr/>
        </p:nvGrpSpPr>
        <p:grpSpPr bwMode="auto">
          <a:xfrm>
            <a:off x="5122752" y="987574"/>
            <a:ext cx="3126346" cy="3863194"/>
            <a:chOff x="5202238" y="1384300"/>
            <a:chExt cx="3581240" cy="4777914"/>
          </a:xfrm>
        </p:grpSpPr>
        <p:sp>
          <p:nvSpPr>
            <p:cNvPr id="387" name="Freeform 415">
              <a:extLst>
                <a:ext uri="{FF2B5EF4-FFF2-40B4-BE49-F238E27FC236}">
                  <a16:creationId xmlns:a16="http://schemas.microsoft.com/office/drawing/2014/main" id="{EFD96A86-D3E5-4BF4-8B3C-44C9D98BF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8" name="Freeform 416">
              <a:extLst>
                <a:ext uri="{FF2B5EF4-FFF2-40B4-BE49-F238E27FC236}">
                  <a16:creationId xmlns:a16="http://schemas.microsoft.com/office/drawing/2014/main" id="{CE1E014C-1A7D-4157-A98A-67873226A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9" name="Freeform 417">
              <a:extLst>
                <a:ext uri="{FF2B5EF4-FFF2-40B4-BE49-F238E27FC236}">
                  <a16:creationId xmlns:a16="http://schemas.microsoft.com/office/drawing/2014/main" id="{D314A154-8891-460E-8358-D55A3BBBC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70" name="Group 418">
              <a:extLst>
                <a:ext uri="{FF2B5EF4-FFF2-40B4-BE49-F238E27FC236}">
                  <a16:creationId xmlns:a16="http://schemas.microsoft.com/office/drawing/2014/main" id="{ADCE626F-ACC1-4462-8413-E2FED2EED8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1121" name="Rectangle 419">
                <a:extLst>
                  <a:ext uri="{FF2B5EF4-FFF2-40B4-BE49-F238E27FC236}">
                    <a16:creationId xmlns:a16="http://schemas.microsoft.com/office/drawing/2014/main" id="{F3C36BE2-6CF8-4C04-8D5A-2FE0E3266D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2" name="AutoShape 420">
                <a:extLst>
                  <a:ext uri="{FF2B5EF4-FFF2-40B4-BE49-F238E27FC236}">
                    <a16:creationId xmlns:a16="http://schemas.microsoft.com/office/drawing/2014/main" id="{A169FF94-32D4-4784-A9D9-36E6C3EAD9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solidFill>
                    <a:srgbClr val="00CC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71" name="Line 421">
              <a:extLst>
                <a:ext uri="{FF2B5EF4-FFF2-40B4-BE49-F238E27FC236}">
                  <a16:creationId xmlns:a16="http://schemas.microsoft.com/office/drawing/2014/main" id="{1262D7A9-8C41-4946-AEB1-FB2441EAF9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2" name="Line 422">
              <a:extLst>
                <a:ext uri="{FF2B5EF4-FFF2-40B4-BE49-F238E27FC236}">
                  <a16:creationId xmlns:a16="http://schemas.microsoft.com/office/drawing/2014/main" id="{18A1F033-BE7C-41AC-9FA9-9642EA13F7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3" name="Line 423">
              <a:extLst>
                <a:ext uri="{FF2B5EF4-FFF2-40B4-BE49-F238E27FC236}">
                  <a16:creationId xmlns:a16="http://schemas.microsoft.com/office/drawing/2014/main" id="{83193A96-FC6F-4277-A64E-6437381D4A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4" name="Line 424">
              <a:extLst>
                <a:ext uri="{FF2B5EF4-FFF2-40B4-BE49-F238E27FC236}">
                  <a16:creationId xmlns:a16="http://schemas.microsoft.com/office/drawing/2014/main" id="{15CBE25F-A728-4FF9-B073-C9220B44DC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5" name="Line 425">
              <a:extLst>
                <a:ext uri="{FF2B5EF4-FFF2-40B4-BE49-F238E27FC236}">
                  <a16:creationId xmlns:a16="http://schemas.microsoft.com/office/drawing/2014/main" id="{83A3D92F-788E-46C0-8693-9BCF1F9D47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3063" y="2239318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6" name="Line 426">
              <a:extLst>
                <a:ext uri="{FF2B5EF4-FFF2-40B4-BE49-F238E27FC236}">
                  <a16:creationId xmlns:a16="http://schemas.microsoft.com/office/drawing/2014/main" id="{600B8C63-3189-4FEE-B911-C767D72395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7" name="Freeform 427">
              <a:extLst>
                <a:ext uri="{FF2B5EF4-FFF2-40B4-BE49-F238E27FC236}">
                  <a16:creationId xmlns:a16="http://schemas.microsoft.com/office/drawing/2014/main" id="{E487F31A-8979-429D-B8F0-6849D733F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8" name="Line 428">
              <a:extLst>
                <a:ext uri="{FF2B5EF4-FFF2-40B4-BE49-F238E27FC236}">
                  <a16:creationId xmlns:a16="http://schemas.microsoft.com/office/drawing/2014/main" id="{85E76995-FE6B-446A-9D2D-1EC25A0DA97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9" name="Line 429">
              <a:extLst>
                <a:ext uri="{FF2B5EF4-FFF2-40B4-BE49-F238E27FC236}">
                  <a16:creationId xmlns:a16="http://schemas.microsoft.com/office/drawing/2014/main" id="{8919DD98-8CE6-4019-94B8-B230C722BB7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0" name="Line 430">
              <a:extLst>
                <a:ext uri="{FF2B5EF4-FFF2-40B4-BE49-F238E27FC236}">
                  <a16:creationId xmlns:a16="http://schemas.microsoft.com/office/drawing/2014/main" id="{C0EB221C-5E5B-4908-AEB2-0EC43E2AD8A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1" name="Line 431">
              <a:extLst>
                <a:ext uri="{FF2B5EF4-FFF2-40B4-BE49-F238E27FC236}">
                  <a16:creationId xmlns:a16="http://schemas.microsoft.com/office/drawing/2014/main" id="{BD75A26C-4448-49CE-A304-52AAFF0A4B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2" name="Line 432">
              <a:extLst>
                <a:ext uri="{FF2B5EF4-FFF2-40B4-BE49-F238E27FC236}">
                  <a16:creationId xmlns:a16="http://schemas.microsoft.com/office/drawing/2014/main" id="{B5C67DFF-1F18-40E2-B86C-DBF075BC5D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3" name="Line 433">
              <a:extLst>
                <a:ext uri="{FF2B5EF4-FFF2-40B4-BE49-F238E27FC236}">
                  <a16:creationId xmlns:a16="http://schemas.microsoft.com/office/drawing/2014/main" id="{A2E723F3-3B27-432A-8427-0ECB678CAB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4" name="Line 435">
              <a:extLst>
                <a:ext uri="{FF2B5EF4-FFF2-40B4-BE49-F238E27FC236}">
                  <a16:creationId xmlns:a16="http://schemas.microsoft.com/office/drawing/2014/main" id="{2F800394-8414-43A3-BD5E-DCA7FD597D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5" name="Line 436">
              <a:extLst>
                <a:ext uri="{FF2B5EF4-FFF2-40B4-BE49-F238E27FC236}">
                  <a16:creationId xmlns:a16="http://schemas.microsoft.com/office/drawing/2014/main" id="{12EFAFAC-A13E-4F0C-8E12-D4F0574EDE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6" name="Line 439">
              <a:extLst>
                <a:ext uri="{FF2B5EF4-FFF2-40B4-BE49-F238E27FC236}">
                  <a16:creationId xmlns:a16="http://schemas.microsoft.com/office/drawing/2014/main" id="{57779E87-A167-4456-8193-1903F452EA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7" name="Line 440">
              <a:extLst>
                <a:ext uri="{FF2B5EF4-FFF2-40B4-BE49-F238E27FC236}">
                  <a16:creationId xmlns:a16="http://schemas.microsoft.com/office/drawing/2014/main" id="{424A3EB6-D686-45DF-B9A8-961583EB00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8" name="Line 441">
              <a:extLst>
                <a:ext uri="{FF2B5EF4-FFF2-40B4-BE49-F238E27FC236}">
                  <a16:creationId xmlns:a16="http://schemas.microsoft.com/office/drawing/2014/main" id="{8A0485D4-4590-447E-AE3E-A6DD2AEBB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9" name="Line 443">
              <a:extLst>
                <a:ext uri="{FF2B5EF4-FFF2-40B4-BE49-F238E27FC236}">
                  <a16:creationId xmlns:a16="http://schemas.microsoft.com/office/drawing/2014/main" id="{D175569E-FD5C-4B7C-9CF4-287E7A02D0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0" name="Line 444">
              <a:extLst>
                <a:ext uri="{FF2B5EF4-FFF2-40B4-BE49-F238E27FC236}">
                  <a16:creationId xmlns:a16="http://schemas.microsoft.com/office/drawing/2014/main" id="{0F35DB64-3599-4B96-B095-1DBFD4D208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1" name="Line 445">
              <a:extLst>
                <a:ext uri="{FF2B5EF4-FFF2-40B4-BE49-F238E27FC236}">
                  <a16:creationId xmlns:a16="http://schemas.microsoft.com/office/drawing/2014/main" id="{E339BBEC-6295-48FD-98F1-9E48E0A8EE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2" name="Line 446">
              <a:extLst>
                <a:ext uri="{FF2B5EF4-FFF2-40B4-BE49-F238E27FC236}">
                  <a16:creationId xmlns:a16="http://schemas.microsoft.com/office/drawing/2014/main" id="{1B901359-1C60-4055-A128-0A9E6E3CB6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3" name="Line 447">
              <a:extLst>
                <a:ext uri="{FF2B5EF4-FFF2-40B4-BE49-F238E27FC236}">
                  <a16:creationId xmlns:a16="http://schemas.microsoft.com/office/drawing/2014/main" id="{3BB1E869-E520-489F-902D-68502C3C0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4" name="Line 448">
              <a:extLst>
                <a:ext uri="{FF2B5EF4-FFF2-40B4-BE49-F238E27FC236}">
                  <a16:creationId xmlns:a16="http://schemas.microsoft.com/office/drawing/2014/main" id="{6A18D4AC-BAB5-49CD-9E5F-CBF1827A10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5" name="Line 449">
              <a:extLst>
                <a:ext uri="{FF2B5EF4-FFF2-40B4-BE49-F238E27FC236}">
                  <a16:creationId xmlns:a16="http://schemas.microsoft.com/office/drawing/2014/main" id="{C6041CC3-F04F-41E9-ABFD-6C1789F643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6" name="Line 450">
              <a:extLst>
                <a:ext uri="{FF2B5EF4-FFF2-40B4-BE49-F238E27FC236}">
                  <a16:creationId xmlns:a16="http://schemas.microsoft.com/office/drawing/2014/main" id="{1762F495-491F-4687-90EC-49FE05F7DD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7" name="Line 451">
              <a:extLst>
                <a:ext uri="{FF2B5EF4-FFF2-40B4-BE49-F238E27FC236}">
                  <a16:creationId xmlns:a16="http://schemas.microsoft.com/office/drawing/2014/main" id="{319B6245-0FA5-47EE-95B8-F43F7EF19F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8" name="Line 452">
              <a:extLst>
                <a:ext uri="{FF2B5EF4-FFF2-40B4-BE49-F238E27FC236}">
                  <a16:creationId xmlns:a16="http://schemas.microsoft.com/office/drawing/2014/main" id="{15BEA1D4-8047-4DFA-BFC0-B750A4468E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9" name="Line 541">
              <a:extLst>
                <a:ext uri="{FF2B5EF4-FFF2-40B4-BE49-F238E27FC236}">
                  <a16:creationId xmlns:a16="http://schemas.microsoft.com/office/drawing/2014/main" id="{7D2B39F9-DE0E-43B8-9321-F48D8C02CD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00" name="Group 590">
              <a:extLst>
                <a:ext uri="{FF2B5EF4-FFF2-40B4-BE49-F238E27FC236}">
                  <a16:creationId xmlns:a16="http://schemas.microsoft.com/office/drawing/2014/main" id="{672407C6-66BA-4CEB-90B9-18A593A2E93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1119" name="Picture 591" descr="desktop_computer_stylized_medium">
                <a:extLst>
                  <a:ext uri="{FF2B5EF4-FFF2-40B4-BE49-F238E27FC236}">
                    <a16:creationId xmlns:a16="http://schemas.microsoft.com/office/drawing/2014/main" id="{3025E4A3-0D5B-46D9-8704-04E1B3FF7A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20" name="Freeform 592">
                <a:extLst>
                  <a:ext uri="{FF2B5EF4-FFF2-40B4-BE49-F238E27FC236}">
                    <a16:creationId xmlns:a16="http://schemas.microsoft.com/office/drawing/2014/main" id="{5F214F72-DD34-47D6-9231-48AACF6F9C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01" name="Group 593">
              <a:extLst>
                <a:ext uri="{FF2B5EF4-FFF2-40B4-BE49-F238E27FC236}">
                  <a16:creationId xmlns:a16="http://schemas.microsoft.com/office/drawing/2014/main" id="{CCF11A5C-C519-455F-9D21-5124D434E65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1117" name="Picture 594" descr="desktop_computer_stylized_medium">
                <a:extLst>
                  <a:ext uri="{FF2B5EF4-FFF2-40B4-BE49-F238E27FC236}">
                    <a16:creationId xmlns:a16="http://schemas.microsoft.com/office/drawing/2014/main" id="{5313D874-1F34-4B6D-A8EA-03D6B230D8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18" name="Freeform 595">
                <a:extLst>
                  <a:ext uri="{FF2B5EF4-FFF2-40B4-BE49-F238E27FC236}">
                    <a16:creationId xmlns:a16="http://schemas.microsoft.com/office/drawing/2014/main" id="{E3F42A13-3E3A-48DF-B772-333DEB1D3D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03" name="Group 596">
              <a:extLst>
                <a:ext uri="{FF2B5EF4-FFF2-40B4-BE49-F238E27FC236}">
                  <a16:creationId xmlns:a16="http://schemas.microsoft.com/office/drawing/2014/main" id="{814B47A2-AB1B-4BB0-8137-9BD567C99ADF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1115" name="Picture 597" descr="desktop_computer_stylized_medium">
                <a:extLst>
                  <a:ext uri="{FF2B5EF4-FFF2-40B4-BE49-F238E27FC236}">
                    <a16:creationId xmlns:a16="http://schemas.microsoft.com/office/drawing/2014/main" id="{94FF0661-0241-4ACC-A3E6-0EC02C4854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16" name="Freeform 598">
                <a:extLst>
                  <a:ext uri="{FF2B5EF4-FFF2-40B4-BE49-F238E27FC236}">
                    <a16:creationId xmlns:a16="http://schemas.microsoft.com/office/drawing/2014/main" id="{C51DD702-894A-4E1E-9E12-D89325FEAD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04" name="Group 599">
              <a:extLst>
                <a:ext uri="{FF2B5EF4-FFF2-40B4-BE49-F238E27FC236}">
                  <a16:creationId xmlns:a16="http://schemas.microsoft.com/office/drawing/2014/main" id="{DD057889-F2DD-4F44-A462-0AFB469156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1113" name="Picture 600" descr="desktop_computer_stylized_medium">
                <a:extLst>
                  <a:ext uri="{FF2B5EF4-FFF2-40B4-BE49-F238E27FC236}">
                    <a16:creationId xmlns:a16="http://schemas.microsoft.com/office/drawing/2014/main" id="{EBFE2286-DC0F-4C34-BF22-9DC2E0A105E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14" name="Freeform 601">
                <a:extLst>
                  <a:ext uri="{FF2B5EF4-FFF2-40B4-BE49-F238E27FC236}">
                    <a16:creationId xmlns:a16="http://schemas.microsoft.com/office/drawing/2014/main" id="{B8033BFC-0AC4-4B4E-8627-27054EF44B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805" name="Picture 603" descr="car_icon_small">
              <a:extLst>
                <a:ext uri="{FF2B5EF4-FFF2-40B4-BE49-F238E27FC236}">
                  <a16:creationId xmlns:a16="http://schemas.microsoft.com/office/drawing/2014/main" id="{031E324E-E072-4188-989D-21012A0AA1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06" name="Group 652">
              <a:extLst>
                <a:ext uri="{FF2B5EF4-FFF2-40B4-BE49-F238E27FC236}">
                  <a16:creationId xmlns:a16="http://schemas.microsoft.com/office/drawing/2014/main" id="{9B9AEA29-F29C-4F44-BAC1-6FF0F6F46F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1111" name="Picture 653" descr="iphone_stylized_small">
                <a:extLst>
                  <a:ext uri="{FF2B5EF4-FFF2-40B4-BE49-F238E27FC236}">
                    <a16:creationId xmlns:a16="http://schemas.microsoft.com/office/drawing/2014/main" id="{5830E2F7-5226-48A1-9171-8D95CA5C76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12" name="Picture 654" descr="antenna_radiation_stylized">
                <a:extLst>
                  <a:ext uri="{FF2B5EF4-FFF2-40B4-BE49-F238E27FC236}">
                    <a16:creationId xmlns:a16="http://schemas.microsoft.com/office/drawing/2014/main" id="{856A21EB-22EF-4B5D-9E9D-A79AD9EA2E5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807" name="Group 665">
              <a:extLst>
                <a:ext uri="{FF2B5EF4-FFF2-40B4-BE49-F238E27FC236}">
                  <a16:creationId xmlns:a16="http://schemas.microsoft.com/office/drawing/2014/main" id="{6D675B10-FBF9-4A1F-A181-D016B9A8E2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1103" name="Oval 407">
                <a:extLst>
                  <a:ext uri="{FF2B5EF4-FFF2-40B4-BE49-F238E27FC236}">
                    <a16:creationId xmlns:a16="http://schemas.microsoft.com/office/drawing/2014/main" id="{A59920C8-76D1-48E4-9018-0EEE04663D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4" name="Rectangle 410">
                <a:extLst>
                  <a:ext uri="{FF2B5EF4-FFF2-40B4-BE49-F238E27FC236}">
                    <a16:creationId xmlns:a16="http://schemas.microsoft.com/office/drawing/2014/main" id="{2A5656EF-FE82-47A3-AAD7-FE16C01674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5" name="Oval 411">
                <a:extLst>
                  <a:ext uri="{FF2B5EF4-FFF2-40B4-BE49-F238E27FC236}">
                    <a16:creationId xmlns:a16="http://schemas.microsoft.com/office/drawing/2014/main" id="{651384E9-F135-4A11-BECA-AAEBE30E9B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106" name="Group 659">
                <a:extLst>
                  <a:ext uri="{FF2B5EF4-FFF2-40B4-BE49-F238E27FC236}">
                    <a16:creationId xmlns:a16="http://schemas.microsoft.com/office/drawing/2014/main" id="{546BC31C-E792-4F42-92C6-46DA2A6903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09" name="Freeform 660">
                  <a:extLst>
                    <a:ext uri="{FF2B5EF4-FFF2-40B4-BE49-F238E27FC236}">
                      <a16:creationId xmlns:a16="http://schemas.microsoft.com/office/drawing/2014/main" id="{E0C3641F-A6F6-45CB-9069-429FCEA62A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10" name="Freeform 661">
                  <a:extLst>
                    <a:ext uri="{FF2B5EF4-FFF2-40B4-BE49-F238E27FC236}">
                      <a16:creationId xmlns:a16="http://schemas.microsoft.com/office/drawing/2014/main" id="{0D7B202B-4137-4F77-B0A7-10BB3CCB3E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107" name="Line 662">
                <a:extLst>
                  <a:ext uri="{FF2B5EF4-FFF2-40B4-BE49-F238E27FC236}">
                    <a16:creationId xmlns:a16="http://schemas.microsoft.com/office/drawing/2014/main" id="{9382790B-15FE-4AAB-AE61-492565B70B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8" name="Line 663">
                <a:extLst>
                  <a:ext uri="{FF2B5EF4-FFF2-40B4-BE49-F238E27FC236}">
                    <a16:creationId xmlns:a16="http://schemas.microsoft.com/office/drawing/2014/main" id="{41E275DE-0864-4324-B728-9109D50D48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08" name="Group 666">
              <a:extLst>
                <a:ext uri="{FF2B5EF4-FFF2-40B4-BE49-F238E27FC236}">
                  <a16:creationId xmlns:a16="http://schemas.microsoft.com/office/drawing/2014/main" id="{5C32DC85-A7FF-40A9-861A-2BBDEB8226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1095" name="Oval 407">
                <a:extLst>
                  <a:ext uri="{FF2B5EF4-FFF2-40B4-BE49-F238E27FC236}">
                    <a16:creationId xmlns:a16="http://schemas.microsoft.com/office/drawing/2014/main" id="{4F0166AB-1ED8-46B5-B454-07D563DCA7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6" name="Rectangle 410">
                <a:extLst>
                  <a:ext uri="{FF2B5EF4-FFF2-40B4-BE49-F238E27FC236}">
                    <a16:creationId xmlns:a16="http://schemas.microsoft.com/office/drawing/2014/main" id="{A92F15AC-3F78-4DC4-BDF8-DE8198A694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7" name="Oval 411">
                <a:extLst>
                  <a:ext uri="{FF2B5EF4-FFF2-40B4-BE49-F238E27FC236}">
                    <a16:creationId xmlns:a16="http://schemas.microsoft.com/office/drawing/2014/main" id="{929F1DCC-17C9-4548-8F3D-A9A16B6F3A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98" name="Group 670">
                <a:extLst>
                  <a:ext uri="{FF2B5EF4-FFF2-40B4-BE49-F238E27FC236}">
                    <a16:creationId xmlns:a16="http://schemas.microsoft.com/office/drawing/2014/main" id="{AB4F5883-3604-447D-A57F-E339C7C351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01" name="Freeform 671">
                  <a:extLst>
                    <a:ext uri="{FF2B5EF4-FFF2-40B4-BE49-F238E27FC236}">
                      <a16:creationId xmlns:a16="http://schemas.microsoft.com/office/drawing/2014/main" id="{293A7656-392F-4AC3-8EDB-1CAA366C8B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02" name="Freeform 672">
                  <a:extLst>
                    <a:ext uri="{FF2B5EF4-FFF2-40B4-BE49-F238E27FC236}">
                      <a16:creationId xmlns:a16="http://schemas.microsoft.com/office/drawing/2014/main" id="{3A8A9EAB-944B-4814-9FD4-DBAFBCF249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99" name="Line 673">
                <a:extLst>
                  <a:ext uri="{FF2B5EF4-FFF2-40B4-BE49-F238E27FC236}">
                    <a16:creationId xmlns:a16="http://schemas.microsoft.com/office/drawing/2014/main" id="{5A370C5A-1A4A-4008-A447-D1BFA6164F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0" name="Line 674">
                <a:extLst>
                  <a:ext uri="{FF2B5EF4-FFF2-40B4-BE49-F238E27FC236}">
                    <a16:creationId xmlns:a16="http://schemas.microsoft.com/office/drawing/2014/main" id="{5BEABA80-7193-4369-9613-90CC386137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09" name="Group 675">
              <a:extLst>
                <a:ext uri="{FF2B5EF4-FFF2-40B4-BE49-F238E27FC236}">
                  <a16:creationId xmlns:a16="http://schemas.microsoft.com/office/drawing/2014/main" id="{88F63AF9-5AEA-48CF-AA12-8178E9827C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1087" name="Oval 407">
                <a:extLst>
                  <a:ext uri="{FF2B5EF4-FFF2-40B4-BE49-F238E27FC236}">
                    <a16:creationId xmlns:a16="http://schemas.microsoft.com/office/drawing/2014/main" id="{A494EE4D-3929-4086-81EF-E6361A5F9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8" name="Rectangle 410">
                <a:extLst>
                  <a:ext uri="{FF2B5EF4-FFF2-40B4-BE49-F238E27FC236}">
                    <a16:creationId xmlns:a16="http://schemas.microsoft.com/office/drawing/2014/main" id="{62AAB82D-E160-4E7F-BF3C-1B0F7B8416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9" name="Oval 411">
                <a:extLst>
                  <a:ext uri="{FF2B5EF4-FFF2-40B4-BE49-F238E27FC236}">
                    <a16:creationId xmlns:a16="http://schemas.microsoft.com/office/drawing/2014/main" id="{5AE43426-76E4-48B6-9222-B1F3529D43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90" name="Group 679">
                <a:extLst>
                  <a:ext uri="{FF2B5EF4-FFF2-40B4-BE49-F238E27FC236}">
                    <a16:creationId xmlns:a16="http://schemas.microsoft.com/office/drawing/2014/main" id="{5EDAA988-3BCC-45ED-8254-1B83AC76EC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093" name="Freeform 680">
                  <a:extLst>
                    <a:ext uri="{FF2B5EF4-FFF2-40B4-BE49-F238E27FC236}">
                      <a16:creationId xmlns:a16="http://schemas.microsoft.com/office/drawing/2014/main" id="{2660395D-544B-4649-815C-259A49D16F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94" name="Freeform 681">
                  <a:extLst>
                    <a:ext uri="{FF2B5EF4-FFF2-40B4-BE49-F238E27FC236}">
                      <a16:creationId xmlns:a16="http://schemas.microsoft.com/office/drawing/2014/main" id="{C8383B72-C3BC-4795-A0EF-868503E2CA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91" name="Line 682">
                <a:extLst>
                  <a:ext uri="{FF2B5EF4-FFF2-40B4-BE49-F238E27FC236}">
                    <a16:creationId xmlns:a16="http://schemas.microsoft.com/office/drawing/2014/main" id="{49F9A5E8-8568-46AF-8EEE-2FAD3FF30E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2" name="Line 683">
                <a:extLst>
                  <a:ext uri="{FF2B5EF4-FFF2-40B4-BE49-F238E27FC236}">
                    <a16:creationId xmlns:a16="http://schemas.microsoft.com/office/drawing/2014/main" id="{1080E036-8E63-46E6-8FEC-6FCF210157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10" name="Group 684">
              <a:extLst>
                <a:ext uri="{FF2B5EF4-FFF2-40B4-BE49-F238E27FC236}">
                  <a16:creationId xmlns:a16="http://schemas.microsoft.com/office/drawing/2014/main" id="{88C89D38-C041-47BD-A57D-7747BC9CC7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1079" name="Oval 407">
                <a:extLst>
                  <a:ext uri="{FF2B5EF4-FFF2-40B4-BE49-F238E27FC236}">
                    <a16:creationId xmlns:a16="http://schemas.microsoft.com/office/drawing/2014/main" id="{5F94CEB5-6BF1-4FCA-A7D5-398B0F1075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0" name="Rectangle 410">
                <a:extLst>
                  <a:ext uri="{FF2B5EF4-FFF2-40B4-BE49-F238E27FC236}">
                    <a16:creationId xmlns:a16="http://schemas.microsoft.com/office/drawing/2014/main" id="{E8A77EE8-55AE-4E6B-8C21-4F3E67CF4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1" name="Oval 411">
                <a:extLst>
                  <a:ext uri="{FF2B5EF4-FFF2-40B4-BE49-F238E27FC236}">
                    <a16:creationId xmlns:a16="http://schemas.microsoft.com/office/drawing/2014/main" id="{A89C32C1-6D0A-41F0-959F-8FC353846E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82" name="Group 688">
                <a:extLst>
                  <a:ext uri="{FF2B5EF4-FFF2-40B4-BE49-F238E27FC236}">
                    <a16:creationId xmlns:a16="http://schemas.microsoft.com/office/drawing/2014/main" id="{A794BE91-72ED-43CB-B058-14B4796304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085" name="Freeform 689">
                  <a:extLst>
                    <a:ext uri="{FF2B5EF4-FFF2-40B4-BE49-F238E27FC236}">
                      <a16:creationId xmlns:a16="http://schemas.microsoft.com/office/drawing/2014/main" id="{C2024C71-B627-4A6C-B21F-B365488ECD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86" name="Freeform 690">
                  <a:extLst>
                    <a:ext uri="{FF2B5EF4-FFF2-40B4-BE49-F238E27FC236}">
                      <a16:creationId xmlns:a16="http://schemas.microsoft.com/office/drawing/2014/main" id="{6A4A97D1-5AEC-4BB8-99EE-E4FEA07498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83" name="Line 691">
                <a:extLst>
                  <a:ext uri="{FF2B5EF4-FFF2-40B4-BE49-F238E27FC236}">
                    <a16:creationId xmlns:a16="http://schemas.microsoft.com/office/drawing/2014/main" id="{876F1DAF-D300-4810-8138-A4A90582E8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4" name="Line 692">
                <a:extLst>
                  <a:ext uri="{FF2B5EF4-FFF2-40B4-BE49-F238E27FC236}">
                    <a16:creationId xmlns:a16="http://schemas.microsoft.com/office/drawing/2014/main" id="{C9219EFB-DE19-410C-81A8-28543390CE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11" name="Line 693">
              <a:extLst>
                <a:ext uri="{FF2B5EF4-FFF2-40B4-BE49-F238E27FC236}">
                  <a16:creationId xmlns:a16="http://schemas.microsoft.com/office/drawing/2014/main" id="{5C4A06C0-9C43-46BF-8CCA-557411A744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12" name="Group 694">
              <a:extLst>
                <a:ext uri="{FF2B5EF4-FFF2-40B4-BE49-F238E27FC236}">
                  <a16:creationId xmlns:a16="http://schemas.microsoft.com/office/drawing/2014/main" id="{E5092F5D-B20C-48AD-AD09-0B296DD634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1071" name="Oval 407">
                <a:extLst>
                  <a:ext uri="{FF2B5EF4-FFF2-40B4-BE49-F238E27FC236}">
                    <a16:creationId xmlns:a16="http://schemas.microsoft.com/office/drawing/2014/main" id="{B584B1D1-9AB5-4845-9551-4F7B605789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2" name="Rectangle 410">
                <a:extLst>
                  <a:ext uri="{FF2B5EF4-FFF2-40B4-BE49-F238E27FC236}">
                    <a16:creationId xmlns:a16="http://schemas.microsoft.com/office/drawing/2014/main" id="{52DA5DED-F24A-48DD-BA45-437BA70F3F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3" name="Oval 411">
                <a:extLst>
                  <a:ext uri="{FF2B5EF4-FFF2-40B4-BE49-F238E27FC236}">
                    <a16:creationId xmlns:a16="http://schemas.microsoft.com/office/drawing/2014/main" id="{A07A42FE-476D-4919-B7C7-A59CD069B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74" name="Group 698">
                <a:extLst>
                  <a:ext uri="{FF2B5EF4-FFF2-40B4-BE49-F238E27FC236}">
                    <a16:creationId xmlns:a16="http://schemas.microsoft.com/office/drawing/2014/main" id="{0BD19B1B-5A8C-475E-803F-D3D30E4137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077" name="Freeform 699">
                  <a:extLst>
                    <a:ext uri="{FF2B5EF4-FFF2-40B4-BE49-F238E27FC236}">
                      <a16:creationId xmlns:a16="http://schemas.microsoft.com/office/drawing/2014/main" id="{4B3FCA52-9F58-4CF3-AF84-1E54F0A7AE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78" name="Freeform 700">
                  <a:extLst>
                    <a:ext uri="{FF2B5EF4-FFF2-40B4-BE49-F238E27FC236}">
                      <a16:creationId xmlns:a16="http://schemas.microsoft.com/office/drawing/2014/main" id="{6998A85F-056C-403D-A86A-D18FEFBCB1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75" name="Line 701">
                <a:extLst>
                  <a:ext uri="{FF2B5EF4-FFF2-40B4-BE49-F238E27FC236}">
                    <a16:creationId xmlns:a16="http://schemas.microsoft.com/office/drawing/2014/main" id="{250F3F79-D7A6-42A6-AACE-A5AB7CFAF7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6" name="Line 702">
                <a:extLst>
                  <a:ext uri="{FF2B5EF4-FFF2-40B4-BE49-F238E27FC236}">
                    <a16:creationId xmlns:a16="http://schemas.microsoft.com/office/drawing/2014/main" id="{C42909EE-667F-4EA9-90A4-F3162929A2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13" name="Group 712">
              <a:extLst>
                <a:ext uri="{FF2B5EF4-FFF2-40B4-BE49-F238E27FC236}">
                  <a16:creationId xmlns:a16="http://schemas.microsoft.com/office/drawing/2014/main" id="{A24ECADE-7FCE-4C01-B88A-4774DB25D1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1063" name="Oval 407">
                <a:extLst>
                  <a:ext uri="{FF2B5EF4-FFF2-40B4-BE49-F238E27FC236}">
                    <a16:creationId xmlns:a16="http://schemas.microsoft.com/office/drawing/2014/main" id="{ABB40E30-3A3C-4019-AE2E-BD55D4C23D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4" name="Rectangle 410">
                <a:extLst>
                  <a:ext uri="{FF2B5EF4-FFF2-40B4-BE49-F238E27FC236}">
                    <a16:creationId xmlns:a16="http://schemas.microsoft.com/office/drawing/2014/main" id="{8C256A4B-7F07-4F7B-8615-6D0E858D17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5" name="Oval 411">
                <a:extLst>
                  <a:ext uri="{FF2B5EF4-FFF2-40B4-BE49-F238E27FC236}">
                    <a16:creationId xmlns:a16="http://schemas.microsoft.com/office/drawing/2014/main" id="{3824A40E-4F7A-49BC-931E-481BBD0E8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66" name="Group 716">
                <a:extLst>
                  <a:ext uri="{FF2B5EF4-FFF2-40B4-BE49-F238E27FC236}">
                    <a16:creationId xmlns:a16="http://schemas.microsoft.com/office/drawing/2014/main" id="{F904A4AA-7236-4B7F-9521-9F85563607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069" name="Freeform 717">
                  <a:extLst>
                    <a:ext uri="{FF2B5EF4-FFF2-40B4-BE49-F238E27FC236}">
                      <a16:creationId xmlns:a16="http://schemas.microsoft.com/office/drawing/2014/main" id="{7338903B-1522-49E1-A4A0-9B6486BF8E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70" name="Freeform 718">
                  <a:extLst>
                    <a:ext uri="{FF2B5EF4-FFF2-40B4-BE49-F238E27FC236}">
                      <a16:creationId xmlns:a16="http://schemas.microsoft.com/office/drawing/2014/main" id="{2CD754BA-A9EC-4011-B1D3-9C87EACEC0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67" name="Line 719">
                <a:extLst>
                  <a:ext uri="{FF2B5EF4-FFF2-40B4-BE49-F238E27FC236}">
                    <a16:creationId xmlns:a16="http://schemas.microsoft.com/office/drawing/2014/main" id="{B89ADE9A-E7D5-43A4-8FE5-1E3AF57EA0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8" name="Line 720">
                <a:extLst>
                  <a:ext uri="{FF2B5EF4-FFF2-40B4-BE49-F238E27FC236}">
                    <a16:creationId xmlns:a16="http://schemas.microsoft.com/office/drawing/2014/main" id="{D7A3A482-1D29-425A-876A-B2006FBD0C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14" name="Group 721">
              <a:extLst>
                <a:ext uri="{FF2B5EF4-FFF2-40B4-BE49-F238E27FC236}">
                  <a16:creationId xmlns:a16="http://schemas.microsoft.com/office/drawing/2014/main" id="{492DE2A6-C5C2-4E16-BB3B-0E6E5A9DF8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1055" name="Oval 407">
                <a:extLst>
                  <a:ext uri="{FF2B5EF4-FFF2-40B4-BE49-F238E27FC236}">
                    <a16:creationId xmlns:a16="http://schemas.microsoft.com/office/drawing/2014/main" id="{BE97F3E2-DA82-48DD-BCC9-AA229EA139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6" name="Rectangle 410">
                <a:extLst>
                  <a:ext uri="{FF2B5EF4-FFF2-40B4-BE49-F238E27FC236}">
                    <a16:creationId xmlns:a16="http://schemas.microsoft.com/office/drawing/2014/main" id="{C1AC7D1A-F84A-47C7-8C0C-7D5451AE2B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7" name="Oval 411">
                <a:extLst>
                  <a:ext uri="{FF2B5EF4-FFF2-40B4-BE49-F238E27FC236}">
                    <a16:creationId xmlns:a16="http://schemas.microsoft.com/office/drawing/2014/main" id="{2575DC8C-7B31-4C31-957E-AD657D2738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58" name="Group 725">
                <a:extLst>
                  <a:ext uri="{FF2B5EF4-FFF2-40B4-BE49-F238E27FC236}">
                    <a16:creationId xmlns:a16="http://schemas.microsoft.com/office/drawing/2014/main" id="{1F07641C-091A-47BB-88EE-6A106BBF3B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061" name="Freeform 726">
                  <a:extLst>
                    <a:ext uri="{FF2B5EF4-FFF2-40B4-BE49-F238E27FC236}">
                      <a16:creationId xmlns:a16="http://schemas.microsoft.com/office/drawing/2014/main" id="{0A01F980-E894-4047-B252-D77984FD4B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62" name="Freeform 727">
                  <a:extLst>
                    <a:ext uri="{FF2B5EF4-FFF2-40B4-BE49-F238E27FC236}">
                      <a16:creationId xmlns:a16="http://schemas.microsoft.com/office/drawing/2014/main" id="{B5B90692-1E35-453A-9827-D5C224714F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59" name="Line 728">
                <a:extLst>
                  <a:ext uri="{FF2B5EF4-FFF2-40B4-BE49-F238E27FC236}">
                    <a16:creationId xmlns:a16="http://schemas.microsoft.com/office/drawing/2014/main" id="{65C09721-2115-4C6C-AF49-F0A47A3D95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0" name="Line 729">
                <a:extLst>
                  <a:ext uri="{FF2B5EF4-FFF2-40B4-BE49-F238E27FC236}">
                    <a16:creationId xmlns:a16="http://schemas.microsoft.com/office/drawing/2014/main" id="{08A8083D-C7D0-4ACF-A5E5-7216EEF146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15" name="Group 730">
              <a:extLst>
                <a:ext uri="{FF2B5EF4-FFF2-40B4-BE49-F238E27FC236}">
                  <a16:creationId xmlns:a16="http://schemas.microsoft.com/office/drawing/2014/main" id="{1C1D37C5-5D0F-4F71-87C3-2C13D0DE8F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1047" name="Oval 407">
                <a:extLst>
                  <a:ext uri="{FF2B5EF4-FFF2-40B4-BE49-F238E27FC236}">
                    <a16:creationId xmlns:a16="http://schemas.microsoft.com/office/drawing/2014/main" id="{3A3B4F5A-BB60-4D3D-81D4-11FA633F6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8" name="Rectangle 410">
                <a:extLst>
                  <a:ext uri="{FF2B5EF4-FFF2-40B4-BE49-F238E27FC236}">
                    <a16:creationId xmlns:a16="http://schemas.microsoft.com/office/drawing/2014/main" id="{8E0F4C22-9DD0-490B-8F82-C9AC20198B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9" name="Oval 411">
                <a:extLst>
                  <a:ext uri="{FF2B5EF4-FFF2-40B4-BE49-F238E27FC236}">
                    <a16:creationId xmlns:a16="http://schemas.microsoft.com/office/drawing/2014/main" id="{1D7BB2B6-A8E2-4AD1-8A19-4D79307861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50" name="Group 734">
                <a:extLst>
                  <a:ext uri="{FF2B5EF4-FFF2-40B4-BE49-F238E27FC236}">
                    <a16:creationId xmlns:a16="http://schemas.microsoft.com/office/drawing/2014/main" id="{AEF2AB1C-2419-44B6-BA80-DB2D8BE569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053" name="Freeform 735">
                  <a:extLst>
                    <a:ext uri="{FF2B5EF4-FFF2-40B4-BE49-F238E27FC236}">
                      <a16:creationId xmlns:a16="http://schemas.microsoft.com/office/drawing/2014/main" id="{06231E73-DE9C-4AD4-94FF-FA0BED6F40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54" name="Freeform 736">
                  <a:extLst>
                    <a:ext uri="{FF2B5EF4-FFF2-40B4-BE49-F238E27FC236}">
                      <a16:creationId xmlns:a16="http://schemas.microsoft.com/office/drawing/2014/main" id="{D909F8A9-24D8-47CE-81B8-36B523FBD0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51" name="Line 737">
                <a:extLst>
                  <a:ext uri="{FF2B5EF4-FFF2-40B4-BE49-F238E27FC236}">
                    <a16:creationId xmlns:a16="http://schemas.microsoft.com/office/drawing/2014/main" id="{D32564D1-49F7-4E24-BDB3-2B81C64AAE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2" name="Line 738">
                <a:extLst>
                  <a:ext uri="{FF2B5EF4-FFF2-40B4-BE49-F238E27FC236}">
                    <a16:creationId xmlns:a16="http://schemas.microsoft.com/office/drawing/2014/main" id="{63F6A846-EEF4-4E21-AD27-42D5243F03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16" name="Group 739">
              <a:extLst>
                <a:ext uri="{FF2B5EF4-FFF2-40B4-BE49-F238E27FC236}">
                  <a16:creationId xmlns:a16="http://schemas.microsoft.com/office/drawing/2014/main" id="{E7278E81-567C-4F0F-9AD4-2C4C0ADBE3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1039" name="Oval 407">
                <a:extLst>
                  <a:ext uri="{FF2B5EF4-FFF2-40B4-BE49-F238E27FC236}">
                    <a16:creationId xmlns:a16="http://schemas.microsoft.com/office/drawing/2014/main" id="{6816C073-6E50-44BF-9657-6371C5E56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0" name="Rectangle 410">
                <a:extLst>
                  <a:ext uri="{FF2B5EF4-FFF2-40B4-BE49-F238E27FC236}">
                    <a16:creationId xmlns:a16="http://schemas.microsoft.com/office/drawing/2014/main" id="{DD6AEE24-0610-4305-88C4-6625786DA6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1" name="Oval 411">
                <a:extLst>
                  <a:ext uri="{FF2B5EF4-FFF2-40B4-BE49-F238E27FC236}">
                    <a16:creationId xmlns:a16="http://schemas.microsoft.com/office/drawing/2014/main" id="{66DF135F-D541-449C-8CB4-90EB4ACEB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42" name="Group 743">
                <a:extLst>
                  <a:ext uri="{FF2B5EF4-FFF2-40B4-BE49-F238E27FC236}">
                    <a16:creationId xmlns:a16="http://schemas.microsoft.com/office/drawing/2014/main" id="{2C77DB6A-91C0-4455-8516-DF2F0AF53A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045" name="Freeform 744">
                  <a:extLst>
                    <a:ext uri="{FF2B5EF4-FFF2-40B4-BE49-F238E27FC236}">
                      <a16:creationId xmlns:a16="http://schemas.microsoft.com/office/drawing/2014/main" id="{39FC7899-68FC-4E5D-8831-DA6AE6D28C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46" name="Freeform 745">
                  <a:extLst>
                    <a:ext uri="{FF2B5EF4-FFF2-40B4-BE49-F238E27FC236}">
                      <a16:creationId xmlns:a16="http://schemas.microsoft.com/office/drawing/2014/main" id="{D00B2A97-A29A-4027-BE44-0A148C4A64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43" name="Line 746">
                <a:extLst>
                  <a:ext uri="{FF2B5EF4-FFF2-40B4-BE49-F238E27FC236}">
                    <a16:creationId xmlns:a16="http://schemas.microsoft.com/office/drawing/2014/main" id="{D3D64677-131A-4F53-890B-F2BDB0DA23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4" name="Line 747">
                <a:extLst>
                  <a:ext uri="{FF2B5EF4-FFF2-40B4-BE49-F238E27FC236}">
                    <a16:creationId xmlns:a16="http://schemas.microsoft.com/office/drawing/2014/main" id="{76E35E55-2402-4AF6-B468-C5B486DFD8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17" name="Group 748">
              <a:extLst>
                <a:ext uri="{FF2B5EF4-FFF2-40B4-BE49-F238E27FC236}">
                  <a16:creationId xmlns:a16="http://schemas.microsoft.com/office/drawing/2014/main" id="{C3B8E6C4-145A-4760-B9E5-16FD697DDE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1031" name="Oval 407">
                <a:extLst>
                  <a:ext uri="{FF2B5EF4-FFF2-40B4-BE49-F238E27FC236}">
                    <a16:creationId xmlns:a16="http://schemas.microsoft.com/office/drawing/2014/main" id="{D0F48ED4-21B2-4B63-841D-C5AE80FA9A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2" name="Rectangle 410">
                <a:extLst>
                  <a:ext uri="{FF2B5EF4-FFF2-40B4-BE49-F238E27FC236}">
                    <a16:creationId xmlns:a16="http://schemas.microsoft.com/office/drawing/2014/main" id="{684D97EA-F634-4D3B-BCA3-A25EBCB3F1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3" name="Oval 411">
                <a:extLst>
                  <a:ext uri="{FF2B5EF4-FFF2-40B4-BE49-F238E27FC236}">
                    <a16:creationId xmlns:a16="http://schemas.microsoft.com/office/drawing/2014/main" id="{ED9BAAAF-044C-4061-B66B-A526D1AB8E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34" name="Group 752">
                <a:extLst>
                  <a:ext uri="{FF2B5EF4-FFF2-40B4-BE49-F238E27FC236}">
                    <a16:creationId xmlns:a16="http://schemas.microsoft.com/office/drawing/2014/main" id="{C957CF3E-0171-4DB9-8646-793D090B19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037" name="Freeform 753">
                  <a:extLst>
                    <a:ext uri="{FF2B5EF4-FFF2-40B4-BE49-F238E27FC236}">
                      <a16:creationId xmlns:a16="http://schemas.microsoft.com/office/drawing/2014/main" id="{E32644C1-4078-4C2E-9B2B-B9710B0FEA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38" name="Freeform 754">
                  <a:extLst>
                    <a:ext uri="{FF2B5EF4-FFF2-40B4-BE49-F238E27FC236}">
                      <a16:creationId xmlns:a16="http://schemas.microsoft.com/office/drawing/2014/main" id="{5CB01798-8518-4933-AD55-D2E18B8F41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35" name="Line 755">
                <a:extLst>
                  <a:ext uri="{FF2B5EF4-FFF2-40B4-BE49-F238E27FC236}">
                    <a16:creationId xmlns:a16="http://schemas.microsoft.com/office/drawing/2014/main" id="{84F60D4B-7B97-4353-A7B9-DF81E1786B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6" name="Line 756">
                <a:extLst>
                  <a:ext uri="{FF2B5EF4-FFF2-40B4-BE49-F238E27FC236}">
                    <a16:creationId xmlns:a16="http://schemas.microsoft.com/office/drawing/2014/main" id="{B8C33539-68C6-4C16-B498-006F443D41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18" name="Group 757">
              <a:extLst>
                <a:ext uri="{FF2B5EF4-FFF2-40B4-BE49-F238E27FC236}">
                  <a16:creationId xmlns:a16="http://schemas.microsoft.com/office/drawing/2014/main" id="{A8D3532D-4478-4786-A39C-DA663DAB26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1023" name="Oval 407">
                <a:extLst>
                  <a:ext uri="{FF2B5EF4-FFF2-40B4-BE49-F238E27FC236}">
                    <a16:creationId xmlns:a16="http://schemas.microsoft.com/office/drawing/2014/main" id="{38EB92B2-D627-413D-8915-E10D3CDD33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4" name="Rectangle 410">
                <a:extLst>
                  <a:ext uri="{FF2B5EF4-FFF2-40B4-BE49-F238E27FC236}">
                    <a16:creationId xmlns:a16="http://schemas.microsoft.com/office/drawing/2014/main" id="{993085C2-67C7-4712-A874-8A71F05E45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5" name="Oval 411">
                <a:extLst>
                  <a:ext uri="{FF2B5EF4-FFF2-40B4-BE49-F238E27FC236}">
                    <a16:creationId xmlns:a16="http://schemas.microsoft.com/office/drawing/2014/main" id="{6A95613A-3A95-4D43-B847-79B8B070D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26" name="Group 761">
                <a:extLst>
                  <a:ext uri="{FF2B5EF4-FFF2-40B4-BE49-F238E27FC236}">
                    <a16:creationId xmlns:a16="http://schemas.microsoft.com/office/drawing/2014/main" id="{B9B4A969-90D7-4678-933D-824C659663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029" name="Freeform 762">
                  <a:extLst>
                    <a:ext uri="{FF2B5EF4-FFF2-40B4-BE49-F238E27FC236}">
                      <a16:creationId xmlns:a16="http://schemas.microsoft.com/office/drawing/2014/main" id="{3B40B780-C7E3-4B8A-BA20-398704CDBE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30" name="Freeform 763">
                  <a:extLst>
                    <a:ext uri="{FF2B5EF4-FFF2-40B4-BE49-F238E27FC236}">
                      <a16:creationId xmlns:a16="http://schemas.microsoft.com/office/drawing/2014/main" id="{85A29FE6-76A4-4121-9283-EB8DCB9DAF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27" name="Line 764">
                <a:extLst>
                  <a:ext uri="{FF2B5EF4-FFF2-40B4-BE49-F238E27FC236}">
                    <a16:creationId xmlns:a16="http://schemas.microsoft.com/office/drawing/2014/main" id="{11635BA5-2D79-4C0C-A884-5584CF3F04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8" name="Line 765">
                <a:extLst>
                  <a:ext uri="{FF2B5EF4-FFF2-40B4-BE49-F238E27FC236}">
                    <a16:creationId xmlns:a16="http://schemas.microsoft.com/office/drawing/2014/main" id="{2B3B17B1-41D2-49BF-9F20-08450C0680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19" name="Group 767">
              <a:extLst>
                <a:ext uri="{FF2B5EF4-FFF2-40B4-BE49-F238E27FC236}">
                  <a16:creationId xmlns:a16="http://schemas.microsoft.com/office/drawing/2014/main" id="{124EC702-30ED-413C-977C-C52FF3C2B8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1015" name="Oval 407">
                <a:extLst>
                  <a:ext uri="{FF2B5EF4-FFF2-40B4-BE49-F238E27FC236}">
                    <a16:creationId xmlns:a16="http://schemas.microsoft.com/office/drawing/2014/main" id="{AEE5875C-7C88-40DE-B7DC-C86D0C47EA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6" name="Rectangle 410">
                <a:extLst>
                  <a:ext uri="{FF2B5EF4-FFF2-40B4-BE49-F238E27FC236}">
                    <a16:creationId xmlns:a16="http://schemas.microsoft.com/office/drawing/2014/main" id="{72D713AA-BD5F-4968-A43F-E2C265325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7" name="Oval 411">
                <a:extLst>
                  <a:ext uri="{FF2B5EF4-FFF2-40B4-BE49-F238E27FC236}">
                    <a16:creationId xmlns:a16="http://schemas.microsoft.com/office/drawing/2014/main" id="{15AAED03-E011-45E3-A426-DEB525261E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18" name="Group 771">
                <a:extLst>
                  <a:ext uri="{FF2B5EF4-FFF2-40B4-BE49-F238E27FC236}">
                    <a16:creationId xmlns:a16="http://schemas.microsoft.com/office/drawing/2014/main" id="{DC7279CB-DDDB-41D6-8EC5-A7FE534997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021" name="Freeform 772">
                  <a:extLst>
                    <a:ext uri="{FF2B5EF4-FFF2-40B4-BE49-F238E27FC236}">
                      <a16:creationId xmlns:a16="http://schemas.microsoft.com/office/drawing/2014/main" id="{9489C20E-241F-4279-AEF1-CC0551FB2E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22" name="Freeform 773">
                  <a:extLst>
                    <a:ext uri="{FF2B5EF4-FFF2-40B4-BE49-F238E27FC236}">
                      <a16:creationId xmlns:a16="http://schemas.microsoft.com/office/drawing/2014/main" id="{ECD9BCF0-D2AA-4830-9742-D83EF827E6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19" name="Line 774">
                <a:extLst>
                  <a:ext uri="{FF2B5EF4-FFF2-40B4-BE49-F238E27FC236}">
                    <a16:creationId xmlns:a16="http://schemas.microsoft.com/office/drawing/2014/main" id="{0922B0AD-7327-45BB-BF4A-B57003C98E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0" name="Line 775">
                <a:extLst>
                  <a:ext uri="{FF2B5EF4-FFF2-40B4-BE49-F238E27FC236}">
                    <a16:creationId xmlns:a16="http://schemas.microsoft.com/office/drawing/2014/main" id="{ECA21A4E-BB58-4DA0-9545-A89EC24F77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20" name="Group 776">
              <a:extLst>
                <a:ext uri="{FF2B5EF4-FFF2-40B4-BE49-F238E27FC236}">
                  <a16:creationId xmlns:a16="http://schemas.microsoft.com/office/drawing/2014/main" id="{9FD9638A-0AD8-46AF-8447-02721E8229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1013" name="Picture 777" descr="access_point_stylized_small">
                <a:extLst>
                  <a:ext uri="{FF2B5EF4-FFF2-40B4-BE49-F238E27FC236}">
                    <a16:creationId xmlns:a16="http://schemas.microsoft.com/office/drawing/2014/main" id="{0832F46A-C9D4-47DF-AA0C-FA4C797A227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14" name="Picture 778" descr="antenna_radiation_stylized">
                <a:extLst>
                  <a:ext uri="{FF2B5EF4-FFF2-40B4-BE49-F238E27FC236}">
                    <a16:creationId xmlns:a16="http://schemas.microsoft.com/office/drawing/2014/main" id="{CA5F11BC-2F4E-4593-BC57-6C25E3FB3E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821" name="Group 779">
              <a:extLst>
                <a:ext uri="{FF2B5EF4-FFF2-40B4-BE49-F238E27FC236}">
                  <a16:creationId xmlns:a16="http://schemas.microsoft.com/office/drawing/2014/main" id="{DA5B6318-6DC8-4941-8E49-2D6E25B515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1011" name="Picture 780" descr="access_point_stylized_small">
                <a:extLst>
                  <a:ext uri="{FF2B5EF4-FFF2-40B4-BE49-F238E27FC236}">
                    <a16:creationId xmlns:a16="http://schemas.microsoft.com/office/drawing/2014/main" id="{A43CA2A8-3034-4405-B441-2FE1AA5AD8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12" name="Picture 781" descr="antenna_radiation_stylized">
                <a:extLst>
                  <a:ext uri="{FF2B5EF4-FFF2-40B4-BE49-F238E27FC236}">
                    <a16:creationId xmlns:a16="http://schemas.microsoft.com/office/drawing/2014/main" id="{2E8705F7-8AF2-40DA-B193-905C032542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822" name="Group 782">
              <a:extLst>
                <a:ext uri="{FF2B5EF4-FFF2-40B4-BE49-F238E27FC236}">
                  <a16:creationId xmlns:a16="http://schemas.microsoft.com/office/drawing/2014/main" id="{B4C2126A-9D97-41FC-BAD2-03421A1258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993" name="Group 783">
                <a:extLst>
                  <a:ext uri="{FF2B5EF4-FFF2-40B4-BE49-F238E27FC236}">
                    <a16:creationId xmlns:a16="http://schemas.microsoft.com/office/drawing/2014/main" id="{99B3B592-A71B-4D1B-BC1F-A567205B39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996" name="Line 270">
                  <a:extLst>
                    <a:ext uri="{FF2B5EF4-FFF2-40B4-BE49-F238E27FC236}">
                      <a16:creationId xmlns:a16="http://schemas.microsoft.com/office/drawing/2014/main" id="{9D3A81D2-C536-4F08-AB8D-155299D71C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97" name="Line 271">
                  <a:extLst>
                    <a:ext uri="{FF2B5EF4-FFF2-40B4-BE49-F238E27FC236}">
                      <a16:creationId xmlns:a16="http://schemas.microsoft.com/office/drawing/2014/main" id="{FA93C2D5-135D-47AD-96EF-067BD2016A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98" name="Line 272">
                  <a:extLst>
                    <a:ext uri="{FF2B5EF4-FFF2-40B4-BE49-F238E27FC236}">
                      <a16:creationId xmlns:a16="http://schemas.microsoft.com/office/drawing/2014/main" id="{21918069-CD76-437F-B636-8203544E71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99" name="Line 273">
                  <a:extLst>
                    <a:ext uri="{FF2B5EF4-FFF2-40B4-BE49-F238E27FC236}">
                      <a16:creationId xmlns:a16="http://schemas.microsoft.com/office/drawing/2014/main" id="{3993EEEE-B890-4F84-9AC5-FA9D49263C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00" name="Line 274">
                  <a:extLst>
                    <a:ext uri="{FF2B5EF4-FFF2-40B4-BE49-F238E27FC236}">
                      <a16:creationId xmlns:a16="http://schemas.microsoft.com/office/drawing/2014/main" id="{7C002D92-EFF8-4B3B-B1B7-A0C239918F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01" name="Line 275">
                  <a:extLst>
                    <a:ext uri="{FF2B5EF4-FFF2-40B4-BE49-F238E27FC236}">
                      <a16:creationId xmlns:a16="http://schemas.microsoft.com/office/drawing/2014/main" id="{2A3DB6C1-C8CF-4288-9D05-B43A525D93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02" name="Line 276">
                  <a:extLst>
                    <a:ext uri="{FF2B5EF4-FFF2-40B4-BE49-F238E27FC236}">
                      <a16:creationId xmlns:a16="http://schemas.microsoft.com/office/drawing/2014/main" id="{E964D8A2-C280-4806-84E1-EB03EEC82D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03" name="Line 277">
                  <a:extLst>
                    <a:ext uri="{FF2B5EF4-FFF2-40B4-BE49-F238E27FC236}">
                      <a16:creationId xmlns:a16="http://schemas.microsoft.com/office/drawing/2014/main" id="{0A59038D-1996-4F8E-8CF2-037A329E31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04" name="Line 278">
                  <a:extLst>
                    <a:ext uri="{FF2B5EF4-FFF2-40B4-BE49-F238E27FC236}">
                      <a16:creationId xmlns:a16="http://schemas.microsoft.com/office/drawing/2014/main" id="{249AB6D6-0841-4B64-83EE-A6EF0E84F4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05" name="Line 279">
                  <a:extLst>
                    <a:ext uri="{FF2B5EF4-FFF2-40B4-BE49-F238E27FC236}">
                      <a16:creationId xmlns:a16="http://schemas.microsoft.com/office/drawing/2014/main" id="{3506B4A4-AA00-429A-AACB-B1C8C73F88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06" name="Line 280">
                  <a:extLst>
                    <a:ext uri="{FF2B5EF4-FFF2-40B4-BE49-F238E27FC236}">
                      <a16:creationId xmlns:a16="http://schemas.microsoft.com/office/drawing/2014/main" id="{EC7E3467-486D-40DA-B414-CCD35CF475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07" name="Line 281">
                  <a:extLst>
                    <a:ext uri="{FF2B5EF4-FFF2-40B4-BE49-F238E27FC236}">
                      <a16:creationId xmlns:a16="http://schemas.microsoft.com/office/drawing/2014/main" id="{B01B4A1E-D820-44CA-994E-9611C0E258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08" name="Line 282">
                  <a:extLst>
                    <a:ext uri="{FF2B5EF4-FFF2-40B4-BE49-F238E27FC236}">
                      <a16:creationId xmlns:a16="http://schemas.microsoft.com/office/drawing/2014/main" id="{C6930D1F-7FAB-4E68-AFCA-4C05A74BCD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09" name="Line 283">
                  <a:extLst>
                    <a:ext uri="{FF2B5EF4-FFF2-40B4-BE49-F238E27FC236}">
                      <a16:creationId xmlns:a16="http://schemas.microsoft.com/office/drawing/2014/main" id="{591CF857-6BC2-419D-BBE8-73879531E9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10" name="Line 284">
                  <a:extLst>
                    <a:ext uri="{FF2B5EF4-FFF2-40B4-BE49-F238E27FC236}">
                      <a16:creationId xmlns:a16="http://schemas.microsoft.com/office/drawing/2014/main" id="{6175E12E-DC3E-40E0-9489-21878F42DD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994" name="Picture 799" descr="cell_tower_radiation copy">
                <a:extLst>
                  <a:ext uri="{FF2B5EF4-FFF2-40B4-BE49-F238E27FC236}">
                    <a16:creationId xmlns:a16="http://schemas.microsoft.com/office/drawing/2014/main" id="{2D927C36-4027-4671-B27E-A969D5CB12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5" name="Oval 800">
                <a:extLst>
                  <a:ext uri="{FF2B5EF4-FFF2-40B4-BE49-F238E27FC236}">
                    <a16:creationId xmlns:a16="http://schemas.microsoft.com/office/drawing/2014/main" id="{9843B192-7A8C-4419-A84E-74D3B420D4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23" name="Text Box 580">
              <a:extLst>
                <a:ext uri="{FF2B5EF4-FFF2-40B4-BE49-F238E27FC236}">
                  <a16:creationId xmlns:a16="http://schemas.microsoft.com/office/drawing/2014/main" id="{0549783B-C323-4ADF-9B75-B7B90497AF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7889" y="1384300"/>
              <a:ext cx="17866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mobile network</a:t>
              </a:r>
            </a:p>
          </p:txBody>
        </p:sp>
        <p:sp>
          <p:nvSpPr>
            <p:cNvPr id="824" name="Text Box 580">
              <a:extLst>
                <a:ext uri="{FF2B5EF4-FFF2-40B4-BE49-F238E27FC236}">
                  <a16:creationId xmlns:a16="http://schemas.microsoft.com/office/drawing/2014/main" id="{44712B62-0C0D-4490-8F62-CBFFE0CA44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22221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global ISP</a:t>
              </a:r>
            </a:p>
          </p:txBody>
        </p:sp>
        <p:sp>
          <p:nvSpPr>
            <p:cNvPr id="825" name="Text Box 580">
              <a:extLst>
                <a:ext uri="{FF2B5EF4-FFF2-40B4-BE49-F238E27FC236}">
                  <a16:creationId xmlns:a16="http://schemas.microsoft.com/office/drawing/2014/main" id="{CC9A3862-EF8E-4756-8918-717FF7AF93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41243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regional ISP</a:t>
              </a:r>
            </a:p>
          </p:txBody>
        </p:sp>
        <p:sp>
          <p:nvSpPr>
            <p:cNvPr id="826" name="Text Box 580">
              <a:extLst>
                <a:ext uri="{FF2B5EF4-FFF2-40B4-BE49-F238E27FC236}">
                  <a16:creationId xmlns:a16="http://schemas.microsoft.com/office/drawing/2014/main" id="{47D75603-1747-42F8-BB8B-AA14A3363A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1" y="2963863"/>
              <a:ext cx="1047124" cy="517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home 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network</a:t>
              </a:r>
            </a:p>
          </p:txBody>
        </p:sp>
        <p:sp>
          <p:nvSpPr>
            <p:cNvPr id="827" name="Text Box 580">
              <a:extLst>
                <a:ext uri="{FF2B5EF4-FFF2-40B4-BE49-F238E27FC236}">
                  <a16:creationId xmlns:a16="http://schemas.microsoft.com/office/drawing/2014/main" id="{786450A3-6775-4B92-920B-E41670FB7F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466043" cy="517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institutional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network</a:t>
              </a:r>
            </a:p>
          </p:txBody>
        </p:sp>
        <p:grpSp>
          <p:nvGrpSpPr>
            <p:cNvPr id="828" name="Group 950">
              <a:extLst>
                <a:ext uri="{FF2B5EF4-FFF2-40B4-BE49-F238E27FC236}">
                  <a16:creationId xmlns:a16="http://schemas.microsoft.com/office/drawing/2014/main" id="{6F1365BB-814E-421B-AE28-E343DF2889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961" name="Freeform 951">
                <a:extLst>
                  <a:ext uri="{FF2B5EF4-FFF2-40B4-BE49-F238E27FC236}">
                    <a16:creationId xmlns:a16="http://schemas.microsoft.com/office/drawing/2014/main" id="{16884257-99AB-4493-8C81-9919C136B3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2" name="Rectangle 952">
                <a:extLst>
                  <a:ext uri="{FF2B5EF4-FFF2-40B4-BE49-F238E27FC236}">
                    <a16:creationId xmlns:a16="http://schemas.microsoft.com/office/drawing/2014/main" id="{9DEE2741-C6BA-45C3-93B1-D0B36367C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3" name="Freeform 953">
                <a:extLst>
                  <a:ext uri="{FF2B5EF4-FFF2-40B4-BE49-F238E27FC236}">
                    <a16:creationId xmlns:a16="http://schemas.microsoft.com/office/drawing/2014/main" id="{79FA39D9-5BE0-47F6-91EE-9883FABBB9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4" name="Freeform 954">
                <a:extLst>
                  <a:ext uri="{FF2B5EF4-FFF2-40B4-BE49-F238E27FC236}">
                    <a16:creationId xmlns:a16="http://schemas.microsoft.com/office/drawing/2014/main" id="{61D4F855-AB4B-48E7-B149-3054F5EF86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5" name="Rectangle 955">
                <a:extLst>
                  <a:ext uri="{FF2B5EF4-FFF2-40B4-BE49-F238E27FC236}">
                    <a16:creationId xmlns:a16="http://schemas.microsoft.com/office/drawing/2014/main" id="{B6A5E19B-8669-4DFE-AF9E-B90A5CCE98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66" name="Group 956">
                <a:extLst>
                  <a:ext uri="{FF2B5EF4-FFF2-40B4-BE49-F238E27FC236}">
                    <a16:creationId xmlns:a16="http://schemas.microsoft.com/office/drawing/2014/main" id="{B50E61B8-2EF3-42AE-988D-5ABB5F76E9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91" name="AutoShape 957">
                  <a:extLst>
                    <a:ext uri="{FF2B5EF4-FFF2-40B4-BE49-F238E27FC236}">
                      <a16:creationId xmlns:a16="http://schemas.microsoft.com/office/drawing/2014/main" id="{4AFC2A62-230C-425A-9A2B-7648752268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92" name="AutoShape 958">
                  <a:extLst>
                    <a:ext uri="{FF2B5EF4-FFF2-40B4-BE49-F238E27FC236}">
                      <a16:creationId xmlns:a16="http://schemas.microsoft.com/office/drawing/2014/main" id="{606CD13B-A0A6-423A-9B43-EBD5FE3A6D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67" name="Rectangle 959">
                <a:extLst>
                  <a:ext uri="{FF2B5EF4-FFF2-40B4-BE49-F238E27FC236}">
                    <a16:creationId xmlns:a16="http://schemas.microsoft.com/office/drawing/2014/main" id="{8565709C-594D-48F6-B06E-645DCEC8E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68" name="Group 960">
                <a:extLst>
                  <a:ext uri="{FF2B5EF4-FFF2-40B4-BE49-F238E27FC236}">
                    <a16:creationId xmlns:a16="http://schemas.microsoft.com/office/drawing/2014/main" id="{E859CB2F-4C45-4FBC-B153-17636B35D0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89" name="AutoShape 961">
                  <a:extLst>
                    <a:ext uri="{FF2B5EF4-FFF2-40B4-BE49-F238E27FC236}">
                      <a16:creationId xmlns:a16="http://schemas.microsoft.com/office/drawing/2014/main" id="{EE18337C-1664-4BB5-B97D-365412520B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90" name="AutoShape 962">
                  <a:extLst>
                    <a:ext uri="{FF2B5EF4-FFF2-40B4-BE49-F238E27FC236}">
                      <a16:creationId xmlns:a16="http://schemas.microsoft.com/office/drawing/2014/main" id="{3001CC01-5EC3-4740-B418-B21E01D0CD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69" name="Rectangle 963">
                <a:extLst>
                  <a:ext uri="{FF2B5EF4-FFF2-40B4-BE49-F238E27FC236}">
                    <a16:creationId xmlns:a16="http://schemas.microsoft.com/office/drawing/2014/main" id="{01CAD0D1-99FF-4D11-A547-1937343D5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0" name="Rectangle 964">
                <a:extLst>
                  <a:ext uri="{FF2B5EF4-FFF2-40B4-BE49-F238E27FC236}">
                    <a16:creationId xmlns:a16="http://schemas.microsoft.com/office/drawing/2014/main" id="{7D49EA87-77C5-4BAD-9ABA-0B359637C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71" name="Group 965">
                <a:extLst>
                  <a:ext uri="{FF2B5EF4-FFF2-40B4-BE49-F238E27FC236}">
                    <a16:creationId xmlns:a16="http://schemas.microsoft.com/office/drawing/2014/main" id="{FCF3BFFF-E16B-4BBD-8BEE-2C1A575081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87" name="AutoShape 966">
                  <a:extLst>
                    <a:ext uri="{FF2B5EF4-FFF2-40B4-BE49-F238E27FC236}">
                      <a16:creationId xmlns:a16="http://schemas.microsoft.com/office/drawing/2014/main" id="{2ACE5BB0-5562-4985-A2F3-15332C5F1D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88" name="AutoShape 967">
                  <a:extLst>
                    <a:ext uri="{FF2B5EF4-FFF2-40B4-BE49-F238E27FC236}">
                      <a16:creationId xmlns:a16="http://schemas.microsoft.com/office/drawing/2014/main" id="{A1356AF1-E203-476A-AFB1-9EF060C0B6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72" name="Freeform 968">
                <a:extLst>
                  <a:ext uri="{FF2B5EF4-FFF2-40B4-BE49-F238E27FC236}">
                    <a16:creationId xmlns:a16="http://schemas.microsoft.com/office/drawing/2014/main" id="{52E99EA2-92F2-43B9-AFFA-B9CB9829F1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73" name="Group 969">
                <a:extLst>
                  <a:ext uri="{FF2B5EF4-FFF2-40B4-BE49-F238E27FC236}">
                    <a16:creationId xmlns:a16="http://schemas.microsoft.com/office/drawing/2014/main" id="{9819D363-FFEB-436C-B5E0-9A32750FF7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85" name="AutoShape 970">
                  <a:extLst>
                    <a:ext uri="{FF2B5EF4-FFF2-40B4-BE49-F238E27FC236}">
                      <a16:creationId xmlns:a16="http://schemas.microsoft.com/office/drawing/2014/main" id="{3EDDB437-BA8B-43A9-9D9A-B301AFDBB1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86" name="AutoShape 971">
                  <a:extLst>
                    <a:ext uri="{FF2B5EF4-FFF2-40B4-BE49-F238E27FC236}">
                      <a16:creationId xmlns:a16="http://schemas.microsoft.com/office/drawing/2014/main" id="{095FE961-38D2-4F97-8D82-AC955BD61E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74" name="Rectangle 972">
                <a:extLst>
                  <a:ext uri="{FF2B5EF4-FFF2-40B4-BE49-F238E27FC236}">
                    <a16:creationId xmlns:a16="http://schemas.microsoft.com/office/drawing/2014/main" id="{0C2E14E5-357A-4048-B510-096C669897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5" name="Freeform 973">
                <a:extLst>
                  <a:ext uri="{FF2B5EF4-FFF2-40B4-BE49-F238E27FC236}">
                    <a16:creationId xmlns:a16="http://schemas.microsoft.com/office/drawing/2014/main" id="{F5374CA4-25BF-4308-9469-8ACE8BD11E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6" name="Freeform 974">
                <a:extLst>
                  <a:ext uri="{FF2B5EF4-FFF2-40B4-BE49-F238E27FC236}">
                    <a16:creationId xmlns:a16="http://schemas.microsoft.com/office/drawing/2014/main" id="{4DA6D957-ADEE-426A-8306-24D25C9C2F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7" name="Oval 975">
                <a:extLst>
                  <a:ext uri="{FF2B5EF4-FFF2-40B4-BE49-F238E27FC236}">
                    <a16:creationId xmlns:a16="http://schemas.microsoft.com/office/drawing/2014/main" id="{ED0090A6-1E47-4025-ABEF-B5DA7E3D9E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8" name="Freeform 976">
                <a:extLst>
                  <a:ext uri="{FF2B5EF4-FFF2-40B4-BE49-F238E27FC236}">
                    <a16:creationId xmlns:a16="http://schemas.microsoft.com/office/drawing/2014/main" id="{AFA95E16-5543-43DC-A5C1-60B433E055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9" name="AutoShape 977">
                <a:extLst>
                  <a:ext uri="{FF2B5EF4-FFF2-40B4-BE49-F238E27FC236}">
                    <a16:creationId xmlns:a16="http://schemas.microsoft.com/office/drawing/2014/main" id="{E04FB2CC-2EDE-45FB-900E-19BC3F507D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0" name="AutoShape 978">
                <a:extLst>
                  <a:ext uri="{FF2B5EF4-FFF2-40B4-BE49-F238E27FC236}">
                    <a16:creationId xmlns:a16="http://schemas.microsoft.com/office/drawing/2014/main" id="{B81264C6-B839-4EBA-8514-FD53754203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1" name="Oval 979">
                <a:extLst>
                  <a:ext uri="{FF2B5EF4-FFF2-40B4-BE49-F238E27FC236}">
                    <a16:creationId xmlns:a16="http://schemas.microsoft.com/office/drawing/2014/main" id="{7F0B27EE-CF37-4DA4-A6AA-2D4CC54BBA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2" name="Oval 980">
                <a:extLst>
                  <a:ext uri="{FF2B5EF4-FFF2-40B4-BE49-F238E27FC236}">
                    <a16:creationId xmlns:a16="http://schemas.microsoft.com/office/drawing/2014/main" id="{CDFA2B56-F534-423D-8515-0A689B0A2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3" name="Oval 981">
                <a:extLst>
                  <a:ext uri="{FF2B5EF4-FFF2-40B4-BE49-F238E27FC236}">
                    <a16:creationId xmlns:a16="http://schemas.microsoft.com/office/drawing/2014/main" id="{D484CEB7-DAEB-4764-82F6-B00913ED0E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4" name="Rectangle 982">
                <a:extLst>
                  <a:ext uri="{FF2B5EF4-FFF2-40B4-BE49-F238E27FC236}">
                    <a16:creationId xmlns:a16="http://schemas.microsoft.com/office/drawing/2014/main" id="{1A8A9A45-F438-4FC3-BFEF-9B9B22ED1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29" name="Group 983">
              <a:extLst>
                <a:ext uri="{FF2B5EF4-FFF2-40B4-BE49-F238E27FC236}">
                  <a16:creationId xmlns:a16="http://schemas.microsoft.com/office/drawing/2014/main" id="{330F2B08-E52F-4A08-B720-8FBD4AE7E8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929" name="Freeform 984">
                <a:extLst>
                  <a:ext uri="{FF2B5EF4-FFF2-40B4-BE49-F238E27FC236}">
                    <a16:creationId xmlns:a16="http://schemas.microsoft.com/office/drawing/2014/main" id="{C0A45EA4-72BB-48D6-8CAA-5FD719E132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0" name="Rectangle 985">
                <a:extLst>
                  <a:ext uri="{FF2B5EF4-FFF2-40B4-BE49-F238E27FC236}">
                    <a16:creationId xmlns:a16="http://schemas.microsoft.com/office/drawing/2014/main" id="{89358C41-519F-4EA7-9CDD-0020D4A09F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1" name="Freeform 986">
                <a:extLst>
                  <a:ext uri="{FF2B5EF4-FFF2-40B4-BE49-F238E27FC236}">
                    <a16:creationId xmlns:a16="http://schemas.microsoft.com/office/drawing/2014/main" id="{F49D6D7D-8BA9-41A7-B117-C99DD5EEE9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2" name="Freeform 987">
                <a:extLst>
                  <a:ext uri="{FF2B5EF4-FFF2-40B4-BE49-F238E27FC236}">
                    <a16:creationId xmlns:a16="http://schemas.microsoft.com/office/drawing/2014/main" id="{26853B08-3D83-4FAC-918F-136A70F46C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3" name="Rectangle 988">
                <a:extLst>
                  <a:ext uri="{FF2B5EF4-FFF2-40B4-BE49-F238E27FC236}">
                    <a16:creationId xmlns:a16="http://schemas.microsoft.com/office/drawing/2014/main" id="{3289277A-F998-424C-BD13-91BE28F76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34" name="Group 989">
                <a:extLst>
                  <a:ext uri="{FF2B5EF4-FFF2-40B4-BE49-F238E27FC236}">
                    <a16:creationId xmlns:a16="http://schemas.microsoft.com/office/drawing/2014/main" id="{81278180-054C-4266-A3F9-518C26A6C9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59" name="AutoShape 990">
                  <a:extLst>
                    <a:ext uri="{FF2B5EF4-FFF2-40B4-BE49-F238E27FC236}">
                      <a16:creationId xmlns:a16="http://schemas.microsoft.com/office/drawing/2014/main" id="{E42C9F61-9A03-44DA-97D4-E47E508A30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60" name="AutoShape 991">
                  <a:extLst>
                    <a:ext uri="{FF2B5EF4-FFF2-40B4-BE49-F238E27FC236}">
                      <a16:creationId xmlns:a16="http://schemas.microsoft.com/office/drawing/2014/main" id="{30163ECE-DB47-4DF6-9326-55A489D68F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35" name="Rectangle 992">
                <a:extLst>
                  <a:ext uri="{FF2B5EF4-FFF2-40B4-BE49-F238E27FC236}">
                    <a16:creationId xmlns:a16="http://schemas.microsoft.com/office/drawing/2014/main" id="{E2A95C73-8C03-45D9-96BD-87411F059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36" name="Group 993">
                <a:extLst>
                  <a:ext uri="{FF2B5EF4-FFF2-40B4-BE49-F238E27FC236}">
                    <a16:creationId xmlns:a16="http://schemas.microsoft.com/office/drawing/2014/main" id="{51EFE091-F4AB-4E5A-AEE4-654F0E082B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57" name="AutoShape 994">
                  <a:extLst>
                    <a:ext uri="{FF2B5EF4-FFF2-40B4-BE49-F238E27FC236}">
                      <a16:creationId xmlns:a16="http://schemas.microsoft.com/office/drawing/2014/main" id="{F88C0083-CB04-4EDD-8529-62B6ACD201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58" name="AutoShape 995">
                  <a:extLst>
                    <a:ext uri="{FF2B5EF4-FFF2-40B4-BE49-F238E27FC236}">
                      <a16:creationId xmlns:a16="http://schemas.microsoft.com/office/drawing/2014/main" id="{36814483-154F-4D1B-8B0D-1F5A1078C0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37" name="Rectangle 996">
                <a:extLst>
                  <a:ext uri="{FF2B5EF4-FFF2-40B4-BE49-F238E27FC236}">
                    <a16:creationId xmlns:a16="http://schemas.microsoft.com/office/drawing/2014/main" id="{E008B2E1-E39E-4A5C-988D-BC47F42E3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8" name="Rectangle 997">
                <a:extLst>
                  <a:ext uri="{FF2B5EF4-FFF2-40B4-BE49-F238E27FC236}">
                    <a16:creationId xmlns:a16="http://schemas.microsoft.com/office/drawing/2014/main" id="{F152A06E-12BA-426A-9AE6-3AEA5105E5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39" name="Group 998">
                <a:extLst>
                  <a:ext uri="{FF2B5EF4-FFF2-40B4-BE49-F238E27FC236}">
                    <a16:creationId xmlns:a16="http://schemas.microsoft.com/office/drawing/2014/main" id="{38F0C044-F8EC-4F9F-8498-4D2A4232F1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55" name="AutoShape 999">
                  <a:extLst>
                    <a:ext uri="{FF2B5EF4-FFF2-40B4-BE49-F238E27FC236}">
                      <a16:creationId xmlns:a16="http://schemas.microsoft.com/office/drawing/2014/main" id="{CF621003-D5C2-406A-92DC-4B494A6262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56" name="AutoShape 1000">
                  <a:extLst>
                    <a:ext uri="{FF2B5EF4-FFF2-40B4-BE49-F238E27FC236}">
                      <a16:creationId xmlns:a16="http://schemas.microsoft.com/office/drawing/2014/main" id="{711FFDB9-454D-47D9-A937-8DF1D2FC95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40" name="Freeform 1001">
                <a:extLst>
                  <a:ext uri="{FF2B5EF4-FFF2-40B4-BE49-F238E27FC236}">
                    <a16:creationId xmlns:a16="http://schemas.microsoft.com/office/drawing/2014/main" id="{1AAEF5C7-F1C9-4024-8529-4C28221A03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41" name="Group 1002">
                <a:extLst>
                  <a:ext uri="{FF2B5EF4-FFF2-40B4-BE49-F238E27FC236}">
                    <a16:creationId xmlns:a16="http://schemas.microsoft.com/office/drawing/2014/main" id="{5C6F0D67-339E-4F7E-B648-51A3790C13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53" name="AutoShape 1003">
                  <a:extLst>
                    <a:ext uri="{FF2B5EF4-FFF2-40B4-BE49-F238E27FC236}">
                      <a16:creationId xmlns:a16="http://schemas.microsoft.com/office/drawing/2014/main" id="{53608737-F067-44BE-88DC-BF0F962D0F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54" name="AutoShape 1004">
                  <a:extLst>
                    <a:ext uri="{FF2B5EF4-FFF2-40B4-BE49-F238E27FC236}">
                      <a16:creationId xmlns:a16="http://schemas.microsoft.com/office/drawing/2014/main" id="{3BB936D2-2BEB-49F7-8D06-1792DB2570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42" name="Rectangle 1005">
                <a:extLst>
                  <a:ext uri="{FF2B5EF4-FFF2-40B4-BE49-F238E27FC236}">
                    <a16:creationId xmlns:a16="http://schemas.microsoft.com/office/drawing/2014/main" id="{02CAB99E-7B83-49C6-9739-45DF4B39F9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3" name="Freeform 1006">
                <a:extLst>
                  <a:ext uri="{FF2B5EF4-FFF2-40B4-BE49-F238E27FC236}">
                    <a16:creationId xmlns:a16="http://schemas.microsoft.com/office/drawing/2014/main" id="{9AF2614D-EE1A-4945-B625-E8A0714AF1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4" name="Freeform 1007">
                <a:extLst>
                  <a:ext uri="{FF2B5EF4-FFF2-40B4-BE49-F238E27FC236}">
                    <a16:creationId xmlns:a16="http://schemas.microsoft.com/office/drawing/2014/main" id="{48A72346-B4B6-4568-98F3-4D6837459D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5" name="Oval 1008">
                <a:extLst>
                  <a:ext uri="{FF2B5EF4-FFF2-40B4-BE49-F238E27FC236}">
                    <a16:creationId xmlns:a16="http://schemas.microsoft.com/office/drawing/2014/main" id="{E271DA15-FDB0-45F9-82AC-42E37A0210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6" name="Freeform 1009">
                <a:extLst>
                  <a:ext uri="{FF2B5EF4-FFF2-40B4-BE49-F238E27FC236}">
                    <a16:creationId xmlns:a16="http://schemas.microsoft.com/office/drawing/2014/main" id="{967CCD61-EC1A-450A-B147-7F0F2B7FF6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7" name="AutoShape 1010">
                <a:extLst>
                  <a:ext uri="{FF2B5EF4-FFF2-40B4-BE49-F238E27FC236}">
                    <a16:creationId xmlns:a16="http://schemas.microsoft.com/office/drawing/2014/main" id="{6F69D20D-7104-4BCA-B81C-750C1A57CA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8" name="AutoShape 1011">
                <a:extLst>
                  <a:ext uri="{FF2B5EF4-FFF2-40B4-BE49-F238E27FC236}">
                    <a16:creationId xmlns:a16="http://schemas.microsoft.com/office/drawing/2014/main" id="{4A7896C7-4CB6-48D0-A018-A64003BB9B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9" name="Oval 1012">
                <a:extLst>
                  <a:ext uri="{FF2B5EF4-FFF2-40B4-BE49-F238E27FC236}">
                    <a16:creationId xmlns:a16="http://schemas.microsoft.com/office/drawing/2014/main" id="{6050E942-AAAC-438D-BACA-D7AC2A8B64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0" name="Oval 1013">
                <a:extLst>
                  <a:ext uri="{FF2B5EF4-FFF2-40B4-BE49-F238E27FC236}">
                    <a16:creationId xmlns:a16="http://schemas.microsoft.com/office/drawing/2014/main" id="{48C66B71-43C3-4968-A736-041862F69E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1" name="Oval 1014">
                <a:extLst>
                  <a:ext uri="{FF2B5EF4-FFF2-40B4-BE49-F238E27FC236}">
                    <a16:creationId xmlns:a16="http://schemas.microsoft.com/office/drawing/2014/main" id="{032CD56E-ED46-4398-A642-E677FC7078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2" name="Rectangle 1015">
                <a:extLst>
                  <a:ext uri="{FF2B5EF4-FFF2-40B4-BE49-F238E27FC236}">
                    <a16:creationId xmlns:a16="http://schemas.microsoft.com/office/drawing/2014/main" id="{72EEF18D-EA32-4A91-9890-9D012C242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30" name="Group 1016">
              <a:extLst>
                <a:ext uri="{FF2B5EF4-FFF2-40B4-BE49-F238E27FC236}">
                  <a16:creationId xmlns:a16="http://schemas.microsoft.com/office/drawing/2014/main" id="{02E59C28-506B-490F-B6CC-ABC8044C92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906" name="Picture 1017" descr="antenna_stylized">
                <a:extLst>
                  <a:ext uri="{FF2B5EF4-FFF2-40B4-BE49-F238E27FC236}">
                    <a16:creationId xmlns:a16="http://schemas.microsoft.com/office/drawing/2014/main" id="{1D266708-52AD-4199-A6E8-E7B91F9CB2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07" name="Picture 1018" descr="laptop_keyboard">
                <a:extLst>
                  <a:ext uri="{FF2B5EF4-FFF2-40B4-BE49-F238E27FC236}">
                    <a16:creationId xmlns:a16="http://schemas.microsoft.com/office/drawing/2014/main" id="{37A42D0C-3131-4546-AB8B-B882B3DF75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08" name="Freeform 1019">
                <a:extLst>
                  <a:ext uri="{FF2B5EF4-FFF2-40B4-BE49-F238E27FC236}">
                    <a16:creationId xmlns:a16="http://schemas.microsoft.com/office/drawing/2014/main" id="{EF6A80BD-A811-47B5-BB58-BCF1E58D0C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909" name="Picture 1020" descr="screen">
                <a:extLst>
                  <a:ext uri="{FF2B5EF4-FFF2-40B4-BE49-F238E27FC236}">
                    <a16:creationId xmlns:a16="http://schemas.microsoft.com/office/drawing/2014/main" id="{2E998CB3-BF45-41A3-A2B7-1E4CCA7397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10" name="Freeform 1021">
                <a:extLst>
                  <a:ext uri="{FF2B5EF4-FFF2-40B4-BE49-F238E27FC236}">
                    <a16:creationId xmlns:a16="http://schemas.microsoft.com/office/drawing/2014/main" id="{D3905F62-02EA-423A-9097-599D41372B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1" name="Freeform 1022">
                <a:extLst>
                  <a:ext uri="{FF2B5EF4-FFF2-40B4-BE49-F238E27FC236}">
                    <a16:creationId xmlns:a16="http://schemas.microsoft.com/office/drawing/2014/main" id="{867D5F70-BA12-430B-B35B-7493794DF7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2" name="Freeform 1023">
                <a:extLst>
                  <a:ext uri="{FF2B5EF4-FFF2-40B4-BE49-F238E27FC236}">
                    <a16:creationId xmlns:a16="http://schemas.microsoft.com/office/drawing/2014/main" id="{5DA80371-DF42-47EF-A38F-ABC4C8A4C4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3" name="Freeform 1024">
                <a:extLst>
                  <a:ext uri="{FF2B5EF4-FFF2-40B4-BE49-F238E27FC236}">
                    <a16:creationId xmlns:a16="http://schemas.microsoft.com/office/drawing/2014/main" id="{F3F7E626-898F-40A1-BEE9-5F7C2471A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4" name="Freeform 1025">
                <a:extLst>
                  <a:ext uri="{FF2B5EF4-FFF2-40B4-BE49-F238E27FC236}">
                    <a16:creationId xmlns:a16="http://schemas.microsoft.com/office/drawing/2014/main" id="{0B00159D-C6F6-4F13-9A60-8A22CA706D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5" name="Freeform 1026">
                <a:extLst>
                  <a:ext uri="{FF2B5EF4-FFF2-40B4-BE49-F238E27FC236}">
                    <a16:creationId xmlns:a16="http://schemas.microsoft.com/office/drawing/2014/main" id="{7F9CC9B4-EC8F-451E-AA87-9A909EBF0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16" name="Group 1027">
                <a:extLst>
                  <a:ext uri="{FF2B5EF4-FFF2-40B4-BE49-F238E27FC236}">
                    <a16:creationId xmlns:a16="http://schemas.microsoft.com/office/drawing/2014/main" id="{CDA205AC-B2B2-41DC-B397-8D8B963AF5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923" name="Freeform 1028">
                  <a:extLst>
                    <a:ext uri="{FF2B5EF4-FFF2-40B4-BE49-F238E27FC236}">
                      <a16:creationId xmlns:a16="http://schemas.microsoft.com/office/drawing/2014/main" id="{35D6C38C-217E-4303-96D9-4B608D5657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24" name="Freeform 1029">
                  <a:extLst>
                    <a:ext uri="{FF2B5EF4-FFF2-40B4-BE49-F238E27FC236}">
                      <a16:creationId xmlns:a16="http://schemas.microsoft.com/office/drawing/2014/main" id="{456C33E3-D4AD-42E5-B077-12E2FFE632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25" name="Freeform 1030">
                  <a:extLst>
                    <a:ext uri="{FF2B5EF4-FFF2-40B4-BE49-F238E27FC236}">
                      <a16:creationId xmlns:a16="http://schemas.microsoft.com/office/drawing/2014/main" id="{29E95636-A20C-4910-B760-1DA2277D8C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26" name="Freeform 1031">
                  <a:extLst>
                    <a:ext uri="{FF2B5EF4-FFF2-40B4-BE49-F238E27FC236}">
                      <a16:creationId xmlns:a16="http://schemas.microsoft.com/office/drawing/2014/main" id="{B4FC50D2-4ECA-4D0B-BE0D-7D7BEFA7D6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27" name="Freeform 1032">
                  <a:extLst>
                    <a:ext uri="{FF2B5EF4-FFF2-40B4-BE49-F238E27FC236}">
                      <a16:creationId xmlns:a16="http://schemas.microsoft.com/office/drawing/2014/main" id="{D853140A-8423-4C0C-B2FB-55416D9B1F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28" name="Freeform 1033">
                  <a:extLst>
                    <a:ext uri="{FF2B5EF4-FFF2-40B4-BE49-F238E27FC236}">
                      <a16:creationId xmlns:a16="http://schemas.microsoft.com/office/drawing/2014/main" id="{7086209B-A0EB-4C9E-9F9C-5DE0F53052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17" name="Freeform 1034">
                <a:extLst>
                  <a:ext uri="{FF2B5EF4-FFF2-40B4-BE49-F238E27FC236}">
                    <a16:creationId xmlns:a16="http://schemas.microsoft.com/office/drawing/2014/main" id="{888A85B3-D77C-4EF2-9934-D19C2C037F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8" name="Freeform 1035">
                <a:extLst>
                  <a:ext uri="{FF2B5EF4-FFF2-40B4-BE49-F238E27FC236}">
                    <a16:creationId xmlns:a16="http://schemas.microsoft.com/office/drawing/2014/main" id="{BF887B06-7D62-4A75-9312-3BECAA331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9" name="Freeform 1036">
                <a:extLst>
                  <a:ext uri="{FF2B5EF4-FFF2-40B4-BE49-F238E27FC236}">
                    <a16:creationId xmlns:a16="http://schemas.microsoft.com/office/drawing/2014/main" id="{76FAB5B1-8566-4230-8B85-E7073E6ED1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0" name="Freeform 1037">
                <a:extLst>
                  <a:ext uri="{FF2B5EF4-FFF2-40B4-BE49-F238E27FC236}">
                    <a16:creationId xmlns:a16="http://schemas.microsoft.com/office/drawing/2014/main" id="{FAB6E467-B74D-4F4D-9D0F-43105F74E5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1" name="Freeform 1038">
                <a:extLst>
                  <a:ext uri="{FF2B5EF4-FFF2-40B4-BE49-F238E27FC236}">
                    <a16:creationId xmlns:a16="http://schemas.microsoft.com/office/drawing/2014/main" id="{A8804523-A5D3-4DC8-9371-79CD7FBF82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2" name="Freeform 1039">
                <a:extLst>
                  <a:ext uri="{FF2B5EF4-FFF2-40B4-BE49-F238E27FC236}">
                    <a16:creationId xmlns:a16="http://schemas.microsoft.com/office/drawing/2014/main" id="{4E642AD3-E544-471F-8D60-486359948400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31" name="Group 1064">
              <a:extLst>
                <a:ext uri="{FF2B5EF4-FFF2-40B4-BE49-F238E27FC236}">
                  <a16:creationId xmlns:a16="http://schemas.microsoft.com/office/drawing/2014/main" id="{FA102BBF-3D4D-4BA6-812D-3F6C87C75A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883" name="Picture 1065" descr="antenna_stylized">
                <a:extLst>
                  <a:ext uri="{FF2B5EF4-FFF2-40B4-BE49-F238E27FC236}">
                    <a16:creationId xmlns:a16="http://schemas.microsoft.com/office/drawing/2014/main" id="{8B01B371-9459-4222-9BA1-5F31F6137B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84" name="Picture 1066" descr="laptop_keyboard">
                <a:extLst>
                  <a:ext uri="{FF2B5EF4-FFF2-40B4-BE49-F238E27FC236}">
                    <a16:creationId xmlns:a16="http://schemas.microsoft.com/office/drawing/2014/main" id="{C94A99BE-E2F0-4452-B90F-9F4E5759BE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85" name="Freeform 1067">
                <a:extLst>
                  <a:ext uri="{FF2B5EF4-FFF2-40B4-BE49-F238E27FC236}">
                    <a16:creationId xmlns:a16="http://schemas.microsoft.com/office/drawing/2014/main" id="{64874118-72F0-4030-8D57-B9DE6492BC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886" name="Picture 1068" descr="screen">
                <a:extLst>
                  <a:ext uri="{FF2B5EF4-FFF2-40B4-BE49-F238E27FC236}">
                    <a16:creationId xmlns:a16="http://schemas.microsoft.com/office/drawing/2014/main" id="{02192B62-D1AD-485C-91C9-5165EADE9D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87" name="Freeform 1069">
                <a:extLst>
                  <a:ext uri="{FF2B5EF4-FFF2-40B4-BE49-F238E27FC236}">
                    <a16:creationId xmlns:a16="http://schemas.microsoft.com/office/drawing/2014/main" id="{D7A07CF8-F5B5-48FF-A723-279A9B9579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8" name="Freeform 1070">
                <a:extLst>
                  <a:ext uri="{FF2B5EF4-FFF2-40B4-BE49-F238E27FC236}">
                    <a16:creationId xmlns:a16="http://schemas.microsoft.com/office/drawing/2014/main" id="{9AB68B15-F806-4473-BE31-6848D83D65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9" name="Freeform 1071">
                <a:extLst>
                  <a:ext uri="{FF2B5EF4-FFF2-40B4-BE49-F238E27FC236}">
                    <a16:creationId xmlns:a16="http://schemas.microsoft.com/office/drawing/2014/main" id="{EE0BA623-5283-4766-A40F-F10949E28A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0" name="Freeform 1072">
                <a:extLst>
                  <a:ext uri="{FF2B5EF4-FFF2-40B4-BE49-F238E27FC236}">
                    <a16:creationId xmlns:a16="http://schemas.microsoft.com/office/drawing/2014/main" id="{BF39636F-F499-41CB-BC73-695D4EE493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1" name="Freeform 1073">
                <a:extLst>
                  <a:ext uri="{FF2B5EF4-FFF2-40B4-BE49-F238E27FC236}">
                    <a16:creationId xmlns:a16="http://schemas.microsoft.com/office/drawing/2014/main" id="{1B8B5EBE-26EA-4275-9C3A-8D2DB3CC3D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2" name="Freeform 1074">
                <a:extLst>
                  <a:ext uri="{FF2B5EF4-FFF2-40B4-BE49-F238E27FC236}">
                    <a16:creationId xmlns:a16="http://schemas.microsoft.com/office/drawing/2014/main" id="{7A1077EF-A3D7-4050-A5CE-E494EACF34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93" name="Group 1075">
                <a:extLst>
                  <a:ext uri="{FF2B5EF4-FFF2-40B4-BE49-F238E27FC236}">
                    <a16:creationId xmlns:a16="http://schemas.microsoft.com/office/drawing/2014/main" id="{188AE7B5-EE3F-47A4-91E3-A74EF326F9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900" name="Freeform 1076">
                  <a:extLst>
                    <a:ext uri="{FF2B5EF4-FFF2-40B4-BE49-F238E27FC236}">
                      <a16:creationId xmlns:a16="http://schemas.microsoft.com/office/drawing/2014/main" id="{475DDEBF-204A-4BD9-BEFD-57002CB9AA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01" name="Freeform 1077">
                  <a:extLst>
                    <a:ext uri="{FF2B5EF4-FFF2-40B4-BE49-F238E27FC236}">
                      <a16:creationId xmlns:a16="http://schemas.microsoft.com/office/drawing/2014/main" id="{B56ADE76-4C75-41A1-8DBE-DDF4B2FC32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02" name="Freeform 1078">
                  <a:extLst>
                    <a:ext uri="{FF2B5EF4-FFF2-40B4-BE49-F238E27FC236}">
                      <a16:creationId xmlns:a16="http://schemas.microsoft.com/office/drawing/2014/main" id="{DA508818-E79A-4D31-8CA8-C5FC5C5634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03" name="Freeform 1079">
                  <a:extLst>
                    <a:ext uri="{FF2B5EF4-FFF2-40B4-BE49-F238E27FC236}">
                      <a16:creationId xmlns:a16="http://schemas.microsoft.com/office/drawing/2014/main" id="{4E01A698-810E-43E6-853E-E314A43907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04" name="Freeform 1080">
                  <a:extLst>
                    <a:ext uri="{FF2B5EF4-FFF2-40B4-BE49-F238E27FC236}">
                      <a16:creationId xmlns:a16="http://schemas.microsoft.com/office/drawing/2014/main" id="{01B75954-5B59-46B5-8849-61FBB48067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05" name="Freeform 1081">
                  <a:extLst>
                    <a:ext uri="{FF2B5EF4-FFF2-40B4-BE49-F238E27FC236}">
                      <a16:creationId xmlns:a16="http://schemas.microsoft.com/office/drawing/2014/main" id="{C69F0104-29C2-4351-8EBB-E2A869A078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94" name="Freeform 1082">
                <a:extLst>
                  <a:ext uri="{FF2B5EF4-FFF2-40B4-BE49-F238E27FC236}">
                    <a16:creationId xmlns:a16="http://schemas.microsoft.com/office/drawing/2014/main" id="{B5EB43D7-BFBF-497B-B9E0-6FBE1476EC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5" name="Freeform 1083">
                <a:extLst>
                  <a:ext uri="{FF2B5EF4-FFF2-40B4-BE49-F238E27FC236}">
                    <a16:creationId xmlns:a16="http://schemas.microsoft.com/office/drawing/2014/main" id="{C2D788E0-B60A-4F46-A44B-238681B058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6" name="Freeform 1084">
                <a:extLst>
                  <a:ext uri="{FF2B5EF4-FFF2-40B4-BE49-F238E27FC236}">
                    <a16:creationId xmlns:a16="http://schemas.microsoft.com/office/drawing/2014/main" id="{D889B95F-49EF-402D-8FC0-4CBFEE2E44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7" name="Freeform 1085">
                <a:extLst>
                  <a:ext uri="{FF2B5EF4-FFF2-40B4-BE49-F238E27FC236}">
                    <a16:creationId xmlns:a16="http://schemas.microsoft.com/office/drawing/2014/main" id="{47A46856-4F2C-4C58-A16F-BF59B01299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8" name="Freeform 1086">
                <a:extLst>
                  <a:ext uri="{FF2B5EF4-FFF2-40B4-BE49-F238E27FC236}">
                    <a16:creationId xmlns:a16="http://schemas.microsoft.com/office/drawing/2014/main" id="{F88E8A0E-571D-427A-B4BC-44D0D2D56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9" name="Freeform 1087">
                <a:extLst>
                  <a:ext uri="{FF2B5EF4-FFF2-40B4-BE49-F238E27FC236}">
                    <a16:creationId xmlns:a16="http://schemas.microsoft.com/office/drawing/2014/main" id="{724FD6F1-D82A-4D05-9BF5-5CDDC22E35E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32" name="Group 1114">
              <a:extLst>
                <a:ext uri="{FF2B5EF4-FFF2-40B4-BE49-F238E27FC236}">
                  <a16:creationId xmlns:a16="http://schemas.microsoft.com/office/drawing/2014/main" id="{8C4CA794-8710-4241-A6E0-8223540CE8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860" name="Picture 1115" descr="antenna_stylized">
                <a:extLst>
                  <a:ext uri="{FF2B5EF4-FFF2-40B4-BE49-F238E27FC236}">
                    <a16:creationId xmlns:a16="http://schemas.microsoft.com/office/drawing/2014/main" id="{70BB498A-5C49-4926-AE7C-391C4B51D2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61" name="Picture 1116" descr="laptop_keyboard">
                <a:extLst>
                  <a:ext uri="{FF2B5EF4-FFF2-40B4-BE49-F238E27FC236}">
                    <a16:creationId xmlns:a16="http://schemas.microsoft.com/office/drawing/2014/main" id="{C1DA619F-9FA2-4458-A636-DE35AC03F6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62" name="Freeform 1117">
                <a:extLst>
                  <a:ext uri="{FF2B5EF4-FFF2-40B4-BE49-F238E27FC236}">
                    <a16:creationId xmlns:a16="http://schemas.microsoft.com/office/drawing/2014/main" id="{515BF74E-A95E-480B-9974-98522328D5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863" name="Picture 1118" descr="screen">
                <a:extLst>
                  <a:ext uri="{FF2B5EF4-FFF2-40B4-BE49-F238E27FC236}">
                    <a16:creationId xmlns:a16="http://schemas.microsoft.com/office/drawing/2014/main" id="{F7FB2C34-4B7E-4927-8122-8B2A8322E93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64" name="Freeform 1119">
                <a:extLst>
                  <a:ext uri="{FF2B5EF4-FFF2-40B4-BE49-F238E27FC236}">
                    <a16:creationId xmlns:a16="http://schemas.microsoft.com/office/drawing/2014/main" id="{E928B0A4-DC00-4868-A84E-B0E8E02339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5" name="Freeform 1120">
                <a:extLst>
                  <a:ext uri="{FF2B5EF4-FFF2-40B4-BE49-F238E27FC236}">
                    <a16:creationId xmlns:a16="http://schemas.microsoft.com/office/drawing/2014/main" id="{CE75B914-8CC9-4EA4-931E-C85269374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6" name="Freeform 1121">
                <a:extLst>
                  <a:ext uri="{FF2B5EF4-FFF2-40B4-BE49-F238E27FC236}">
                    <a16:creationId xmlns:a16="http://schemas.microsoft.com/office/drawing/2014/main" id="{7188C943-D92E-4CD0-9DE0-4DFDFD1E44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7" name="Freeform 1122">
                <a:extLst>
                  <a:ext uri="{FF2B5EF4-FFF2-40B4-BE49-F238E27FC236}">
                    <a16:creationId xmlns:a16="http://schemas.microsoft.com/office/drawing/2014/main" id="{0A187264-C230-4C8C-8B48-8E41B5DFB4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8" name="Freeform 1123">
                <a:extLst>
                  <a:ext uri="{FF2B5EF4-FFF2-40B4-BE49-F238E27FC236}">
                    <a16:creationId xmlns:a16="http://schemas.microsoft.com/office/drawing/2014/main" id="{7256440E-2C96-4A1C-9694-4FFEDB3E69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9" name="Freeform 1124">
                <a:extLst>
                  <a:ext uri="{FF2B5EF4-FFF2-40B4-BE49-F238E27FC236}">
                    <a16:creationId xmlns:a16="http://schemas.microsoft.com/office/drawing/2014/main" id="{D00ECE43-B885-4A93-AA7C-05AD1A9B25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70" name="Group 1125">
                <a:extLst>
                  <a:ext uri="{FF2B5EF4-FFF2-40B4-BE49-F238E27FC236}">
                    <a16:creationId xmlns:a16="http://schemas.microsoft.com/office/drawing/2014/main" id="{2AD04B42-CF08-4A42-BF7C-1E13873024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877" name="Freeform 1126">
                  <a:extLst>
                    <a:ext uri="{FF2B5EF4-FFF2-40B4-BE49-F238E27FC236}">
                      <a16:creationId xmlns:a16="http://schemas.microsoft.com/office/drawing/2014/main" id="{26F02891-D760-4226-8919-1F60CD6A06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78" name="Freeform 1127">
                  <a:extLst>
                    <a:ext uri="{FF2B5EF4-FFF2-40B4-BE49-F238E27FC236}">
                      <a16:creationId xmlns:a16="http://schemas.microsoft.com/office/drawing/2014/main" id="{C3EB8D1B-A2ED-44FA-8F25-626439AE2B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79" name="Freeform 1128">
                  <a:extLst>
                    <a:ext uri="{FF2B5EF4-FFF2-40B4-BE49-F238E27FC236}">
                      <a16:creationId xmlns:a16="http://schemas.microsoft.com/office/drawing/2014/main" id="{5839A396-44DD-4C88-B5ED-164CDCAF05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80" name="Freeform 1129">
                  <a:extLst>
                    <a:ext uri="{FF2B5EF4-FFF2-40B4-BE49-F238E27FC236}">
                      <a16:creationId xmlns:a16="http://schemas.microsoft.com/office/drawing/2014/main" id="{E4CDADCA-6266-4777-A13E-D3F740563B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81" name="Freeform 1130">
                  <a:extLst>
                    <a:ext uri="{FF2B5EF4-FFF2-40B4-BE49-F238E27FC236}">
                      <a16:creationId xmlns:a16="http://schemas.microsoft.com/office/drawing/2014/main" id="{A33ACD8A-F3D4-44FE-B689-90241E26EE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82" name="Freeform 1131">
                  <a:extLst>
                    <a:ext uri="{FF2B5EF4-FFF2-40B4-BE49-F238E27FC236}">
                      <a16:creationId xmlns:a16="http://schemas.microsoft.com/office/drawing/2014/main" id="{2A858170-98A2-4A57-BEEA-F9277C6749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71" name="Freeform 1132">
                <a:extLst>
                  <a:ext uri="{FF2B5EF4-FFF2-40B4-BE49-F238E27FC236}">
                    <a16:creationId xmlns:a16="http://schemas.microsoft.com/office/drawing/2014/main" id="{2FD6F432-5944-4666-8341-34A4FF55DC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2" name="Freeform 1133">
                <a:extLst>
                  <a:ext uri="{FF2B5EF4-FFF2-40B4-BE49-F238E27FC236}">
                    <a16:creationId xmlns:a16="http://schemas.microsoft.com/office/drawing/2014/main" id="{2F3E2BFC-FDE4-4782-9B8E-5F43AF8F5A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3" name="Freeform 1134">
                <a:extLst>
                  <a:ext uri="{FF2B5EF4-FFF2-40B4-BE49-F238E27FC236}">
                    <a16:creationId xmlns:a16="http://schemas.microsoft.com/office/drawing/2014/main" id="{AB63E63F-6AAA-486B-84EC-57424F968E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4" name="Freeform 1135">
                <a:extLst>
                  <a:ext uri="{FF2B5EF4-FFF2-40B4-BE49-F238E27FC236}">
                    <a16:creationId xmlns:a16="http://schemas.microsoft.com/office/drawing/2014/main" id="{00946827-5D99-40FD-A320-042B3949F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5" name="Freeform 1136">
                <a:extLst>
                  <a:ext uri="{FF2B5EF4-FFF2-40B4-BE49-F238E27FC236}">
                    <a16:creationId xmlns:a16="http://schemas.microsoft.com/office/drawing/2014/main" id="{5B801C2D-7C8D-4F51-9391-7A2080843D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6" name="Freeform 1137">
                <a:extLst>
                  <a:ext uri="{FF2B5EF4-FFF2-40B4-BE49-F238E27FC236}">
                    <a16:creationId xmlns:a16="http://schemas.microsoft.com/office/drawing/2014/main" id="{EDAC038C-DB01-4A0D-8F8A-089750AE23F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33" name="Group 1139">
              <a:extLst>
                <a:ext uri="{FF2B5EF4-FFF2-40B4-BE49-F238E27FC236}">
                  <a16:creationId xmlns:a16="http://schemas.microsoft.com/office/drawing/2014/main" id="{DF7536EB-797F-46CE-AFCF-F071507E5C21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858" name="Picture 1140" descr="desktop_computer_stylized_medium">
                <a:extLst>
                  <a:ext uri="{FF2B5EF4-FFF2-40B4-BE49-F238E27FC236}">
                    <a16:creationId xmlns:a16="http://schemas.microsoft.com/office/drawing/2014/main" id="{E0A2A463-DC2B-4283-B797-0CC41CF910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59" name="Freeform 1141">
                <a:extLst>
                  <a:ext uri="{FF2B5EF4-FFF2-40B4-BE49-F238E27FC236}">
                    <a16:creationId xmlns:a16="http://schemas.microsoft.com/office/drawing/2014/main" id="{E3EA927F-6A9C-49B0-9B10-B7F01FE476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34" name="Group 1142">
              <a:extLst>
                <a:ext uri="{FF2B5EF4-FFF2-40B4-BE49-F238E27FC236}">
                  <a16:creationId xmlns:a16="http://schemas.microsoft.com/office/drawing/2014/main" id="{AF245448-3321-42E5-ACFF-AA886C7A92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835" name="Picture 1143" descr="antenna_stylized">
                <a:extLst>
                  <a:ext uri="{FF2B5EF4-FFF2-40B4-BE49-F238E27FC236}">
                    <a16:creationId xmlns:a16="http://schemas.microsoft.com/office/drawing/2014/main" id="{0FC9EE59-BAE7-4EC2-8438-BBFC72DF75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36" name="Picture 1144" descr="laptop_keyboard">
                <a:extLst>
                  <a:ext uri="{FF2B5EF4-FFF2-40B4-BE49-F238E27FC236}">
                    <a16:creationId xmlns:a16="http://schemas.microsoft.com/office/drawing/2014/main" id="{F80877BB-4092-49FE-83BF-7046F5ECBE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37" name="Freeform 1145">
                <a:extLst>
                  <a:ext uri="{FF2B5EF4-FFF2-40B4-BE49-F238E27FC236}">
                    <a16:creationId xmlns:a16="http://schemas.microsoft.com/office/drawing/2014/main" id="{F71FB88A-30EC-4D41-9F7C-5BA585DD2F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838" name="Picture 1146" descr="screen">
                <a:extLst>
                  <a:ext uri="{FF2B5EF4-FFF2-40B4-BE49-F238E27FC236}">
                    <a16:creationId xmlns:a16="http://schemas.microsoft.com/office/drawing/2014/main" id="{0E29580C-F2C3-4F6B-B3F0-545BCE51F2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39" name="Freeform 1147">
                <a:extLst>
                  <a:ext uri="{FF2B5EF4-FFF2-40B4-BE49-F238E27FC236}">
                    <a16:creationId xmlns:a16="http://schemas.microsoft.com/office/drawing/2014/main" id="{484A0A08-A995-47A9-9A44-71FC82D07A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0" name="Freeform 1148">
                <a:extLst>
                  <a:ext uri="{FF2B5EF4-FFF2-40B4-BE49-F238E27FC236}">
                    <a16:creationId xmlns:a16="http://schemas.microsoft.com/office/drawing/2014/main" id="{25E7EB8A-73CE-430A-97F1-DE05A6A7D8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1" name="Freeform 1149">
                <a:extLst>
                  <a:ext uri="{FF2B5EF4-FFF2-40B4-BE49-F238E27FC236}">
                    <a16:creationId xmlns:a16="http://schemas.microsoft.com/office/drawing/2014/main" id="{E82DBFEC-1D0F-4056-956A-3AEE3798D6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2" name="Freeform 1150">
                <a:extLst>
                  <a:ext uri="{FF2B5EF4-FFF2-40B4-BE49-F238E27FC236}">
                    <a16:creationId xmlns:a16="http://schemas.microsoft.com/office/drawing/2014/main" id="{A1D84900-AE2A-49F7-B41C-1E97DF1C3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3" name="Freeform 1151">
                <a:extLst>
                  <a:ext uri="{FF2B5EF4-FFF2-40B4-BE49-F238E27FC236}">
                    <a16:creationId xmlns:a16="http://schemas.microsoft.com/office/drawing/2014/main" id="{40D9FAD3-8891-470E-966D-079B66C4CD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4" name="Freeform 1152">
                <a:extLst>
                  <a:ext uri="{FF2B5EF4-FFF2-40B4-BE49-F238E27FC236}">
                    <a16:creationId xmlns:a16="http://schemas.microsoft.com/office/drawing/2014/main" id="{6016828A-68A3-431E-8F22-9213E330E1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45" name="Group 1153">
                <a:extLst>
                  <a:ext uri="{FF2B5EF4-FFF2-40B4-BE49-F238E27FC236}">
                    <a16:creationId xmlns:a16="http://schemas.microsoft.com/office/drawing/2014/main" id="{C45AF66D-C443-4CAB-819F-6FF9BBF230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852" name="Freeform 1154">
                  <a:extLst>
                    <a:ext uri="{FF2B5EF4-FFF2-40B4-BE49-F238E27FC236}">
                      <a16:creationId xmlns:a16="http://schemas.microsoft.com/office/drawing/2014/main" id="{562198DE-2F07-4233-8863-A13F4E90F0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53" name="Freeform 1155">
                  <a:extLst>
                    <a:ext uri="{FF2B5EF4-FFF2-40B4-BE49-F238E27FC236}">
                      <a16:creationId xmlns:a16="http://schemas.microsoft.com/office/drawing/2014/main" id="{0C99D764-25F1-4FD8-8165-21306039AB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54" name="Freeform 1156">
                  <a:extLst>
                    <a:ext uri="{FF2B5EF4-FFF2-40B4-BE49-F238E27FC236}">
                      <a16:creationId xmlns:a16="http://schemas.microsoft.com/office/drawing/2014/main" id="{4FF43C3F-F963-4DEF-9643-986C035FAF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55" name="Freeform 1157">
                  <a:extLst>
                    <a:ext uri="{FF2B5EF4-FFF2-40B4-BE49-F238E27FC236}">
                      <a16:creationId xmlns:a16="http://schemas.microsoft.com/office/drawing/2014/main" id="{1CA65C53-CEE0-4E1D-82A2-E6E2ABADD8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56" name="Freeform 1158">
                  <a:extLst>
                    <a:ext uri="{FF2B5EF4-FFF2-40B4-BE49-F238E27FC236}">
                      <a16:creationId xmlns:a16="http://schemas.microsoft.com/office/drawing/2014/main" id="{DF2F7955-FAEF-4A33-AD9A-DC0ADC9D81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57" name="Freeform 1159">
                  <a:extLst>
                    <a:ext uri="{FF2B5EF4-FFF2-40B4-BE49-F238E27FC236}">
                      <a16:creationId xmlns:a16="http://schemas.microsoft.com/office/drawing/2014/main" id="{6BDCEED5-D1CB-4B71-BED0-CF67400805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46" name="Freeform 1160">
                <a:extLst>
                  <a:ext uri="{FF2B5EF4-FFF2-40B4-BE49-F238E27FC236}">
                    <a16:creationId xmlns:a16="http://schemas.microsoft.com/office/drawing/2014/main" id="{A5585808-EDB3-4DFF-AAA7-71C3A34042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7" name="Freeform 1161">
                <a:extLst>
                  <a:ext uri="{FF2B5EF4-FFF2-40B4-BE49-F238E27FC236}">
                    <a16:creationId xmlns:a16="http://schemas.microsoft.com/office/drawing/2014/main" id="{93C1CEF5-7C27-45F3-87B8-E8308C400D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8" name="Freeform 1162">
                <a:extLst>
                  <a:ext uri="{FF2B5EF4-FFF2-40B4-BE49-F238E27FC236}">
                    <a16:creationId xmlns:a16="http://schemas.microsoft.com/office/drawing/2014/main" id="{F10390F7-A30E-47EF-8DE9-7155B8068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9" name="Freeform 1163">
                <a:extLst>
                  <a:ext uri="{FF2B5EF4-FFF2-40B4-BE49-F238E27FC236}">
                    <a16:creationId xmlns:a16="http://schemas.microsoft.com/office/drawing/2014/main" id="{AC28085F-A300-4820-9C79-9F1FE39CE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0" name="Freeform 1164">
                <a:extLst>
                  <a:ext uri="{FF2B5EF4-FFF2-40B4-BE49-F238E27FC236}">
                    <a16:creationId xmlns:a16="http://schemas.microsoft.com/office/drawing/2014/main" id="{A05CDCFF-F108-420B-9B8D-8DA2684EC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1" name="Freeform 1165">
                <a:extLst>
                  <a:ext uri="{FF2B5EF4-FFF2-40B4-BE49-F238E27FC236}">
                    <a16:creationId xmlns:a16="http://schemas.microsoft.com/office/drawing/2014/main" id="{B9226E1F-EEBC-48D0-94F0-93E030BB2996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2.6 P2P</a:t>
            </a:r>
            <a:r>
              <a:rPr lang="zh-CN" altLang="en-US" dirty="0">
                <a:solidFill>
                  <a:srgbClr val="0070C0"/>
                </a:solidFill>
              </a:rPr>
              <a:t>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13770" y="999160"/>
            <a:ext cx="4478641" cy="391001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体系结构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Sever</a:t>
            </a:r>
          </a:p>
          <a:p>
            <a:pPr lvl="2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任意端系统可以直连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端点间歇连接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可能会更换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典型应用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文件分发：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BitTorrent</a:t>
            </a:r>
          </a:p>
          <a:p>
            <a:pPr lvl="2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流媒体传输：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Kankan</a:t>
            </a:r>
          </a:p>
          <a:p>
            <a:pPr lvl="2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因特网电话：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Skype</a:t>
            </a:r>
          </a:p>
          <a:p>
            <a:pPr lvl="1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混合架构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追踪器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帐户管理等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6" name="Line 1034"/>
          <p:cNvSpPr>
            <a:spLocks noChangeShapeType="1"/>
          </p:cNvSpPr>
          <p:nvPr/>
        </p:nvSpPr>
        <p:spPr bwMode="auto">
          <a:xfrm flipH="1">
            <a:off x="5541934" y="1770566"/>
            <a:ext cx="61541" cy="778256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767" name="Line 1035"/>
          <p:cNvSpPr>
            <a:spLocks noChangeShapeType="1"/>
          </p:cNvSpPr>
          <p:nvPr/>
        </p:nvSpPr>
        <p:spPr bwMode="auto">
          <a:xfrm>
            <a:off x="5681574" y="2714552"/>
            <a:ext cx="22622" cy="1166813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768" name="Line 1036"/>
          <p:cNvSpPr>
            <a:spLocks noChangeShapeType="1"/>
          </p:cNvSpPr>
          <p:nvPr/>
        </p:nvSpPr>
        <p:spPr bwMode="auto">
          <a:xfrm>
            <a:off x="5775585" y="2685862"/>
            <a:ext cx="1315512" cy="1641901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802" name="Line 1036"/>
          <p:cNvSpPr>
            <a:spLocks noChangeShapeType="1"/>
          </p:cNvSpPr>
          <p:nvPr/>
        </p:nvSpPr>
        <p:spPr bwMode="auto">
          <a:xfrm>
            <a:off x="6085712" y="2640919"/>
            <a:ext cx="1613076" cy="1182654"/>
          </a:xfrm>
          <a:prstGeom prst="line">
            <a:avLst/>
          </a:prstGeom>
          <a:noFill/>
          <a:ln w="76200">
            <a:solidFill>
              <a:schemeClr val="tx1">
                <a:lumMod val="50000"/>
                <a:lumOff val="50000"/>
              </a:schemeClr>
            </a:solidFill>
            <a:prstDash val="sys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65" name="灯片编号占位符 2">
            <a:extLst>
              <a:ext uri="{FF2B5EF4-FFF2-40B4-BE49-F238E27FC236}">
                <a16:creationId xmlns:a16="http://schemas.microsoft.com/office/drawing/2014/main" id="{1425DBDE-6521-4E0D-AEB6-44647BC327FD}"/>
              </a:ext>
            </a:extLst>
          </p:cNvPr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3</a:t>
            </a:fld>
            <a:endParaRPr lang="en-US" altLang="zh-CN" dirty="0"/>
          </a:p>
        </p:txBody>
      </p:sp>
      <p:sp>
        <p:nvSpPr>
          <p:cNvPr id="366" name="AutoShape 5">
            <a:extLst>
              <a:ext uri="{FF2B5EF4-FFF2-40B4-BE49-F238E27FC236}">
                <a16:creationId xmlns:a16="http://schemas.microsoft.com/office/drawing/2014/main" id="{F0BA263C-0BB6-4A97-8BCB-7B0E2275B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935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2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 tmFilter="0, 0; .2, .5; .8, .5; 1, 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250" autoRev="1" fill="hold"/>
                                        <p:tgtEl>
                                          <p:spTgt spid="3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2" grpId="0" animBg="1"/>
      <p:bldP spid="366" grpId="0" animBg="1"/>
      <p:bldP spid="36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2.6 P2P</a:t>
            </a:r>
            <a:r>
              <a:rPr lang="zh-CN" altLang="en-US" dirty="0">
                <a:solidFill>
                  <a:srgbClr val="0070C0"/>
                </a:solidFill>
              </a:rPr>
              <a:t>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366495" y="913210"/>
            <a:ext cx="6110287" cy="391001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2.6.1 P2P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文件分发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一台服务器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个主机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(peers)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分发一个大文件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大小为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 bits)</a:t>
            </a:r>
          </a:p>
          <a:p>
            <a:pPr lvl="2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服务器的上载能力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16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端点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的上载和下载能力分别为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16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6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4"/>
          <p:cNvSpPr>
            <a:spLocks/>
          </p:cNvSpPr>
          <p:nvPr/>
        </p:nvSpPr>
        <p:spPr bwMode="auto">
          <a:xfrm>
            <a:off x="3156347" y="3291830"/>
            <a:ext cx="2831306" cy="1316831"/>
          </a:xfrm>
          <a:custGeom>
            <a:avLst/>
            <a:gdLst>
              <a:gd name="T0" fmla="*/ 2147483646 w 1292"/>
              <a:gd name="T1" fmla="*/ 2147483646 h 1255"/>
              <a:gd name="T2" fmla="*/ 2147483646 w 1292"/>
              <a:gd name="T3" fmla="*/ 2147483646 h 1255"/>
              <a:gd name="T4" fmla="*/ 2147483646 w 1292"/>
              <a:gd name="T5" fmla="*/ 2147483646 h 1255"/>
              <a:gd name="T6" fmla="*/ 2147483646 w 1292"/>
              <a:gd name="T7" fmla="*/ 2147483646 h 1255"/>
              <a:gd name="T8" fmla="*/ 2147483646 w 1292"/>
              <a:gd name="T9" fmla="*/ 2147483646 h 1255"/>
              <a:gd name="T10" fmla="*/ 2147483646 w 1292"/>
              <a:gd name="T11" fmla="*/ 2147483646 h 1255"/>
              <a:gd name="T12" fmla="*/ 2147483646 w 1292"/>
              <a:gd name="T13" fmla="*/ 2147483646 h 1255"/>
              <a:gd name="T14" fmla="*/ 2147483646 w 1292"/>
              <a:gd name="T15" fmla="*/ 2147483646 h 1255"/>
              <a:gd name="T16" fmla="*/ 2147483646 w 1292"/>
              <a:gd name="T17" fmla="*/ 2147483646 h 1255"/>
              <a:gd name="T18" fmla="*/ 2147483646 w 1292"/>
              <a:gd name="T19" fmla="*/ 2147483646 h 1255"/>
              <a:gd name="T20" fmla="*/ 2147483646 w 1292"/>
              <a:gd name="T21" fmla="*/ 2147483646 h 1255"/>
              <a:gd name="T22" fmla="*/ 2147483646 w 1292"/>
              <a:gd name="T23" fmla="*/ 2147483646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2807494" y="3264445"/>
            <a:ext cx="602456" cy="233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15"/>
          <p:cNvSpPr txBox="1">
            <a:spLocks noChangeArrowheads="1"/>
          </p:cNvSpPr>
          <p:nvPr/>
        </p:nvSpPr>
        <p:spPr bwMode="auto">
          <a:xfrm>
            <a:off x="3020616" y="3113236"/>
            <a:ext cx="34496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i="1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1350" i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</a:p>
        </p:txBody>
      </p:sp>
      <p:sp>
        <p:nvSpPr>
          <p:cNvPr id="11" name="Line 39"/>
          <p:cNvSpPr>
            <a:spLocks noChangeShapeType="1"/>
          </p:cNvSpPr>
          <p:nvPr/>
        </p:nvSpPr>
        <p:spPr bwMode="auto">
          <a:xfrm>
            <a:off x="2475309" y="3947864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Line 40"/>
          <p:cNvSpPr>
            <a:spLocks noChangeShapeType="1"/>
          </p:cNvSpPr>
          <p:nvPr/>
        </p:nvSpPr>
        <p:spPr bwMode="auto">
          <a:xfrm flipH="1">
            <a:off x="2516981" y="4058592"/>
            <a:ext cx="752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41"/>
          <p:cNvSpPr txBox="1">
            <a:spLocks noChangeArrowheads="1"/>
          </p:cNvSpPr>
          <p:nvPr/>
        </p:nvSpPr>
        <p:spPr bwMode="auto">
          <a:xfrm>
            <a:off x="2692003" y="3656161"/>
            <a:ext cx="45720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i="1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1350" i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</a:p>
        </p:txBody>
      </p:sp>
      <p:sp>
        <p:nvSpPr>
          <p:cNvPr id="14" name="Text Box 42"/>
          <p:cNvSpPr txBox="1">
            <a:spLocks noChangeArrowheads="1"/>
          </p:cNvSpPr>
          <p:nvPr/>
        </p:nvSpPr>
        <p:spPr bwMode="auto">
          <a:xfrm>
            <a:off x="2677716" y="4041923"/>
            <a:ext cx="45720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i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350" i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</a:p>
        </p:txBody>
      </p:sp>
      <p:sp>
        <p:nvSpPr>
          <p:cNvPr id="15" name="Text Box 43"/>
          <p:cNvSpPr txBox="1">
            <a:spLocks noChangeArrowheads="1"/>
          </p:cNvSpPr>
          <p:nvPr/>
        </p:nvSpPr>
        <p:spPr bwMode="auto">
          <a:xfrm>
            <a:off x="2302669" y="3279923"/>
            <a:ext cx="879872" cy="30008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server</a:t>
            </a:r>
            <a:endParaRPr lang="en-US" altLang="zh-CN" sz="135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44"/>
          <p:cNvSpPr txBox="1">
            <a:spLocks noChangeArrowheads="1"/>
          </p:cNvSpPr>
          <p:nvPr/>
        </p:nvSpPr>
        <p:spPr bwMode="auto">
          <a:xfrm>
            <a:off x="3578514" y="3675211"/>
            <a:ext cx="187743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  <a:r>
              <a:rPr lang="en-US" altLang="zh-CN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具有充足的带宽</a:t>
            </a:r>
            <a:r>
              <a:rPr lang="en-US" altLang="zh-CN" sz="13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7" name="Text Box 47"/>
          <p:cNvSpPr txBox="1">
            <a:spLocks noChangeArrowheads="1"/>
          </p:cNvSpPr>
          <p:nvPr/>
        </p:nvSpPr>
        <p:spPr bwMode="auto">
          <a:xfrm>
            <a:off x="1188056" y="3094187"/>
            <a:ext cx="1383359" cy="276999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尺寸为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的文件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Box 49"/>
          <p:cNvSpPr txBox="1">
            <a:spLocks noChangeArrowheads="1"/>
          </p:cNvSpPr>
          <p:nvPr/>
        </p:nvSpPr>
        <p:spPr bwMode="auto">
          <a:xfrm>
            <a:off x="2225743" y="2270274"/>
            <a:ext cx="1992663" cy="2689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1350" b="1" i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en-US" altLang="zh-CN" sz="13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服务器的上载能力</a:t>
            </a:r>
            <a:endParaRPr lang="en-US" altLang="zh-CN" sz="13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Box 50"/>
          <p:cNvSpPr txBox="1">
            <a:spLocks noChangeArrowheads="1"/>
          </p:cNvSpPr>
          <p:nvPr/>
        </p:nvSpPr>
        <p:spPr bwMode="auto">
          <a:xfrm>
            <a:off x="6150768" y="4344342"/>
            <a:ext cx="1943100" cy="271036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b="1" i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1350" b="1" i="1" baseline="-250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350" b="1" i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3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端点</a:t>
            </a:r>
            <a:r>
              <a:rPr lang="en-US" altLang="zh-CN" sz="135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的上载能力</a:t>
            </a:r>
            <a:endParaRPr lang="en-US" altLang="zh-CN" sz="13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Box 51"/>
          <p:cNvSpPr txBox="1">
            <a:spLocks noChangeArrowheads="1"/>
          </p:cNvSpPr>
          <p:nvPr/>
        </p:nvSpPr>
        <p:spPr bwMode="auto">
          <a:xfrm>
            <a:off x="6211491" y="2942976"/>
            <a:ext cx="1943100" cy="26892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350" b="1" i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35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3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端点</a:t>
            </a:r>
            <a:r>
              <a:rPr lang="en-US" altLang="zh-CN" sz="135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的下载能力</a:t>
            </a:r>
            <a:endParaRPr lang="en-US" altLang="zh-CN" sz="13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AutoShape 327"/>
          <p:cNvSpPr>
            <a:spLocks noChangeArrowheads="1"/>
          </p:cNvSpPr>
          <p:nvPr/>
        </p:nvSpPr>
        <p:spPr bwMode="auto">
          <a:xfrm>
            <a:off x="1916101" y="2685750"/>
            <a:ext cx="444103" cy="435769"/>
          </a:xfrm>
          <a:prstGeom prst="can">
            <a:avLst>
              <a:gd name="adj" fmla="val 2021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22" name="Group 76"/>
          <p:cNvGrpSpPr>
            <a:grpSpLocks/>
          </p:cNvGrpSpPr>
          <p:nvPr/>
        </p:nvGrpSpPr>
        <p:grpSpPr bwMode="auto">
          <a:xfrm>
            <a:off x="4067175" y="2887018"/>
            <a:ext cx="1603772" cy="677465"/>
            <a:chOff x="2204" y="2030"/>
            <a:chExt cx="1347" cy="774"/>
          </a:xfrm>
        </p:grpSpPr>
        <p:sp>
          <p:nvSpPr>
            <p:cNvPr id="23" name="Text Box 19"/>
            <p:cNvSpPr txBox="1">
              <a:spLocks noChangeArrowheads="1"/>
            </p:cNvSpPr>
            <p:nvPr/>
          </p:nvSpPr>
          <p:spPr bwMode="auto">
            <a:xfrm>
              <a:off x="2856" y="2271"/>
              <a:ext cx="3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r>
                <a:rPr lang="en-US" altLang="zh-CN" sz="1350" i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V="1">
              <a:off x="2997" y="2133"/>
              <a:ext cx="200" cy="6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 flipH="1">
              <a:off x="3082" y="2141"/>
              <a:ext cx="208" cy="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3167" y="2332"/>
              <a:ext cx="3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r>
                <a:rPr lang="en-US" altLang="zh-CN" sz="1350" i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27" name="Text Box 19"/>
            <p:cNvSpPr txBox="1">
              <a:spLocks noChangeArrowheads="1"/>
            </p:cNvSpPr>
            <p:nvPr/>
          </p:nvSpPr>
          <p:spPr bwMode="auto">
            <a:xfrm>
              <a:off x="2204" y="2167"/>
              <a:ext cx="3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r>
                <a:rPr lang="en-US" altLang="zh-CN" sz="1350" i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8" name="Line 22"/>
            <p:cNvSpPr>
              <a:spLocks noChangeShapeType="1"/>
            </p:cNvSpPr>
            <p:nvPr/>
          </p:nvSpPr>
          <p:spPr bwMode="auto">
            <a:xfrm flipV="1">
              <a:off x="2345" y="2030"/>
              <a:ext cx="200" cy="6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 flipH="1">
              <a:off x="2430" y="2038"/>
              <a:ext cx="208" cy="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Text Box 24"/>
            <p:cNvSpPr txBox="1">
              <a:spLocks noChangeArrowheads="1"/>
            </p:cNvSpPr>
            <p:nvPr/>
          </p:nvSpPr>
          <p:spPr bwMode="auto">
            <a:xfrm>
              <a:off x="2515" y="2229"/>
              <a:ext cx="3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 i="1"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r>
                <a:rPr lang="en-US" altLang="zh-CN" sz="1350" i="1" baseline="-25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31" name="Line 72"/>
          <p:cNvSpPr>
            <a:spLocks noChangeShapeType="1"/>
          </p:cNvSpPr>
          <p:nvPr/>
        </p:nvSpPr>
        <p:spPr bwMode="auto">
          <a:xfrm>
            <a:off x="5966222" y="3801417"/>
            <a:ext cx="87391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Line 73"/>
          <p:cNvSpPr>
            <a:spLocks noChangeShapeType="1"/>
          </p:cNvSpPr>
          <p:nvPr/>
        </p:nvSpPr>
        <p:spPr bwMode="auto">
          <a:xfrm>
            <a:off x="5972175" y="3915717"/>
            <a:ext cx="87391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 Box 41"/>
          <p:cNvSpPr txBox="1">
            <a:spLocks noChangeArrowheads="1"/>
          </p:cNvSpPr>
          <p:nvPr/>
        </p:nvSpPr>
        <p:spPr bwMode="auto">
          <a:xfrm>
            <a:off x="6086475" y="3493045"/>
            <a:ext cx="45720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i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350" i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</a:p>
        </p:txBody>
      </p:sp>
      <p:sp>
        <p:nvSpPr>
          <p:cNvPr id="34" name="Text Box 41"/>
          <p:cNvSpPr txBox="1">
            <a:spLocks noChangeArrowheads="1"/>
          </p:cNvSpPr>
          <p:nvPr/>
        </p:nvSpPr>
        <p:spPr bwMode="auto">
          <a:xfrm>
            <a:off x="6104334" y="3893095"/>
            <a:ext cx="45720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135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</a:p>
        </p:txBody>
      </p:sp>
      <p:sp>
        <p:nvSpPr>
          <p:cNvPr id="35" name="Line 77"/>
          <p:cNvSpPr>
            <a:spLocks noChangeShapeType="1"/>
          </p:cNvSpPr>
          <p:nvPr/>
        </p:nvSpPr>
        <p:spPr bwMode="auto">
          <a:xfrm>
            <a:off x="3142059" y="2650083"/>
            <a:ext cx="0" cy="497681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Line 78"/>
          <p:cNvSpPr>
            <a:spLocks noChangeShapeType="1"/>
          </p:cNvSpPr>
          <p:nvPr/>
        </p:nvSpPr>
        <p:spPr bwMode="auto">
          <a:xfrm flipH="1">
            <a:off x="6301979" y="3335882"/>
            <a:ext cx="277415" cy="310754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Line 79"/>
          <p:cNvSpPr>
            <a:spLocks noChangeShapeType="1"/>
          </p:cNvSpPr>
          <p:nvPr/>
        </p:nvSpPr>
        <p:spPr bwMode="auto">
          <a:xfrm flipH="1" flipV="1">
            <a:off x="6324600" y="4045495"/>
            <a:ext cx="277416" cy="310754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" name="Group 81"/>
          <p:cNvGrpSpPr>
            <a:grpSpLocks/>
          </p:cNvGrpSpPr>
          <p:nvPr/>
        </p:nvGrpSpPr>
        <p:grpSpPr bwMode="auto">
          <a:xfrm>
            <a:off x="2594372" y="2725093"/>
            <a:ext cx="348853" cy="602456"/>
            <a:chOff x="4140" y="429"/>
            <a:chExt cx="1425" cy="2396"/>
          </a:xfrm>
        </p:grpSpPr>
        <p:sp>
          <p:nvSpPr>
            <p:cNvPr id="39" name="Freeform 8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Rectangle 83"/>
            <p:cNvSpPr>
              <a:spLocks noChangeArrowheads="1"/>
            </p:cNvSpPr>
            <p:nvPr/>
          </p:nvSpPr>
          <p:spPr bwMode="auto">
            <a:xfrm>
              <a:off x="4208" y="429"/>
              <a:ext cx="1046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Freeform 8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Freeform 8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Rectangle 86"/>
            <p:cNvSpPr>
              <a:spLocks noChangeArrowheads="1"/>
            </p:cNvSpPr>
            <p:nvPr/>
          </p:nvSpPr>
          <p:spPr bwMode="auto">
            <a:xfrm>
              <a:off x="4213" y="694"/>
              <a:ext cx="593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4" name="Group 8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9" name="AutoShape 88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AutoShape 89"/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5" name="Rectangle 90"/>
            <p:cNvSpPr>
              <a:spLocks noChangeArrowheads="1"/>
            </p:cNvSpPr>
            <p:nvPr/>
          </p:nvSpPr>
          <p:spPr bwMode="auto">
            <a:xfrm>
              <a:off x="4223" y="1021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6" name="Group 9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7" name="AutoShape 92"/>
              <p:cNvSpPr>
                <a:spLocks noChangeArrowheads="1"/>
              </p:cNvSpPr>
              <p:nvPr/>
            </p:nvSpPr>
            <p:spPr bwMode="auto">
              <a:xfrm>
                <a:off x="615" y="2566"/>
                <a:ext cx="722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AutoShape 93"/>
              <p:cNvSpPr>
                <a:spLocks noChangeArrowheads="1"/>
              </p:cNvSpPr>
              <p:nvPr/>
            </p:nvSpPr>
            <p:spPr bwMode="auto">
              <a:xfrm>
                <a:off x="633" y="2581"/>
                <a:ext cx="68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7" name="Rectangle 94"/>
            <p:cNvSpPr>
              <a:spLocks noChangeArrowheads="1"/>
            </p:cNvSpPr>
            <p:nvPr/>
          </p:nvSpPr>
          <p:spPr bwMode="auto">
            <a:xfrm>
              <a:off x="4218" y="1357"/>
              <a:ext cx="593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Rectangle 95"/>
            <p:cNvSpPr>
              <a:spLocks noChangeArrowheads="1"/>
            </p:cNvSpPr>
            <p:nvPr/>
          </p:nvSpPr>
          <p:spPr bwMode="auto">
            <a:xfrm>
              <a:off x="4228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9" name="Group 9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5" name="AutoShape 97"/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AutoShape 9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0" name="Freeform 9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1" name="Group 10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3" name="AutoShape 101"/>
              <p:cNvSpPr>
                <a:spLocks noChangeArrowheads="1"/>
              </p:cNvSpPr>
              <p:nvPr/>
            </p:nvSpPr>
            <p:spPr bwMode="auto">
              <a:xfrm>
                <a:off x="613" y="2570"/>
                <a:ext cx="727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AutoShape 102"/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2" name="Rectangle 103"/>
            <p:cNvSpPr>
              <a:spLocks noChangeArrowheads="1"/>
            </p:cNvSpPr>
            <p:nvPr/>
          </p:nvSpPr>
          <p:spPr bwMode="auto">
            <a:xfrm>
              <a:off x="5249" y="429"/>
              <a:ext cx="68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Freeform 10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Freeform 10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Oval 106"/>
            <p:cNvSpPr>
              <a:spLocks noChangeArrowheads="1"/>
            </p:cNvSpPr>
            <p:nvPr/>
          </p:nvSpPr>
          <p:spPr bwMode="auto">
            <a:xfrm>
              <a:off x="5516" y="2612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Freeform 10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AutoShape 108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AutoShape 109"/>
            <p:cNvSpPr>
              <a:spLocks noChangeArrowheads="1"/>
            </p:cNvSpPr>
            <p:nvPr/>
          </p:nvSpPr>
          <p:spPr bwMode="auto">
            <a:xfrm>
              <a:off x="4208" y="2711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Oval 110"/>
            <p:cNvSpPr>
              <a:spLocks noChangeArrowheads="1"/>
            </p:cNvSpPr>
            <p:nvPr/>
          </p:nvSpPr>
          <p:spPr bwMode="auto">
            <a:xfrm>
              <a:off x="4310" y="2385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Oval 111"/>
            <p:cNvSpPr>
              <a:spLocks noChangeArrowheads="1"/>
            </p:cNvSpPr>
            <p:nvPr/>
          </p:nvSpPr>
          <p:spPr bwMode="auto">
            <a:xfrm>
              <a:off x="4485" y="2385"/>
              <a:ext cx="160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1" name="Oval 112"/>
            <p:cNvSpPr>
              <a:spLocks noChangeArrowheads="1"/>
            </p:cNvSpPr>
            <p:nvPr/>
          </p:nvSpPr>
          <p:spPr bwMode="auto">
            <a:xfrm>
              <a:off x="4660" y="2380"/>
              <a:ext cx="160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Rectangle 113"/>
            <p:cNvSpPr>
              <a:spLocks noChangeArrowheads="1"/>
            </p:cNvSpPr>
            <p:nvPr/>
          </p:nvSpPr>
          <p:spPr bwMode="auto">
            <a:xfrm>
              <a:off x="5064" y="1835"/>
              <a:ext cx="83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1" name="Group 114"/>
          <p:cNvGrpSpPr>
            <a:grpSpLocks/>
          </p:cNvGrpSpPr>
          <p:nvPr/>
        </p:nvGrpSpPr>
        <p:grpSpPr bwMode="auto">
          <a:xfrm>
            <a:off x="1776412" y="3702595"/>
            <a:ext cx="694135" cy="596504"/>
            <a:chOff x="-44" y="1473"/>
            <a:chExt cx="981" cy="1105"/>
          </a:xfrm>
        </p:grpSpPr>
        <p:pic>
          <p:nvPicPr>
            <p:cNvPr id="72" name="Picture 115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3" name="Freeform 11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4" name="Group 117"/>
          <p:cNvGrpSpPr>
            <a:grpSpLocks/>
          </p:cNvGrpSpPr>
          <p:nvPr/>
        </p:nvGrpSpPr>
        <p:grpSpPr bwMode="auto">
          <a:xfrm>
            <a:off x="4192191" y="2338139"/>
            <a:ext cx="694134" cy="596504"/>
            <a:chOff x="-44" y="1473"/>
            <a:chExt cx="981" cy="1105"/>
          </a:xfrm>
        </p:grpSpPr>
        <p:pic>
          <p:nvPicPr>
            <p:cNvPr id="75" name="Picture 118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Freeform 11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7" name="Group 120"/>
          <p:cNvGrpSpPr>
            <a:grpSpLocks/>
          </p:cNvGrpSpPr>
          <p:nvPr/>
        </p:nvGrpSpPr>
        <p:grpSpPr bwMode="auto">
          <a:xfrm>
            <a:off x="4975622" y="2444105"/>
            <a:ext cx="694134" cy="596503"/>
            <a:chOff x="-44" y="1473"/>
            <a:chExt cx="981" cy="1105"/>
          </a:xfrm>
        </p:grpSpPr>
        <p:pic>
          <p:nvPicPr>
            <p:cNvPr id="78" name="Picture 121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" name="Freeform 12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0" name="Group 123"/>
          <p:cNvGrpSpPr>
            <a:grpSpLocks/>
          </p:cNvGrpSpPr>
          <p:nvPr/>
        </p:nvGrpSpPr>
        <p:grpSpPr bwMode="auto">
          <a:xfrm flipH="1">
            <a:off x="6828234" y="3529955"/>
            <a:ext cx="694134" cy="596503"/>
            <a:chOff x="-44" y="1473"/>
            <a:chExt cx="981" cy="1105"/>
          </a:xfrm>
        </p:grpSpPr>
        <p:pic>
          <p:nvPicPr>
            <p:cNvPr id="82" name="Picture 124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" name="Freeform 125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4" name="灯片编号占位符 2">
            <a:extLst>
              <a:ext uri="{FF2B5EF4-FFF2-40B4-BE49-F238E27FC236}">
                <a16:creationId xmlns:a16="http://schemas.microsoft.com/office/drawing/2014/main" id="{136838C8-1254-4AFA-9817-E4A7226E005D}"/>
              </a:ext>
            </a:extLst>
          </p:cNvPr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4</a:t>
            </a:fld>
            <a:endParaRPr lang="en-US" altLang="zh-CN" dirty="0"/>
          </a:p>
        </p:txBody>
      </p:sp>
      <p:sp>
        <p:nvSpPr>
          <p:cNvPr id="85" name="AutoShape 5">
            <a:extLst>
              <a:ext uri="{FF2B5EF4-FFF2-40B4-BE49-F238E27FC236}">
                <a16:creationId xmlns:a16="http://schemas.microsoft.com/office/drawing/2014/main" id="{190A6E77-F4D9-4051-8B02-D643F6633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713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5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2.6 P2P</a:t>
            </a:r>
            <a:r>
              <a:rPr lang="zh-CN" altLang="en-US" dirty="0">
                <a:solidFill>
                  <a:srgbClr val="0070C0"/>
                </a:solidFill>
              </a:rPr>
              <a:t>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27494" y="963216"/>
            <a:ext cx="6110287" cy="391001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2.6.1 P2P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文件分发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C/S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模式进行分发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服务器端：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必须向每个客户端上载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个拷贝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个拷贝的时间：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28700" lvl="3" indent="0">
              <a:buNone/>
            </a:pPr>
            <a:r>
              <a:rPr lang="en-US" altLang="zh-CN" sz="1400" i="1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t=F/u</a:t>
            </a:r>
            <a:r>
              <a:rPr lang="en-US" altLang="zh-CN" sz="1400" i="1" baseline="-250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en-US" altLang="zh-CN" sz="1400" i="1" dirty="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个拷贝的时间：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28700" lvl="3" indent="0">
              <a:buNone/>
            </a:pPr>
            <a:r>
              <a:rPr lang="en-US" altLang="zh-CN" sz="1400" i="1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400" i="1" baseline="-250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total</a:t>
            </a:r>
            <a:r>
              <a:rPr lang="en-US" altLang="zh-CN" sz="1400" i="1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=NF/u</a:t>
            </a:r>
            <a:r>
              <a:rPr lang="en-US" altLang="zh-CN" sz="1400" i="1" baseline="-250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</a:p>
          <a:p>
            <a:pPr lvl="1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每个端点必须获得一个拷贝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min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客户端的最低下载速率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客户端的最长下载时间：</a:t>
            </a:r>
            <a:r>
              <a:rPr lang="en-US" altLang="zh-CN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F/d</a:t>
            </a:r>
            <a:r>
              <a:rPr lang="en-US" altLang="zh-CN" sz="1400" baseline="-250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</a:t>
            </a:r>
          </a:p>
          <a:p>
            <a:pPr lvl="1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文件分发时间：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400" baseline="-250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c/s</a:t>
            </a:r>
            <a:r>
              <a:rPr lang="zh-CN" altLang="en-US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≥</a:t>
            </a:r>
            <a:r>
              <a:rPr lang="en-US" altLang="zh-CN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max{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F/u</a:t>
            </a:r>
            <a:r>
              <a:rPr lang="en-US" altLang="zh-CN" sz="1400" baseline="-250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F/d</a:t>
            </a:r>
            <a:r>
              <a:rPr lang="en-US" altLang="zh-CN" sz="1400" baseline="-250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</a:t>
            </a:r>
            <a:r>
              <a:rPr lang="en-US" altLang="zh-CN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lvl="2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随着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的增加，时间线性增长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4"/>
          <p:cNvSpPr>
            <a:spLocks/>
          </p:cNvSpPr>
          <p:nvPr/>
        </p:nvSpPr>
        <p:spPr bwMode="auto">
          <a:xfrm>
            <a:off x="5343526" y="1583532"/>
            <a:ext cx="1602581" cy="907256"/>
          </a:xfrm>
          <a:custGeom>
            <a:avLst/>
            <a:gdLst>
              <a:gd name="T0" fmla="*/ 2147483646 w 1292"/>
              <a:gd name="T1" fmla="*/ 2147483646 h 1255"/>
              <a:gd name="T2" fmla="*/ 2147483646 w 1292"/>
              <a:gd name="T3" fmla="*/ 2147483646 h 1255"/>
              <a:gd name="T4" fmla="*/ 2147483646 w 1292"/>
              <a:gd name="T5" fmla="*/ 2147483646 h 1255"/>
              <a:gd name="T6" fmla="*/ 2147483646 w 1292"/>
              <a:gd name="T7" fmla="*/ 2147483646 h 1255"/>
              <a:gd name="T8" fmla="*/ 2147483646 w 1292"/>
              <a:gd name="T9" fmla="*/ 2147483646 h 1255"/>
              <a:gd name="T10" fmla="*/ 2147483646 w 1292"/>
              <a:gd name="T11" fmla="*/ 2147483646 h 1255"/>
              <a:gd name="T12" fmla="*/ 2147483646 w 1292"/>
              <a:gd name="T13" fmla="*/ 2147483646 h 1255"/>
              <a:gd name="T14" fmla="*/ 2147483646 w 1292"/>
              <a:gd name="T15" fmla="*/ 2147483646 h 1255"/>
              <a:gd name="T16" fmla="*/ 2147483646 w 1292"/>
              <a:gd name="T17" fmla="*/ 2147483646 h 1255"/>
              <a:gd name="T18" fmla="*/ 2147483646 w 1292"/>
              <a:gd name="T19" fmla="*/ 2147483646 h 1255"/>
              <a:gd name="T20" fmla="*/ 2147483646 w 1292"/>
              <a:gd name="T21" fmla="*/ 2147483646 h 1255"/>
              <a:gd name="T22" fmla="*/ 2147483646 w 1292"/>
              <a:gd name="T23" fmla="*/ 2147483646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5147072" y="1564482"/>
            <a:ext cx="341709" cy="1607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" name="Text Box 15"/>
          <p:cNvSpPr txBox="1">
            <a:spLocks noChangeArrowheads="1"/>
          </p:cNvSpPr>
          <p:nvPr/>
        </p:nvSpPr>
        <p:spPr bwMode="auto">
          <a:xfrm>
            <a:off x="5166122" y="1322785"/>
            <a:ext cx="3209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latin typeface="Arial" panose="020B0604020202020204" pitchFamily="34" charset="0"/>
              </a:rPr>
              <a:t>u</a:t>
            </a:r>
            <a:r>
              <a:rPr lang="en-US" altLang="zh-CN" sz="1200" i="1" baseline="-25000">
                <a:latin typeface="Arial" panose="020B0604020202020204" pitchFamily="34" charset="0"/>
              </a:rPr>
              <a:t>s</a:t>
            </a:r>
          </a:p>
        </p:txBody>
      </p:sp>
      <p:sp>
        <p:nvSpPr>
          <p:cNvPr id="12" name="Line 40"/>
          <p:cNvSpPr>
            <a:spLocks noChangeShapeType="1"/>
          </p:cNvSpPr>
          <p:nvPr/>
        </p:nvSpPr>
        <p:spPr bwMode="auto">
          <a:xfrm flipH="1">
            <a:off x="4982766" y="2110979"/>
            <a:ext cx="425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5755405" y="1845469"/>
            <a:ext cx="72167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Arial" panose="020B0604020202020204" pitchFamily="34" charset="0"/>
              </a:rPr>
              <a:t>network</a:t>
            </a:r>
          </a:p>
        </p:txBody>
      </p:sp>
      <p:sp>
        <p:nvSpPr>
          <p:cNvPr id="14" name="AutoShape 327"/>
          <p:cNvSpPr>
            <a:spLocks noChangeArrowheads="1"/>
          </p:cNvSpPr>
          <p:nvPr/>
        </p:nvSpPr>
        <p:spPr bwMode="auto">
          <a:xfrm>
            <a:off x="4698207" y="1171575"/>
            <a:ext cx="251222" cy="301229"/>
          </a:xfrm>
          <a:prstGeom prst="can">
            <a:avLst>
              <a:gd name="adj" fmla="val 24242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Line 23"/>
          <p:cNvSpPr>
            <a:spLocks noChangeShapeType="1"/>
          </p:cNvSpPr>
          <p:nvPr/>
        </p:nvSpPr>
        <p:spPr bwMode="auto">
          <a:xfrm flipH="1">
            <a:off x="6451998" y="1369219"/>
            <a:ext cx="140494" cy="40124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8" name="Line 23"/>
          <p:cNvSpPr>
            <a:spLocks noChangeShapeType="1"/>
          </p:cNvSpPr>
          <p:nvPr/>
        </p:nvSpPr>
        <p:spPr bwMode="auto">
          <a:xfrm flipH="1">
            <a:off x="6012656" y="1307306"/>
            <a:ext cx="139304" cy="40124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9" name="Line 138"/>
          <p:cNvSpPr>
            <a:spLocks noChangeShapeType="1"/>
          </p:cNvSpPr>
          <p:nvPr/>
        </p:nvSpPr>
        <p:spPr bwMode="auto">
          <a:xfrm>
            <a:off x="6935391" y="1934766"/>
            <a:ext cx="49410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1" name="Text Box 41"/>
          <p:cNvSpPr txBox="1">
            <a:spLocks noChangeArrowheads="1"/>
          </p:cNvSpPr>
          <p:nvPr/>
        </p:nvSpPr>
        <p:spPr bwMode="auto">
          <a:xfrm>
            <a:off x="7003256" y="1609726"/>
            <a:ext cx="3381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latin typeface="Arial" panose="020B0604020202020204" pitchFamily="34" charset="0"/>
              </a:rPr>
              <a:t>d</a:t>
            </a:r>
            <a:r>
              <a:rPr lang="en-US" altLang="zh-CN" sz="1200" i="1" baseline="-25000">
                <a:latin typeface="Arial" panose="020B0604020202020204" pitchFamily="34" charset="0"/>
              </a:rPr>
              <a:t>i</a:t>
            </a:r>
          </a:p>
        </p:txBody>
      </p:sp>
      <p:sp>
        <p:nvSpPr>
          <p:cNvPr id="23" name="Text Box 47"/>
          <p:cNvSpPr txBox="1">
            <a:spLocks noChangeArrowheads="1"/>
          </p:cNvSpPr>
          <p:nvPr/>
        </p:nvSpPr>
        <p:spPr bwMode="auto">
          <a:xfrm>
            <a:off x="4517232" y="1212056"/>
            <a:ext cx="592931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 i="1">
                <a:latin typeface="Arial" panose="020B0604020202020204" pitchFamily="34" charset="0"/>
              </a:rPr>
              <a:t>F</a:t>
            </a:r>
            <a:endParaRPr lang="en-US" altLang="zh-CN" sz="1050" i="1" baseline="-25000">
              <a:latin typeface="Arial" panose="020B0604020202020204" pitchFamily="34" charset="0"/>
            </a:endParaRPr>
          </a:p>
        </p:txBody>
      </p:sp>
      <p:grpSp>
        <p:nvGrpSpPr>
          <p:cNvPr id="24" name="Group 143"/>
          <p:cNvGrpSpPr>
            <a:grpSpLocks/>
          </p:cNvGrpSpPr>
          <p:nvPr/>
        </p:nvGrpSpPr>
        <p:grpSpPr bwMode="auto">
          <a:xfrm>
            <a:off x="4979194" y="1268016"/>
            <a:ext cx="219075" cy="388144"/>
            <a:chOff x="4140" y="429"/>
            <a:chExt cx="1425" cy="2396"/>
          </a:xfrm>
        </p:grpSpPr>
        <p:sp>
          <p:nvSpPr>
            <p:cNvPr id="25" name="Freeform 144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" name="Rectangle 145"/>
            <p:cNvSpPr>
              <a:spLocks noChangeArrowheads="1"/>
            </p:cNvSpPr>
            <p:nvPr/>
          </p:nvSpPr>
          <p:spPr bwMode="auto">
            <a:xfrm>
              <a:off x="4210" y="429"/>
              <a:ext cx="1046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27" name="Freeform 146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" name="Freeform 147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" name="Rectangle 148"/>
            <p:cNvSpPr>
              <a:spLocks noChangeArrowheads="1"/>
            </p:cNvSpPr>
            <p:nvPr/>
          </p:nvSpPr>
          <p:spPr bwMode="auto">
            <a:xfrm>
              <a:off x="4210" y="694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30" name="Group 149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5" name="AutoShape 150"/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5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6" name="AutoShape 151"/>
              <p:cNvSpPr>
                <a:spLocks noChangeArrowheads="1"/>
              </p:cNvSpPr>
              <p:nvPr/>
            </p:nvSpPr>
            <p:spPr bwMode="auto">
              <a:xfrm>
                <a:off x="637" y="2585"/>
                <a:ext cx="686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" name="Rectangle 152"/>
            <p:cNvSpPr>
              <a:spLocks noChangeArrowheads="1"/>
            </p:cNvSpPr>
            <p:nvPr/>
          </p:nvSpPr>
          <p:spPr bwMode="auto">
            <a:xfrm>
              <a:off x="4225" y="1017"/>
              <a:ext cx="596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32" name="Group 153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3" name="AutoShape 154"/>
              <p:cNvSpPr>
                <a:spLocks noChangeArrowheads="1"/>
              </p:cNvSpPr>
              <p:nvPr/>
            </p:nvSpPr>
            <p:spPr bwMode="auto">
              <a:xfrm>
                <a:off x="610" y="2569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4" name="AutoShape 155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8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3" name="Rectangle 156"/>
            <p:cNvSpPr>
              <a:spLocks noChangeArrowheads="1"/>
            </p:cNvSpPr>
            <p:nvPr/>
          </p:nvSpPr>
          <p:spPr bwMode="auto">
            <a:xfrm>
              <a:off x="4217" y="1355"/>
              <a:ext cx="596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34" name="Rectangle 157"/>
            <p:cNvSpPr>
              <a:spLocks noChangeArrowheads="1"/>
            </p:cNvSpPr>
            <p:nvPr/>
          </p:nvSpPr>
          <p:spPr bwMode="auto">
            <a:xfrm>
              <a:off x="4225" y="1656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35" name="Group 158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1" name="AutoShape 159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4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2" name="AutoShape 160"/>
              <p:cNvSpPr>
                <a:spLocks noChangeArrowheads="1"/>
              </p:cNvSpPr>
              <p:nvPr/>
            </p:nvSpPr>
            <p:spPr bwMode="auto">
              <a:xfrm>
                <a:off x="635" y="2582"/>
                <a:ext cx="685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6" name="Freeform 161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37" name="Group 162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9" name="AutoShape 163"/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0" name="AutoShape 164"/>
              <p:cNvSpPr>
                <a:spLocks noChangeArrowheads="1"/>
              </p:cNvSpPr>
              <p:nvPr/>
            </p:nvSpPr>
            <p:spPr bwMode="auto">
              <a:xfrm>
                <a:off x="630" y="2581"/>
                <a:ext cx="68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8" name="Rectangle 165"/>
            <p:cNvSpPr>
              <a:spLocks noChangeArrowheads="1"/>
            </p:cNvSpPr>
            <p:nvPr/>
          </p:nvSpPr>
          <p:spPr bwMode="auto">
            <a:xfrm>
              <a:off x="5247" y="429"/>
              <a:ext cx="70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39" name="Freeform 166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0" name="Freeform 167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1" name="Oval 168"/>
            <p:cNvSpPr>
              <a:spLocks noChangeArrowheads="1"/>
            </p:cNvSpPr>
            <p:nvPr/>
          </p:nvSpPr>
          <p:spPr bwMode="auto">
            <a:xfrm>
              <a:off x="5519" y="2612"/>
              <a:ext cx="46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42" name="Freeform 169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3" name="AutoShape 170"/>
            <p:cNvSpPr>
              <a:spLocks noChangeArrowheads="1"/>
            </p:cNvSpPr>
            <p:nvPr/>
          </p:nvSpPr>
          <p:spPr bwMode="auto">
            <a:xfrm>
              <a:off x="4140" y="2678"/>
              <a:ext cx="1200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44" name="AutoShape 171"/>
            <p:cNvSpPr>
              <a:spLocks noChangeArrowheads="1"/>
            </p:cNvSpPr>
            <p:nvPr/>
          </p:nvSpPr>
          <p:spPr bwMode="auto">
            <a:xfrm>
              <a:off x="4210" y="2707"/>
              <a:ext cx="1069" cy="8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45" name="Oval 172"/>
            <p:cNvSpPr>
              <a:spLocks noChangeArrowheads="1"/>
            </p:cNvSpPr>
            <p:nvPr/>
          </p:nvSpPr>
          <p:spPr bwMode="auto">
            <a:xfrm>
              <a:off x="4310" y="2384"/>
              <a:ext cx="155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46" name="Oval 173"/>
            <p:cNvSpPr>
              <a:spLocks noChangeArrowheads="1"/>
            </p:cNvSpPr>
            <p:nvPr/>
          </p:nvSpPr>
          <p:spPr bwMode="auto">
            <a:xfrm>
              <a:off x="4489" y="2384"/>
              <a:ext cx="155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Oval 174"/>
            <p:cNvSpPr>
              <a:spLocks noChangeArrowheads="1"/>
            </p:cNvSpPr>
            <p:nvPr/>
          </p:nvSpPr>
          <p:spPr bwMode="auto">
            <a:xfrm>
              <a:off x="4659" y="2384"/>
              <a:ext cx="163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48" name="Rectangle 175"/>
            <p:cNvSpPr>
              <a:spLocks noChangeArrowheads="1"/>
            </p:cNvSpPr>
            <p:nvPr/>
          </p:nvSpPr>
          <p:spPr bwMode="auto">
            <a:xfrm>
              <a:off x="5062" y="1833"/>
              <a:ext cx="85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</p:grpSp>
      <p:grpSp>
        <p:nvGrpSpPr>
          <p:cNvPr id="57" name="Group 176"/>
          <p:cNvGrpSpPr>
            <a:grpSpLocks/>
          </p:cNvGrpSpPr>
          <p:nvPr/>
        </p:nvGrpSpPr>
        <p:grpSpPr bwMode="auto">
          <a:xfrm>
            <a:off x="4496991" y="1869282"/>
            <a:ext cx="465534" cy="384572"/>
            <a:chOff x="-44" y="1473"/>
            <a:chExt cx="981" cy="1105"/>
          </a:xfrm>
        </p:grpSpPr>
        <p:pic>
          <p:nvPicPr>
            <p:cNvPr id="58" name="Picture 177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" name="Freeform 17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60" name="Group 179"/>
          <p:cNvGrpSpPr>
            <a:grpSpLocks/>
          </p:cNvGrpSpPr>
          <p:nvPr/>
        </p:nvGrpSpPr>
        <p:grpSpPr bwMode="auto">
          <a:xfrm>
            <a:off x="5868591" y="963216"/>
            <a:ext cx="465534" cy="384572"/>
            <a:chOff x="-44" y="1473"/>
            <a:chExt cx="981" cy="1105"/>
          </a:xfrm>
        </p:grpSpPr>
        <p:pic>
          <p:nvPicPr>
            <p:cNvPr id="61" name="Picture 180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" name="Freeform 18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63" name="Group 182"/>
          <p:cNvGrpSpPr>
            <a:grpSpLocks/>
          </p:cNvGrpSpPr>
          <p:nvPr/>
        </p:nvGrpSpPr>
        <p:grpSpPr bwMode="auto">
          <a:xfrm>
            <a:off x="6325791" y="1020366"/>
            <a:ext cx="465534" cy="384572"/>
            <a:chOff x="-44" y="1473"/>
            <a:chExt cx="981" cy="1105"/>
          </a:xfrm>
        </p:grpSpPr>
        <p:pic>
          <p:nvPicPr>
            <p:cNvPr id="64" name="Picture 183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" name="Freeform 184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66" name="Group 185"/>
          <p:cNvGrpSpPr>
            <a:grpSpLocks/>
          </p:cNvGrpSpPr>
          <p:nvPr/>
        </p:nvGrpSpPr>
        <p:grpSpPr bwMode="auto">
          <a:xfrm flipH="1">
            <a:off x="7419975" y="1771651"/>
            <a:ext cx="465535" cy="384572"/>
            <a:chOff x="-44" y="1473"/>
            <a:chExt cx="981" cy="1105"/>
          </a:xfrm>
        </p:grpSpPr>
        <p:pic>
          <p:nvPicPr>
            <p:cNvPr id="67" name="Picture 186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" name="Freeform 18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69" name="灯片编号占位符 2">
            <a:extLst>
              <a:ext uri="{FF2B5EF4-FFF2-40B4-BE49-F238E27FC236}">
                <a16:creationId xmlns:a16="http://schemas.microsoft.com/office/drawing/2014/main" id="{090DCCC9-2F3C-4B11-8795-4E315135E4C2}"/>
              </a:ext>
            </a:extLst>
          </p:cNvPr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5</a:t>
            </a:fld>
            <a:endParaRPr lang="en-US" altLang="zh-CN" dirty="0"/>
          </a:p>
        </p:txBody>
      </p:sp>
      <p:sp>
        <p:nvSpPr>
          <p:cNvPr id="70" name="AutoShape 5">
            <a:extLst>
              <a:ext uri="{FF2B5EF4-FFF2-40B4-BE49-F238E27FC236}">
                <a16:creationId xmlns:a16="http://schemas.microsoft.com/office/drawing/2014/main" id="{126ADBAB-98EA-4883-9DC1-323F03D69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716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0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2.6 P2P</a:t>
            </a:r>
            <a:r>
              <a:rPr lang="zh-CN" altLang="en-US" dirty="0">
                <a:solidFill>
                  <a:srgbClr val="0070C0"/>
                </a:solidFill>
              </a:rPr>
              <a:t>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45316" y="1000107"/>
            <a:ext cx="6110287" cy="391001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2.6.1 P2P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文件分发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进行分发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服务器端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必须上载至少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个拷贝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所需上载时间：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4" indent="0">
              <a:buNone/>
            </a:pPr>
            <a:r>
              <a:rPr lang="en-US" altLang="zh-CN" sz="1600" i="1" dirty="0" err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600" baseline="-25000" dirty="0" err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=F/u</a:t>
            </a:r>
            <a:r>
              <a:rPr lang="en-US" altLang="zh-CN" sz="1600" baseline="-250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</a:p>
          <a:p>
            <a:pPr lvl="1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每个端点必须获得一个拷贝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4" indent="0"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6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=F/d</a:t>
            </a:r>
            <a:r>
              <a:rPr lang="en-US" altLang="zh-CN" sz="16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min</a:t>
            </a:r>
          </a:p>
          <a:p>
            <a:pPr lvl="1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客户群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必须下载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个拷贝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总体上载速率为</a:t>
            </a:r>
            <a:r>
              <a:rPr lang="en-US" altLang="zh-CN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1600" baseline="-250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∑</a:t>
            </a:r>
            <a:r>
              <a:rPr lang="en-US" altLang="zh-CN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1600" baseline="-250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</a:p>
          <a:p>
            <a:pPr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文件分发时间：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600" baseline="-250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p2p</a:t>
            </a:r>
            <a:r>
              <a:rPr lang="zh-CN" altLang="en-US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≥</a:t>
            </a:r>
            <a:r>
              <a:rPr lang="en-US" altLang="zh-CN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max{F/u</a:t>
            </a:r>
            <a:r>
              <a:rPr lang="en-US" altLang="zh-CN" sz="1600" baseline="-250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F/</a:t>
            </a:r>
            <a:r>
              <a:rPr lang="en-US" altLang="zh-CN" sz="1600" dirty="0" err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1600" baseline="-25000" dirty="0" err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</a:t>
            </a:r>
            <a:r>
              <a:rPr lang="en-US" altLang="zh-CN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F/(u</a:t>
            </a:r>
            <a:r>
              <a:rPr lang="en-US" altLang="zh-CN" sz="1600" baseline="-250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∑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1600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)}</a:t>
            </a:r>
          </a:p>
          <a:p>
            <a:pPr lvl="2"/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4"/>
          <p:cNvSpPr>
            <a:spLocks/>
          </p:cNvSpPr>
          <p:nvPr/>
        </p:nvSpPr>
        <p:spPr bwMode="auto">
          <a:xfrm>
            <a:off x="5343526" y="1583532"/>
            <a:ext cx="1602581" cy="907256"/>
          </a:xfrm>
          <a:custGeom>
            <a:avLst/>
            <a:gdLst>
              <a:gd name="T0" fmla="*/ 2147483646 w 1292"/>
              <a:gd name="T1" fmla="*/ 2147483646 h 1255"/>
              <a:gd name="T2" fmla="*/ 2147483646 w 1292"/>
              <a:gd name="T3" fmla="*/ 2147483646 h 1255"/>
              <a:gd name="T4" fmla="*/ 2147483646 w 1292"/>
              <a:gd name="T5" fmla="*/ 2147483646 h 1255"/>
              <a:gd name="T6" fmla="*/ 2147483646 w 1292"/>
              <a:gd name="T7" fmla="*/ 2147483646 h 1255"/>
              <a:gd name="T8" fmla="*/ 2147483646 w 1292"/>
              <a:gd name="T9" fmla="*/ 2147483646 h 1255"/>
              <a:gd name="T10" fmla="*/ 2147483646 w 1292"/>
              <a:gd name="T11" fmla="*/ 2147483646 h 1255"/>
              <a:gd name="T12" fmla="*/ 2147483646 w 1292"/>
              <a:gd name="T13" fmla="*/ 2147483646 h 1255"/>
              <a:gd name="T14" fmla="*/ 2147483646 w 1292"/>
              <a:gd name="T15" fmla="*/ 2147483646 h 1255"/>
              <a:gd name="T16" fmla="*/ 2147483646 w 1292"/>
              <a:gd name="T17" fmla="*/ 2147483646 h 1255"/>
              <a:gd name="T18" fmla="*/ 2147483646 w 1292"/>
              <a:gd name="T19" fmla="*/ 2147483646 h 1255"/>
              <a:gd name="T20" fmla="*/ 2147483646 w 1292"/>
              <a:gd name="T21" fmla="*/ 2147483646 h 1255"/>
              <a:gd name="T22" fmla="*/ 2147483646 w 1292"/>
              <a:gd name="T23" fmla="*/ 2147483646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5147072" y="1564482"/>
            <a:ext cx="341709" cy="1607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" name="Text Box 15"/>
          <p:cNvSpPr txBox="1">
            <a:spLocks noChangeArrowheads="1"/>
          </p:cNvSpPr>
          <p:nvPr/>
        </p:nvSpPr>
        <p:spPr bwMode="auto">
          <a:xfrm>
            <a:off x="5166122" y="1322785"/>
            <a:ext cx="3209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latin typeface="Arial" panose="020B0604020202020204" pitchFamily="34" charset="0"/>
              </a:rPr>
              <a:t>u</a:t>
            </a:r>
            <a:r>
              <a:rPr lang="en-US" altLang="zh-CN" sz="1200" i="1" baseline="-25000">
                <a:latin typeface="Arial" panose="020B0604020202020204" pitchFamily="34" charset="0"/>
              </a:rPr>
              <a:t>s</a:t>
            </a:r>
          </a:p>
        </p:txBody>
      </p:sp>
      <p:sp>
        <p:nvSpPr>
          <p:cNvPr id="11" name="Line 39"/>
          <p:cNvSpPr>
            <a:spLocks noChangeShapeType="1"/>
          </p:cNvSpPr>
          <p:nvPr/>
        </p:nvSpPr>
        <p:spPr bwMode="auto">
          <a:xfrm>
            <a:off x="4960144" y="2034779"/>
            <a:ext cx="43100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" name="Line 40"/>
          <p:cNvSpPr>
            <a:spLocks noChangeShapeType="1"/>
          </p:cNvSpPr>
          <p:nvPr/>
        </p:nvSpPr>
        <p:spPr bwMode="auto">
          <a:xfrm flipH="1">
            <a:off x="4982766" y="2110979"/>
            <a:ext cx="425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5755405" y="1845469"/>
            <a:ext cx="72167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chemeClr val="bg1"/>
                </a:solidFill>
                <a:latin typeface="Arial" panose="020B0604020202020204" pitchFamily="34" charset="0"/>
              </a:rPr>
              <a:t>network</a:t>
            </a:r>
          </a:p>
        </p:txBody>
      </p:sp>
      <p:sp>
        <p:nvSpPr>
          <p:cNvPr id="14" name="AutoShape 327"/>
          <p:cNvSpPr>
            <a:spLocks noChangeArrowheads="1"/>
          </p:cNvSpPr>
          <p:nvPr/>
        </p:nvSpPr>
        <p:spPr bwMode="auto">
          <a:xfrm>
            <a:off x="4698207" y="1171575"/>
            <a:ext cx="251222" cy="301229"/>
          </a:xfrm>
          <a:prstGeom prst="can">
            <a:avLst>
              <a:gd name="adj" fmla="val 24242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Line 22"/>
          <p:cNvSpPr>
            <a:spLocks noChangeShapeType="1"/>
          </p:cNvSpPr>
          <p:nvPr/>
        </p:nvSpPr>
        <p:spPr bwMode="auto">
          <a:xfrm flipV="1">
            <a:off x="6393657" y="1364457"/>
            <a:ext cx="135731" cy="3976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6" name="Line 23"/>
          <p:cNvSpPr>
            <a:spLocks noChangeShapeType="1"/>
          </p:cNvSpPr>
          <p:nvPr/>
        </p:nvSpPr>
        <p:spPr bwMode="auto">
          <a:xfrm flipH="1">
            <a:off x="6451998" y="1369219"/>
            <a:ext cx="140494" cy="40124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7" name="Line 22"/>
          <p:cNvSpPr>
            <a:spLocks noChangeShapeType="1"/>
          </p:cNvSpPr>
          <p:nvPr/>
        </p:nvSpPr>
        <p:spPr bwMode="auto">
          <a:xfrm flipV="1">
            <a:off x="5955506" y="1302544"/>
            <a:ext cx="134541" cy="3976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8" name="Line 23"/>
          <p:cNvSpPr>
            <a:spLocks noChangeShapeType="1"/>
          </p:cNvSpPr>
          <p:nvPr/>
        </p:nvSpPr>
        <p:spPr bwMode="auto">
          <a:xfrm flipH="1">
            <a:off x="6012656" y="1307306"/>
            <a:ext cx="139304" cy="40124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9" name="Line 138"/>
          <p:cNvSpPr>
            <a:spLocks noChangeShapeType="1"/>
          </p:cNvSpPr>
          <p:nvPr/>
        </p:nvSpPr>
        <p:spPr bwMode="auto">
          <a:xfrm>
            <a:off x="6935391" y="1934766"/>
            <a:ext cx="49410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0" name="Line 139"/>
          <p:cNvSpPr>
            <a:spLocks noChangeShapeType="1"/>
          </p:cNvSpPr>
          <p:nvPr/>
        </p:nvSpPr>
        <p:spPr bwMode="auto">
          <a:xfrm>
            <a:off x="6937772" y="2012156"/>
            <a:ext cx="495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1" name="Text Box 41"/>
          <p:cNvSpPr txBox="1">
            <a:spLocks noChangeArrowheads="1"/>
          </p:cNvSpPr>
          <p:nvPr/>
        </p:nvSpPr>
        <p:spPr bwMode="auto">
          <a:xfrm>
            <a:off x="7003256" y="1609726"/>
            <a:ext cx="3381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latin typeface="Arial" panose="020B0604020202020204" pitchFamily="34" charset="0"/>
              </a:rPr>
              <a:t>d</a:t>
            </a:r>
            <a:r>
              <a:rPr lang="en-US" altLang="zh-CN" sz="1200" i="1" baseline="-25000">
                <a:latin typeface="Arial" panose="020B0604020202020204" pitchFamily="34" charset="0"/>
              </a:rPr>
              <a:t>i</a:t>
            </a:r>
          </a:p>
        </p:txBody>
      </p:sp>
      <p:sp>
        <p:nvSpPr>
          <p:cNvPr id="22" name="Text Box 41"/>
          <p:cNvSpPr txBox="1">
            <a:spLocks noChangeArrowheads="1"/>
          </p:cNvSpPr>
          <p:nvPr/>
        </p:nvSpPr>
        <p:spPr bwMode="auto">
          <a:xfrm>
            <a:off x="7015163" y="1997869"/>
            <a:ext cx="379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>
                <a:latin typeface="Arial" panose="020B0604020202020204" pitchFamily="34" charset="0"/>
              </a:rPr>
              <a:t>u</a:t>
            </a:r>
            <a:r>
              <a:rPr lang="en-US" altLang="zh-CN" sz="1200" i="1" baseline="-25000">
                <a:latin typeface="Arial" panose="020B0604020202020204" pitchFamily="34" charset="0"/>
              </a:rPr>
              <a:t>i</a:t>
            </a:r>
          </a:p>
        </p:txBody>
      </p:sp>
      <p:sp>
        <p:nvSpPr>
          <p:cNvPr id="23" name="Text Box 47"/>
          <p:cNvSpPr txBox="1">
            <a:spLocks noChangeArrowheads="1"/>
          </p:cNvSpPr>
          <p:nvPr/>
        </p:nvSpPr>
        <p:spPr bwMode="auto">
          <a:xfrm>
            <a:off x="4517232" y="1212056"/>
            <a:ext cx="592931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 i="1">
                <a:latin typeface="Arial" panose="020B0604020202020204" pitchFamily="34" charset="0"/>
              </a:rPr>
              <a:t>F</a:t>
            </a:r>
            <a:endParaRPr lang="en-US" altLang="zh-CN" sz="1050" i="1" baseline="-25000">
              <a:latin typeface="Arial" panose="020B0604020202020204" pitchFamily="34" charset="0"/>
            </a:endParaRPr>
          </a:p>
        </p:txBody>
      </p:sp>
      <p:grpSp>
        <p:nvGrpSpPr>
          <p:cNvPr id="24" name="Group 143"/>
          <p:cNvGrpSpPr>
            <a:grpSpLocks/>
          </p:cNvGrpSpPr>
          <p:nvPr/>
        </p:nvGrpSpPr>
        <p:grpSpPr bwMode="auto">
          <a:xfrm>
            <a:off x="4979194" y="1268016"/>
            <a:ext cx="219075" cy="388144"/>
            <a:chOff x="4140" y="429"/>
            <a:chExt cx="1425" cy="2396"/>
          </a:xfrm>
        </p:grpSpPr>
        <p:sp>
          <p:nvSpPr>
            <p:cNvPr id="25" name="Freeform 144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" name="Rectangle 145"/>
            <p:cNvSpPr>
              <a:spLocks noChangeArrowheads="1"/>
            </p:cNvSpPr>
            <p:nvPr/>
          </p:nvSpPr>
          <p:spPr bwMode="auto">
            <a:xfrm>
              <a:off x="4210" y="429"/>
              <a:ext cx="1046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27" name="Freeform 146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" name="Freeform 147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" name="Rectangle 148"/>
            <p:cNvSpPr>
              <a:spLocks noChangeArrowheads="1"/>
            </p:cNvSpPr>
            <p:nvPr/>
          </p:nvSpPr>
          <p:spPr bwMode="auto">
            <a:xfrm>
              <a:off x="4210" y="694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30" name="Group 149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5" name="AutoShape 150"/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5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6" name="AutoShape 151"/>
              <p:cNvSpPr>
                <a:spLocks noChangeArrowheads="1"/>
              </p:cNvSpPr>
              <p:nvPr/>
            </p:nvSpPr>
            <p:spPr bwMode="auto">
              <a:xfrm>
                <a:off x="637" y="2585"/>
                <a:ext cx="686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" name="Rectangle 152"/>
            <p:cNvSpPr>
              <a:spLocks noChangeArrowheads="1"/>
            </p:cNvSpPr>
            <p:nvPr/>
          </p:nvSpPr>
          <p:spPr bwMode="auto">
            <a:xfrm>
              <a:off x="4225" y="1017"/>
              <a:ext cx="596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32" name="Group 153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3" name="AutoShape 154"/>
              <p:cNvSpPr>
                <a:spLocks noChangeArrowheads="1"/>
              </p:cNvSpPr>
              <p:nvPr/>
            </p:nvSpPr>
            <p:spPr bwMode="auto">
              <a:xfrm>
                <a:off x="610" y="2569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4" name="AutoShape 155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8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3" name="Rectangle 156"/>
            <p:cNvSpPr>
              <a:spLocks noChangeArrowheads="1"/>
            </p:cNvSpPr>
            <p:nvPr/>
          </p:nvSpPr>
          <p:spPr bwMode="auto">
            <a:xfrm>
              <a:off x="4217" y="1355"/>
              <a:ext cx="596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34" name="Rectangle 157"/>
            <p:cNvSpPr>
              <a:spLocks noChangeArrowheads="1"/>
            </p:cNvSpPr>
            <p:nvPr/>
          </p:nvSpPr>
          <p:spPr bwMode="auto">
            <a:xfrm>
              <a:off x="4225" y="1656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35" name="Group 158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1" name="AutoShape 159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4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2" name="AutoShape 160"/>
              <p:cNvSpPr>
                <a:spLocks noChangeArrowheads="1"/>
              </p:cNvSpPr>
              <p:nvPr/>
            </p:nvSpPr>
            <p:spPr bwMode="auto">
              <a:xfrm>
                <a:off x="635" y="2582"/>
                <a:ext cx="685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6" name="Freeform 161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37" name="Group 162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9" name="AutoShape 163"/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50" name="AutoShape 164"/>
              <p:cNvSpPr>
                <a:spLocks noChangeArrowheads="1"/>
              </p:cNvSpPr>
              <p:nvPr/>
            </p:nvSpPr>
            <p:spPr bwMode="auto">
              <a:xfrm>
                <a:off x="630" y="2581"/>
                <a:ext cx="68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8" name="Rectangle 165"/>
            <p:cNvSpPr>
              <a:spLocks noChangeArrowheads="1"/>
            </p:cNvSpPr>
            <p:nvPr/>
          </p:nvSpPr>
          <p:spPr bwMode="auto">
            <a:xfrm>
              <a:off x="5247" y="429"/>
              <a:ext cx="70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39" name="Freeform 166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0" name="Freeform 167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1" name="Oval 168"/>
            <p:cNvSpPr>
              <a:spLocks noChangeArrowheads="1"/>
            </p:cNvSpPr>
            <p:nvPr/>
          </p:nvSpPr>
          <p:spPr bwMode="auto">
            <a:xfrm>
              <a:off x="5519" y="2612"/>
              <a:ext cx="46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42" name="Freeform 169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3" name="AutoShape 170"/>
            <p:cNvSpPr>
              <a:spLocks noChangeArrowheads="1"/>
            </p:cNvSpPr>
            <p:nvPr/>
          </p:nvSpPr>
          <p:spPr bwMode="auto">
            <a:xfrm>
              <a:off x="4140" y="2678"/>
              <a:ext cx="1200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44" name="AutoShape 171"/>
            <p:cNvSpPr>
              <a:spLocks noChangeArrowheads="1"/>
            </p:cNvSpPr>
            <p:nvPr/>
          </p:nvSpPr>
          <p:spPr bwMode="auto">
            <a:xfrm>
              <a:off x="4210" y="2707"/>
              <a:ext cx="1069" cy="8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45" name="Oval 172"/>
            <p:cNvSpPr>
              <a:spLocks noChangeArrowheads="1"/>
            </p:cNvSpPr>
            <p:nvPr/>
          </p:nvSpPr>
          <p:spPr bwMode="auto">
            <a:xfrm>
              <a:off x="4310" y="2384"/>
              <a:ext cx="155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46" name="Oval 173"/>
            <p:cNvSpPr>
              <a:spLocks noChangeArrowheads="1"/>
            </p:cNvSpPr>
            <p:nvPr/>
          </p:nvSpPr>
          <p:spPr bwMode="auto">
            <a:xfrm>
              <a:off x="4489" y="2384"/>
              <a:ext cx="155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Oval 174"/>
            <p:cNvSpPr>
              <a:spLocks noChangeArrowheads="1"/>
            </p:cNvSpPr>
            <p:nvPr/>
          </p:nvSpPr>
          <p:spPr bwMode="auto">
            <a:xfrm>
              <a:off x="4659" y="2384"/>
              <a:ext cx="163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48" name="Rectangle 175"/>
            <p:cNvSpPr>
              <a:spLocks noChangeArrowheads="1"/>
            </p:cNvSpPr>
            <p:nvPr/>
          </p:nvSpPr>
          <p:spPr bwMode="auto">
            <a:xfrm>
              <a:off x="5062" y="1833"/>
              <a:ext cx="85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</p:grpSp>
      <p:grpSp>
        <p:nvGrpSpPr>
          <p:cNvPr id="57" name="Group 176"/>
          <p:cNvGrpSpPr>
            <a:grpSpLocks/>
          </p:cNvGrpSpPr>
          <p:nvPr/>
        </p:nvGrpSpPr>
        <p:grpSpPr bwMode="auto">
          <a:xfrm>
            <a:off x="4496991" y="1869282"/>
            <a:ext cx="465534" cy="384572"/>
            <a:chOff x="-44" y="1473"/>
            <a:chExt cx="981" cy="1105"/>
          </a:xfrm>
        </p:grpSpPr>
        <p:pic>
          <p:nvPicPr>
            <p:cNvPr id="58" name="Picture 177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" name="Freeform 17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60" name="Group 179"/>
          <p:cNvGrpSpPr>
            <a:grpSpLocks/>
          </p:cNvGrpSpPr>
          <p:nvPr/>
        </p:nvGrpSpPr>
        <p:grpSpPr bwMode="auto">
          <a:xfrm>
            <a:off x="5868591" y="963216"/>
            <a:ext cx="465534" cy="384572"/>
            <a:chOff x="-44" y="1473"/>
            <a:chExt cx="981" cy="1105"/>
          </a:xfrm>
        </p:grpSpPr>
        <p:pic>
          <p:nvPicPr>
            <p:cNvPr id="61" name="Picture 180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" name="Freeform 18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63" name="Group 182"/>
          <p:cNvGrpSpPr>
            <a:grpSpLocks/>
          </p:cNvGrpSpPr>
          <p:nvPr/>
        </p:nvGrpSpPr>
        <p:grpSpPr bwMode="auto">
          <a:xfrm>
            <a:off x="6325791" y="1020366"/>
            <a:ext cx="465534" cy="384572"/>
            <a:chOff x="-44" y="1473"/>
            <a:chExt cx="981" cy="1105"/>
          </a:xfrm>
        </p:grpSpPr>
        <p:pic>
          <p:nvPicPr>
            <p:cNvPr id="64" name="Picture 183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" name="Freeform 184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66" name="Group 185"/>
          <p:cNvGrpSpPr>
            <a:grpSpLocks/>
          </p:cNvGrpSpPr>
          <p:nvPr/>
        </p:nvGrpSpPr>
        <p:grpSpPr bwMode="auto">
          <a:xfrm flipH="1">
            <a:off x="7419975" y="1771651"/>
            <a:ext cx="465535" cy="384572"/>
            <a:chOff x="-44" y="1473"/>
            <a:chExt cx="981" cy="1105"/>
          </a:xfrm>
        </p:grpSpPr>
        <p:pic>
          <p:nvPicPr>
            <p:cNvPr id="67" name="Picture 186" descr="desktop_computer_stylized_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" name="Freeform 18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69" name="灯片编号占位符 2">
            <a:extLst>
              <a:ext uri="{FF2B5EF4-FFF2-40B4-BE49-F238E27FC236}">
                <a16:creationId xmlns:a16="http://schemas.microsoft.com/office/drawing/2014/main" id="{038318B7-0746-4E84-9E30-714889E33CDC}"/>
              </a:ext>
            </a:extLst>
          </p:cNvPr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6</a:t>
            </a:fld>
            <a:endParaRPr lang="en-US" altLang="zh-CN" dirty="0"/>
          </a:p>
        </p:txBody>
      </p:sp>
      <p:sp>
        <p:nvSpPr>
          <p:cNvPr id="70" name="AutoShape 5">
            <a:extLst>
              <a:ext uri="{FF2B5EF4-FFF2-40B4-BE49-F238E27FC236}">
                <a16:creationId xmlns:a16="http://schemas.microsoft.com/office/drawing/2014/main" id="{EC961F6F-F3EB-455F-81A3-4ABF0E0EA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613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2.6 P2P</a:t>
            </a:r>
            <a:r>
              <a:rPr lang="zh-CN" altLang="en-US" dirty="0">
                <a:solidFill>
                  <a:srgbClr val="0070C0"/>
                </a:solidFill>
              </a:rPr>
              <a:t>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395536" y="934557"/>
            <a:ext cx="6110287" cy="391001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2.6.1 P2P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文件分发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C/S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模式的比较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3726604"/>
              </p:ext>
            </p:extLst>
          </p:nvPr>
        </p:nvGraphicFramePr>
        <p:xfrm>
          <a:off x="3707904" y="1419622"/>
          <a:ext cx="4907756" cy="334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" name="Chart" r:id="rId4" imgW="7724851" imgH="5286451" progId="Excel.Chart.8">
                  <p:embed/>
                </p:oleObj>
              </mc:Choice>
              <mc:Fallback>
                <p:oleObj name="Chart" r:id="rId4" imgW="7724851" imgH="5286451" progId="Excel.Chart.8">
                  <p:embed/>
                  <p:pic>
                    <p:nvPicPr>
                      <p:cNvPr id="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1419622"/>
                        <a:ext cx="4907756" cy="334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D6D31784-34E6-4611-8929-A84E528C9E5A}"/>
              </a:ext>
            </a:extLst>
          </p:cNvPr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7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90518423-3C24-4C16-BFF4-654D89F40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416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2.6 P2P</a:t>
            </a:r>
            <a:r>
              <a:rPr lang="zh-CN" altLang="en-US" dirty="0">
                <a:solidFill>
                  <a:srgbClr val="0070C0"/>
                </a:solidFill>
              </a:rPr>
              <a:t>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22684" y="902802"/>
            <a:ext cx="6110287" cy="391001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2.6.2 BitTorrent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文件分发协议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文件被分为大小为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256Kb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的块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洪流中的端点发送和接收这些文件块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37"/>
          <p:cNvSpPr txBox="1">
            <a:spLocks noChangeArrowheads="1"/>
          </p:cNvSpPr>
          <p:nvPr/>
        </p:nvSpPr>
        <p:spPr bwMode="auto">
          <a:xfrm>
            <a:off x="1125948" y="2012646"/>
            <a:ext cx="2414444" cy="276999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 i="1" u="sng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追踪器</a:t>
            </a:r>
            <a:r>
              <a:rPr lang="en-US" altLang="zh-TW" sz="1200" i="1" u="sng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追踪加入到分发中的端点</a:t>
            </a:r>
            <a:endParaRPr lang="en-US" altLang="zh-TW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41"/>
          <p:cNvSpPr txBox="1">
            <a:spLocks noChangeArrowheads="1"/>
          </p:cNvSpPr>
          <p:nvPr/>
        </p:nvSpPr>
        <p:spPr bwMode="auto">
          <a:xfrm>
            <a:off x="6322793" y="1946142"/>
            <a:ext cx="2497673" cy="23282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200" i="1" u="sng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torrent</a:t>
            </a:r>
            <a:r>
              <a:rPr lang="en-US" altLang="zh-TW" sz="1200" i="1" u="sng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能够分享文件块的端点</a:t>
            </a:r>
            <a:endParaRPr lang="en-US" altLang="zh-TW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Group 44"/>
          <p:cNvGrpSpPr>
            <a:grpSpLocks/>
          </p:cNvGrpSpPr>
          <p:nvPr/>
        </p:nvGrpSpPr>
        <p:grpSpPr bwMode="auto">
          <a:xfrm>
            <a:off x="2992898" y="1962750"/>
            <a:ext cx="4056459" cy="2881374"/>
            <a:chOff x="846" y="1325"/>
            <a:chExt cx="3407" cy="2776"/>
          </a:xfrm>
        </p:grpSpPr>
        <p:grpSp>
          <p:nvGrpSpPr>
            <p:cNvPr id="11" name="Group 3"/>
            <p:cNvGrpSpPr>
              <a:grpSpLocks/>
            </p:cNvGrpSpPr>
            <p:nvPr/>
          </p:nvGrpSpPr>
          <p:grpSpPr bwMode="auto">
            <a:xfrm>
              <a:off x="1431" y="1325"/>
              <a:ext cx="339" cy="558"/>
              <a:chOff x="4180" y="783"/>
              <a:chExt cx="150" cy="307"/>
            </a:xfrm>
          </p:grpSpPr>
          <p:sp>
            <p:nvSpPr>
              <p:cNvPr id="41" name="AutoShape 4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Rectangle 5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Rectangle 6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AutoShape 7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Line 8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Line 9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Rectangle 10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Rectangle 11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aphicFrame>
          <p:nvGraphicFramePr>
            <p:cNvPr id="12" name="Object 12"/>
            <p:cNvGraphicFramePr>
              <a:graphicFrameLocks noChangeAspect="1"/>
            </p:cNvGraphicFramePr>
            <p:nvPr/>
          </p:nvGraphicFramePr>
          <p:xfrm>
            <a:off x="1398" y="2546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3" name="Clip" r:id="rId4" imgW="1305000" imgH="1085760" progId="MS_ClipArt_Gallery.2">
                    <p:embed/>
                  </p:oleObj>
                </mc:Choice>
                <mc:Fallback>
                  <p:oleObj name="Clip" r:id="rId4" imgW="1305000" imgH="1085760" progId="MS_ClipArt_Gallery.2">
                    <p:embed/>
                    <p:pic>
                      <p:nvPicPr>
                        <p:cNvPr id="1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8" y="2546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3"/>
            <p:cNvGraphicFramePr>
              <a:graphicFrameLocks noChangeAspect="1"/>
            </p:cNvGraphicFramePr>
            <p:nvPr/>
          </p:nvGraphicFramePr>
          <p:xfrm>
            <a:off x="2583" y="3755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4" name="Clip" r:id="rId6" imgW="1305000" imgH="1085760" progId="MS_ClipArt_Gallery.2">
                    <p:embed/>
                  </p:oleObj>
                </mc:Choice>
                <mc:Fallback>
                  <p:oleObj name="Clip" r:id="rId6" imgW="1305000" imgH="1085760" progId="MS_ClipArt_Gallery.2">
                    <p:embed/>
                    <p:pic>
                      <p:nvPicPr>
                        <p:cNvPr id="13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3" y="3755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4"/>
            <p:cNvGraphicFramePr>
              <a:graphicFrameLocks noChangeAspect="1"/>
            </p:cNvGraphicFramePr>
            <p:nvPr/>
          </p:nvGraphicFramePr>
          <p:xfrm>
            <a:off x="1826" y="3267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5" name="Clip" r:id="rId7" imgW="1305000" imgH="1085760" progId="MS_ClipArt_Gallery.2">
                    <p:embed/>
                  </p:oleObj>
                </mc:Choice>
                <mc:Fallback>
                  <p:oleObj name="Clip" r:id="rId7" imgW="1305000" imgH="1085760" progId="MS_ClipArt_Gallery.2">
                    <p:embed/>
                    <p:pic>
                      <p:nvPicPr>
                        <p:cNvPr id="14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6" y="3267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5"/>
            <p:cNvGraphicFramePr>
              <a:graphicFrameLocks noChangeAspect="1"/>
            </p:cNvGraphicFramePr>
            <p:nvPr/>
          </p:nvGraphicFramePr>
          <p:xfrm>
            <a:off x="3296" y="3553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6" name="Clip" r:id="rId8" imgW="1305000" imgH="1085760" progId="MS_ClipArt_Gallery.2">
                    <p:embed/>
                  </p:oleObj>
                </mc:Choice>
                <mc:Fallback>
                  <p:oleObj name="Clip" r:id="rId8" imgW="1305000" imgH="1085760" progId="MS_ClipArt_Gallery.2">
                    <p:embed/>
                    <p:pic>
                      <p:nvPicPr>
                        <p:cNvPr id="15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6" y="3553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6"/>
            <p:cNvGraphicFramePr>
              <a:graphicFrameLocks noChangeAspect="1"/>
            </p:cNvGraphicFramePr>
            <p:nvPr/>
          </p:nvGraphicFramePr>
          <p:xfrm>
            <a:off x="3754" y="3862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7" name="Clip" r:id="rId9" imgW="1305000" imgH="1085760" progId="MS_ClipArt_Gallery.2">
                    <p:embed/>
                  </p:oleObj>
                </mc:Choice>
                <mc:Fallback>
                  <p:oleObj name="Clip" r:id="rId9" imgW="1305000" imgH="1085760" progId="MS_ClipArt_Gallery.2">
                    <p:embed/>
                    <p:pic>
                      <p:nvPicPr>
                        <p:cNvPr id="16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4" y="3862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7"/>
            <p:cNvGraphicFramePr>
              <a:graphicFrameLocks noChangeAspect="1"/>
            </p:cNvGraphicFramePr>
            <p:nvPr/>
          </p:nvGraphicFramePr>
          <p:xfrm>
            <a:off x="3961" y="2633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8" name="Clip" r:id="rId10" imgW="1305000" imgH="1085760" progId="MS_ClipArt_Gallery.2">
                    <p:embed/>
                  </p:oleObj>
                </mc:Choice>
                <mc:Fallback>
                  <p:oleObj name="Clip" r:id="rId10" imgW="1305000" imgH="1085760" progId="MS_ClipArt_Gallery.2">
                    <p:embed/>
                    <p:pic>
                      <p:nvPicPr>
                        <p:cNvPr id="17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1" y="2633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8"/>
            <p:cNvGraphicFramePr>
              <a:graphicFrameLocks noChangeAspect="1"/>
            </p:cNvGraphicFramePr>
            <p:nvPr/>
          </p:nvGraphicFramePr>
          <p:xfrm>
            <a:off x="2189" y="1451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9" name="Clip" r:id="rId11" imgW="1305000" imgH="1085760" progId="MS_ClipArt_Gallery.2">
                    <p:embed/>
                  </p:oleObj>
                </mc:Choice>
                <mc:Fallback>
                  <p:oleObj name="Clip" r:id="rId11" imgW="1305000" imgH="1085760" progId="MS_ClipArt_Gallery.2">
                    <p:embed/>
                    <p:pic>
                      <p:nvPicPr>
                        <p:cNvPr id="18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9" y="1451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9"/>
            <p:cNvGraphicFramePr>
              <a:graphicFrameLocks noChangeAspect="1"/>
            </p:cNvGraphicFramePr>
            <p:nvPr/>
          </p:nvGraphicFramePr>
          <p:xfrm>
            <a:off x="3973" y="1903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80" name="Clip" r:id="rId12" imgW="1305000" imgH="1085760" progId="MS_ClipArt_Gallery.2">
                    <p:embed/>
                  </p:oleObj>
                </mc:Choice>
                <mc:Fallback>
                  <p:oleObj name="Clip" r:id="rId12" imgW="1305000" imgH="1085760" progId="MS_ClipArt_Gallery.2">
                    <p:embed/>
                    <p:pic>
                      <p:nvPicPr>
                        <p:cNvPr id="19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3" y="1903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0"/>
            <p:cNvGraphicFramePr>
              <a:graphicFrameLocks noChangeAspect="1"/>
            </p:cNvGraphicFramePr>
            <p:nvPr/>
          </p:nvGraphicFramePr>
          <p:xfrm>
            <a:off x="3289" y="1391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81" name="Clip" r:id="rId13" imgW="1305000" imgH="1085760" progId="MS_ClipArt_Gallery.2">
                    <p:embed/>
                  </p:oleObj>
                </mc:Choice>
                <mc:Fallback>
                  <p:oleObj name="Clip" r:id="rId13" imgW="1305000" imgH="1085760" progId="MS_ClipArt_Gallery.2">
                    <p:embed/>
                    <p:pic>
                      <p:nvPicPr>
                        <p:cNvPr id="2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9" y="1391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1541" y="1892"/>
              <a:ext cx="1" cy="66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V="1">
              <a:off x="1636" y="1656"/>
              <a:ext cx="615" cy="9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V="1">
              <a:off x="1661" y="2020"/>
              <a:ext cx="2360" cy="6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>
              <a:off x="1635" y="2760"/>
              <a:ext cx="1736" cy="8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2409" y="1665"/>
              <a:ext cx="1594" cy="9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 flipH="1">
              <a:off x="2007" y="1671"/>
              <a:ext cx="323" cy="15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 flipV="1">
              <a:off x="3561" y="1592"/>
              <a:ext cx="489" cy="3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 flipH="1">
              <a:off x="2780" y="2137"/>
              <a:ext cx="1278" cy="15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29"/>
            <p:cNvSpPr>
              <a:spLocks noChangeShapeType="1"/>
            </p:cNvSpPr>
            <p:nvPr/>
          </p:nvSpPr>
          <p:spPr bwMode="auto">
            <a:xfrm flipH="1">
              <a:off x="2835" y="3715"/>
              <a:ext cx="466" cy="1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 flipH="1">
              <a:off x="2086" y="1624"/>
              <a:ext cx="1294" cy="1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V="1">
              <a:off x="2094" y="2792"/>
              <a:ext cx="1893" cy="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>
              <a:off x="3506" y="1608"/>
              <a:ext cx="607" cy="10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>
              <a:off x="3545" y="3731"/>
              <a:ext cx="237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34"/>
            <p:cNvSpPr>
              <a:spLocks noChangeShapeType="1"/>
            </p:cNvSpPr>
            <p:nvPr/>
          </p:nvSpPr>
          <p:spPr bwMode="auto">
            <a:xfrm>
              <a:off x="2843" y="3944"/>
              <a:ext cx="939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Text Box 35"/>
            <p:cNvSpPr txBox="1">
              <a:spLocks noChangeArrowheads="1"/>
            </p:cNvSpPr>
            <p:nvPr/>
          </p:nvSpPr>
          <p:spPr bwMode="auto">
            <a:xfrm>
              <a:off x="846" y="2049"/>
              <a:ext cx="931" cy="26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获得端点列表</a:t>
              </a:r>
              <a:endPara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Text Box 36"/>
            <p:cNvSpPr txBox="1">
              <a:spLocks noChangeArrowheads="1"/>
            </p:cNvSpPr>
            <p:nvPr/>
          </p:nvSpPr>
          <p:spPr bwMode="auto">
            <a:xfrm>
              <a:off x="2730" y="2539"/>
              <a:ext cx="801" cy="26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文件块交互</a:t>
              </a:r>
              <a:endPara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Line 38"/>
            <p:cNvSpPr>
              <a:spLocks noChangeShapeType="1"/>
            </p:cNvSpPr>
            <p:nvPr/>
          </p:nvSpPr>
          <p:spPr bwMode="auto">
            <a:xfrm flipH="1">
              <a:off x="3892" y="2871"/>
              <a:ext cx="214" cy="9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8" name="Picture 39" descr="Alice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3" y="2742"/>
              <a:ext cx="354" cy="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Text Box 40"/>
            <p:cNvSpPr txBox="1">
              <a:spLocks noChangeArrowheads="1"/>
            </p:cNvSpPr>
            <p:nvPr/>
          </p:nvSpPr>
          <p:spPr bwMode="auto">
            <a:xfrm>
              <a:off x="1760" y="3471"/>
              <a:ext cx="432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TW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peer</a:t>
              </a:r>
            </a:p>
          </p:txBody>
        </p:sp>
        <p:sp>
          <p:nvSpPr>
            <p:cNvPr id="40" name="Line 42"/>
            <p:cNvSpPr>
              <a:spLocks noChangeShapeType="1"/>
            </p:cNvSpPr>
            <p:nvPr/>
          </p:nvSpPr>
          <p:spPr bwMode="auto">
            <a:xfrm>
              <a:off x="1113" y="1690"/>
              <a:ext cx="248" cy="73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9" name="Text Box 35"/>
          <p:cNvSpPr txBox="1">
            <a:spLocks noChangeArrowheads="1"/>
          </p:cNvSpPr>
          <p:nvPr/>
        </p:nvSpPr>
        <p:spPr bwMode="auto">
          <a:xfrm>
            <a:off x="2191696" y="3847399"/>
            <a:ext cx="1421095" cy="30008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Alice arrives  …</a:t>
            </a:r>
          </a:p>
        </p:txBody>
      </p:sp>
      <p:sp>
        <p:nvSpPr>
          <p:cNvPr id="50" name="Text Box 35"/>
          <p:cNvSpPr txBox="1">
            <a:spLocks noChangeArrowheads="1"/>
          </p:cNvSpPr>
          <p:nvPr/>
        </p:nvSpPr>
        <p:spPr bwMode="auto">
          <a:xfrm>
            <a:off x="2202412" y="4042662"/>
            <a:ext cx="1920462" cy="5078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 obtains list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 peers from tracker</a:t>
            </a:r>
          </a:p>
        </p:txBody>
      </p:sp>
      <p:sp>
        <p:nvSpPr>
          <p:cNvPr id="51" name="Text Box 35"/>
          <p:cNvSpPr txBox="1">
            <a:spLocks noChangeArrowheads="1"/>
          </p:cNvSpPr>
          <p:nvPr/>
        </p:nvSpPr>
        <p:spPr bwMode="auto">
          <a:xfrm>
            <a:off x="2172646" y="4448665"/>
            <a:ext cx="2804614" cy="5078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 and begins exchanging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file chunks with peers in torrent</a:t>
            </a:r>
          </a:p>
        </p:txBody>
      </p:sp>
      <p:sp>
        <p:nvSpPr>
          <p:cNvPr id="52" name="灯片编号占位符 2">
            <a:extLst>
              <a:ext uri="{FF2B5EF4-FFF2-40B4-BE49-F238E27FC236}">
                <a16:creationId xmlns:a16="http://schemas.microsoft.com/office/drawing/2014/main" id="{85DCB6EB-7070-4949-901C-537C8C8CD402}"/>
              </a:ext>
            </a:extLst>
          </p:cNvPr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8</a:t>
            </a:fld>
            <a:endParaRPr lang="en-US" altLang="zh-CN" dirty="0"/>
          </a:p>
        </p:txBody>
      </p:sp>
      <p:sp>
        <p:nvSpPr>
          <p:cNvPr id="53" name="AutoShape 5">
            <a:extLst>
              <a:ext uri="{FF2B5EF4-FFF2-40B4-BE49-F238E27FC236}">
                <a16:creationId xmlns:a16="http://schemas.microsoft.com/office/drawing/2014/main" id="{0AC9A500-B3A7-4359-8C09-E5DC124C8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77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1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2.6 P2P</a:t>
            </a:r>
            <a:r>
              <a:rPr lang="zh-CN" altLang="en-US" dirty="0">
                <a:solidFill>
                  <a:srgbClr val="0070C0"/>
                </a:solidFill>
              </a:rPr>
              <a:t>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74896" y="963061"/>
            <a:ext cx="6110287" cy="391001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2.6.2 BitTorrent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文件分发协议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新加入的端点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Alice</a:t>
            </a:r>
          </a:p>
          <a:p>
            <a:pPr lvl="2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没有文件块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从邻居那里下载文件块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问题：先获得哪些块？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随后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她向哪些邻居分享块？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Alice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获取完文件后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可能离开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可能继续分享文件块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43"/>
          <p:cNvGrpSpPr>
            <a:grpSpLocks/>
          </p:cNvGrpSpPr>
          <p:nvPr/>
        </p:nvGrpSpPr>
        <p:grpSpPr bwMode="auto">
          <a:xfrm>
            <a:off x="4932040" y="1347614"/>
            <a:ext cx="3049241" cy="2967536"/>
            <a:chOff x="2195" y="208"/>
            <a:chExt cx="3140" cy="2776"/>
          </a:xfrm>
        </p:grpSpPr>
        <p:grpSp>
          <p:nvGrpSpPr>
            <p:cNvPr id="9" name="Group 6"/>
            <p:cNvGrpSpPr>
              <a:grpSpLocks/>
            </p:cNvGrpSpPr>
            <p:nvPr/>
          </p:nvGrpSpPr>
          <p:grpSpPr bwMode="auto">
            <a:xfrm>
              <a:off x="2513" y="208"/>
              <a:ext cx="339" cy="558"/>
              <a:chOff x="4180" y="783"/>
              <a:chExt cx="150" cy="307"/>
            </a:xfrm>
          </p:grpSpPr>
          <p:sp>
            <p:nvSpPr>
              <p:cNvPr id="35" name="AutoShape 7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Comic Sans MS" panose="030F0702030302020204" pitchFamily="66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36" name="Rectangle 8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Comic Sans MS" panose="030F0702030302020204" pitchFamily="66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37" name="Rectangle 9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Comic Sans MS" panose="030F0702030302020204" pitchFamily="66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38" name="AutoShape 10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Comic Sans MS" panose="030F0702030302020204" pitchFamily="66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39" name="Line 11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40" name="Line 12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41" name="Rectangle 13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Comic Sans MS" panose="030F0702030302020204" pitchFamily="66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42" name="Rectangle 14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Comic Sans MS" panose="030F0702030302020204" pitchFamily="66" charset="0"/>
                  <a:ea typeface="新細明體" panose="02020500000000000000" pitchFamily="18" charset="-120"/>
                </a:endParaRPr>
              </a:p>
            </p:txBody>
          </p:sp>
        </p:grpSp>
        <p:graphicFrame>
          <p:nvGraphicFramePr>
            <p:cNvPr id="10" name="Object 15"/>
            <p:cNvGraphicFramePr>
              <a:graphicFrameLocks noChangeAspect="1"/>
            </p:cNvGraphicFramePr>
            <p:nvPr/>
          </p:nvGraphicFramePr>
          <p:xfrm>
            <a:off x="2480" y="1429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97" name="Clip" r:id="rId4" imgW="1305000" imgH="1085760" progId="MS_ClipArt_Gallery.2">
                    <p:embed/>
                  </p:oleObj>
                </mc:Choice>
                <mc:Fallback>
                  <p:oleObj name="Clip" r:id="rId4" imgW="1305000" imgH="1085760" progId="MS_ClipArt_Gallery.2">
                    <p:embed/>
                    <p:pic>
                      <p:nvPicPr>
                        <p:cNvPr id="1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0" y="1429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6"/>
            <p:cNvGraphicFramePr>
              <a:graphicFrameLocks noChangeAspect="1"/>
            </p:cNvGraphicFramePr>
            <p:nvPr/>
          </p:nvGraphicFramePr>
          <p:xfrm>
            <a:off x="3665" y="2638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98" name="Clip" r:id="rId6" imgW="1305000" imgH="1085760" progId="MS_ClipArt_Gallery.2">
                    <p:embed/>
                  </p:oleObj>
                </mc:Choice>
                <mc:Fallback>
                  <p:oleObj name="Clip" r:id="rId6" imgW="1305000" imgH="1085760" progId="MS_ClipArt_Gallery.2">
                    <p:embed/>
                    <p:pic>
                      <p:nvPicPr>
                        <p:cNvPr id="11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5" y="2638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7"/>
            <p:cNvGraphicFramePr>
              <a:graphicFrameLocks noChangeAspect="1"/>
            </p:cNvGraphicFramePr>
            <p:nvPr/>
          </p:nvGraphicFramePr>
          <p:xfrm>
            <a:off x="2908" y="2150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99" name="Clip" r:id="rId7" imgW="1305000" imgH="1085760" progId="MS_ClipArt_Gallery.2">
                    <p:embed/>
                  </p:oleObj>
                </mc:Choice>
                <mc:Fallback>
                  <p:oleObj name="Clip" r:id="rId7" imgW="1305000" imgH="1085760" progId="MS_ClipArt_Gallery.2">
                    <p:embed/>
                    <p:pic>
                      <p:nvPicPr>
                        <p:cNvPr id="12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8" y="2150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8"/>
            <p:cNvGraphicFramePr>
              <a:graphicFrameLocks noChangeAspect="1"/>
            </p:cNvGraphicFramePr>
            <p:nvPr/>
          </p:nvGraphicFramePr>
          <p:xfrm>
            <a:off x="4378" y="2436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00" name="Clip" r:id="rId8" imgW="1305000" imgH="1085760" progId="MS_ClipArt_Gallery.2">
                    <p:embed/>
                  </p:oleObj>
                </mc:Choice>
                <mc:Fallback>
                  <p:oleObj name="Clip" r:id="rId8" imgW="1305000" imgH="1085760" progId="MS_ClipArt_Gallery.2">
                    <p:embed/>
                    <p:pic>
                      <p:nvPicPr>
                        <p:cNvPr id="13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8" y="2436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9"/>
            <p:cNvGraphicFramePr>
              <a:graphicFrameLocks noChangeAspect="1"/>
            </p:cNvGraphicFramePr>
            <p:nvPr/>
          </p:nvGraphicFramePr>
          <p:xfrm>
            <a:off x="4836" y="2745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01" name="Clip" r:id="rId9" imgW="1305000" imgH="1085760" progId="MS_ClipArt_Gallery.2">
                    <p:embed/>
                  </p:oleObj>
                </mc:Choice>
                <mc:Fallback>
                  <p:oleObj name="Clip" r:id="rId9" imgW="1305000" imgH="1085760" progId="MS_ClipArt_Gallery.2">
                    <p:embed/>
                    <p:pic>
                      <p:nvPicPr>
                        <p:cNvPr id="14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6" y="2745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20"/>
            <p:cNvGraphicFramePr>
              <a:graphicFrameLocks noChangeAspect="1"/>
            </p:cNvGraphicFramePr>
            <p:nvPr/>
          </p:nvGraphicFramePr>
          <p:xfrm>
            <a:off x="5043" y="1516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02" name="Clip" r:id="rId10" imgW="1305000" imgH="1085760" progId="MS_ClipArt_Gallery.2">
                    <p:embed/>
                  </p:oleObj>
                </mc:Choice>
                <mc:Fallback>
                  <p:oleObj name="Clip" r:id="rId10" imgW="1305000" imgH="1085760" progId="MS_ClipArt_Gallery.2">
                    <p:embed/>
                    <p:pic>
                      <p:nvPicPr>
                        <p:cNvPr id="15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3" y="1516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21"/>
            <p:cNvGraphicFramePr>
              <a:graphicFrameLocks noChangeAspect="1"/>
            </p:cNvGraphicFramePr>
            <p:nvPr/>
          </p:nvGraphicFramePr>
          <p:xfrm>
            <a:off x="3271" y="334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03" name="Clip" r:id="rId11" imgW="1305000" imgH="1085760" progId="MS_ClipArt_Gallery.2">
                    <p:embed/>
                  </p:oleObj>
                </mc:Choice>
                <mc:Fallback>
                  <p:oleObj name="Clip" r:id="rId11" imgW="1305000" imgH="1085760" progId="MS_ClipArt_Gallery.2">
                    <p:embed/>
                    <p:pic>
                      <p:nvPicPr>
                        <p:cNvPr id="16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1" y="334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2"/>
            <p:cNvGraphicFramePr>
              <a:graphicFrameLocks noChangeAspect="1"/>
            </p:cNvGraphicFramePr>
            <p:nvPr/>
          </p:nvGraphicFramePr>
          <p:xfrm>
            <a:off x="5055" y="786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04" name="Clip" r:id="rId12" imgW="1305000" imgH="1085760" progId="MS_ClipArt_Gallery.2">
                    <p:embed/>
                  </p:oleObj>
                </mc:Choice>
                <mc:Fallback>
                  <p:oleObj name="Clip" r:id="rId12" imgW="1305000" imgH="1085760" progId="MS_ClipArt_Gallery.2">
                    <p:embed/>
                    <p:pic>
                      <p:nvPicPr>
                        <p:cNvPr id="17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5" y="786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23"/>
            <p:cNvGraphicFramePr>
              <a:graphicFrameLocks noChangeAspect="1"/>
            </p:cNvGraphicFramePr>
            <p:nvPr/>
          </p:nvGraphicFramePr>
          <p:xfrm>
            <a:off x="4371" y="274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05" name="Clip" r:id="rId13" imgW="1305000" imgH="1085760" progId="MS_ClipArt_Gallery.2">
                    <p:embed/>
                  </p:oleObj>
                </mc:Choice>
                <mc:Fallback>
                  <p:oleObj name="Clip" r:id="rId13" imgW="1305000" imgH="1085760" progId="MS_ClipArt_Gallery.2">
                    <p:embed/>
                    <p:pic>
                      <p:nvPicPr>
                        <p:cNvPr id="18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1" y="274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Line 24"/>
            <p:cNvSpPr>
              <a:spLocks noChangeShapeType="1"/>
            </p:cNvSpPr>
            <p:nvPr/>
          </p:nvSpPr>
          <p:spPr bwMode="auto">
            <a:xfrm>
              <a:off x="2623" y="775"/>
              <a:ext cx="0" cy="66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" name="Line 25"/>
            <p:cNvSpPr>
              <a:spLocks noChangeShapeType="1"/>
            </p:cNvSpPr>
            <p:nvPr/>
          </p:nvSpPr>
          <p:spPr bwMode="auto">
            <a:xfrm flipV="1">
              <a:off x="2718" y="539"/>
              <a:ext cx="615" cy="9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1" name="Line 26"/>
            <p:cNvSpPr>
              <a:spLocks noChangeShapeType="1"/>
            </p:cNvSpPr>
            <p:nvPr/>
          </p:nvSpPr>
          <p:spPr bwMode="auto">
            <a:xfrm flipV="1">
              <a:off x="2743" y="903"/>
              <a:ext cx="2360" cy="6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2" name="Line 27"/>
            <p:cNvSpPr>
              <a:spLocks noChangeShapeType="1"/>
            </p:cNvSpPr>
            <p:nvPr/>
          </p:nvSpPr>
          <p:spPr bwMode="auto">
            <a:xfrm>
              <a:off x="2717" y="1643"/>
              <a:ext cx="1736" cy="8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3" name="Line 28"/>
            <p:cNvSpPr>
              <a:spLocks noChangeShapeType="1"/>
            </p:cNvSpPr>
            <p:nvPr/>
          </p:nvSpPr>
          <p:spPr bwMode="auto">
            <a:xfrm>
              <a:off x="3491" y="548"/>
              <a:ext cx="1594" cy="9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4" name="Line 29"/>
            <p:cNvSpPr>
              <a:spLocks noChangeShapeType="1"/>
            </p:cNvSpPr>
            <p:nvPr/>
          </p:nvSpPr>
          <p:spPr bwMode="auto">
            <a:xfrm flipH="1">
              <a:off x="3089" y="554"/>
              <a:ext cx="323" cy="15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" name="Line 30"/>
            <p:cNvSpPr>
              <a:spLocks noChangeShapeType="1"/>
            </p:cNvSpPr>
            <p:nvPr/>
          </p:nvSpPr>
          <p:spPr bwMode="auto">
            <a:xfrm flipH="1" flipV="1">
              <a:off x="4643" y="475"/>
              <a:ext cx="489" cy="3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6" name="Line 31"/>
            <p:cNvSpPr>
              <a:spLocks noChangeShapeType="1"/>
            </p:cNvSpPr>
            <p:nvPr/>
          </p:nvSpPr>
          <p:spPr bwMode="auto">
            <a:xfrm flipH="1">
              <a:off x="3862" y="1020"/>
              <a:ext cx="1278" cy="15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7" name="Line 32"/>
            <p:cNvSpPr>
              <a:spLocks noChangeShapeType="1"/>
            </p:cNvSpPr>
            <p:nvPr/>
          </p:nvSpPr>
          <p:spPr bwMode="auto">
            <a:xfrm flipH="1">
              <a:off x="3917" y="2598"/>
              <a:ext cx="466" cy="1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8" name="Line 33"/>
            <p:cNvSpPr>
              <a:spLocks noChangeShapeType="1"/>
            </p:cNvSpPr>
            <p:nvPr/>
          </p:nvSpPr>
          <p:spPr bwMode="auto">
            <a:xfrm flipH="1">
              <a:off x="3168" y="507"/>
              <a:ext cx="1294" cy="1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9" name="Line 34"/>
            <p:cNvSpPr>
              <a:spLocks noChangeShapeType="1"/>
            </p:cNvSpPr>
            <p:nvPr/>
          </p:nvSpPr>
          <p:spPr bwMode="auto">
            <a:xfrm flipV="1">
              <a:off x="3176" y="1675"/>
              <a:ext cx="1893" cy="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0" name="Line 35"/>
            <p:cNvSpPr>
              <a:spLocks noChangeShapeType="1"/>
            </p:cNvSpPr>
            <p:nvPr/>
          </p:nvSpPr>
          <p:spPr bwMode="auto">
            <a:xfrm>
              <a:off x="4588" y="491"/>
              <a:ext cx="607" cy="10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1" name="Line 36"/>
            <p:cNvSpPr>
              <a:spLocks noChangeShapeType="1"/>
            </p:cNvSpPr>
            <p:nvPr/>
          </p:nvSpPr>
          <p:spPr bwMode="auto">
            <a:xfrm>
              <a:off x="4627" y="2614"/>
              <a:ext cx="237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2" name="Line 37"/>
            <p:cNvSpPr>
              <a:spLocks noChangeShapeType="1"/>
            </p:cNvSpPr>
            <p:nvPr/>
          </p:nvSpPr>
          <p:spPr bwMode="auto">
            <a:xfrm>
              <a:off x="3925" y="2827"/>
              <a:ext cx="9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3" name="Line 39"/>
            <p:cNvSpPr>
              <a:spLocks noChangeShapeType="1"/>
            </p:cNvSpPr>
            <p:nvPr/>
          </p:nvSpPr>
          <p:spPr bwMode="auto">
            <a:xfrm flipH="1">
              <a:off x="4974" y="1754"/>
              <a:ext cx="214" cy="9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pic>
          <p:nvPicPr>
            <p:cNvPr id="34" name="Picture 40" descr="Alice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5" y="1625"/>
              <a:ext cx="354" cy="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3" name="灯片编号占位符 2">
            <a:extLst>
              <a:ext uri="{FF2B5EF4-FFF2-40B4-BE49-F238E27FC236}">
                <a16:creationId xmlns:a16="http://schemas.microsoft.com/office/drawing/2014/main" id="{85584AEA-5837-433E-ADAA-EE52645BD791}"/>
              </a:ext>
            </a:extLst>
          </p:cNvPr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9</a:t>
            </a:fld>
            <a:endParaRPr lang="en-US" altLang="zh-CN" dirty="0"/>
          </a:p>
        </p:txBody>
      </p:sp>
      <p:sp>
        <p:nvSpPr>
          <p:cNvPr id="44" name="AutoShape 5">
            <a:extLst>
              <a:ext uri="{FF2B5EF4-FFF2-40B4-BE49-F238E27FC236}">
                <a16:creationId xmlns:a16="http://schemas.microsoft.com/office/drawing/2014/main" id="{820C08FA-4643-4278-9A5B-757E0D3B9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840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1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2.6 P2P</a:t>
            </a:r>
            <a:r>
              <a:rPr lang="zh-CN" altLang="en-US" dirty="0">
                <a:solidFill>
                  <a:srgbClr val="0070C0"/>
                </a:solidFill>
              </a:rPr>
              <a:t>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395536" y="959643"/>
            <a:ext cx="7416824" cy="391001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2.6.2 BitTorrent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文件分发协议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请求文件块：最稀缺优先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在某一时刻：不同的端点，文件块集也不同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在某段时间：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</a:pP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Alice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周期性地向邻居索问他们的文件块索引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</a:pP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随后请求这些所需的文件块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最稀缺优先原则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所有邻居中某个块的数量最少，则先请求这个块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>
              <a:lnSpc>
                <a:spcPct val="1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Why?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响应文件块：礼尚往来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疏通：确定给自己发送块最快的几个对等方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tit-for-tat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：看谁对我好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给我传的快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，我也对他好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他传得也快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2B514403-903C-42B9-9D1C-1C3C62ED6281}"/>
              </a:ext>
            </a:extLst>
          </p:cNvPr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10</a:t>
            </a:fld>
            <a:endParaRPr lang="en-US" altLang="zh-CN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BC6DF343-7D25-4DB4-984C-117F403B8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069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2.6 P2P</a:t>
            </a:r>
            <a:r>
              <a:rPr lang="zh-CN" altLang="en-US" dirty="0">
                <a:solidFill>
                  <a:srgbClr val="0070C0"/>
                </a:solidFill>
              </a:rPr>
              <a:t>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392906" y="938641"/>
            <a:ext cx="6110287" cy="391001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2.6.2 BitTorrent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文件分发协议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13" descr="Ali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985" y="3826780"/>
            <a:ext cx="421481" cy="520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Line 15"/>
          <p:cNvSpPr>
            <a:spLocks noChangeShapeType="1"/>
          </p:cNvSpPr>
          <p:nvPr/>
        </p:nvSpPr>
        <p:spPr bwMode="auto">
          <a:xfrm flipH="1" flipV="1">
            <a:off x="2247900" y="3081449"/>
            <a:ext cx="1104900" cy="4476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 sz="1350"/>
          </a:p>
        </p:txBody>
      </p:sp>
      <p:sp>
        <p:nvSpPr>
          <p:cNvPr id="10" name="Line 16"/>
          <p:cNvSpPr>
            <a:spLocks noChangeShapeType="1"/>
          </p:cNvSpPr>
          <p:nvPr/>
        </p:nvSpPr>
        <p:spPr bwMode="auto">
          <a:xfrm flipH="1">
            <a:off x="2608660" y="3700574"/>
            <a:ext cx="723900" cy="2857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 sz="1350"/>
          </a:p>
        </p:txBody>
      </p:sp>
      <p:sp>
        <p:nvSpPr>
          <p:cNvPr id="11" name="Line 17"/>
          <p:cNvSpPr>
            <a:spLocks noChangeShapeType="1"/>
          </p:cNvSpPr>
          <p:nvPr/>
        </p:nvSpPr>
        <p:spPr bwMode="auto">
          <a:xfrm flipH="1">
            <a:off x="3114675" y="3786299"/>
            <a:ext cx="447675" cy="781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 sz="1350"/>
          </a:p>
        </p:txBody>
      </p:sp>
      <p:sp>
        <p:nvSpPr>
          <p:cNvPr id="12" name="Line 18"/>
          <p:cNvSpPr>
            <a:spLocks noChangeShapeType="1"/>
          </p:cNvSpPr>
          <p:nvPr/>
        </p:nvSpPr>
        <p:spPr bwMode="auto">
          <a:xfrm flipV="1">
            <a:off x="5276850" y="2424224"/>
            <a:ext cx="314325" cy="485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 sz="1350"/>
          </a:p>
        </p:txBody>
      </p:sp>
      <p:sp>
        <p:nvSpPr>
          <p:cNvPr id="13" name="Line 20"/>
          <p:cNvSpPr>
            <a:spLocks noChangeShapeType="1"/>
          </p:cNvSpPr>
          <p:nvPr/>
        </p:nvSpPr>
        <p:spPr bwMode="auto">
          <a:xfrm flipV="1">
            <a:off x="5353050" y="2862374"/>
            <a:ext cx="59055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 sz="1350"/>
          </a:p>
        </p:txBody>
      </p:sp>
      <p:sp>
        <p:nvSpPr>
          <p:cNvPr id="14" name="Line 21"/>
          <p:cNvSpPr>
            <a:spLocks noChangeShapeType="1"/>
          </p:cNvSpPr>
          <p:nvPr/>
        </p:nvSpPr>
        <p:spPr bwMode="auto">
          <a:xfrm>
            <a:off x="5353050" y="3214799"/>
            <a:ext cx="447675" cy="238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 sz="1350"/>
          </a:p>
        </p:txBody>
      </p:sp>
      <p:pic>
        <p:nvPicPr>
          <p:cNvPr id="15" name="Picture 22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7992" y="3398155"/>
            <a:ext cx="507206" cy="51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Line 23"/>
          <p:cNvSpPr>
            <a:spLocks noChangeShapeType="1"/>
          </p:cNvSpPr>
          <p:nvPr/>
        </p:nvSpPr>
        <p:spPr bwMode="auto">
          <a:xfrm flipV="1">
            <a:off x="3790950" y="3062399"/>
            <a:ext cx="1076325" cy="361950"/>
          </a:xfrm>
          <a:prstGeom prst="line">
            <a:avLst/>
          </a:prstGeom>
          <a:noFill/>
          <a:ln w="25400">
            <a:solidFill>
              <a:srgbClr val="CC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 sz="1350"/>
          </a:p>
        </p:txBody>
      </p:sp>
      <p:sp>
        <p:nvSpPr>
          <p:cNvPr id="17" name="Line 24"/>
          <p:cNvSpPr>
            <a:spLocks noChangeShapeType="1"/>
          </p:cNvSpPr>
          <p:nvPr/>
        </p:nvSpPr>
        <p:spPr bwMode="auto">
          <a:xfrm flipH="1">
            <a:off x="3800475" y="3129074"/>
            <a:ext cx="1047750" cy="35242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 sz="1350"/>
          </a:p>
        </p:txBody>
      </p:sp>
      <p:sp>
        <p:nvSpPr>
          <p:cNvPr id="18" name="Line 25"/>
          <p:cNvSpPr>
            <a:spLocks noChangeShapeType="1"/>
          </p:cNvSpPr>
          <p:nvPr/>
        </p:nvSpPr>
        <p:spPr bwMode="auto">
          <a:xfrm flipV="1">
            <a:off x="3829050" y="3205274"/>
            <a:ext cx="1028700" cy="3619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 sz="1350"/>
          </a:p>
        </p:txBody>
      </p:sp>
      <p:sp>
        <p:nvSpPr>
          <p:cNvPr id="19" name="Text Box 26"/>
          <p:cNvSpPr txBox="1">
            <a:spLocks noChangeArrowheads="1"/>
          </p:cNvSpPr>
          <p:nvPr/>
        </p:nvSpPr>
        <p:spPr bwMode="auto">
          <a:xfrm>
            <a:off x="761792" y="1316720"/>
            <a:ext cx="3643626" cy="24622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en-US" altLang="zh-CN" sz="16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Alcie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乐观地给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Bob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分享文件块：疏通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Box 27"/>
          <p:cNvSpPr txBox="1">
            <a:spLocks noChangeArrowheads="1"/>
          </p:cNvSpPr>
          <p:nvPr/>
        </p:nvSpPr>
        <p:spPr bwMode="auto">
          <a:xfrm>
            <a:off x="761792" y="1573895"/>
            <a:ext cx="5059077" cy="24622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Alice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成为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Bob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的前四位最佳贡献者，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Bob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也给予回报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Box 28"/>
          <p:cNvSpPr txBox="1">
            <a:spLocks noChangeArrowheads="1"/>
          </p:cNvSpPr>
          <p:nvPr/>
        </p:nvSpPr>
        <p:spPr bwMode="auto">
          <a:xfrm>
            <a:off x="755838" y="1840595"/>
            <a:ext cx="3643626" cy="24622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Bob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也成为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Alice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的前四位最佳贡献者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Box 29"/>
          <p:cNvSpPr txBox="1">
            <a:spLocks noChangeArrowheads="1"/>
          </p:cNvSpPr>
          <p:nvPr/>
        </p:nvSpPr>
        <p:spPr bwMode="auto">
          <a:xfrm>
            <a:off x="4923235" y="4106577"/>
            <a:ext cx="2693194" cy="553998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 i="1" dirty="0"/>
              <a:t>higher upload rate:</a:t>
            </a:r>
            <a:r>
              <a:rPr lang="en-US" altLang="zh-CN" sz="1500" dirty="0"/>
              <a:t> find better trading partners, get file faster !</a:t>
            </a:r>
          </a:p>
        </p:txBody>
      </p:sp>
      <p:grpSp>
        <p:nvGrpSpPr>
          <p:cNvPr id="23" name="Group 52"/>
          <p:cNvGrpSpPr>
            <a:grpSpLocks/>
          </p:cNvGrpSpPr>
          <p:nvPr/>
        </p:nvGrpSpPr>
        <p:grpSpPr bwMode="auto">
          <a:xfrm>
            <a:off x="2053829" y="3704146"/>
            <a:ext cx="571500" cy="564356"/>
            <a:chOff x="-44" y="1473"/>
            <a:chExt cx="981" cy="1105"/>
          </a:xfrm>
        </p:grpSpPr>
        <p:pic>
          <p:nvPicPr>
            <p:cNvPr id="24" name="Picture 53" descr="desktop_computer_stylized_medium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Freeform 54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6" name="Group 55"/>
          <p:cNvGrpSpPr>
            <a:grpSpLocks/>
          </p:cNvGrpSpPr>
          <p:nvPr/>
        </p:nvGrpSpPr>
        <p:grpSpPr bwMode="auto">
          <a:xfrm>
            <a:off x="2575322" y="4275646"/>
            <a:ext cx="571500" cy="564356"/>
            <a:chOff x="-44" y="1473"/>
            <a:chExt cx="981" cy="1105"/>
          </a:xfrm>
        </p:grpSpPr>
        <p:pic>
          <p:nvPicPr>
            <p:cNvPr id="27" name="Picture 56" descr="desktop_computer_stylized_medium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Freeform 5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9" name="Group 58"/>
          <p:cNvGrpSpPr>
            <a:grpSpLocks/>
          </p:cNvGrpSpPr>
          <p:nvPr/>
        </p:nvGrpSpPr>
        <p:grpSpPr bwMode="auto">
          <a:xfrm>
            <a:off x="1689497" y="2863565"/>
            <a:ext cx="571500" cy="564356"/>
            <a:chOff x="-44" y="1473"/>
            <a:chExt cx="981" cy="1105"/>
          </a:xfrm>
        </p:grpSpPr>
        <p:pic>
          <p:nvPicPr>
            <p:cNvPr id="30" name="Picture 59" descr="desktop_computer_stylized_medium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" name="Freeform 6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32" name="Group 61"/>
          <p:cNvGrpSpPr>
            <a:grpSpLocks/>
          </p:cNvGrpSpPr>
          <p:nvPr/>
        </p:nvGrpSpPr>
        <p:grpSpPr bwMode="auto">
          <a:xfrm>
            <a:off x="3162300" y="3263615"/>
            <a:ext cx="571500" cy="564356"/>
            <a:chOff x="-44" y="1473"/>
            <a:chExt cx="981" cy="1105"/>
          </a:xfrm>
        </p:grpSpPr>
        <p:pic>
          <p:nvPicPr>
            <p:cNvPr id="33" name="Picture 62" descr="desktop_computer_stylized_medium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" name="Freeform 6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35" name="Group 64"/>
          <p:cNvGrpSpPr>
            <a:grpSpLocks/>
          </p:cNvGrpSpPr>
          <p:nvPr/>
        </p:nvGrpSpPr>
        <p:grpSpPr bwMode="auto">
          <a:xfrm flipH="1">
            <a:off x="5807869" y="3206465"/>
            <a:ext cx="571500" cy="564356"/>
            <a:chOff x="-44" y="1473"/>
            <a:chExt cx="981" cy="1105"/>
          </a:xfrm>
        </p:grpSpPr>
        <p:pic>
          <p:nvPicPr>
            <p:cNvPr id="36" name="Picture 65" descr="desktop_computer_stylized_medium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" name="Freeform 6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38" name="Group 67"/>
          <p:cNvGrpSpPr>
            <a:grpSpLocks/>
          </p:cNvGrpSpPr>
          <p:nvPr/>
        </p:nvGrpSpPr>
        <p:grpSpPr bwMode="auto">
          <a:xfrm flipH="1">
            <a:off x="5920979" y="2577815"/>
            <a:ext cx="571500" cy="564356"/>
            <a:chOff x="-44" y="1473"/>
            <a:chExt cx="981" cy="1105"/>
          </a:xfrm>
        </p:grpSpPr>
        <p:pic>
          <p:nvPicPr>
            <p:cNvPr id="39" name="Picture 68" descr="desktop_computer_stylized_medium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Freeform 6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41" name="Group 70"/>
          <p:cNvGrpSpPr>
            <a:grpSpLocks/>
          </p:cNvGrpSpPr>
          <p:nvPr/>
        </p:nvGrpSpPr>
        <p:grpSpPr bwMode="auto">
          <a:xfrm flipH="1">
            <a:off x="5626894" y="2112280"/>
            <a:ext cx="571500" cy="564356"/>
            <a:chOff x="-44" y="1473"/>
            <a:chExt cx="981" cy="1105"/>
          </a:xfrm>
        </p:grpSpPr>
        <p:pic>
          <p:nvPicPr>
            <p:cNvPr id="42" name="Picture 71" descr="desktop_computer_stylized_medium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" name="Freeform 7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44" name="Group 74"/>
          <p:cNvGrpSpPr>
            <a:grpSpLocks/>
          </p:cNvGrpSpPr>
          <p:nvPr/>
        </p:nvGrpSpPr>
        <p:grpSpPr bwMode="auto">
          <a:xfrm flipH="1">
            <a:off x="4935141" y="2855230"/>
            <a:ext cx="571500" cy="564356"/>
            <a:chOff x="-44" y="1473"/>
            <a:chExt cx="981" cy="1105"/>
          </a:xfrm>
        </p:grpSpPr>
        <p:pic>
          <p:nvPicPr>
            <p:cNvPr id="45" name="Picture 75" descr="desktop_computer_stylized_medium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" name="Freeform 7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47" name="Group 80"/>
          <p:cNvGrpSpPr>
            <a:grpSpLocks/>
          </p:cNvGrpSpPr>
          <p:nvPr/>
        </p:nvGrpSpPr>
        <p:grpSpPr bwMode="auto">
          <a:xfrm>
            <a:off x="4769644" y="1981311"/>
            <a:ext cx="571500" cy="883444"/>
            <a:chOff x="4746" y="1528"/>
            <a:chExt cx="480" cy="742"/>
          </a:xfrm>
        </p:grpSpPr>
        <p:sp>
          <p:nvSpPr>
            <p:cNvPr id="48" name="Line 50"/>
            <p:cNvSpPr>
              <a:spLocks noChangeShapeType="1"/>
            </p:cNvSpPr>
            <p:nvPr/>
          </p:nvSpPr>
          <p:spPr bwMode="auto">
            <a:xfrm>
              <a:off x="4964" y="1962"/>
              <a:ext cx="2" cy="3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49" name="Group 77"/>
            <p:cNvGrpSpPr>
              <a:grpSpLocks/>
            </p:cNvGrpSpPr>
            <p:nvPr/>
          </p:nvGrpSpPr>
          <p:grpSpPr bwMode="auto">
            <a:xfrm flipH="1">
              <a:off x="4746" y="1528"/>
              <a:ext cx="480" cy="474"/>
              <a:chOff x="-44" y="1473"/>
              <a:chExt cx="981" cy="1105"/>
            </a:xfrm>
          </p:grpSpPr>
          <p:pic>
            <p:nvPicPr>
              <p:cNvPr id="50" name="Picture 7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1" name="Freeform 79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52" name="Group 87"/>
          <p:cNvGrpSpPr>
            <a:grpSpLocks/>
          </p:cNvGrpSpPr>
          <p:nvPr/>
        </p:nvGrpSpPr>
        <p:grpSpPr bwMode="auto">
          <a:xfrm>
            <a:off x="2587229" y="2348024"/>
            <a:ext cx="834628" cy="914400"/>
            <a:chOff x="4779" y="2386"/>
            <a:chExt cx="701" cy="768"/>
          </a:xfrm>
        </p:grpSpPr>
        <p:sp>
          <p:nvSpPr>
            <p:cNvPr id="53" name="Line 46"/>
            <p:cNvSpPr>
              <a:spLocks noChangeShapeType="1"/>
            </p:cNvSpPr>
            <p:nvPr/>
          </p:nvSpPr>
          <p:spPr bwMode="auto">
            <a:xfrm>
              <a:off x="5239" y="2812"/>
              <a:ext cx="241" cy="3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54" name="Group 84"/>
            <p:cNvGrpSpPr>
              <a:grpSpLocks/>
            </p:cNvGrpSpPr>
            <p:nvPr/>
          </p:nvGrpSpPr>
          <p:grpSpPr bwMode="auto">
            <a:xfrm>
              <a:off x="4779" y="2386"/>
              <a:ext cx="480" cy="474"/>
              <a:chOff x="-44" y="1473"/>
              <a:chExt cx="981" cy="1105"/>
            </a:xfrm>
          </p:grpSpPr>
          <p:pic>
            <p:nvPicPr>
              <p:cNvPr id="55" name="Picture 8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" name="Freeform 8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sp>
        <p:nvSpPr>
          <p:cNvPr id="57" name="灯片编号占位符 2">
            <a:extLst>
              <a:ext uri="{FF2B5EF4-FFF2-40B4-BE49-F238E27FC236}">
                <a16:creationId xmlns:a16="http://schemas.microsoft.com/office/drawing/2014/main" id="{0FE2C173-A6F5-4EBE-950E-85479A1942E1}"/>
              </a:ext>
            </a:extLst>
          </p:cNvPr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11</a:t>
            </a:fld>
            <a:endParaRPr lang="en-US" altLang="zh-CN" dirty="0"/>
          </a:p>
        </p:txBody>
      </p:sp>
      <p:sp>
        <p:nvSpPr>
          <p:cNvPr id="58" name="AutoShape 5">
            <a:extLst>
              <a:ext uri="{FF2B5EF4-FFF2-40B4-BE49-F238E27FC236}">
                <a16:creationId xmlns:a16="http://schemas.microsoft.com/office/drawing/2014/main" id="{B13EE0DF-2A5D-44E9-9D47-7A55D18FB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357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8" grpId="0" animBg="1"/>
      <p:bldP spid="19" grpId="0"/>
      <p:bldP spid="20" grpId="0"/>
      <p:bldP spid="21" grpId="0"/>
      <p:bldP spid="22" grpId="0" animBg="1"/>
      <p:bldP spid="58" grpId="0" animBg="1"/>
      <p:bldP spid="58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2.6 P2P</a:t>
            </a:r>
            <a:r>
              <a:rPr lang="zh-CN" altLang="en-US" dirty="0">
                <a:solidFill>
                  <a:srgbClr val="0070C0"/>
                </a:solidFill>
              </a:rPr>
              <a:t>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87290" y="934557"/>
            <a:ext cx="6110287" cy="391001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2.6.3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分布式哈希表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DHT</a:t>
            </a:r>
          </a:p>
          <a:p>
            <a:pPr lvl="1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模式的分布式数据库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数据库的基本思想：键值对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键：学号，值：成绩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键：账号，值：口令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集中式数据库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C/S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分布式数据库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P2P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在大量的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上面存储键值对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分布式哈希表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如何创建？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如何索引？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AutoShape 10"/>
          <p:cNvSpPr>
            <a:spLocks noChangeArrowheads="1"/>
          </p:cNvSpPr>
          <p:nvPr/>
        </p:nvSpPr>
        <p:spPr bwMode="auto">
          <a:xfrm>
            <a:off x="4512469" y="4961335"/>
            <a:ext cx="119063" cy="9525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567" y="958841"/>
            <a:ext cx="378042" cy="514811"/>
          </a:xfrm>
          <a:prstGeom prst="rect">
            <a:avLst/>
          </a:prstGeom>
        </p:spPr>
      </p:pic>
      <p:pic>
        <p:nvPicPr>
          <p:cNvPr id="10" name="Picture 38" descr="464px-Computer_Ic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896" y="2080045"/>
            <a:ext cx="527765" cy="545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8" descr="464px-Computer_Ic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4672" y="2080045"/>
            <a:ext cx="527765" cy="545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箭头连接符 11"/>
          <p:cNvCxnSpPr>
            <a:stCxn id="10" idx="0"/>
          </p:cNvCxnSpPr>
          <p:nvPr/>
        </p:nvCxnSpPr>
        <p:spPr>
          <a:xfrm flipV="1">
            <a:off x="5451779" y="1473652"/>
            <a:ext cx="777595" cy="6063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6118242" y="1473653"/>
            <a:ext cx="181950" cy="6840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loud"/>
          <p:cNvSpPr>
            <a:spLocks noChangeAspect="1" noEditPoints="1" noChangeArrowheads="1"/>
          </p:cNvSpPr>
          <p:nvPr/>
        </p:nvSpPr>
        <p:spPr bwMode="auto">
          <a:xfrm>
            <a:off x="5652120" y="1599642"/>
            <a:ext cx="735215" cy="426398"/>
          </a:xfrm>
          <a:custGeom>
            <a:avLst/>
            <a:gdLst>
              <a:gd name="T0" fmla="*/ 8036 w 21600"/>
              <a:gd name="T1" fmla="*/ 529432 h 21600"/>
              <a:gd name="T2" fmla="*/ 1295400 w 21600"/>
              <a:gd name="T3" fmla="*/ 1057736 h 21600"/>
              <a:gd name="T4" fmla="*/ 2588641 w 21600"/>
              <a:gd name="T5" fmla="*/ 529432 h 21600"/>
              <a:gd name="T6" fmla="*/ 1295400 w 21600"/>
              <a:gd name="T7" fmla="*/ 60541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E1F0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lIns="0" tIns="0" rIns="0" bIns="0" anchor="ctr"/>
          <a:lstStyle>
            <a:lvl1pPr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050" b="0" dirty="0">
                <a:solidFill>
                  <a:srgbClr val="FF6600"/>
                </a:solidFill>
                <a:latin typeface="+mj-lt"/>
                <a:ea typeface="楷体" panose="02010609060101010101" pitchFamily="49" charset="-122"/>
              </a:rPr>
              <a:t>Internet</a:t>
            </a:r>
            <a:endParaRPr lang="zh-CN" altLang="zh-CN" sz="1350" b="0" dirty="0">
              <a:solidFill>
                <a:srgbClr val="FF6600"/>
              </a:solidFill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18" name="Cloud"/>
          <p:cNvSpPr>
            <a:spLocks noChangeAspect="1" noEditPoints="1" noChangeArrowheads="1"/>
          </p:cNvSpPr>
          <p:nvPr/>
        </p:nvSpPr>
        <p:spPr bwMode="auto">
          <a:xfrm>
            <a:off x="5584763" y="3543858"/>
            <a:ext cx="735215" cy="426398"/>
          </a:xfrm>
          <a:custGeom>
            <a:avLst/>
            <a:gdLst>
              <a:gd name="T0" fmla="*/ 8036 w 21600"/>
              <a:gd name="T1" fmla="*/ 529432 h 21600"/>
              <a:gd name="T2" fmla="*/ 1295400 w 21600"/>
              <a:gd name="T3" fmla="*/ 1057736 h 21600"/>
              <a:gd name="T4" fmla="*/ 2588641 w 21600"/>
              <a:gd name="T5" fmla="*/ 529432 h 21600"/>
              <a:gd name="T6" fmla="*/ 1295400 w 21600"/>
              <a:gd name="T7" fmla="*/ 60541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E1F0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lIns="0" tIns="0" rIns="0" bIns="0" anchor="ctr"/>
          <a:lstStyle>
            <a:lvl1pPr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050" b="0" dirty="0">
                <a:solidFill>
                  <a:srgbClr val="FF6600"/>
                </a:solidFill>
                <a:latin typeface="+mj-lt"/>
                <a:ea typeface="楷体" panose="02010609060101010101" pitchFamily="49" charset="-122"/>
              </a:rPr>
              <a:t>Internet</a:t>
            </a:r>
            <a:endParaRPr lang="zh-CN" altLang="zh-CN" sz="1350" b="0" dirty="0">
              <a:solidFill>
                <a:srgbClr val="FF6600"/>
              </a:solidFill>
              <a:latin typeface="+mj-lt"/>
              <a:ea typeface="楷体" panose="02010609060101010101" pitchFamily="49" charset="-122"/>
            </a:endParaRPr>
          </a:p>
        </p:txBody>
      </p:sp>
      <p:pic>
        <p:nvPicPr>
          <p:cNvPr id="19" name="Picture 38" descr="464px-Computer_Ic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5990" y="3010507"/>
            <a:ext cx="527765" cy="545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38" descr="464px-Computer_Ic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737" y="3030271"/>
            <a:ext cx="527765" cy="545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38" descr="464px-Computer_Ic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521" y="4075458"/>
            <a:ext cx="527765" cy="545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38" descr="464px-Computer_Ic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833" y="4075458"/>
            <a:ext cx="527765" cy="545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直接箭头连接符 22"/>
          <p:cNvCxnSpPr/>
          <p:nvPr/>
        </p:nvCxnSpPr>
        <p:spPr>
          <a:xfrm>
            <a:off x="5561285" y="3350607"/>
            <a:ext cx="154376" cy="205611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H="1">
            <a:off x="6243839" y="3413947"/>
            <a:ext cx="193526" cy="196277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6198775" y="3967230"/>
            <a:ext cx="209813" cy="196277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>
            <a:off x="5568814" y="3970255"/>
            <a:ext cx="216434" cy="181202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圆柱形 33"/>
          <p:cNvSpPr/>
          <p:nvPr/>
        </p:nvSpPr>
        <p:spPr>
          <a:xfrm>
            <a:off x="5456977" y="3448664"/>
            <a:ext cx="141665" cy="105219"/>
          </a:xfrm>
          <a:prstGeom prst="can">
            <a:avLst/>
          </a:prstGeom>
          <a:solidFill>
            <a:srgbClr val="97D2FF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6" name="圆柱形 35"/>
          <p:cNvSpPr/>
          <p:nvPr/>
        </p:nvSpPr>
        <p:spPr>
          <a:xfrm>
            <a:off x="6847374" y="3448664"/>
            <a:ext cx="141665" cy="105219"/>
          </a:xfrm>
          <a:prstGeom prst="can">
            <a:avLst/>
          </a:prstGeom>
          <a:solidFill>
            <a:srgbClr val="97D2FF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7" name="圆柱形 36"/>
          <p:cNvSpPr/>
          <p:nvPr/>
        </p:nvSpPr>
        <p:spPr>
          <a:xfrm>
            <a:off x="6894096" y="4529792"/>
            <a:ext cx="141665" cy="105219"/>
          </a:xfrm>
          <a:prstGeom prst="can">
            <a:avLst/>
          </a:prstGeom>
          <a:solidFill>
            <a:srgbClr val="97D2FF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8" name="圆柱形 37"/>
          <p:cNvSpPr/>
          <p:nvPr/>
        </p:nvSpPr>
        <p:spPr>
          <a:xfrm>
            <a:off x="5443099" y="4529792"/>
            <a:ext cx="141665" cy="105219"/>
          </a:xfrm>
          <a:prstGeom prst="can">
            <a:avLst/>
          </a:prstGeom>
          <a:solidFill>
            <a:srgbClr val="97D2FF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灯片编号占位符 2">
            <a:extLst>
              <a:ext uri="{FF2B5EF4-FFF2-40B4-BE49-F238E27FC236}">
                <a16:creationId xmlns:a16="http://schemas.microsoft.com/office/drawing/2014/main" id="{B28490FB-57F5-4119-9C5E-1873AF79F859}"/>
              </a:ext>
            </a:extLst>
          </p:cNvPr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12</a:t>
            </a:fld>
            <a:endParaRPr lang="en-US" altLang="zh-CN" dirty="0"/>
          </a:p>
        </p:txBody>
      </p:sp>
      <p:sp>
        <p:nvSpPr>
          <p:cNvPr id="26" name="AutoShape 5">
            <a:extLst>
              <a:ext uri="{FF2B5EF4-FFF2-40B4-BE49-F238E27FC236}">
                <a16:creationId xmlns:a16="http://schemas.microsoft.com/office/drawing/2014/main" id="{8FCD5464-DB1A-4471-B733-F25F15708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413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 tmFilter="0, 0; .2, .5; .8, .5; 1, 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2" dur="250" autoRev="1" fill="hold"/>
                                        <p:tgtEl>
                                          <p:spTgt spid="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2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1" grpId="1" animBg="1"/>
      <p:bldP spid="9" grpId="0" animBg="1"/>
      <p:bldP spid="18" grpId="0" animBg="1"/>
      <p:bldP spid="34" grpId="0" animBg="1"/>
      <p:bldP spid="36" grpId="0" animBg="1"/>
      <p:bldP spid="37" grpId="0" animBg="1"/>
      <p:bldP spid="38" grpId="0" animBg="1"/>
      <p:bldP spid="26" grpId="0" animBg="1"/>
      <p:bldP spid="26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2.6 P2P</a:t>
            </a:r>
            <a:r>
              <a:rPr lang="zh-CN" altLang="en-US" dirty="0">
                <a:solidFill>
                  <a:srgbClr val="0070C0"/>
                </a:solidFill>
              </a:rPr>
              <a:t>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7544" y="897609"/>
            <a:ext cx="6110287" cy="391001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2.6.3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分布式哈希表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DHT</a:t>
            </a:r>
          </a:p>
          <a:p>
            <a:pPr lvl="1">
              <a:lnSpc>
                <a:spcPct val="125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的应用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5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通过键来查询，获得这个键对应的值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5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应用场景：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5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键：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 Oppenheimer”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Alice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通过这个键来查询谁有这个影片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5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值：拥有这个影片副本的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peer(IP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pic>
        <p:nvPicPr>
          <p:cNvPr id="8" name="Picture 15" descr="User-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318479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2" descr="Office-Client-Female-Light-ic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188598" y="323746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2068228" y="3669465"/>
            <a:ext cx="566304" cy="271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dirty="0">
                <a:solidFill>
                  <a:srgbClr val="0066CC"/>
                </a:solidFill>
                <a:latin typeface="+mj-lt"/>
                <a:ea typeface="+mj-ea"/>
              </a:rPr>
              <a:t>Alice</a:t>
            </a: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2662294" y="3551467"/>
            <a:ext cx="161465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50"/>
          <p:cNvSpPr txBox="1">
            <a:spLocks noChangeArrowheads="1"/>
          </p:cNvSpPr>
          <p:nvPr/>
        </p:nvSpPr>
        <p:spPr bwMode="auto">
          <a:xfrm>
            <a:off x="4174462" y="3669465"/>
            <a:ext cx="628884" cy="271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dirty="0">
                <a:solidFill>
                  <a:srgbClr val="0066CC"/>
                </a:solidFill>
                <a:latin typeface="+mj-lt"/>
                <a:ea typeface="+mj-ea"/>
              </a:rPr>
              <a:t>Bob</a:t>
            </a:r>
          </a:p>
        </p:txBody>
      </p:sp>
      <p:sp>
        <p:nvSpPr>
          <p:cNvPr id="15" name="Text Box 50"/>
          <p:cNvSpPr txBox="1">
            <a:spLocks noChangeArrowheads="1"/>
          </p:cNvSpPr>
          <p:nvPr/>
        </p:nvSpPr>
        <p:spPr bwMode="auto">
          <a:xfrm>
            <a:off x="2681078" y="3293121"/>
            <a:ext cx="1541527" cy="231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zh-CN" sz="1050" b="1" dirty="0">
                <a:solidFill>
                  <a:srgbClr val="0066CC"/>
                </a:solidFill>
                <a:latin typeface="+mj-lt"/>
                <a:ea typeface="+mj-ea"/>
              </a:rPr>
              <a:t>Bob,</a:t>
            </a:r>
            <a:r>
              <a:rPr lang="zh-CN" altLang="en-US" sz="1050" b="1" dirty="0">
                <a:solidFill>
                  <a:srgbClr val="0066CC"/>
                </a:solidFill>
                <a:latin typeface="+mj-lt"/>
                <a:ea typeface="+mj-ea"/>
              </a:rPr>
              <a:t>谁有</a:t>
            </a:r>
            <a:r>
              <a:rPr lang="en-US" altLang="zh-CN" sz="1050" b="1" dirty="0">
                <a:solidFill>
                  <a:srgbClr val="0066CC"/>
                </a:solidFill>
                <a:latin typeface="+mj-lt"/>
                <a:ea typeface="+mj-ea"/>
              </a:rPr>
              <a:t>Oppenheimer</a:t>
            </a:r>
            <a:r>
              <a:rPr lang="zh-CN" altLang="en-US" sz="1050" b="1" dirty="0">
                <a:solidFill>
                  <a:srgbClr val="0066CC"/>
                </a:solidFill>
                <a:latin typeface="+mj-lt"/>
                <a:ea typeface="+mj-ea"/>
              </a:rPr>
              <a:t>？</a:t>
            </a:r>
            <a:endParaRPr lang="en-US" altLang="zh-CN" sz="1350" b="1" dirty="0">
              <a:solidFill>
                <a:srgbClr val="0066CC"/>
              </a:solidFill>
              <a:latin typeface="+mj-lt"/>
              <a:ea typeface="+mj-ea"/>
            </a:endParaRPr>
          </a:p>
        </p:txBody>
      </p:sp>
      <p:pic>
        <p:nvPicPr>
          <p:cNvPr id="17" name="Picture 15" descr="User-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010" y="4415611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接箭头连接符 17"/>
          <p:cNvCxnSpPr>
            <a:endCxn id="17" idx="1"/>
          </p:cNvCxnSpPr>
          <p:nvPr/>
        </p:nvCxnSpPr>
        <p:spPr>
          <a:xfrm>
            <a:off x="4660517" y="3742409"/>
            <a:ext cx="873494" cy="88920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Box 50"/>
          <p:cNvSpPr txBox="1">
            <a:spLocks noChangeArrowheads="1"/>
          </p:cNvSpPr>
          <p:nvPr/>
        </p:nvSpPr>
        <p:spPr bwMode="auto">
          <a:xfrm rot="2756456">
            <a:off x="4432817" y="3787591"/>
            <a:ext cx="154152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050" dirty="0">
                <a:solidFill>
                  <a:srgbClr val="0066CC"/>
                </a:solidFill>
                <a:latin typeface="+mj-lt"/>
                <a:ea typeface="+mj-ea"/>
              </a:rPr>
              <a:t>Carl,</a:t>
            </a:r>
            <a:r>
              <a:rPr lang="zh-CN" altLang="en-US" sz="1050" dirty="0">
                <a:solidFill>
                  <a:srgbClr val="0066CC"/>
                </a:solidFill>
                <a:latin typeface="+mj-lt"/>
                <a:ea typeface="+mj-ea"/>
              </a:rPr>
              <a:t>谁有</a:t>
            </a:r>
            <a:r>
              <a:rPr lang="en-US" altLang="zh-CN" sz="1050" dirty="0">
                <a:solidFill>
                  <a:srgbClr val="0066CC"/>
                </a:solidFill>
                <a:latin typeface="+mj-lt"/>
                <a:ea typeface="+mj-ea"/>
              </a:rPr>
              <a:t>Oppenheimer</a:t>
            </a:r>
            <a:r>
              <a:rPr lang="zh-CN" altLang="en-US" sz="1050" dirty="0">
                <a:solidFill>
                  <a:srgbClr val="0066CC"/>
                </a:solidFill>
                <a:latin typeface="+mj-lt"/>
                <a:ea typeface="+mj-ea"/>
              </a:rPr>
              <a:t>？知道的话请告诉</a:t>
            </a:r>
            <a:r>
              <a:rPr lang="en-US" altLang="zh-CN" sz="1050" dirty="0">
                <a:solidFill>
                  <a:srgbClr val="0066CC"/>
                </a:solidFill>
                <a:latin typeface="+mj-lt"/>
                <a:ea typeface="+mj-ea"/>
              </a:rPr>
              <a:t>Alice</a:t>
            </a:r>
            <a:endParaRPr lang="en-US" altLang="zh-CN" sz="1350" dirty="0">
              <a:solidFill>
                <a:srgbClr val="0066CC"/>
              </a:solidFill>
              <a:latin typeface="+mj-lt"/>
              <a:ea typeface="+mj-ea"/>
            </a:endParaRPr>
          </a:p>
        </p:txBody>
      </p:sp>
      <p:sp>
        <p:nvSpPr>
          <p:cNvPr id="21" name="Text Box 50"/>
          <p:cNvSpPr txBox="1">
            <a:spLocks noChangeArrowheads="1"/>
          </p:cNvSpPr>
          <p:nvPr/>
        </p:nvSpPr>
        <p:spPr bwMode="auto">
          <a:xfrm>
            <a:off x="5489794" y="4871805"/>
            <a:ext cx="628884" cy="271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dirty="0">
                <a:solidFill>
                  <a:srgbClr val="0066CC"/>
                </a:solidFill>
                <a:latin typeface="+mj-lt"/>
                <a:ea typeface="+mj-ea"/>
              </a:rPr>
              <a:t>Carl</a:t>
            </a:r>
          </a:p>
        </p:txBody>
      </p:sp>
      <p:cxnSp>
        <p:nvCxnSpPr>
          <p:cNvPr id="23" name="直接箭头连接符 22"/>
          <p:cNvCxnSpPr>
            <a:endCxn id="10" idx="3"/>
          </p:cNvCxnSpPr>
          <p:nvPr/>
        </p:nvCxnSpPr>
        <p:spPr>
          <a:xfrm flipH="1" flipV="1">
            <a:off x="2634532" y="3804983"/>
            <a:ext cx="2787798" cy="93457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/>
        </p:nvGrpSpPr>
        <p:grpSpPr>
          <a:xfrm>
            <a:off x="5977408" y="4450050"/>
            <a:ext cx="1090373" cy="483768"/>
            <a:chOff x="6933537" y="5175923"/>
            <a:chExt cx="1453830" cy="645024"/>
          </a:xfrm>
        </p:grpSpPr>
        <p:sp>
          <p:nvSpPr>
            <p:cNvPr id="19" name="剪去对角的矩形 18"/>
            <p:cNvSpPr/>
            <p:nvPr/>
          </p:nvSpPr>
          <p:spPr>
            <a:xfrm>
              <a:off x="6933537" y="5175923"/>
              <a:ext cx="1364921" cy="645024"/>
            </a:xfrm>
            <a:prstGeom prst="snip2DiagRect">
              <a:avLst/>
            </a:prstGeom>
            <a:noFill/>
            <a:ln w="6350">
              <a:solidFill>
                <a:srgbClr val="0066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740000"/>
                </a:solidFill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7012633" y="5266774"/>
              <a:ext cx="1351225" cy="28725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" b="1" dirty="0">
                  <a:solidFill>
                    <a:srgbClr val="800000"/>
                  </a:solidFill>
                  <a:latin typeface="+mj-lt"/>
                  <a:ea typeface="+mj-ea"/>
                </a:rPr>
                <a:t>Oppenheimer </a:t>
              </a:r>
              <a:r>
                <a:rPr lang="en-US" altLang="zh-CN" sz="675" b="1" dirty="0">
                  <a:solidFill>
                    <a:srgbClr val="800000"/>
                  </a:solidFill>
                </a:rPr>
                <a:t>: Sam</a:t>
              </a:r>
              <a:endParaRPr lang="zh-CN" altLang="en-US" sz="675" b="1" dirty="0">
                <a:solidFill>
                  <a:srgbClr val="800000"/>
                </a:solidFill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7012633" y="5513771"/>
              <a:ext cx="1374734" cy="28725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" b="1" dirty="0">
                  <a:solidFill>
                    <a:srgbClr val="800000"/>
                  </a:solidFill>
                  <a:latin typeface="+mj-lt"/>
                  <a:ea typeface="+mj-ea"/>
                </a:rPr>
                <a:t>Oppenheimer </a:t>
              </a:r>
              <a:r>
                <a:rPr lang="en-US" altLang="zh-CN" sz="675" b="1" dirty="0">
                  <a:solidFill>
                    <a:srgbClr val="800000"/>
                  </a:solidFill>
                </a:rPr>
                <a:t>: Tom</a:t>
              </a:r>
              <a:endParaRPr lang="zh-CN" altLang="en-US" sz="675" b="1" dirty="0">
                <a:solidFill>
                  <a:srgbClr val="800000"/>
                </a:solidFill>
              </a:endParaRPr>
            </a:p>
          </p:txBody>
        </p:sp>
      </p:grpSp>
      <p:sp>
        <p:nvSpPr>
          <p:cNvPr id="30" name="Text Box 50"/>
          <p:cNvSpPr txBox="1">
            <a:spLocks noChangeArrowheads="1"/>
          </p:cNvSpPr>
          <p:nvPr/>
        </p:nvSpPr>
        <p:spPr bwMode="auto">
          <a:xfrm rot="1113928">
            <a:off x="3126211" y="4232316"/>
            <a:ext cx="1541527" cy="231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 dirty="0">
                <a:solidFill>
                  <a:srgbClr val="0066CC"/>
                </a:solidFill>
                <a:latin typeface="+mj-lt"/>
                <a:ea typeface="+mj-ea"/>
              </a:rPr>
              <a:t>Alice,</a:t>
            </a:r>
            <a:r>
              <a:rPr lang="zh-CN" altLang="en-US" sz="1050" dirty="0">
                <a:solidFill>
                  <a:srgbClr val="0066CC"/>
                </a:solidFill>
                <a:latin typeface="+mj-lt"/>
                <a:ea typeface="+mj-ea"/>
              </a:rPr>
              <a:t>我知道谁有</a:t>
            </a:r>
            <a:endParaRPr lang="en-US" altLang="zh-CN" sz="1350" dirty="0">
              <a:solidFill>
                <a:srgbClr val="0066CC"/>
              </a:solidFill>
              <a:latin typeface="+mj-lt"/>
              <a:ea typeface="+mj-ea"/>
            </a:endParaRPr>
          </a:p>
        </p:txBody>
      </p:sp>
      <p:sp>
        <p:nvSpPr>
          <p:cNvPr id="22" name="灯片编号占位符 2">
            <a:extLst>
              <a:ext uri="{FF2B5EF4-FFF2-40B4-BE49-F238E27FC236}">
                <a16:creationId xmlns:a16="http://schemas.microsoft.com/office/drawing/2014/main" id="{40EDF592-F856-44B7-8894-73D41FE3B146}"/>
              </a:ext>
            </a:extLst>
          </p:cNvPr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13</a:t>
            </a:fld>
            <a:endParaRPr lang="en-US" altLang="zh-CN" dirty="0"/>
          </a:p>
        </p:txBody>
      </p:sp>
      <p:sp>
        <p:nvSpPr>
          <p:cNvPr id="24" name="AutoShape 5">
            <a:extLst>
              <a:ext uri="{FF2B5EF4-FFF2-40B4-BE49-F238E27FC236}">
                <a16:creationId xmlns:a16="http://schemas.microsoft.com/office/drawing/2014/main" id="{3065B9EF-0AD2-42C2-8D1D-C95CF5BD6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497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6.17284E-7 L -0.53473 -0.21296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736" y="-10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5" grpId="0"/>
      <p:bldP spid="20" grpId="0"/>
      <p:bldP spid="21" grpId="0"/>
      <p:bldP spid="30" grpId="0"/>
      <p:bldP spid="24" grpId="0" animBg="1"/>
      <p:bldP spid="2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2.6 P2P</a:t>
            </a:r>
            <a:r>
              <a:rPr lang="zh-CN" altLang="en-US" dirty="0">
                <a:solidFill>
                  <a:srgbClr val="0070C0"/>
                </a:solidFill>
              </a:rPr>
              <a:t>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323528" y="901097"/>
            <a:ext cx="6110287" cy="391001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2.6.3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分布式哈希表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DHT</a:t>
            </a:r>
          </a:p>
          <a:p>
            <a:pPr lvl="1">
              <a:lnSpc>
                <a:spcPct val="125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如何创建分布式哈希表？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5000"/>
              </a:lnSpc>
            </a:pPr>
            <a:r>
              <a:rPr lang="zh-CN" altLang="en-US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核心问题：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怎么把键值对分配到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  <a:p>
            <a:pPr lvl="2">
              <a:lnSpc>
                <a:spcPct val="125000"/>
              </a:lnSpc>
            </a:pPr>
            <a:r>
              <a:rPr lang="zh-CN" altLang="en-US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基本思想：</a:t>
            </a:r>
            <a:endParaRPr lang="en-US" altLang="zh-CN" sz="16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5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把每个键都通过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变成整数，并为每个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peer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进行整数标识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5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把键值对插入到与这个整数最接近的端点中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5000"/>
              </a:lnSpc>
            </a:pPr>
            <a:r>
              <a:rPr lang="zh-CN" altLang="en-US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具体操作：</a:t>
            </a:r>
            <a:endParaRPr lang="en-US" altLang="zh-CN" sz="16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5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bit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的整数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n=64),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可表示的整数区间为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[0, 2</a:t>
            </a:r>
            <a:r>
              <a:rPr lang="en-US" altLang="zh-CN" sz="12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-1]</a:t>
            </a:r>
          </a:p>
          <a:p>
            <a:pPr lvl="3">
              <a:lnSpc>
                <a:spcPct val="125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把每个键都用整数表示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>
              <a:lnSpc>
                <a:spcPct val="125000"/>
              </a:lnSpc>
            </a:pP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Key=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(“Oppenheimer”)=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20161858</a:t>
            </a:r>
          </a:p>
          <a:p>
            <a:pPr lvl="4">
              <a:lnSpc>
                <a:spcPct val="125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所以称之为分布式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8" name="Picture 6" descr="500px-DHT_en_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734" y="2786696"/>
            <a:ext cx="3373909" cy="1416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16E91BE5-98A3-4C39-B06A-832D462972A3}"/>
              </a:ext>
            </a:extLst>
          </p:cNvPr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14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A81A5161-B5D4-40A6-BA21-F196F05CB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799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2.6 P2P</a:t>
            </a:r>
            <a:r>
              <a:rPr lang="zh-CN" altLang="en-US" dirty="0">
                <a:solidFill>
                  <a:srgbClr val="0070C0"/>
                </a:solidFill>
              </a:rPr>
              <a:t>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395536" y="959643"/>
            <a:ext cx="6110287" cy="391001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2.6.3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分布式哈希表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DHT</a:t>
            </a:r>
          </a:p>
          <a:p>
            <a:pPr lvl="1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如何创建分布式哈希表？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核心问题：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怎么把键值对分配到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peer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  <a:p>
            <a:pPr lvl="2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基本思想：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把每个键都通过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变成整数，为每个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peer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进行整数标识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把键值对插入到与这个整数最接近的端点中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具体操作：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 bit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的整数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n=64),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可表示的整数区间为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[0, 2</a:t>
            </a:r>
            <a:r>
              <a:rPr lang="en-US" altLang="zh-CN" sz="1200" baseline="30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-1]</a:t>
            </a:r>
          </a:p>
          <a:p>
            <a:pPr lvl="3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把每个键都用整数表示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/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Key=hash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(“Oppenheimer”)=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20131858</a:t>
            </a:r>
          </a:p>
          <a:p>
            <a:pPr lvl="4"/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所以称之为分布式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2"/>
            <a:r>
              <a:rPr lang="zh-CN" altLang="en-US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插入键值：</a:t>
            </a:r>
            <a:endParaRPr lang="en-US" altLang="zh-CN" sz="16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规则：把键值插入到与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peer ID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最接近的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peer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/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与这个整数相等的节点，或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/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与这个整数最临近的后继节点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08FA762A-DFD2-408E-B05D-5A029F2B8265}"/>
              </a:ext>
            </a:extLst>
          </p:cNvPr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15</a:t>
            </a:fld>
            <a:endParaRPr lang="en-US" altLang="zh-CN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0B2AF337-7E2A-4C99-BC00-B27B58B31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391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3790322" y="2126908"/>
            <a:ext cx="2227064" cy="222706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2.6 P2P</a:t>
            </a:r>
            <a:r>
              <a:rPr lang="zh-CN" altLang="en-US" dirty="0">
                <a:solidFill>
                  <a:srgbClr val="0070C0"/>
                </a:solidFill>
              </a:rPr>
              <a:t>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25826" y="949161"/>
            <a:ext cx="6110287" cy="391001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2.6.3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分布式哈希表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DHT</a:t>
            </a:r>
          </a:p>
          <a:p>
            <a:pPr lvl="1">
              <a:lnSpc>
                <a:spcPct val="125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怎样查找出键值对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方案：环状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DHT</a:t>
            </a:r>
          </a:p>
          <a:p>
            <a:pPr lvl="2">
              <a:lnSpc>
                <a:spcPct val="125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覆盖网络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Cloud"/>
          <p:cNvSpPr>
            <a:spLocks noChangeAspect="1" noEditPoints="1" noChangeArrowheads="1"/>
          </p:cNvSpPr>
          <p:nvPr/>
        </p:nvSpPr>
        <p:spPr bwMode="auto">
          <a:xfrm>
            <a:off x="4536247" y="2949840"/>
            <a:ext cx="735215" cy="426398"/>
          </a:xfrm>
          <a:custGeom>
            <a:avLst/>
            <a:gdLst>
              <a:gd name="T0" fmla="*/ 8036 w 21600"/>
              <a:gd name="T1" fmla="*/ 529432 h 21600"/>
              <a:gd name="T2" fmla="*/ 1295400 w 21600"/>
              <a:gd name="T3" fmla="*/ 1057736 h 21600"/>
              <a:gd name="T4" fmla="*/ 2588641 w 21600"/>
              <a:gd name="T5" fmla="*/ 529432 h 21600"/>
              <a:gd name="T6" fmla="*/ 1295400 w 21600"/>
              <a:gd name="T7" fmla="*/ 60541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E1F0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lIns="0" tIns="0" rIns="0" bIns="0" anchor="ctr"/>
          <a:lstStyle>
            <a:lvl1pPr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050" b="0" dirty="0">
                <a:solidFill>
                  <a:srgbClr val="FF6600"/>
                </a:solidFill>
                <a:latin typeface="+mj-lt"/>
                <a:ea typeface="楷体" panose="02010609060101010101" pitchFamily="49" charset="-122"/>
              </a:rPr>
              <a:t>Internet</a:t>
            </a:r>
            <a:endParaRPr lang="zh-CN" altLang="zh-CN" sz="1350" b="0" dirty="0">
              <a:solidFill>
                <a:srgbClr val="FF6600"/>
              </a:solidFill>
              <a:latin typeface="+mj-lt"/>
              <a:ea typeface="楷体" panose="02010609060101010101" pitchFamily="49" charset="-122"/>
            </a:endParaRPr>
          </a:p>
        </p:txBody>
      </p:sp>
      <p:pic>
        <p:nvPicPr>
          <p:cNvPr id="29" name="Picture 42" descr="Office-Client-Female-Light-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274607" y="204039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5" descr="User-ic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9685" y="284182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5" descr="User-ic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329" y="381848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5" descr="User-ic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6247" y="4137972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矩形 34"/>
          <p:cNvSpPr/>
          <p:nvPr/>
        </p:nvSpPr>
        <p:spPr>
          <a:xfrm>
            <a:off x="4572000" y="1255202"/>
            <a:ext cx="30965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+mj-lt"/>
                <a:ea typeface="+mj-ea"/>
              </a:rPr>
              <a:t>设：</a:t>
            </a:r>
            <a:r>
              <a:rPr lang="en-US" altLang="zh-CN" sz="1200" dirty="0">
                <a:solidFill>
                  <a:srgbClr val="FF0000"/>
                </a:solidFill>
                <a:latin typeface="+mj-lt"/>
                <a:ea typeface="+mj-ea"/>
              </a:rPr>
              <a:t>Key=</a:t>
            </a:r>
            <a:r>
              <a:rPr lang="en-US" altLang="zh-CN" sz="1200" dirty="0">
                <a:solidFill>
                  <a:srgbClr val="006600"/>
                </a:solidFill>
                <a:latin typeface="+mj-lt"/>
                <a:ea typeface="+mj-ea"/>
              </a:rPr>
              <a:t>hash</a:t>
            </a:r>
            <a:r>
              <a:rPr lang="en-US" altLang="zh-CN" sz="1200" dirty="0">
                <a:solidFill>
                  <a:srgbClr val="FF0000"/>
                </a:solidFill>
                <a:latin typeface="+mj-lt"/>
                <a:ea typeface="+mj-ea"/>
              </a:rPr>
              <a:t>(“Oppenheimer”)=20181858</a:t>
            </a:r>
          </a:p>
        </p:txBody>
      </p:sp>
      <p:cxnSp>
        <p:nvCxnSpPr>
          <p:cNvPr id="37" name="直接箭头连接符 36"/>
          <p:cNvCxnSpPr/>
          <p:nvPr/>
        </p:nvCxnSpPr>
        <p:spPr>
          <a:xfrm>
            <a:off x="4389385" y="1740603"/>
            <a:ext cx="126064" cy="2987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5673781" y="2105137"/>
            <a:ext cx="125066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/>
              <a:t>ID</a:t>
            </a:r>
            <a:r>
              <a:rPr lang="zh-CN" altLang="en-US" sz="1350" dirty="0"/>
              <a:t>：</a:t>
            </a:r>
            <a:r>
              <a:rPr lang="en-US" altLang="zh-CN" sz="1350" dirty="0"/>
              <a:t>20181781</a:t>
            </a:r>
            <a:endParaRPr lang="zh-CN" altLang="en-US" sz="1350" dirty="0"/>
          </a:p>
        </p:txBody>
      </p:sp>
      <p:cxnSp>
        <p:nvCxnSpPr>
          <p:cNvPr id="40" name="直接连接符 39"/>
          <p:cNvCxnSpPr>
            <a:stCxn id="29" idx="2"/>
          </p:cNvCxnSpPr>
          <p:nvPr/>
        </p:nvCxnSpPr>
        <p:spPr>
          <a:xfrm flipH="1">
            <a:off x="5022301" y="2472397"/>
            <a:ext cx="468306" cy="477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4008484" y="2777356"/>
            <a:ext cx="590795" cy="2804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220376" y="3039306"/>
            <a:ext cx="764752" cy="1265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5094311" y="3336979"/>
            <a:ext cx="606306" cy="6312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H="1">
            <a:off x="3822582" y="3336980"/>
            <a:ext cx="839729" cy="265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4845717" y="3376238"/>
            <a:ext cx="0" cy="791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6311147" y="2996829"/>
            <a:ext cx="125066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/>
              <a:t>ID</a:t>
            </a:r>
            <a:r>
              <a:rPr lang="zh-CN" altLang="en-US" sz="1350" dirty="0"/>
              <a:t>：</a:t>
            </a:r>
            <a:r>
              <a:rPr lang="en-US" altLang="zh-CN" sz="1350" dirty="0"/>
              <a:t>20181800</a:t>
            </a:r>
            <a:endParaRPr lang="zh-CN" altLang="en-US" sz="1350" dirty="0"/>
          </a:p>
        </p:txBody>
      </p:sp>
      <p:sp>
        <p:nvSpPr>
          <p:cNvPr id="53" name="矩形 52"/>
          <p:cNvSpPr/>
          <p:nvPr/>
        </p:nvSpPr>
        <p:spPr>
          <a:xfrm>
            <a:off x="6089317" y="4062597"/>
            <a:ext cx="125066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/>
              <a:t>ID</a:t>
            </a:r>
            <a:r>
              <a:rPr lang="zh-CN" altLang="en-US" sz="1350" dirty="0"/>
              <a:t>：</a:t>
            </a:r>
            <a:r>
              <a:rPr lang="en-US" altLang="zh-CN" sz="1350" dirty="0"/>
              <a:t>20181856</a:t>
            </a:r>
            <a:endParaRPr lang="zh-CN" altLang="en-US" sz="1350" dirty="0"/>
          </a:p>
        </p:txBody>
      </p:sp>
      <p:sp>
        <p:nvSpPr>
          <p:cNvPr id="54" name="矩形 53"/>
          <p:cNvSpPr/>
          <p:nvPr/>
        </p:nvSpPr>
        <p:spPr>
          <a:xfrm>
            <a:off x="4903854" y="4519220"/>
            <a:ext cx="125066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/>
              <a:t>ID</a:t>
            </a:r>
            <a:r>
              <a:rPr lang="zh-CN" altLang="en-US" sz="1350" dirty="0"/>
              <a:t>：</a:t>
            </a:r>
            <a:r>
              <a:rPr lang="en-US" altLang="zh-CN" sz="1350" dirty="0"/>
              <a:t>20181859</a:t>
            </a:r>
            <a:endParaRPr lang="zh-CN" altLang="en-US" sz="1350" dirty="0"/>
          </a:p>
        </p:txBody>
      </p:sp>
      <p:sp>
        <p:nvSpPr>
          <p:cNvPr id="55" name="矩形 54"/>
          <p:cNvSpPr/>
          <p:nvPr/>
        </p:nvSpPr>
        <p:spPr>
          <a:xfrm>
            <a:off x="2680608" y="3924274"/>
            <a:ext cx="125066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/>
              <a:t>ID</a:t>
            </a:r>
            <a:r>
              <a:rPr lang="zh-CN" altLang="en-US" sz="1350" dirty="0"/>
              <a:t>：</a:t>
            </a:r>
            <a:r>
              <a:rPr lang="en-US" altLang="zh-CN" sz="1350" dirty="0"/>
              <a:t>20181876</a:t>
            </a:r>
            <a:endParaRPr lang="zh-CN" altLang="en-US" sz="1350" dirty="0"/>
          </a:p>
        </p:txBody>
      </p:sp>
      <p:sp>
        <p:nvSpPr>
          <p:cNvPr id="56" name="矩形 55"/>
          <p:cNvSpPr/>
          <p:nvPr/>
        </p:nvSpPr>
        <p:spPr>
          <a:xfrm>
            <a:off x="2453033" y="2500357"/>
            <a:ext cx="125066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/>
              <a:t>ID</a:t>
            </a:r>
            <a:r>
              <a:rPr lang="zh-CN" altLang="en-US" sz="1350" dirty="0"/>
              <a:t>：</a:t>
            </a:r>
            <a:r>
              <a:rPr lang="en-US" altLang="zh-CN" sz="1350" dirty="0"/>
              <a:t>20181946</a:t>
            </a:r>
            <a:endParaRPr lang="zh-CN" altLang="en-US" sz="1350" dirty="0"/>
          </a:p>
        </p:txBody>
      </p:sp>
      <p:pic>
        <p:nvPicPr>
          <p:cNvPr id="57" name="Picture 42" descr="Office-Client-Female-Light-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527420" y="335937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42" descr="Office-Client-Female-Light-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602670" y="2439926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15" descr="User-ic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3794" y="189281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矩形 59"/>
          <p:cNvSpPr/>
          <p:nvPr/>
        </p:nvSpPr>
        <p:spPr>
          <a:xfrm>
            <a:off x="4585813" y="1674365"/>
            <a:ext cx="125066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/>
              <a:t>ID</a:t>
            </a:r>
            <a:r>
              <a:rPr lang="zh-CN" altLang="en-US" sz="1350" dirty="0"/>
              <a:t>：</a:t>
            </a:r>
            <a:r>
              <a:rPr lang="en-US" altLang="zh-CN" sz="1350" dirty="0"/>
              <a:t>20181760</a:t>
            </a:r>
            <a:endParaRPr lang="zh-CN" altLang="en-US" sz="1350" dirty="0"/>
          </a:p>
        </p:txBody>
      </p:sp>
      <p:cxnSp>
        <p:nvCxnSpPr>
          <p:cNvPr id="62" name="直接连接符 61"/>
          <p:cNvCxnSpPr/>
          <p:nvPr/>
        </p:nvCxnSpPr>
        <p:spPr>
          <a:xfrm>
            <a:off x="4704188" y="2297811"/>
            <a:ext cx="126728" cy="68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5782374" y="2344991"/>
            <a:ext cx="20272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谁有</a:t>
            </a:r>
            <a:r>
              <a:rPr lang="en-US" altLang="zh-CN" sz="1200" dirty="0">
                <a:solidFill>
                  <a:srgbClr val="FF0000"/>
                </a:solidFill>
                <a:latin typeface="+mn-ea"/>
              </a:rPr>
              <a:t>Key=20181858</a:t>
            </a:r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的记录？</a:t>
            </a:r>
            <a:endParaRPr lang="en-US" altLang="zh-CN" sz="12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66" name="直接箭头连接符 65"/>
          <p:cNvCxnSpPr>
            <a:endCxn id="30" idx="1"/>
          </p:cNvCxnSpPr>
          <p:nvPr/>
        </p:nvCxnSpPr>
        <p:spPr>
          <a:xfrm>
            <a:off x="5626330" y="2500357"/>
            <a:ext cx="283355" cy="557471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 flipH="1">
            <a:off x="5717708" y="3219822"/>
            <a:ext cx="237725" cy="704452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 flipV="1">
            <a:off x="4959077" y="2571750"/>
            <a:ext cx="571872" cy="1622589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/>
          <p:cNvSpPr/>
          <p:nvPr/>
        </p:nvSpPr>
        <p:spPr>
          <a:xfrm>
            <a:off x="5060213" y="4334051"/>
            <a:ext cx="20272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我有！</a:t>
            </a:r>
            <a:endParaRPr lang="en-US" altLang="zh-CN" sz="12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79" name="直接箭头连接符 78"/>
          <p:cNvCxnSpPr/>
          <p:nvPr/>
        </p:nvCxnSpPr>
        <p:spPr>
          <a:xfrm flipH="1">
            <a:off x="4980953" y="3975017"/>
            <a:ext cx="680972" cy="275468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7938528C-1A19-489A-8790-58CC90160DCF}"/>
              </a:ext>
            </a:extLst>
          </p:cNvPr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16</a:t>
            </a:fld>
            <a:endParaRPr lang="en-US" altLang="zh-CN" dirty="0"/>
          </a:p>
        </p:txBody>
      </p:sp>
      <p:sp>
        <p:nvSpPr>
          <p:cNvPr id="39" name="AutoShape 5">
            <a:extLst>
              <a:ext uri="{FF2B5EF4-FFF2-40B4-BE49-F238E27FC236}">
                <a16:creationId xmlns:a16="http://schemas.microsoft.com/office/drawing/2014/main" id="{54F84F80-3906-4696-A720-A9C394E08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586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8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8" grpId="0" animBg="1"/>
      <p:bldP spid="35" grpId="0"/>
      <p:bldP spid="38" grpId="0"/>
      <p:bldP spid="52" grpId="0"/>
      <p:bldP spid="53" grpId="0"/>
      <p:bldP spid="54" grpId="0"/>
      <p:bldP spid="55" grpId="0"/>
      <p:bldP spid="56" grpId="0"/>
      <p:bldP spid="60" grpId="0"/>
      <p:bldP spid="65" grpId="0"/>
      <p:bldP spid="78" grpId="0"/>
      <p:bldP spid="39" grpId="0" animBg="1"/>
      <p:bldP spid="39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2.6 P2P</a:t>
            </a:r>
            <a:r>
              <a:rPr lang="zh-CN" altLang="en-US" dirty="0">
                <a:solidFill>
                  <a:srgbClr val="0070C0"/>
                </a:solidFill>
              </a:rPr>
              <a:t>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381889" y="959643"/>
            <a:ext cx="6110287" cy="391001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2.6.3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分布式哈希表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DHT</a:t>
            </a:r>
          </a:p>
          <a:p>
            <a:pPr lvl="1">
              <a:lnSpc>
                <a:spcPct val="125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怎样查找出键值对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方案：环状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DHT</a:t>
            </a:r>
          </a:p>
          <a:p>
            <a:pPr lvl="2">
              <a:lnSpc>
                <a:spcPct val="125000"/>
              </a:lnSpc>
            </a:pP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覆盖网络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5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每个节点只知道它的邻居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5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前驱是谁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5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后继是谁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5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算法复杂度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5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个节点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5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最坏要做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次查询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5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O(N)</a:t>
            </a:r>
          </a:p>
          <a:p>
            <a:pPr lvl="2">
              <a:lnSpc>
                <a:spcPct val="125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Group 42"/>
          <p:cNvGrpSpPr>
            <a:grpSpLocks/>
          </p:cNvGrpSpPr>
          <p:nvPr/>
        </p:nvGrpSpPr>
        <p:grpSpPr bwMode="auto">
          <a:xfrm>
            <a:off x="4944908" y="1113588"/>
            <a:ext cx="2859525" cy="2769875"/>
            <a:chOff x="946990" y="1676400"/>
            <a:chExt cx="3813731" cy="3692793"/>
          </a:xfrm>
        </p:grpSpPr>
        <p:sp>
          <p:nvSpPr>
            <p:cNvPr id="41" name="Oval 3"/>
            <p:cNvSpPr>
              <a:spLocks noChangeArrowheads="1"/>
            </p:cNvSpPr>
            <p:nvPr/>
          </p:nvSpPr>
          <p:spPr bwMode="auto">
            <a:xfrm>
              <a:off x="2794354" y="4791480"/>
              <a:ext cx="96564" cy="988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Oval 4"/>
            <p:cNvSpPr>
              <a:spLocks noChangeArrowheads="1"/>
            </p:cNvSpPr>
            <p:nvPr/>
          </p:nvSpPr>
          <p:spPr bwMode="auto">
            <a:xfrm>
              <a:off x="1435115" y="2890435"/>
              <a:ext cx="96564" cy="988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Oval 5"/>
            <p:cNvSpPr>
              <a:spLocks noChangeArrowheads="1"/>
            </p:cNvSpPr>
            <p:nvPr/>
          </p:nvSpPr>
          <p:spPr bwMode="auto">
            <a:xfrm>
              <a:off x="1459562" y="3978242"/>
              <a:ext cx="96564" cy="988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Oval 6"/>
            <p:cNvSpPr>
              <a:spLocks noChangeArrowheads="1"/>
            </p:cNvSpPr>
            <p:nvPr/>
          </p:nvSpPr>
          <p:spPr bwMode="auto">
            <a:xfrm>
              <a:off x="3989799" y="2585616"/>
              <a:ext cx="96564" cy="988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Oval 7"/>
            <p:cNvSpPr>
              <a:spLocks noChangeArrowheads="1"/>
            </p:cNvSpPr>
            <p:nvPr/>
          </p:nvSpPr>
          <p:spPr bwMode="auto">
            <a:xfrm>
              <a:off x="4283160" y="3457025"/>
              <a:ext cx="96564" cy="988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Oval 8"/>
            <p:cNvSpPr>
              <a:spLocks noChangeArrowheads="1"/>
            </p:cNvSpPr>
            <p:nvPr/>
          </p:nvSpPr>
          <p:spPr bwMode="auto">
            <a:xfrm>
              <a:off x="4004467" y="4192313"/>
              <a:ext cx="96564" cy="988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Oval 9"/>
            <p:cNvSpPr>
              <a:spLocks noChangeArrowheads="1"/>
            </p:cNvSpPr>
            <p:nvPr/>
          </p:nvSpPr>
          <p:spPr bwMode="auto">
            <a:xfrm>
              <a:off x="1991278" y="4548323"/>
              <a:ext cx="96565" cy="988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Oval 10"/>
            <p:cNvSpPr>
              <a:spLocks noChangeArrowheads="1"/>
            </p:cNvSpPr>
            <p:nvPr/>
          </p:nvSpPr>
          <p:spPr bwMode="auto">
            <a:xfrm>
              <a:off x="1376443" y="2050438"/>
              <a:ext cx="2927496" cy="27933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Text Box 11"/>
            <p:cNvSpPr txBox="1">
              <a:spLocks noChangeArrowheads="1"/>
            </p:cNvSpPr>
            <p:nvPr/>
          </p:nvSpPr>
          <p:spPr bwMode="auto">
            <a:xfrm>
              <a:off x="2895601" y="1676400"/>
              <a:ext cx="417321" cy="492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67" name="Rectangle 12"/>
            <p:cNvSpPr>
              <a:spLocks noChangeArrowheads="1"/>
            </p:cNvSpPr>
            <p:nvPr/>
          </p:nvSpPr>
          <p:spPr bwMode="auto">
            <a:xfrm>
              <a:off x="4114801" y="2514601"/>
              <a:ext cx="417321" cy="492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69" name="Rectangle 13"/>
            <p:cNvSpPr>
              <a:spLocks noChangeArrowheads="1"/>
            </p:cNvSpPr>
            <p:nvPr/>
          </p:nvSpPr>
          <p:spPr bwMode="auto">
            <a:xfrm>
              <a:off x="4343400" y="3352800"/>
              <a:ext cx="417321" cy="492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0" name="Rectangle 14"/>
            <p:cNvSpPr>
              <a:spLocks noChangeArrowheads="1"/>
            </p:cNvSpPr>
            <p:nvPr/>
          </p:nvSpPr>
          <p:spPr bwMode="auto">
            <a:xfrm>
              <a:off x="4114800" y="4114800"/>
              <a:ext cx="417321" cy="492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71" name="Rectangle 15"/>
            <p:cNvSpPr>
              <a:spLocks noChangeArrowheads="1"/>
            </p:cNvSpPr>
            <p:nvPr/>
          </p:nvSpPr>
          <p:spPr bwMode="auto">
            <a:xfrm>
              <a:off x="2743200" y="4876800"/>
              <a:ext cx="417321" cy="492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72" name="Rectangle 16"/>
            <p:cNvSpPr>
              <a:spLocks noChangeArrowheads="1"/>
            </p:cNvSpPr>
            <p:nvPr/>
          </p:nvSpPr>
          <p:spPr bwMode="auto">
            <a:xfrm>
              <a:off x="1676401" y="4648201"/>
              <a:ext cx="588354" cy="492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73" name="Rectangle 17"/>
            <p:cNvSpPr>
              <a:spLocks noChangeArrowheads="1"/>
            </p:cNvSpPr>
            <p:nvPr/>
          </p:nvSpPr>
          <p:spPr bwMode="auto">
            <a:xfrm>
              <a:off x="1018876" y="3886200"/>
              <a:ext cx="588354" cy="492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75" name="Rectangle 18"/>
            <p:cNvSpPr>
              <a:spLocks noChangeArrowheads="1"/>
            </p:cNvSpPr>
            <p:nvPr/>
          </p:nvSpPr>
          <p:spPr bwMode="auto">
            <a:xfrm>
              <a:off x="946990" y="2667000"/>
              <a:ext cx="588354" cy="492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15</a:t>
              </a:r>
            </a:p>
          </p:txBody>
        </p:sp>
        <p:sp>
          <p:nvSpPr>
            <p:cNvPr id="76" name="Oval 28"/>
            <p:cNvSpPr>
              <a:spLocks noChangeArrowheads="1"/>
            </p:cNvSpPr>
            <p:nvPr/>
          </p:nvSpPr>
          <p:spPr bwMode="auto">
            <a:xfrm>
              <a:off x="2912920" y="2010882"/>
              <a:ext cx="96565" cy="988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77" name="Straight Connector 63"/>
          <p:cNvCxnSpPr/>
          <p:nvPr/>
        </p:nvCxnSpPr>
        <p:spPr>
          <a:xfrm>
            <a:off x="6291504" y="1342188"/>
            <a:ext cx="114300" cy="57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65"/>
          <p:cNvCxnSpPr/>
          <p:nvPr/>
        </p:nvCxnSpPr>
        <p:spPr>
          <a:xfrm rot="10800000" flipV="1">
            <a:off x="6348655" y="1399338"/>
            <a:ext cx="127397" cy="726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灯片编号占位符 2">
            <a:extLst>
              <a:ext uri="{FF2B5EF4-FFF2-40B4-BE49-F238E27FC236}">
                <a16:creationId xmlns:a16="http://schemas.microsoft.com/office/drawing/2014/main" id="{3167EFFC-9000-4B59-8625-33B46F0BEE6D}"/>
              </a:ext>
            </a:extLst>
          </p:cNvPr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17</a:t>
            </a:fld>
            <a:endParaRPr lang="en-US" altLang="zh-CN" dirty="0"/>
          </a:p>
        </p:txBody>
      </p:sp>
      <p:sp>
        <p:nvSpPr>
          <p:cNvPr id="25" name="AutoShape 5">
            <a:extLst>
              <a:ext uri="{FF2B5EF4-FFF2-40B4-BE49-F238E27FC236}">
                <a16:creationId xmlns:a16="http://schemas.microsoft.com/office/drawing/2014/main" id="{FC87E724-FFAD-4825-907F-93BAA138C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080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2.6 P2P</a:t>
            </a:r>
            <a:r>
              <a:rPr lang="zh-CN" altLang="en-US" dirty="0">
                <a:solidFill>
                  <a:srgbClr val="0070C0"/>
                </a:solidFill>
              </a:rPr>
              <a:t>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08591" y="1008299"/>
            <a:ext cx="6110287" cy="391001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2.6.3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分布式哈希表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DHT</a:t>
            </a:r>
          </a:p>
          <a:p>
            <a:pPr lvl="1">
              <a:lnSpc>
                <a:spcPct val="125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怎样查找出键值对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方案：环状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DHT</a:t>
            </a:r>
          </a:p>
          <a:p>
            <a:pPr lvl="2">
              <a:lnSpc>
                <a:spcPct val="125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改进：具有捷径的环状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DHT</a:t>
            </a:r>
          </a:p>
          <a:p>
            <a:pPr lvl="2">
              <a:lnSpc>
                <a:spcPct val="125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每个节点知道它的邻居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5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前驱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5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后继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5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以及它的两个捷径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5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算法复杂度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5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O(log N)</a:t>
            </a:r>
          </a:p>
        </p:txBody>
      </p:sp>
      <p:sp>
        <p:nvSpPr>
          <p:cNvPr id="81" name="AutoShape 10"/>
          <p:cNvSpPr>
            <a:spLocks noChangeArrowheads="1"/>
          </p:cNvSpPr>
          <p:nvPr/>
        </p:nvSpPr>
        <p:spPr bwMode="auto">
          <a:xfrm>
            <a:off x="4512469" y="4961335"/>
            <a:ext cx="119063" cy="9525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grpSp>
        <p:nvGrpSpPr>
          <p:cNvPr id="28" name="Group 66"/>
          <p:cNvGrpSpPr>
            <a:grpSpLocks/>
          </p:cNvGrpSpPr>
          <p:nvPr/>
        </p:nvGrpSpPr>
        <p:grpSpPr bwMode="auto">
          <a:xfrm>
            <a:off x="4944909" y="1121122"/>
            <a:ext cx="2859525" cy="2769875"/>
            <a:chOff x="4833190" y="1676400"/>
            <a:chExt cx="3813731" cy="3692793"/>
          </a:xfrm>
        </p:grpSpPr>
        <p:grpSp>
          <p:nvGrpSpPr>
            <p:cNvPr id="29" name="Group 43"/>
            <p:cNvGrpSpPr>
              <a:grpSpLocks/>
            </p:cNvGrpSpPr>
            <p:nvPr/>
          </p:nvGrpSpPr>
          <p:grpSpPr bwMode="auto">
            <a:xfrm>
              <a:off x="4833190" y="1676400"/>
              <a:ext cx="3813731" cy="3692793"/>
              <a:chOff x="946990" y="1676400"/>
              <a:chExt cx="3813731" cy="3692793"/>
            </a:xfrm>
          </p:grpSpPr>
          <p:sp>
            <p:nvSpPr>
              <p:cNvPr id="38" name="Oval 3"/>
              <p:cNvSpPr>
                <a:spLocks noChangeArrowheads="1"/>
              </p:cNvSpPr>
              <p:nvPr/>
            </p:nvSpPr>
            <p:spPr bwMode="auto">
              <a:xfrm>
                <a:off x="2794354" y="4791480"/>
                <a:ext cx="96564" cy="9889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000099"/>
                  </a:buClr>
                  <a:buSzPct val="7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zh-CN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Oval 4"/>
              <p:cNvSpPr>
                <a:spLocks noChangeArrowheads="1"/>
              </p:cNvSpPr>
              <p:nvPr/>
            </p:nvSpPr>
            <p:spPr bwMode="auto">
              <a:xfrm>
                <a:off x="1435115" y="2890435"/>
                <a:ext cx="96564" cy="9889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000099"/>
                  </a:buClr>
                  <a:buSzPct val="7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zh-CN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Oval 5"/>
              <p:cNvSpPr>
                <a:spLocks noChangeArrowheads="1"/>
              </p:cNvSpPr>
              <p:nvPr/>
            </p:nvSpPr>
            <p:spPr bwMode="auto">
              <a:xfrm>
                <a:off x="1459562" y="3978242"/>
                <a:ext cx="96564" cy="988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000099"/>
                  </a:buClr>
                  <a:buSzPct val="7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zh-CN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" name="Oval 6"/>
              <p:cNvSpPr>
                <a:spLocks noChangeArrowheads="1"/>
              </p:cNvSpPr>
              <p:nvPr/>
            </p:nvSpPr>
            <p:spPr bwMode="auto">
              <a:xfrm>
                <a:off x="3989799" y="2585616"/>
                <a:ext cx="96564" cy="9889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000099"/>
                  </a:buClr>
                  <a:buSzPct val="7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zh-CN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" name="Oval 7"/>
              <p:cNvSpPr>
                <a:spLocks noChangeArrowheads="1"/>
              </p:cNvSpPr>
              <p:nvPr/>
            </p:nvSpPr>
            <p:spPr bwMode="auto">
              <a:xfrm>
                <a:off x="4283160" y="3457025"/>
                <a:ext cx="96564" cy="988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000099"/>
                  </a:buClr>
                  <a:buSzPct val="7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zh-CN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" name="Oval 8"/>
              <p:cNvSpPr>
                <a:spLocks noChangeArrowheads="1"/>
              </p:cNvSpPr>
              <p:nvPr/>
            </p:nvSpPr>
            <p:spPr bwMode="auto">
              <a:xfrm>
                <a:off x="4004467" y="4192313"/>
                <a:ext cx="96564" cy="988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000099"/>
                  </a:buClr>
                  <a:buSzPct val="7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zh-CN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0" name="Oval 9"/>
              <p:cNvSpPr>
                <a:spLocks noChangeArrowheads="1"/>
              </p:cNvSpPr>
              <p:nvPr/>
            </p:nvSpPr>
            <p:spPr bwMode="auto">
              <a:xfrm>
                <a:off x="1991278" y="4548323"/>
                <a:ext cx="96565" cy="988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000099"/>
                  </a:buClr>
                  <a:buSzPct val="7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zh-CN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" name="Oval 10"/>
              <p:cNvSpPr>
                <a:spLocks noChangeArrowheads="1"/>
              </p:cNvSpPr>
              <p:nvPr/>
            </p:nvSpPr>
            <p:spPr bwMode="auto">
              <a:xfrm>
                <a:off x="1376443" y="2050438"/>
                <a:ext cx="2927496" cy="27933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000099"/>
                  </a:buClr>
                  <a:buSzPct val="7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zh-CN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" name="Text Box 11"/>
              <p:cNvSpPr txBox="1">
                <a:spLocks noChangeArrowheads="1"/>
              </p:cNvSpPr>
              <p:nvPr/>
            </p:nvSpPr>
            <p:spPr bwMode="auto">
              <a:xfrm>
                <a:off x="2895601" y="1676400"/>
                <a:ext cx="417321" cy="492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000099"/>
                  </a:buClr>
                  <a:buSzPct val="7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54" name="Rectangle 12"/>
              <p:cNvSpPr>
                <a:spLocks noChangeArrowheads="1"/>
              </p:cNvSpPr>
              <p:nvPr/>
            </p:nvSpPr>
            <p:spPr bwMode="auto">
              <a:xfrm>
                <a:off x="4022305" y="2286000"/>
                <a:ext cx="417321" cy="492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000099"/>
                  </a:buClr>
                  <a:buSzPct val="7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55" name="Rectangle 13"/>
              <p:cNvSpPr>
                <a:spLocks noChangeArrowheads="1"/>
              </p:cNvSpPr>
              <p:nvPr/>
            </p:nvSpPr>
            <p:spPr bwMode="auto">
              <a:xfrm>
                <a:off x="4343400" y="3352800"/>
                <a:ext cx="417321" cy="492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000099"/>
                  </a:buClr>
                  <a:buSzPct val="7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56" name="Rectangle 14"/>
              <p:cNvSpPr>
                <a:spLocks noChangeArrowheads="1"/>
              </p:cNvSpPr>
              <p:nvPr/>
            </p:nvSpPr>
            <p:spPr bwMode="auto">
              <a:xfrm>
                <a:off x="4114800" y="4114800"/>
                <a:ext cx="417321" cy="492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000099"/>
                  </a:buClr>
                  <a:buSzPct val="7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57" name="Rectangle 15"/>
              <p:cNvSpPr>
                <a:spLocks noChangeArrowheads="1"/>
              </p:cNvSpPr>
              <p:nvPr/>
            </p:nvSpPr>
            <p:spPr bwMode="auto">
              <a:xfrm>
                <a:off x="2743200" y="4876800"/>
                <a:ext cx="417321" cy="492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000099"/>
                  </a:buClr>
                  <a:buSzPct val="7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58" name="Rectangle 16"/>
              <p:cNvSpPr>
                <a:spLocks noChangeArrowheads="1"/>
              </p:cNvSpPr>
              <p:nvPr/>
            </p:nvSpPr>
            <p:spPr bwMode="auto">
              <a:xfrm>
                <a:off x="1676401" y="4648201"/>
                <a:ext cx="588354" cy="492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000099"/>
                  </a:buClr>
                  <a:buSzPct val="7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59" name="Rectangle 17"/>
              <p:cNvSpPr>
                <a:spLocks noChangeArrowheads="1"/>
              </p:cNvSpPr>
              <p:nvPr/>
            </p:nvSpPr>
            <p:spPr bwMode="auto">
              <a:xfrm>
                <a:off x="982933" y="3886200"/>
                <a:ext cx="588354" cy="492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000099"/>
                  </a:buClr>
                  <a:buSzPct val="7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sp>
            <p:nvSpPr>
              <p:cNvPr id="60" name="Rectangle 18"/>
              <p:cNvSpPr>
                <a:spLocks noChangeArrowheads="1"/>
              </p:cNvSpPr>
              <p:nvPr/>
            </p:nvSpPr>
            <p:spPr bwMode="auto">
              <a:xfrm>
                <a:off x="946990" y="2667000"/>
                <a:ext cx="588354" cy="492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000099"/>
                  </a:buClr>
                  <a:buSzPct val="7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62" name="Oval 28"/>
              <p:cNvSpPr>
                <a:spLocks noChangeArrowheads="1"/>
              </p:cNvSpPr>
              <p:nvPr/>
            </p:nvSpPr>
            <p:spPr bwMode="auto">
              <a:xfrm>
                <a:off x="2912920" y="2010882"/>
                <a:ext cx="96565" cy="98891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000099"/>
                  </a:buClr>
                  <a:buSzPct val="7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zh-CN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30" name="Straight Arrow Connector 79"/>
            <p:cNvCxnSpPr>
              <a:endCxn id="50" idx="7"/>
            </p:cNvCxnSpPr>
            <p:nvPr/>
          </p:nvCxnSpPr>
          <p:spPr>
            <a:xfrm rot="10800000" flipV="1">
              <a:off x="5959031" y="3505015"/>
              <a:ext cx="2254859" cy="10571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86"/>
            <p:cNvCxnSpPr>
              <a:stCxn id="48" idx="1"/>
              <a:endCxn id="42" idx="6"/>
            </p:cNvCxnSpPr>
            <p:nvPr/>
          </p:nvCxnSpPr>
          <p:spPr>
            <a:xfrm rot="16200000" flipV="1">
              <a:off x="6583121" y="2885496"/>
              <a:ext cx="179369" cy="246287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89"/>
            <p:cNvCxnSpPr>
              <a:stCxn id="38" idx="0"/>
            </p:cNvCxnSpPr>
            <p:nvPr/>
          </p:nvCxnSpPr>
          <p:spPr>
            <a:xfrm rot="16200000" flipV="1">
              <a:off x="5159053" y="3222224"/>
              <a:ext cx="1820679" cy="131957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92"/>
            <p:cNvCxnSpPr/>
            <p:nvPr/>
          </p:nvCxnSpPr>
          <p:spPr>
            <a:xfrm rot="5400000" flipH="1" flipV="1">
              <a:off x="5160759" y="2839755"/>
              <a:ext cx="2452440" cy="88765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95"/>
            <p:cNvCxnSpPr>
              <a:stCxn id="42" idx="7"/>
            </p:cNvCxnSpPr>
            <p:nvPr/>
          </p:nvCxnSpPr>
          <p:spPr>
            <a:xfrm rot="5400000" flipH="1" flipV="1">
              <a:off x="6013267" y="2080708"/>
              <a:ext cx="1325429" cy="249781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100"/>
            <p:cNvCxnSpPr>
              <a:endCxn id="52" idx="6"/>
            </p:cNvCxnSpPr>
            <p:nvPr/>
          </p:nvCxnSpPr>
          <p:spPr>
            <a:xfrm>
              <a:off x="5409608" y="2939922"/>
              <a:ext cx="2780464" cy="50794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103"/>
            <p:cNvCxnSpPr>
              <a:stCxn id="62" idx="5"/>
            </p:cNvCxnSpPr>
            <p:nvPr/>
          </p:nvCxnSpPr>
          <p:spPr>
            <a:xfrm rot="16200000" flipH="1">
              <a:off x="6355609" y="2621467"/>
              <a:ext cx="2095288" cy="104326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107"/>
            <p:cNvCxnSpPr/>
            <p:nvPr/>
          </p:nvCxnSpPr>
          <p:spPr>
            <a:xfrm rot="5400000">
              <a:off x="6292108" y="3156371"/>
              <a:ext cx="2177830" cy="11988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灯片编号占位符 2">
            <a:extLst>
              <a:ext uri="{FF2B5EF4-FFF2-40B4-BE49-F238E27FC236}">
                <a16:creationId xmlns:a16="http://schemas.microsoft.com/office/drawing/2014/main" id="{0FE58680-C77C-4894-BDD9-2F7F1A5DBC2C}"/>
              </a:ext>
            </a:extLst>
          </p:cNvPr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18</a:t>
            </a:fld>
            <a:endParaRPr lang="en-US" altLang="zh-CN" dirty="0"/>
          </a:p>
        </p:txBody>
      </p:sp>
      <p:sp>
        <p:nvSpPr>
          <p:cNvPr id="41" name="AutoShape 5">
            <a:extLst>
              <a:ext uri="{FF2B5EF4-FFF2-40B4-BE49-F238E27FC236}">
                <a16:creationId xmlns:a16="http://schemas.microsoft.com/office/drawing/2014/main" id="{98B53143-E354-4967-B5BD-43725E913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613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1" grpId="1" animBg="1"/>
      <p:bldP spid="41" grpId="0" animBg="1"/>
      <p:bldP spid="41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2.6 P2P</a:t>
            </a:r>
            <a:r>
              <a:rPr lang="zh-CN" altLang="en-US" dirty="0">
                <a:solidFill>
                  <a:srgbClr val="0070C0"/>
                </a:solidFill>
              </a:rPr>
              <a:t>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94320" y="959314"/>
            <a:ext cx="6110287" cy="391001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2.6.3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分布式哈希表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DHT</a:t>
            </a:r>
          </a:p>
          <a:p>
            <a:pPr lvl="1"/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对等方扰动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Peer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可能随时退离，肿么办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  <a:p>
            <a:pPr lvl="3"/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Peer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记住它的两个后继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定时检查两个后继是否存在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/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Ping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一下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若直接后继退离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将第二后继设为直接后继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/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等同于链表中删除一个节点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可能随时加入，肿么办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  <a:p>
            <a:pPr lvl="3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4" indent="0">
              <a:buNone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先问一下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DHT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自己的前驱和后继是谁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通知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4" indent="0">
              <a:buNone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向前驱和后继发送报文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更新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4" indent="0">
              <a:buNone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本节点、前驱和后继均要更新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Group 42"/>
          <p:cNvGrpSpPr>
            <a:grpSpLocks/>
          </p:cNvGrpSpPr>
          <p:nvPr/>
        </p:nvGrpSpPr>
        <p:grpSpPr bwMode="auto">
          <a:xfrm>
            <a:off x="4944908" y="1113588"/>
            <a:ext cx="2859525" cy="2769875"/>
            <a:chOff x="946990" y="1676400"/>
            <a:chExt cx="3813731" cy="3692793"/>
          </a:xfrm>
        </p:grpSpPr>
        <p:sp>
          <p:nvSpPr>
            <p:cNvPr id="41" name="Oval 3"/>
            <p:cNvSpPr>
              <a:spLocks noChangeArrowheads="1"/>
            </p:cNvSpPr>
            <p:nvPr/>
          </p:nvSpPr>
          <p:spPr bwMode="auto">
            <a:xfrm>
              <a:off x="2794354" y="4791480"/>
              <a:ext cx="96564" cy="988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Oval 4"/>
            <p:cNvSpPr>
              <a:spLocks noChangeArrowheads="1"/>
            </p:cNvSpPr>
            <p:nvPr/>
          </p:nvSpPr>
          <p:spPr bwMode="auto">
            <a:xfrm>
              <a:off x="1435115" y="2890435"/>
              <a:ext cx="96564" cy="988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Oval 5"/>
            <p:cNvSpPr>
              <a:spLocks noChangeArrowheads="1"/>
            </p:cNvSpPr>
            <p:nvPr/>
          </p:nvSpPr>
          <p:spPr bwMode="auto">
            <a:xfrm>
              <a:off x="1459562" y="3978242"/>
              <a:ext cx="96564" cy="988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Oval 6"/>
            <p:cNvSpPr>
              <a:spLocks noChangeArrowheads="1"/>
            </p:cNvSpPr>
            <p:nvPr/>
          </p:nvSpPr>
          <p:spPr bwMode="auto">
            <a:xfrm>
              <a:off x="3989799" y="2585616"/>
              <a:ext cx="96564" cy="988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Oval 7"/>
            <p:cNvSpPr>
              <a:spLocks noChangeArrowheads="1"/>
            </p:cNvSpPr>
            <p:nvPr/>
          </p:nvSpPr>
          <p:spPr bwMode="auto">
            <a:xfrm>
              <a:off x="4283160" y="3457025"/>
              <a:ext cx="96564" cy="988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Oval 8"/>
            <p:cNvSpPr>
              <a:spLocks noChangeArrowheads="1"/>
            </p:cNvSpPr>
            <p:nvPr/>
          </p:nvSpPr>
          <p:spPr bwMode="auto">
            <a:xfrm>
              <a:off x="4004467" y="4192313"/>
              <a:ext cx="96564" cy="988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Oval 9"/>
            <p:cNvSpPr>
              <a:spLocks noChangeArrowheads="1"/>
            </p:cNvSpPr>
            <p:nvPr/>
          </p:nvSpPr>
          <p:spPr bwMode="auto">
            <a:xfrm>
              <a:off x="1991278" y="4548323"/>
              <a:ext cx="96565" cy="988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Oval 10"/>
            <p:cNvSpPr>
              <a:spLocks noChangeArrowheads="1"/>
            </p:cNvSpPr>
            <p:nvPr/>
          </p:nvSpPr>
          <p:spPr bwMode="auto">
            <a:xfrm>
              <a:off x="1376443" y="2050438"/>
              <a:ext cx="2927496" cy="27933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Text Box 11"/>
            <p:cNvSpPr txBox="1">
              <a:spLocks noChangeArrowheads="1"/>
            </p:cNvSpPr>
            <p:nvPr/>
          </p:nvSpPr>
          <p:spPr bwMode="auto">
            <a:xfrm>
              <a:off x="2895601" y="1676400"/>
              <a:ext cx="417321" cy="492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67" name="Rectangle 12"/>
            <p:cNvSpPr>
              <a:spLocks noChangeArrowheads="1"/>
            </p:cNvSpPr>
            <p:nvPr/>
          </p:nvSpPr>
          <p:spPr bwMode="auto">
            <a:xfrm>
              <a:off x="4114801" y="2514601"/>
              <a:ext cx="417321" cy="492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69" name="Rectangle 13"/>
            <p:cNvSpPr>
              <a:spLocks noChangeArrowheads="1"/>
            </p:cNvSpPr>
            <p:nvPr/>
          </p:nvSpPr>
          <p:spPr bwMode="auto">
            <a:xfrm>
              <a:off x="4343400" y="3352800"/>
              <a:ext cx="417321" cy="492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0" name="Rectangle 14"/>
            <p:cNvSpPr>
              <a:spLocks noChangeArrowheads="1"/>
            </p:cNvSpPr>
            <p:nvPr/>
          </p:nvSpPr>
          <p:spPr bwMode="auto">
            <a:xfrm>
              <a:off x="4114800" y="4114800"/>
              <a:ext cx="417321" cy="492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71" name="Rectangle 15"/>
            <p:cNvSpPr>
              <a:spLocks noChangeArrowheads="1"/>
            </p:cNvSpPr>
            <p:nvPr/>
          </p:nvSpPr>
          <p:spPr bwMode="auto">
            <a:xfrm>
              <a:off x="2743200" y="4876800"/>
              <a:ext cx="417321" cy="492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72" name="Rectangle 16"/>
            <p:cNvSpPr>
              <a:spLocks noChangeArrowheads="1"/>
            </p:cNvSpPr>
            <p:nvPr/>
          </p:nvSpPr>
          <p:spPr bwMode="auto">
            <a:xfrm>
              <a:off x="1676401" y="4648201"/>
              <a:ext cx="588354" cy="492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73" name="Rectangle 17"/>
            <p:cNvSpPr>
              <a:spLocks noChangeArrowheads="1"/>
            </p:cNvSpPr>
            <p:nvPr/>
          </p:nvSpPr>
          <p:spPr bwMode="auto">
            <a:xfrm>
              <a:off x="1018876" y="3886200"/>
              <a:ext cx="588354" cy="492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75" name="Rectangle 18"/>
            <p:cNvSpPr>
              <a:spLocks noChangeArrowheads="1"/>
            </p:cNvSpPr>
            <p:nvPr/>
          </p:nvSpPr>
          <p:spPr bwMode="auto">
            <a:xfrm>
              <a:off x="946990" y="2667000"/>
              <a:ext cx="588354" cy="492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15</a:t>
              </a:r>
            </a:p>
          </p:txBody>
        </p:sp>
        <p:sp>
          <p:nvSpPr>
            <p:cNvPr id="76" name="Oval 28"/>
            <p:cNvSpPr>
              <a:spLocks noChangeArrowheads="1"/>
            </p:cNvSpPr>
            <p:nvPr/>
          </p:nvSpPr>
          <p:spPr bwMode="auto">
            <a:xfrm>
              <a:off x="2912920" y="2010882"/>
              <a:ext cx="96565" cy="988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99"/>
                </a:buClr>
                <a:buSzPct val="7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77" name="Straight Connector 63"/>
          <p:cNvCxnSpPr/>
          <p:nvPr/>
        </p:nvCxnSpPr>
        <p:spPr>
          <a:xfrm>
            <a:off x="6291504" y="1342188"/>
            <a:ext cx="114300" cy="57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65"/>
          <p:cNvCxnSpPr/>
          <p:nvPr/>
        </p:nvCxnSpPr>
        <p:spPr>
          <a:xfrm rot="10800000" flipV="1">
            <a:off x="6348655" y="1399338"/>
            <a:ext cx="127397" cy="726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4"/>
          <p:cNvCxnSpPr/>
          <p:nvPr/>
        </p:nvCxnSpPr>
        <p:spPr>
          <a:xfrm>
            <a:off x="7188746" y="2989165"/>
            <a:ext cx="171450" cy="13811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6"/>
          <p:cNvCxnSpPr/>
          <p:nvPr/>
        </p:nvCxnSpPr>
        <p:spPr>
          <a:xfrm flipH="1">
            <a:off x="7131596" y="2989165"/>
            <a:ext cx="304800" cy="17145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灯片编号占位符 2">
            <a:extLst>
              <a:ext uri="{FF2B5EF4-FFF2-40B4-BE49-F238E27FC236}">
                <a16:creationId xmlns:a16="http://schemas.microsoft.com/office/drawing/2014/main" id="{8B4D6A6E-4DFB-4084-B436-F46A296D0CDC}"/>
              </a:ext>
            </a:extLst>
          </p:cNvPr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19</a:t>
            </a:fld>
            <a:endParaRPr lang="en-US" altLang="zh-CN" dirty="0"/>
          </a:p>
        </p:txBody>
      </p:sp>
      <p:sp>
        <p:nvSpPr>
          <p:cNvPr id="27" name="AutoShape 5">
            <a:extLst>
              <a:ext uri="{FF2B5EF4-FFF2-40B4-BE49-F238E27FC236}">
                <a16:creationId xmlns:a16="http://schemas.microsoft.com/office/drawing/2014/main" id="{E067E52E-DA21-4186-B2D5-C23882349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694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DD492D-30F5-4565-B353-56F5BFD90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2.6 P2P </a:t>
            </a:r>
            <a:r>
              <a:rPr lang="zh-CN" altLang="en-US" dirty="0"/>
              <a:t>应用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章总结</a:t>
            </a:r>
          </a:p>
        </p:txBody>
      </p:sp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08CC3084-9F33-4278-8DB2-B614D36FC80E}"/>
              </a:ext>
            </a:extLst>
          </p:cNvPr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t>20</a:t>
            </a:fld>
            <a:endParaRPr lang="en-US" altLang="zh-CN" dirty="0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3A738D53-8F46-4717-B5D9-18D8F282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001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2A601E-00FA-49C6-A8AF-74A6543F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3300"/>
                </a:solidFill>
              </a:rPr>
              <a:t>第</a:t>
            </a:r>
            <a:r>
              <a:rPr lang="en-US" altLang="zh-CN" dirty="0">
                <a:solidFill>
                  <a:srgbClr val="FF3300"/>
                </a:solidFill>
              </a:rPr>
              <a:t>2</a:t>
            </a:r>
            <a:r>
              <a:rPr lang="zh-CN" altLang="en-US" dirty="0">
                <a:solidFill>
                  <a:srgbClr val="FF3300"/>
                </a:solidFill>
              </a:rPr>
              <a:t>章 复习总结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31272F-57E4-4706-8684-FA8E742D6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987574"/>
            <a:ext cx="5643695" cy="3779688"/>
          </a:xfrm>
        </p:spPr>
        <p:txBody>
          <a:bodyPr/>
          <a:lstStyle/>
          <a:p>
            <a:r>
              <a:rPr lang="zh-CN" altLang="en-US" dirty="0"/>
              <a:t>知识点</a:t>
            </a:r>
            <a:r>
              <a:rPr lang="en-US" altLang="zh-CN" dirty="0"/>
              <a:t>1</a:t>
            </a:r>
            <a:r>
              <a:rPr lang="zh-CN" altLang="en-US" dirty="0"/>
              <a:t>：网络应用的架构模式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6C3E9F-E0B1-4D7C-993A-911A8172EE6B}"/>
              </a:ext>
            </a:extLst>
          </p:cNvPr>
          <p:cNvSpPr txBox="1">
            <a:spLocks/>
          </p:cNvSpPr>
          <p:nvPr/>
        </p:nvSpPr>
        <p:spPr>
          <a:xfrm>
            <a:off x="468000" y="935999"/>
            <a:ext cx="6110287" cy="20280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3FD753D-CA1C-4BB0-9FD4-C07F9A2C2C53}"/>
              </a:ext>
            </a:extLst>
          </p:cNvPr>
          <p:cNvSpPr txBox="1">
            <a:spLocks/>
          </p:cNvSpPr>
          <p:nvPr/>
        </p:nvSpPr>
        <p:spPr>
          <a:xfrm>
            <a:off x="827583" y="1491630"/>
            <a:ext cx="2952327" cy="648072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r>
              <a:rPr lang="en-US" altLang="zh-CN" sz="15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rPr>
              <a:t>服务器模式（</a:t>
            </a:r>
            <a:r>
              <a:rPr lang="en-US" altLang="zh-CN" sz="1500">
                <a:latin typeface="微软雅黑" panose="020B0503020204020204" pitchFamily="34" charset="-122"/>
                <a:ea typeface="微软雅黑" panose="020B0503020204020204" pitchFamily="34" charset="-122"/>
              </a:rPr>
              <a:t>C/S </a:t>
            </a:r>
            <a:r>
              <a: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rPr>
              <a:t>点对点模式（</a:t>
            </a:r>
            <a:r>
              <a:rPr lang="en-US" altLang="zh-CN" sz="1500">
                <a:latin typeface="微软雅黑" panose="020B0503020204020204" pitchFamily="34" charset="-122"/>
                <a:ea typeface="微软雅黑" panose="020B0503020204020204" pitchFamily="34" charset="-122"/>
              </a:rPr>
              <a:t>P2P</a:t>
            </a:r>
            <a:r>
              <a: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917">
            <a:extLst>
              <a:ext uri="{FF2B5EF4-FFF2-40B4-BE49-F238E27FC236}">
                <a16:creationId xmlns:a16="http://schemas.microsoft.com/office/drawing/2014/main" id="{4933F737-2E98-47B2-9D66-EC8BF5302601}"/>
              </a:ext>
            </a:extLst>
          </p:cNvPr>
          <p:cNvSpPr>
            <a:spLocks/>
          </p:cNvSpPr>
          <p:nvPr/>
        </p:nvSpPr>
        <p:spPr bwMode="auto">
          <a:xfrm flipH="1">
            <a:off x="4540559" y="2932995"/>
            <a:ext cx="327621" cy="1041755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94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" name="云形 8">
            <a:extLst>
              <a:ext uri="{FF2B5EF4-FFF2-40B4-BE49-F238E27FC236}">
                <a16:creationId xmlns:a16="http://schemas.microsoft.com/office/drawing/2014/main" id="{AEBA4B70-2046-400D-A7FE-21E922D81C1A}"/>
              </a:ext>
            </a:extLst>
          </p:cNvPr>
          <p:cNvSpPr/>
          <p:nvPr/>
        </p:nvSpPr>
        <p:spPr>
          <a:xfrm>
            <a:off x="1845655" y="3711635"/>
            <a:ext cx="1280912" cy="855717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Line 913">
            <a:extLst>
              <a:ext uri="{FF2B5EF4-FFF2-40B4-BE49-F238E27FC236}">
                <a16:creationId xmlns:a16="http://schemas.microsoft.com/office/drawing/2014/main" id="{AA37F0E5-232B-406C-8CD1-8E1C64553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9844" y="3003799"/>
            <a:ext cx="2280654" cy="0"/>
          </a:xfrm>
          <a:prstGeom prst="line">
            <a:avLst/>
          </a:prstGeom>
          <a:noFill/>
          <a:ln w="47625">
            <a:solidFill>
              <a:srgbClr val="CC0000"/>
            </a:solidFill>
            <a:prstDash val="sysDash"/>
            <a:round/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" name="Freeform 917">
            <a:extLst>
              <a:ext uri="{FF2B5EF4-FFF2-40B4-BE49-F238E27FC236}">
                <a16:creationId xmlns:a16="http://schemas.microsoft.com/office/drawing/2014/main" id="{BE4AF241-2B1D-42E7-932B-135619FC9D4F}"/>
              </a:ext>
            </a:extLst>
          </p:cNvPr>
          <p:cNvSpPr>
            <a:spLocks/>
          </p:cNvSpPr>
          <p:nvPr/>
        </p:nvSpPr>
        <p:spPr bwMode="auto">
          <a:xfrm>
            <a:off x="583332" y="2944468"/>
            <a:ext cx="276595" cy="1041755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94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12" name="Group 190">
            <a:extLst>
              <a:ext uri="{FF2B5EF4-FFF2-40B4-BE49-F238E27FC236}">
                <a16:creationId xmlns:a16="http://schemas.microsoft.com/office/drawing/2014/main" id="{B0F16FE2-D115-4227-9A19-837A94718B87}"/>
              </a:ext>
            </a:extLst>
          </p:cNvPr>
          <p:cNvGrpSpPr>
            <a:grpSpLocks/>
          </p:cNvGrpSpPr>
          <p:nvPr/>
        </p:nvGrpSpPr>
        <p:grpSpPr bwMode="auto">
          <a:xfrm>
            <a:off x="169508" y="3727883"/>
            <a:ext cx="623698" cy="669219"/>
            <a:chOff x="-44" y="1473"/>
            <a:chExt cx="981" cy="1105"/>
          </a:xfrm>
        </p:grpSpPr>
        <p:pic>
          <p:nvPicPr>
            <p:cNvPr id="13" name="Picture 191" descr="desktop_computer_stylized_medium">
              <a:extLst>
                <a:ext uri="{FF2B5EF4-FFF2-40B4-BE49-F238E27FC236}">
                  <a16:creationId xmlns:a16="http://schemas.microsoft.com/office/drawing/2014/main" id="{4D9A199B-8177-4408-AC74-73BCC197A5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Freeform 192">
              <a:extLst>
                <a:ext uri="{FF2B5EF4-FFF2-40B4-BE49-F238E27FC236}">
                  <a16:creationId xmlns:a16="http://schemas.microsoft.com/office/drawing/2014/main" id="{5392757D-95A7-4AB8-9AF6-7A72AE801E3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36356C1-5C85-4C2C-8F55-2FF9BD53834D}"/>
              </a:ext>
            </a:extLst>
          </p:cNvPr>
          <p:cNvGrpSpPr/>
          <p:nvPr/>
        </p:nvGrpSpPr>
        <p:grpSpPr>
          <a:xfrm>
            <a:off x="877531" y="2944468"/>
            <a:ext cx="632452" cy="887472"/>
            <a:chOff x="5613719" y="2052467"/>
            <a:chExt cx="568865" cy="79824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24F245D-D0E0-485B-8C5D-81438B3B5630}"/>
                </a:ext>
              </a:extLst>
            </p:cNvPr>
            <p:cNvSpPr/>
            <p:nvPr/>
          </p:nvSpPr>
          <p:spPr>
            <a:xfrm>
              <a:off x="5613719" y="2052467"/>
              <a:ext cx="568865" cy="161957"/>
            </a:xfrm>
            <a:prstGeom prst="rect">
              <a:avLst/>
            </a:prstGeom>
            <a:solidFill>
              <a:srgbClr val="FFC000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32A960C-910F-4DB4-9279-490529DE4335}"/>
                </a:ext>
              </a:extLst>
            </p:cNvPr>
            <p:cNvSpPr/>
            <p:nvPr/>
          </p:nvSpPr>
          <p:spPr>
            <a:xfrm>
              <a:off x="5613719" y="2216819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8F5B186-880F-49B3-9460-31334BB35431}"/>
                </a:ext>
              </a:extLst>
            </p:cNvPr>
            <p:cNvSpPr/>
            <p:nvPr/>
          </p:nvSpPr>
          <p:spPr>
            <a:xfrm>
              <a:off x="5613719" y="237397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7A28DA5-30B1-4C84-9736-E5B2753ADE03}"/>
                </a:ext>
              </a:extLst>
            </p:cNvPr>
            <p:cNvSpPr/>
            <p:nvPr/>
          </p:nvSpPr>
          <p:spPr>
            <a:xfrm>
              <a:off x="5613719" y="2531042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05ADBAF-61E5-4AAE-B66B-A6CC2E38AD92}"/>
                </a:ext>
              </a:extLst>
            </p:cNvPr>
            <p:cNvSpPr/>
            <p:nvPr/>
          </p:nvSpPr>
          <p:spPr>
            <a:xfrm>
              <a:off x="5613719" y="268875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2405731-C6EB-43A2-859E-94FEE253099D}"/>
              </a:ext>
            </a:extLst>
          </p:cNvPr>
          <p:cNvGrpSpPr/>
          <p:nvPr/>
        </p:nvGrpSpPr>
        <p:grpSpPr>
          <a:xfrm>
            <a:off x="2766338" y="3388532"/>
            <a:ext cx="632452" cy="530026"/>
            <a:chOff x="7029840" y="3000090"/>
            <a:chExt cx="568865" cy="476737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07DF3DA-FACF-42EB-B3B6-DDFF83028B43}"/>
                </a:ext>
              </a:extLst>
            </p:cNvPr>
            <p:cNvSpPr/>
            <p:nvPr/>
          </p:nvSpPr>
          <p:spPr>
            <a:xfrm>
              <a:off x="7029840" y="3000090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89090A5E-BB7A-4309-A204-29929A827D35}"/>
                </a:ext>
              </a:extLst>
            </p:cNvPr>
            <p:cNvSpPr/>
            <p:nvPr/>
          </p:nvSpPr>
          <p:spPr>
            <a:xfrm>
              <a:off x="7029840" y="3157157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3A738C4E-3252-4E4F-AACE-E56DA0123C5D}"/>
                </a:ext>
              </a:extLst>
            </p:cNvPr>
            <p:cNvSpPr/>
            <p:nvPr/>
          </p:nvSpPr>
          <p:spPr>
            <a:xfrm>
              <a:off x="7029840" y="3314870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1C5F378F-CC7E-48A3-AC56-2C9795A240F4}"/>
              </a:ext>
            </a:extLst>
          </p:cNvPr>
          <p:cNvGrpSpPr/>
          <p:nvPr/>
        </p:nvGrpSpPr>
        <p:grpSpPr>
          <a:xfrm>
            <a:off x="3883548" y="2944468"/>
            <a:ext cx="632454" cy="887472"/>
            <a:chOff x="7984582" y="2052467"/>
            <a:chExt cx="568867" cy="798245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B743B4DB-1743-4CB7-A50C-843BCF528B75}"/>
                </a:ext>
              </a:extLst>
            </p:cNvPr>
            <p:cNvSpPr/>
            <p:nvPr/>
          </p:nvSpPr>
          <p:spPr>
            <a:xfrm>
              <a:off x="7984584" y="2052467"/>
              <a:ext cx="568865" cy="161957"/>
            </a:xfrm>
            <a:prstGeom prst="rect">
              <a:avLst/>
            </a:prstGeom>
            <a:solidFill>
              <a:srgbClr val="FFC000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E7A89C99-4760-4E3C-AAC3-0396E428CFC7}"/>
                </a:ext>
              </a:extLst>
            </p:cNvPr>
            <p:cNvSpPr/>
            <p:nvPr/>
          </p:nvSpPr>
          <p:spPr>
            <a:xfrm>
              <a:off x="7984582" y="2216819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A02FCBD-9536-4453-886B-5EEEA2D9EA9F}"/>
                </a:ext>
              </a:extLst>
            </p:cNvPr>
            <p:cNvSpPr/>
            <p:nvPr/>
          </p:nvSpPr>
          <p:spPr>
            <a:xfrm>
              <a:off x="7984584" y="237397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0005C595-22E8-4926-AE1B-171CFE28E034}"/>
                </a:ext>
              </a:extLst>
            </p:cNvPr>
            <p:cNvSpPr/>
            <p:nvPr/>
          </p:nvSpPr>
          <p:spPr>
            <a:xfrm>
              <a:off x="7984584" y="2531042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7A241232-6E32-4792-A3F6-4AD55AFEC39B}"/>
                </a:ext>
              </a:extLst>
            </p:cNvPr>
            <p:cNvSpPr/>
            <p:nvPr/>
          </p:nvSpPr>
          <p:spPr>
            <a:xfrm>
              <a:off x="7984584" y="268875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</p:grpSp>
      <p:grpSp>
        <p:nvGrpSpPr>
          <p:cNvPr id="31" name="Group 170">
            <a:extLst>
              <a:ext uri="{FF2B5EF4-FFF2-40B4-BE49-F238E27FC236}">
                <a16:creationId xmlns:a16="http://schemas.microsoft.com/office/drawing/2014/main" id="{DCA819EF-B241-4165-A844-A5818237CEBB}"/>
              </a:ext>
            </a:extLst>
          </p:cNvPr>
          <p:cNvGrpSpPr>
            <a:grpSpLocks/>
          </p:cNvGrpSpPr>
          <p:nvPr/>
        </p:nvGrpSpPr>
        <p:grpSpPr bwMode="auto">
          <a:xfrm>
            <a:off x="2250117" y="4009940"/>
            <a:ext cx="419000" cy="224186"/>
            <a:chOff x="2356" y="1300"/>
            <a:chExt cx="555" cy="194"/>
          </a:xfrm>
        </p:grpSpPr>
        <p:sp>
          <p:nvSpPr>
            <p:cNvPr id="32" name="Oval 407">
              <a:extLst>
                <a:ext uri="{FF2B5EF4-FFF2-40B4-BE49-F238E27FC236}">
                  <a16:creationId xmlns:a16="http://schemas.microsoft.com/office/drawing/2014/main" id="{0489B8CF-D502-49F0-B5DE-4E1E97D6F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3" name="Rectangle 410">
              <a:extLst>
                <a:ext uri="{FF2B5EF4-FFF2-40B4-BE49-F238E27FC236}">
                  <a16:creationId xmlns:a16="http://schemas.microsoft.com/office/drawing/2014/main" id="{C22AA5AA-C763-46EF-9BF3-0F4F73F1F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4" name="Oval 411">
              <a:extLst>
                <a:ext uri="{FF2B5EF4-FFF2-40B4-BE49-F238E27FC236}">
                  <a16:creationId xmlns:a16="http://schemas.microsoft.com/office/drawing/2014/main" id="{67962ECD-2E8E-44B8-8D93-CDCD6A5B4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35" name="Group 174">
              <a:extLst>
                <a:ext uri="{FF2B5EF4-FFF2-40B4-BE49-F238E27FC236}">
                  <a16:creationId xmlns:a16="http://schemas.microsoft.com/office/drawing/2014/main" id="{37357287-7385-4BFA-81DD-92735B2040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38" name="Freeform 175">
                <a:extLst>
                  <a:ext uri="{FF2B5EF4-FFF2-40B4-BE49-F238E27FC236}">
                    <a16:creationId xmlns:a16="http://schemas.microsoft.com/office/drawing/2014/main" id="{50041171-61FF-4D16-B80C-45A78FF0C2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176">
                <a:extLst>
                  <a:ext uri="{FF2B5EF4-FFF2-40B4-BE49-F238E27FC236}">
                    <a16:creationId xmlns:a16="http://schemas.microsoft.com/office/drawing/2014/main" id="{2310B83B-5A0B-4903-B494-066544EEE0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" name="Line 177">
              <a:extLst>
                <a:ext uri="{FF2B5EF4-FFF2-40B4-BE49-F238E27FC236}">
                  <a16:creationId xmlns:a16="http://schemas.microsoft.com/office/drawing/2014/main" id="{380AE8E9-D276-4CCF-87BD-56A4593A5F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178">
              <a:extLst>
                <a:ext uri="{FF2B5EF4-FFF2-40B4-BE49-F238E27FC236}">
                  <a16:creationId xmlns:a16="http://schemas.microsoft.com/office/drawing/2014/main" id="{142B502B-313A-4157-9987-61185EBA1B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879D515A-A6FD-47AD-9048-A26850CF04F1}"/>
              </a:ext>
            </a:extLst>
          </p:cNvPr>
          <p:cNvCxnSpPr>
            <a:cxnSpLocks/>
            <a:stCxn id="13" idx="1"/>
            <a:endCxn id="36" idx="1"/>
          </p:cNvCxnSpPr>
          <p:nvPr/>
        </p:nvCxnSpPr>
        <p:spPr>
          <a:xfrm>
            <a:off x="793206" y="4062493"/>
            <a:ext cx="1457667" cy="11500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86C41B6B-1EB0-4CB3-B88D-47CDB6E7339C}"/>
              </a:ext>
            </a:extLst>
          </p:cNvPr>
          <p:cNvCxnSpPr>
            <a:cxnSpLocks/>
            <a:stCxn id="37" idx="0"/>
            <a:endCxn id="44" idx="1"/>
          </p:cNvCxnSpPr>
          <p:nvPr/>
        </p:nvCxnSpPr>
        <p:spPr>
          <a:xfrm flipV="1">
            <a:off x="2666097" y="4002178"/>
            <a:ext cx="2053999" cy="8056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147">
            <a:extLst>
              <a:ext uri="{FF2B5EF4-FFF2-40B4-BE49-F238E27FC236}">
                <a16:creationId xmlns:a16="http://schemas.microsoft.com/office/drawing/2014/main" id="{2BC46692-537B-49CB-AEF1-8BC6AD545A5F}"/>
              </a:ext>
            </a:extLst>
          </p:cNvPr>
          <p:cNvGrpSpPr>
            <a:grpSpLocks/>
          </p:cNvGrpSpPr>
          <p:nvPr/>
        </p:nvGrpSpPr>
        <p:grpSpPr bwMode="auto">
          <a:xfrm>
            <a:off x="4706898" y="3739371"/>
            <a:ext cx="293864" cy="550664"/>
            <a:chOff x="4140" y="429"/>
            <a:chExt cx="1425" cy="2396"/>
          </a:xfrm>
        </p:grpSpPr>
        <p:sp>
          <p:nvSpPr>
            <p:cNvPr id="43" name="Freeform 148">
              <a:extLst>
                <a:ext uri="{FF2B5EF4-FFF2-40B4-BE49-F238E27FC236}">
                  <a16:creationId xmlns:a16="http://schemas.microsoft.com/office/drawing/2014/main" id="{2BF0C11F-E332-4904-93E8-0B2391CFB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4" name="Rectangle 149">
              <a:extLst>
                <a:ext uri="{FF2B5EF4-FFF2-40B4-BE49-F238E27FC236}">
                  <a16:creationId xmlns:a16="http://schemas.microsoft.com/office/drawing/2014/main" id="{1E823E79-1944-4004-BD84-48D697592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6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45" name="Freeform 150">
              <a:extLst>
                <a:ext uri="{FF2B5EF4-FFF2-40B4-BE49-F238E27FC236}">
                  <a16:creationId xmlns:a16="http://schemas.microsoft.com/office/drawing/2014/main" id="{A8A79A47-4594-4761-AB16-C00EB8EC7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6" name="Freeform 151">
              <a:extLst>
                <a:ext uri="{FF2B5EF4-FFF2-40B4-BE49-F238E27FC236}">
                  <a16:creationId xmlns:a16="http://schemas.microsoft.com/office/drawing/2014/main" id="{D2A14364-F203-4AE2-AB2C-E8261A1E5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7" name="Rectangle 152">
              <a:extLst>
                <a:ext uri="{FF2B5EF4-FFF2-40B4-BE49-F238E27FC236}">
                  <a16:creationId xmlns:a16="http://schemas.microsoft.com/office/drawing/2014/main" id="{D8A88F72-0458-4A03-8847-59F69F15C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48" name="Group 153">
              <a:extLst>
                <a:ext uri="{FF2B5EF4-FFF2-40B4-BE49-F238E27FC236}">
                  <a16:creationId xmlns:a16="http://schemas.microsoft.com/office/drawing/2014/main" id="{14B0575A-02B0-4353-8DF4-66A07AB3A9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3" name="AutoShape 154">
                <a:extLst>
                  <a:ext uri="{FF2B5EF4-FFF2-40B4-BE49-F238E27FC236}">
                    <a16:creationId xmlns:a16="http://schemas.microsoft.com/office/drawing/2014/main" id="{49D48E17-D75C-4F34-BB2D-6FBF5F32CD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0"/>
                <a:ext cx="721" cy="14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4" name="AutoShape 155">
                <a:extLst>
                  <a:ext uri="{FF2B5EF4-FFF2-40B4-BE49-F238E27FC236}">
                    <a16:creationId xmlns:a16="http://schemas.microsoft.com/office/drawing/2014/main" id="{34A01274-1645-4BB0-BE87-BC3BFAC358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8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9" name="Rectangle 156">
              <a:extLst>
                <a:ext uri="{FF2B5EF4-FFF2-40B4-BE49-F238E27FC236}">
                  <a16:creationId xmlns:a16="http://schemas.microsoft.com/office/drawing/2014/main" id="{CE725413-83B5-428F-BBBE-85B6D74E2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6"/>
              <a:ext cx="597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50" name="Group 157">
              <a:extLst>
                <a:ext uri="{FF2B5EF4-FFF2-40B4-BE49-F238E27FC236}">
                  <a16:creationId xmlns:a16="http://schemas.microsoft.com/office/drawing/2014/main" id="{E12290A2-B7B4-417C-BE47-276F0AEDA3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1" name="AutoShape 158">
                <a:extLst>
                  <a:ext uri="{FF2B5EF4-FFF2-40B4-BE49-F238E27FC236}">
                    <a16:creationId xmlns:a16="http://schemas.microsoft.com/office/drawing/2014/main" id="{F31CE184-573E-4D49-B25D-42FF4BFD4D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2" name="AutoShape 159">
                <a:extLst>
                  <a:ext uri="{FF2B5EF4-FFF2-40B4-BE49-F238E27FC236}">
                    <a16:creationId xmlns:a16="http://schemas.microsoft.com/office/drawing/2014/main" id="{F40B1E17-105E-4AEA-ABAB-243C4620C9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1" name="Rectangle 160">
              <a:extLst>
                <a:ext uri="{FF2B5EF4-FFF2-40B4-BE49-F238E27FC236}">
                  <a16:creationId xmlns:a16="http://schemas.microsoft.com/office/drawing/2014/main" id="{EF2BED3C-2433-46FA-ADEC-39CC0DBE47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52" name="Rectangle 161">
              <a:extLst>
                <a:ext uri="{FF2B5EF4-FFF2-40B4-BE49-F238E27FC236}">
                  <a16:creationId xmlns:a16="http://schemas.microsoft.com/office/drawing/2014/main" id="{65413903-0E5F-4C09-AB61-3F3619152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53" name="Group 162">
              <a:extLst>
                <a:ext uri="{FF2B5EF4-FFF2-40B4-BE49-F238E27FC236}">
                  <a16:creationId xmlns:a16="http://schemas.microsoft.com/office/drawing/2014/main" id="{9F4104A9-B696-4BB1-9621-0A45DA6FF5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9" name="AutoShape 163">
                <a:extLst>
                  <a:ext uri="{FF2B5EF4-FFF2-40B4-BE49-F238E27FC236}">
                    <a16:creationId xmlns:a16="http://schemas.microsoft.com/office/drawing/2014/main" id="{EFBECD2A-EE4D-495D-B024-97E6C8637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0" name="AutoShape 164">
                <a:extLst>
                  <a:ext uri="{FF2B5EF4-FFF2-40B4-BE49-F238E27FC236}">
                    <a16:creationId xmlns:a16="http://schemas.microsoft.com/office/drawing/2014/main" id="{6D3DC440-E00D-49D4-806C-E58994782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4" name="Freeform 165">
              <a:extLst>
                <a:ext uri="{FF2B5EF4-FFF2-40B4-BE49-F238E27FC236}">
                  <a16:creationId xmlns:a16="http://schemas.microsoft.com/office/drawing/2014/main" id="{5730FC52-1F83-4F43-B110-93377EBFD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55" name="Group 166">
              <a:extLst>
                <a:ext uri="{FF2B5EF4-FFF2-40B4-BE49-F238E27FC236}">
                  <a16:creationId xmlns:a16="http://schemas.microsoft.com/office/drawing/2014/main" id="{EE714846-424B-4AB6-988D-59DC36082E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7" name="AutoShape 167">
                <a:extLst>
                  <a:ext uri="{FF2B5EF4-FFF2-40B4-BE49-F238E27FC236}">
                    <a16:creationId xmlns:a16="http://schemas.microsoft.com/office/drawing/2014/main" id="{6631B1E0-1A14-4770-B3C8-6BB3050A20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8" name="AutoShape 168">
                <a:extLst>
                  <a:ext uri="{FF2B5EF4-FFF2-40B4-BE49-F238E27FC236}">
                    <a16:creationId xmlns:a16="http://schemas.microsoft.com/office/drawing/2014/main" id="{4DDC04D7-C5DB-4DD0-AD6D-7DE9B7403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6" name="Rectangle 169">
              <a:extLst>
                <a:ext uri="{FF2B5EF4-FFF2-40B4-BE49-F238E27FC236}">
                  <a16:creationId xmlns:a16="http://schemas.microsoft.com/office/drawing/2014/main" id="{9C2AE86E-AE76-49DB-8DA2-5B12DB7DF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57" name="Freeform 170">
              <a:extLst>
                <a:ext uri="{FF2B5EF4-FFF2-40B4-BE49-F238E27FC236}">
                  <a16:creationId xmlns:a16="http://schemas.microsoft.com/office/drawing/2014/main" id="{C7AD4274-8464-4516-AC39-718781AE0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8" name="Freeform 171">
              <a:extLst>
                <a:ext uri="{FF2B5EF4-FFF2-40B4-BE49-F238E27FC236}">
                  <a16:creationId xmlns:a16="http://schemas.microsoft.com/office/drawing/2014/main" id="{A8CC6C44-E463-4440-A4F4-770D67581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9" name="Oval 172">
              <a:extLst>
                <a:ext uri="{FF2B5EF4-FFF2-40B4-BE49-F238E27FC236}">
                  <a16:creationId xmlns:a16="http://schemas.microsoft.com/office/drawing/2014/main" id="{AA68AF12-C9DA-4111-9FC1-80CF64620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0" name="Freeform 173">
              <a:extLst>
                <a:ext uri="{FF2B5EF4-FFF2-40B4-BE49-F238E27FC236}">
                  <a16:creationId xmlns:a16="http://schemas.microsoft.com/office/drawing/2014/main" id="{809923B6-F222-4ED1-99A6-1C0E07050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1" name="AutoShape 174">
              <a:extLst>
                <a:ext uri="{FF2B5EF4-FFF2-40B4-BE49-F238E27FC236}">
                  <a16:creationId xmlns:a16="http://schemas.microsoft.com/office/drawing/2014/main" id="{0B78CDCA-7D44-47C6-8069-43320A6DD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2" name="AutoShape 175">
              <a:extLst>
                <a:ext uri="{FF2B5EF4-FFF2-40B4-BE49-F238E27FC236}">
                  <a16:creationId xmlns:a16="http://schemas.microsoft.com/office/drawing/2014/main" id="{D7C9C299-D346-4095-AE24-01198D01C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0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3" name="Oval 176">
              <a:extLst>
                <a:ext uri="{FF2B5EF4-FFF2-40B4-BE49-F238E27FC236}">
                  <a16:creationId xmlns:a16="http://schemas.microsoft.com/office/drawing/2014/main" id="{627F1F12-C956-4963-9F16-7C3B52FCE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4" name="Oval 177">
              <a:extLst>
                <a:ext uri="{FF2B5EF4-FFF2-40B4-BE49-F238E27FC236}">
                  <a16:creationId xmlns:a16="http://schemas.microsoft.com/office/drawing/2014/main" id="{2A0FD9B5-DDE1-44DE-A4D9-D5A06E4AD1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5" name="Oval 178">
              <a:extLst>
                <a:ext uri="{FF2B5EF4-FFF2-40B4-BE49-F238E27FC236}">
                  <a16:creationId xmlns:a16="http://schemas.microsoft.com/office/drawing/2014/main" id="{EB0688F9-BABC-4AAD-B522-C79CE30E5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6" name="Rectangle 179">
              <a:extLst>
                <a:ext uri="{FF2B5EF4-FFF2-40B4-BE49-F238E27FC236}">
                  <a16:creationId xmlns:a16="http://schemas.microsoft.com/office/drawing/2014/main" id="{C400ED77-A006-4902-95F4-114A1E201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4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4BD6B2-81B7-4D93-A855-D7AB56776AC7}"/>
              </a:ext>
            </a:extLst>
          </p:cNvPr>
          <p:cNvCxnSpPr>
            <a:stCxn id="32" idx="4"/>
            <a:endCxn id="32" idx="4"/>
          </p:cNvCxnSpPr>
          <p:nvPr/>
        </p:nvCxnSpPr>
        <p:spPr>
          <a:xfrm>
            <a:off x="2458862" y="4234126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49B65748-87A8-4221-BDFB-0848C7D66175}"/>
              </a:ext>
            </a:extLst>
          </p:cNvPr>
          <p:cNvCxnSpPr>
            <a:cxnSpLocks/>
            <a:stCxn id="32" idx="4"/>
            <a:endCxn id="9" idx="1"/>
          </p:cNvCxnSpPr>
          <p:nvPr/>
        </p:nvCxnSpPr>
        <p:spPr>
          <a:xfrm>
            <a:off x="2458862" y="4234126"/>
            <a:ext cx="27249" cy="33231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41D949B0-18ED-4A9E-AEF4-EADADBFCF251}"/>
              </a:ext>
            </a:extLst>
          </p:cNvPr>
          <p:cNvCxnSpPr>
            <a:cxnSpLocks/>
            <a:stCxn id="34" idx="0"/>
            <a:endCxn id="9" idx="3"/>
          </p:cNvCxnSpPr>
          <p:nvPr/>
        </p:nvCxnSpPr>
        <p:spPr>
          <a:xfrm flipV="1">
            <a:off x="2458107" y="3760561"/>
            <a:ext cx="28004" cy="24937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 917">
            <a:extLst>
              <a:ext uri="{FF2B5EF4-FFF2-40B4-BE49-F238E27FC236}">
                <a16:creationId xmlns:a16="http://schemas.microsoft.com/office/drawing/2014/main" id="{DDFBA04D-2035-46F7-B5C5-DD21D5734888}"/>
              </a:ext>
            </a:extLst>
          </p:cNvPr>
          <p:cNvSpPr>
            <a:spLocks/>
          </p:cNvSpPr>
          <p:nvPr/>
        </p:nvSpPr>
        <p:spPr bwMode="auto">
          <a:xfrm>
            <a:off x="2502772" y="3372002"/>
            <a:ext cx="249315" cy="637938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94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79" name="Text Box 32">
            <a:extLst>
              <a:ext uri="{FF2B5EF4-FFF2-40B4-BE49-F238E27FC236}">
                <a16:creationId xmlns:a16="http://schemas.microsoft.com/office/drawing/2014/main" id="{71A911E5-B00A-43D5-BD2B-0C2649D59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110" y="4341705"/>
            <a:ext cx="623698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Text Box 32">
            <a:extLst>
              <a:ext uri="{FF2B5EF4-FFF2-40B4-BE49-F238E27FC236}">
                <a16:creationId xmlns:a16="http://schemas.microsoft.com/office/drawing/2014/main" id="{5232689E-6677-4BB4-BD16-DF3D3BC94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4863" y="4344232"/>
            <a:ext cx="693175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1" name="Group 43">
            <a:extLst>
              <a:ext uri="{FF2B5EF4-FFF2-40B4-BE49-F238E27FC236}">
                <a16:creationId xmlns:a16="http://schemas.microsoft.com/office/drawing/2014/main" id="{648342BE-858F-4E66-AE39-E6929524F9AA}"/>
              </a:ext>
            </a:extLst>
          </p:cNvPr>
          <p:cNvGrpSpPr>
            <a:grpSpLocks/>
          </p:cNvGrpSpPr>
          <p:nvPr/>
        </p:nvGrpSpPr>
        <p:grpSpPr bwMode="auto">
          <a:xfrm>
            <a:off x="5543551" y="1329929"/>
            <a:ext cx="3005261" cy="2765525"/>
            <a:chOff x="2195" y="208"/>
            <a:chExt cx="3140" cy="2776"/>
          </a:xfrm>
        </p:grpSpPr>
        <p:grpSp>
          <p:nvGrpSpPr>
            <p:cNvPr id="82" name="Group 6">
              <a:extLst>
                <a:ext uri="{FF2B5EF4-FFF2-40B4-BE49-F238E27FC236}">
                  <a16:creationId xmlns:a16="http://schemas.microsoft.com/office/drawing/2014/main" id="{58BE3CF6-CBB5-4F0B-AE91-AAC4A4FCC2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3" y="208"/>
              <a:ext cx="339" cy="558"/>
              <a:chOff x="4180" y="783"/>
              <a:chExt cx="150" cy="307"/>
            </a:xfrm>
          </p:grpSpPr>
          <p:sp>
            <p:nvSpPr>
              <p:cNvPr id="108" name="AutoShape 7">
                <a:extLst>
                  <a:ext uri="{FF2B5EF4-FFF2-40B4-BE49-F238E27FC236}">
                    <a16:creationId xmlns:a16="http://schemas.microsoft.com/office/drawing/2014/main" id="{3161A5FF-C30C-45CC-A197-F65BFAACB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Comic Sans MS" panose="030F0702030302020204" pitchFamily="66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09" name="Rectangle 8">
                <a:extLst>
                  <a:ext uri="{FF2B5EF4-FFF2-40B4-BE49-F238E27FC236}">
                    <a16:creationId xmlns:a16="http://schemas.microsoft.com/office/drawing/2014/main" id="{7D799726-3856-469C-AE9E-2B82FF68C7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Comic Sans MS" panose="030F0702030302020204" pitchFamily="66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10" name="Rectangle 9">
                <a:extLst>
                  <a:ext uri="{FF2B5EF4-FFF2-40B4-BE49-F238E27FC236}">
                    <a16:creationId xmlns:a16="http://schemas.microsoft.com/office/drawing/2014/main" id="{55A5AA11-135D-4DCE-A7A9-59BDB8989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Comic Sans MS" panose="030F0702030302020204" pitchFamily="66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11" name="AutoShape 10">
                <a:extLst>
                  <a:ext uri="{FF2B5EF4-FFF2-40B4-BE49-F238E27FC236}">
                    <a16:creationId xmlns:a16="http://schemas.microsoft.com/office/drawing/2014/main" id="{AD788D1A-54E3-43B5-A327-1EF3D4C57A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Comic Sans MS" panose="030F0702030302020204" pitchFamily="66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12" name="Line 11">
                <a:extLst>
                  <a:ext uri="{FF2B5EF4-FFF2-40B4-BE49-F238E27FC236}">
                    <a16:creationId xmlns:a16="http://schemas.microsoft.com/office/drawing/2014/main" id="{8A977CCD-9922-4E63-92ED-AA941AB571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3" name="Line 12">
                <a:extLst>
                  <a:ext uri="{FF2B5EF4-FFF2-40B4-BE49-F238E27FC236}">
                    <a16:creationId xmlns:a16="http://schemas.microsoft.com/office/drawing/2014/main" id="{52CE7AFB-397A-4602-AD67-A019B15346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114" name="Rectangle 13">
                <a:extLst>
                  <a:ext uri="{FF2B5EF4-FFF2-40B4-BE49-F238E27FC236}">
                    <a16:creationId xmlns:a16="http://schemas.microsoft.com/office/drawing/2014/main" id="{2A273279-D4D8-4094-B890-E29FE40DD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Comic Sans MS" panose="030F0702030302020204" pitchFamily="66" charset="0"/>
                  <a:ea typeface="新細明體" panose="02020500000000000000" pitchFamily="18" charset="-120"/>
                </a:endParaRPr>
              </a:p>
            </p:txBody>
          </p:sp>
          <p:sp>
            <p:nvSpPr>
              <p:cNvPr id="115" name="Rectangle 14">
                <a:extLst>
                  <a:ext uri="{FF2B5EF4-FFF2-40B4-BE49-F238E27FC236}">
                    <a16:creationId xmlns:a16="http://schemas.microsoft.com/office/drawing/2014/main" id="{4322EA3E-D760-40D2-AB7A-BE6B61EE4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Comic Sans MS" panose="030F0702030302020204" pitchFamily="66" charset="0"/>
                  <a:ea typeface="新細明體" panose="02020500000000000000" pitchFamily="18" charset="-120"/>
                </a:endParaRPr>
              </a:p>
            </p:txBody>
          </p:sp>
        </p:grpSp>
        <p:graphicFrame>
          <p:nvGraphicFramePr>
            <p:cNvPr id="83" name="Object 15">
              <a:extLst>
                <a:ext uri="{FF2B5EF4-FFF2-40B4-BE49-F238E27FC236}">
                  <a16:creationId xmlns:a16="http://schemas.microsoft.com/office/drawing/2014/main" id="{48B6E0D7-8225-41FE-A75C-947AF77B0C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80" y="1429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58" name="Clip" r:id="rId5" imgW="1305000" imgH="1085760" progId="MS_ClipArt_Gallery.2">
                    <p:embed/>
                  </p:oleObj>
                </mc:Choice>
                <mc:Fallback>
                  <p:oleObj name="Clip" r:id="rId5" imgW="1305000" imgH="1085760" progId="MS_ClipArt_Gallery.2">
                    <p:embed/>
                    <p:pic>
                      <p:nvPicPr>
                        <p:cNvPr id="83" name="Object 15">
                          <a:extLst>
                            <a:ext uri="{FF2B5EF4-FFF2-40B4-BE49-F238E27FC236}">
                              <a16:creationId xmlns:a16="http://schemas.microsoft.com/office/drawing/2014/main" id="{48B6E0D7-8225-41FE-A75C-947AF77B0CC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0" y="1429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4" name="Object 16">
              <a:extLst>
                <a:ext uri="{FF2B5EF4-FFF2-40B4-BE49-F238E27FC236}">
                  <a16:creationId xmlns:a16="http://schemas.microsoft.com/office/drawing/2014/main" id="{3382C2B2-B6BF-414B-B2D6-B66AA15D3A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65" y="2638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59" name="Clip" r:id="rId7" imgW="1305000" imgH="1085760" progId="MS_ClipArt_Gallery.2">
                    <p:embed/>
                  </p:oleObj>
                </mc:Choice>
                <mc:Fallback>
                  <p:oleObj name="Clip" r:id="rId7" imgW="1305000" imgH="1085760" progId="MS_ClipArt_Gallery.2">
                    <p:embed/>
                    <p:pic>
                      <p:nvPicPr>
                        <p:cNvPr id="84" name="Object 16">
                          <a:extLst>
                            <a:ext uri="{FF2B5EF4-FFF2-40B4-BE49-F238E27FC236}">
                              <a16:creationId xmlns:a16="http://schemas.microsoft.com/office/drawing/2014/main" id="{3382C2B2-B6BF-414B-B2D6-B66AA15D3AB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5" y="2638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" name="Object 17">
              <a:extLst>
                <a:ext uri="{FF2B5EF4-FFF2-40B4-BE49-F238E27FC236}">
                  <a16:creationId xmlns:a16="http://schemas.microsoft.com/office/drawing/2014/main" id="{695C7996-7435-4EF7-8BAC-0F2C63E981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08" y="2150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60" name="Clip" r:id="rId8" imgW="1305000" imgH="1085760" progId="MS_ClipArt_Gallery.2">
                    <p:embed/>
                  </p:oleObj>
                </mc:Choice>
                <mc:Fallback>
                  <p:oleObj name="Clip" r:id="rId8" imgW="1305000" imgH="1085760" progId="MS_ClipArt_Gallery.2">
                    <p:embed/>
                    <p:pic>
                      <p:nvPicPr>
                        <p:cNvPr id="85" name="Object 17">
                          <a:extLst>
                            <a:ext uri="{FF2B5EF4-FFF2-40B4-BE49-F238E27FC236}">
                              <a16:creationId xmlns:a16="http://schemas.microsoft.com/office/drawing/2014/main" id="{695C7996-7435-4EF7-8BAC-0F2C63E981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8" y="2150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" name="Object 18">
              <a:extLst>
                <a:ext uri="{FF2B5EF4-FFF2-40B4-BE49-F238E27FC236}">
                  <a16:creationId xmlns:a16="http://schemas.microsoft.com/office/drawing/2014/main" id="{6F7E36A5-ED9A-4886-BC03-CE58A75873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8" y="2436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61" name="Clip" r:id="rId9" imgW="1305000" imgH="1085760" progId="MS_ClipArt_Gallery.2">
                    <p:embed/>
                  </p:oleObj>
                </mc:Choice>
                <mc:Fallback>
                  <p:oleObj name="Clip" r:id="rId9" imgW="1305000" imgH="1085760" progId="MS_ClipArt_Gallery.2">
                    <p:embed/>
                    <p:pic>
                      <p:nvPicPr>
                        <p:cNvPr id="86" name="Object 18">
                          <a:extLst>
                            <a:ext uri="{FF2B5EF4-FFF2-40B4-BE49-F238E27FC236}">
                              <a16:creationId xmlns:a16="http://schemas.microsoft.com/office/drawing/2014/main" id="{6F7E36A5-ED9A-4886-BC03-CE58A75873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8" y="2436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" name="Object 19">
              <a:extLst>
                <a:ext uri="{FF2B5EF4-FFF2-40B4-BE49-F238E27FC236}">
                  <a16:creationId xmlns:a16="http://schemas.microsoft.com/office/drawing/2014/main" id="{81C0883A-D4B1-4C79-AED3-FD2B7A2190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36" y="2745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62" name="Clip" r:id="rId10" imgW="1305000" imgH="1085760" progId="MS_ClipArt_Gallery.2">
                    <p:embed/>
                  </p:oleObj>
                </mc:Choice>
                <mc:Fallback>
                  <p:oleObj name="Clip" r:id="rId10" imgW="1305000" imgH="1085760" progId="MS_ClipArt_Gallery.2">
                    <p:embed/>
                    <p:pic>
                      <p:nvPicPr>
                        <p:cNvPr id="87" name="Object 19">
                          <a:extLst>
                            <a:ext uri="{FF2B5EF4-FFF2-40B4-BE49-F238E27FC236}">
                              <a16:creationId xmlns:a16="http://schemas.microsoft.com/office/drawing/2014/main" id="{81C0883A-D4B1-4C79-AED3-FD2B7A2190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6" y="2745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" name="Object 20">
              <a:extLst>
                <a:ext uri="{FF2B5EF4-FFF2-40B4-BE49-F238E27FC236}">
                  <a16:creationId xmlns:a16="http://schemas.microsoft.com/office/drawing/2014/main" id="{9813D52F-F97C-4894-958A-3BCDD2CDA8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43" y="1516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63" name="Clip" r:id="rId11" imgW="1305000" imgH="1085760" progId="MS_ClipArt_Gallery.2">
                    <p:embed/>
                  </p:oleObj>
                </mc:Choice>
                <mc:Fallback>
                  <p:oleObj name="Clip" r:id="rId11" imgW="1305000" imgH="1085760" progId="MS_ClipArt_Gallery.2">
                    <p:embed/>
                    <p:pic>
                      <p:nvPicPr>
                        <p:cNvPr id="88" name="Object 20">
                          <a:extLst>
                            <a:ext uri="{FF2B5EF4-FFF2-40B4-BE49-F238E27FC236}">
                              <a16:creationId xmlns:a16="http://schemas.microsoft.com/office/drawing/2014/main" id="{9813D52F-F97C-4894-958A-3BCDD2CDA89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3" y="1516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" name="Object 21">
              <a:extLst>
                <a:ext uri="{FF2B5EF4-FFF2-40B4-BE49-F238E27FC236}">
                  <a16:creationId xmlns:a16="http://schemas.microsoft.com/office/drawing/2014/main" id="{151F43D8-0707-4633-A57B-4AC4DCC00D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71" y="334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64" name="Clip" r:id="rId12" imgW="1305000" imgH="1085760" progId="MS_ClipArt_Gallery.2">
                    <p:embed/>
                  </p:oleObj>
                </mc:Choice>
                <mc:Fallback>
                  <p:oleObj name="Clip" r:id="rId12" imgW="1305000" imgH="1085760" progId="MS_ClipArt_Gallery.2">
                    <p:embed/>
                    <p:pic>
                      <p:nvPicPr>
                        <p:cNvPr id="89" name="Object 21">
                          <a:extLst>
                            <a:ext uri="{FF2B5EF4-FFF2-40B4-BE49-F238E27FC236}">
                              <a16:creationId xmlns:a16="http://schemas.microsoft.com/office/drawing/2014/main" id="{151F43D8-0707-4633-A57B-4AC4DCC00D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1" y="334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" name="Object 22">
              <a:extLst>
                <a:ext uri="{FF2B5EF4-FFF2-40B4-BE49-F238E27FC236}">
                  <a16:creationId xmlns:a16="http://schemas.microsoft.com/office/drawing/2014/main" id="{63954752-3725-4028-AA39-D28EC316420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55" y="786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65" name="Clip" r:id="rId13" imgW="1305000" imgH="1085760" progId="MS_ClipArt_Gallery.2">
                    <p:embed/>
                  </p:oleObj>
                </mc:Choice>
                <mc:Fallback>
                  <p:oleObj name="Clip" r:id="rId13" imgW="1305000" imgH="1085760" progId="MS_ClipArt_Gallery.2">
                    <p:embed/>
                    <p:pic>
                      <p:nvPicPr>
                        <p:cNvPr id="90" name="Object 22">
                          <a:extLst>
                            <a:ext uri="{FF2B5EF4-FFF2-40B4-BE49-F238E27FC236}">
                              <a16:creationId xmlns:a16="http://schemas.microsoft.com/office/drawing/2014/main" id="{63954752-3725-4028-AA39-D28EC316420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5" y="786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1" name="Object 23">
              <a:extLst>
                <a:ext uri="{FF2B5EF4-FFF2-40B4-BE49-F238E27FC236}">
                  <a16:creationId xmlns:a16="http://schemas.microsoft.com/office/drawing/2014/main" id="{E86948FD-40FC-4DA6-8235-72678A4686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1" y="274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66" name="Clip" r:id="rId14" imgW="1305000" imgH="1085760" progId="MS_ClipArt_Gallery.2">
                    <p:embed/>
                  </p:oleObj>
                </mc:Choice>
                <mc:Fallback>
                  <p:oleObj name="Clip" r:id="rId14" imgW="1305000" imgH="1085760" progId="MS_ClipArt_Gallery.2">
                    <p:embed/>
                    <p:pic>
                      <p:nvPicPr>
                        <p:cNvPr id="91" name="Object 23">
                          <a:extLst>
                            <a:ext uri="{FF2B5EF4-FFF2-40B4-BE49-F238E27FC236}">
                              <a16:creationId xmlns:a16="http://schemas.microsoft.com/office/drawing/2014/main" id="{E86948FD-40FC-4DA6-8235-72678A4686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1" y="274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" name="Line 24">
              <a:extLst>
                <a:ext uri="{FF2B5EF4-FFF2-40B4-BE49-F238E27FC236}">
                  <a16:creationId xmlns:a16="http://schemas.microsoft.com/office/drawing/2014/main" id="{7D2FD953-F8E5-4A79-AC7E-F674372C1F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3" y="775"/>
              <a:ext cx="0" cy="66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3" name="Line 25">
              <a:extLst>
                <a:ext uri="{FF2B5EF4-FFF2-40B4-BE49-F238E27FC236}">
                  <a16:creationId xmlns:a16="http://schemas.microsoft.com/office/drawing/2014/main" id="{20BD914D-0C54-4CA3-A54A-DBDB0ED62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18" y="539"/>
              <a:ext cx="615" cy="9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4" name="Line 26">
              <a:extLst>
                <a:ext uri="{FF2B5EF4-FFF2-40B4-BE49-F238E27FC236}">
                  <a16:creationId xmlns:a16="http://schemas.microsoft.com/office/drawing/2014/main" id="{7594B1CC-7A28-40C9-82AC-94D4871452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3" y="903"/>
              <a:ext cx="2360" cy="6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5" name="Line 27">
              <a:extLst>
                <a:ext uri="{FF2B5EF4-FFF2-40B4-BE49-F238E27FC236}">
                  <a16:creationId xmlns:a16="http://schemas.microsoft.com/office/drawing/2014/main" id="{3E05EAE7-8270-489D-8D37-5938490953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7" y="1643"/>
              <a:ext cx="1736" cy="8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6" name="Line 28">
              <a:extLst>
                <a:ext uri="{FF2B5EF4-FFF2-40B4-BE49-F238E27FC236}">
                  <a16:creationId xmlns:a16="http://schemas.microsoft.com/office/drawing/2014/main" id="{96A258D8-2717-4BDF-B81D-212BC4EFE4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1" y="548"/>
              <a:ext cx="1594" cy="9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7" name="Line 29">
              <a:extLst>
                <a:ext uri="{FF2B5EF4-FFF2-40B4-BE49-F238E27FC236}">
                  <a16:creationId xmlns:a16="http://schemas.microsoft.com/office/drawing/2014/main" id="{9E1DC906-B676-45F9-B374-742B89C60C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9" y="554"/>
              <a:ext cx="323" cy="15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8" name="Line 30">
              <a:extLst>
                <a:ext uri="{FF2B5EF4-FFF2-40B4-BE49-F238E27FC236}">
                  <a16:creationId xmlns:a16="http://schemas.microsoft.com/office/drawing/2014/main" id="{DFCE6A0B-B60D-4DD4-AAD6-D3F91B2438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43" y="475"/>
              <a:ext cx="489" cy="3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9" name="Line 31">
              <a:extLst>
                <a:ext uri="{FF2B5EF4-FFF2-40B4-BE49-F238E27FC236}">
                  <a16:creationId xmlns:a16="http://schemas.microsoft.com/office/drawing/2014/main" id="{6AFA5B9C-C7B8-4B48-8185-029D51D29E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62" y="1020"/>
              <a:ext cx="1278" cy="15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0" name="Line 32">
              <a:extLst>
                <a:ext uri="{FF2B5EF4-FFF2-40B4-BE49-F238E27FC236}">
                  <a16:creationId xmlns:a16="http://schemas.microsoft.com/office/drawing/2014/main" id="{7917B6A9-4988-4D9A-83DA-8A8D1C1DA1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17" y="2598"/>
              <a:ext cx="466" cy="1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1" name="Line 33">
              <a:extLst>
                <a:ext uri="{FF2B5EF4-FFF2-40B4-BE49-F238E27FC236}">
                  <a16:creationId xmlns:a16="http://schemas.microsoft.com/office/drawing/2014/main" id="{7A1CC0AF-5EB0-4A41-8A88-1F2592953B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8" y="507"/>
              <a:ext cx="1294" cy="1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2" name="Line 34">
              <a:extLst>
                <a:ext uri="{FF2B5EF4-FFF2-40B4-BE49-F238E27FC236}">
                  <a16:creationId xmlns:a16="http://schemas.microsoft.com/office/drawing/2014/main" id="{C21DF2CF-BACA-40B9-BAC7-312A027EA9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1675"/>
              <a:ext cx="1893" cy="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3" name="Line 35">
              <a:extLst>
                <a:ext uri="{FF2B5EF4-FFF2-40B4-BE49-F238E27FC236}">
                  <a16:creationId xmlns:a16="http://schemas.microsoft.com/office/drawing/2014/main" id="{61D2C185-080C-4DE6-8F2F-C7D3FB85B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8" y="491"/>
              <a:ext cx="607" cy="10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4" name="Line 36">
              <a:extLst>
                <a:ext uri="{FF2B5EF4-FFF2-40B4-BE49-F238E27FC236}">
                  <a16:creationId xmlns:a16="http://schemas.microsoft.com/office/drawing/2014/main" id="{097894EE-E2C0-4124-871D-132AECC7F9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7" y="2614"/>
              <a:ext cx="237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5" name="Line 37">
              <a:extLst>
                <a:ext uri="{FF2B5EF4-FFF2-40B4-BE49-F238E27FC236}">
                  <a16:creationId xmlns:a16="http://schemas.microsoft.com/office/drawing/2014/main" id="{12613EAD-E17A-48A3-BDFB-6E151DBD3D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5" y="2827"/>
              <a:ext cx="9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6" name="Line 39">
              <a:extLst>
                <a:ext uri="{FF2B5EF4-FFF2-40B4-BE49-F238E27FC236}">
                  <a16:creationId xmlns:a16="http://schemas.microsoft.com/office/drawing/2014/main" id="{A9241542-C1A8-484E-9879-843B122C01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74" y="1754"/>
              <a:ext cx="214" cy="9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pic>
          <p:nvPicPr>
            <p:cNvPr id="107" name="Picture 40" descr="Alice">
              <a:extLst>
                <a:ext uri="{FF2B5EF4-FFF2-40B4-BE49-F238E27FC236}">
                  <a16:creationId xmlns:a16="http://schemas.microsoft.com/office/drawing/2014/main" id="{50DEBE21-3045-49AA-AC09-8CA1FAD7E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5" y="1625"/>
              <a:ext cx="354" cy="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6" name="Text Box 32">
            <a:extLst>
              <a:ext uri="{FF2B5EF4-FFF2-40B4-BE49-F238E27FC236}">
                <a16:creationId xmlns:a16="http://schemas.microsoft.com/office/drawing/2014/main" id="{8BF28AA4-E4E7-411F-B0FC-F094B68DB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6706" y="1585242"/>
            <a:ext cx="693175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追踪器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Text Box 32">
            <a:extLst>
              <a:ext uri="{FF2B5EF4-FFF2-40B4-BE49-F238E27FC236}">
                <a16:creationId xmlns:a16="http://schemas.microsoft.com/office/drawing/2014/main" id="{BFDC5928-05D1-4EFF-B510-DD29DE30A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7455" y="1280749"/>
            <a:ext cx="693175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peer</a:t>
            </a:r>
          </a:p>
        </p:txBody>
      </p:sp>
      <p:sp>
        <p:nvSpPr>
          <p:cNvPr id="118" name="Text Box 32">
            <a:extLst>
              <a:ext uri="{FF2B5EF4-FFF2-40B4-BE49-F238E27FC236}">
                <a16:creationId xmlns:a16="http://schemas.microsoft.com/office/drawing/2014/main" id="{4D8F49FC-B949-4F3A-B452-65E1DD74D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8100" y="3497510"/>
            <a:ext cx="693175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peer</a:t>
            </a:r>
          </a:p>
        </p:txBody>
      </p:sp>
      <p:sp>
        <p:nvSpPr>
          <p:cNvPr id="119" name="灯片编号占位符 2">
            <a:extLst>
              <a:ext uri="{FF2B5EF4-FFF2-40B4-BE49-F238E27FC236}">
                <a16:creationId xmlns:a16="http://schemas.microsoft.com/office/drawing/2014/main" id="{DD236773-B66B-4E77-99D0-3AC5E202F069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21</a:t>
            </a:fld>
            <a:endParaRPr lang="en-US" altLang="zh-CN" dirty="0"/>
          </a:p>
        </p:txBody>
      </p:sp>
      <p:sp>
        <p:nvSpPr>
          <p:cNvPr id="120" name="AutoShape 5">
            <a:extLst>
              <a:ext uri="{FF2B5EF4-FFF2-40B4-BE49-F238E27FC236}">
                <a16:creationId xmlns:a16="http://schemas.microsoft.com/office/drawing/2014/main" id="{BD0B0A96-C467-40FA-937F-FF394F130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466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1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  <p:bldP spid="120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2A601E-00FA-49C6-A8AF-74A6543F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3300"/>
                </a:solidFill>
              </a:rPr>
              <a:t>第</a:t>
            </a:r>
            <a:r>
              <a:rPr lang="en-US" altLang="zh-CN" dirty="0">
                <a:solidFill>
                  <a:srgbClr val="FF3300"/>
                </a:solidFill>
              </a:rPr>
              <a:t>2</a:t>
            </a:r>
            <a:r>
              <a:rPr lang="zh-CN" altLang="en-US" dirty="0">
                <a:solidFill>
                  <a:srgbClr val="FF3300"/>
                </a:solidFill>
              </a:rPr>
              <a:t>章 复习总结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31272F-57E4-4706-8684-FA8E742D6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987574"/>
            <a:ext cx="5643695" cy="3779688"/>
          </a:xfrm>
        </p:spPr>
        <p:txBody>
          <a:bodyPr/>
          <a:lstStyle/>
          <a:p>
            <a:r>
              <a:rPr lang="zh-CN" altLang="en-US" dirty="0"/>
              <a:t>知识点</a:t>
            </a:r>
            <a:r>
              <a:rPr lang="en-US" altLang="zh-CN" dirty="0"/>
              <a:t>2</a:t>
            </a:r>
            <a:r>
              <a:rPr lang="zh-CN" altLang="en-US" dirty="0"/>
              <a:t>：进程之间的通信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6C3E9F-E0B1-4D7C-993A-911A8172EE6B}"/>
              </a:ext>
            </a:extLst>
          </p:cNvPr>
          <p:cNvSpPr txBox="1">
            <a:spLocks/>
          </p:cNvSpPr>
          <p:nvPr/>
        </p:nvSpPr>
        <p:spPr>
          <a:xfrm>
            <a:off x="468000" y="935999"/>
            <a:ext cx="6110287" cy="20280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3FD753D-CA1C-4BB0-9FD4-C07F9A2C2C53}"/>
              </a:ext>
            </a:extLst>
          </p:cNvPr>
          <p:cNvSpPr txBox="1">
            <a:spLocks/>
          </p:cNvSpPr>
          <p:nvPr/>
        </p:nvSpPr>
        <p:spPr>
          <a:xfrm>
            <a:off x="827583" y="1491630"/>
            <a:ext cx="2952327" cy="1368152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应用层：进程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线程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运输层：端口机制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进程编址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网络层：主机地址</a:t>
            </a:r>
          </a:p>
        </p:txBody>
      </p:sp>
      <p:sp>
        <p:nvSpPr>
          <p:cNvPr id="119" name="等腰三角形 118">
            <a:extLst>
              <a:ext uri="{FF2B5EF4-FFF2-40B4-BE49-F238E27FC236}">
                <a16:creationId xmlns:a16="http://schemas.microsoft.com/office/drawing/2014/main" id="{D2DB42FF-F29E-4E89-9F59-34054C49D2CC}"/>
              </a:ext>
            </a:extLst>
          </p:cNvPr>
          <p:cNvSpPr/>
          <p:nvPr/>
        </p:nvSpPr>
        <p:spPr>
          <a:xfrm rot="10800000">
            <a:off x="3257347" y="2513666"/>
            <a:ext cx="2726824" cy="654742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CC0000"/>
              </a:gs>
            </a:gsLst>
            <a:lin ang="5400000" scaled="1"/>
            <a:tileRect/>
          </a:gradFill>
          <a:ln>
            <a:noFill/>
          </a:ln>
        </p:spPr>
        <p:txBody>
          <a:bodyPr/>
          <a:lstStyle/>
          <a:p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120" name="Freeform 917">
            <a:extLst>
              <a:ext uri="{FF2B5EF4-FFF2-40B4-BE49-F238E27FC236}">
                <a16:creationId xmlns:a16="http://schemas.microsoft.com/office/drawing/2014/main" id="{76E5834E-193F-4B71-B166-FB5747A28E8D}"/>
              </a:ext>
            </a:extLst>
          </p:cNvPr>
          <p:cNvSpPr>
            <a:spLocks/>
          </p:cNvSpPr>
          <p:nvPr/>
        </p:nvSpPr>
        <p:spPr bwMode="auto">
          <a:xfrm flipH="1">
            <a:off x="8015712" y="3023948"/>
            <a:ext cx="327621" cy="1041755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94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1" name="云形 120">
            <a:extLst>
              <a:ext uri="{FF2B5EF4-FFF2-40B4-BE49-F238E27FC236}">
                <a16:creationId xmlns:a16="http://schemas.microsoft.com/office/drawing/2014/main" id="{16C724F7-CE36-4006-A945-4B6C02A86D3E}"/>
              </a:ext>
            </a:extLst>
          </p:cNvPr>
          <p:cNvSpPr/>
          <p:nvPr/>
        </p:nvSpPr>
        <p:spPr>
          <a:xfrm>
            <a:off x="5320808" y="3802588"/>
            <a:ext cx="1280912" cy="855717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Internet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2" name="Line 913">
            <a:extLst>
              <a:ext uri="{FF2B5EF4-FFF2-40B4-BE49-F238E27FC236}">
                <a16:creationId xmlns:a16="http://schemas.microsoft.com/office/drawing/2014/main" id="{AEC031AD-A908-4EA2-AA6E-1847983B567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4997" y="3094752"/>
            <a:ext cx="2280654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lgDash"/>
            <a:round/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3" name="Freeform 917">
            <a:extLst>
              <a:ext uri="{FF2B5EF4-FFF2-40B4-BE49-F238E27FC236}">
                <a16:creationId xmlns:a16="http://schemas.microsoft.com/office/drawing/2014/main" id="{ED715C4D-8262-4DA0-BCFD-8A9662390DB0}"/>
              </a:ext>
            </a:extLst>
          </p:cNvPr>
          <p:cNvSpPr>
            <a:spLocks/>
          </p:cNvSpPr>
          <p:nvPr/>
        </p:nvSpPr>
        <p:spPr bwMode="auto">
          <a:xfrm>
            <a:off x="4058485" y="3035421"/>
            <a:ext cx="276595" cy="1041755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94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124" name="Group 190">
            <a:extLst>
              <a:ext uri="{FF2B5EF4-FFF2-40B4-BE49-F238E27FC236}">
                <a16:creationId xmlns:a16="http://schemas.microsoft.com/office/drawing/2014/main" id="{4D5050FA-DD21-4B12-9319-1A79EB08A57C}"/>
              </a:ext>
            </a:extLst>
          </p:cNvPr>
          <p:cNvGrpSpPr>
            <a:grpSpLocks/>
          </p:cNvGrpSpPr>
          <p:nvPr/>
        </p:nvGrpSpPr>
        <p:grpSpPr bwMode="auto">
          <a:xfrm>
            <a:off x="3644661" y="3818836"/>
            <a:ext cx="623698" cy="669219"/>
            <a:chOff x="-44" y="1473"/>
            <a:chExt cx="981" cy="1105"/>
          </a:xfrm>
        </p:grpSpPr>
        <p:pic>
          <p:nvPicPr>
            <p:cNvPr id="125" name="Picture 191" descr="desktop_computer_stylized_medium">
              <a:extLst>
                <a:ext uri="{FF2B5EF4-FFF2-40B4-BE49-F238E27FC236}">
                  <a16:creationId xmlns:a16="http://schemas.microsoft.com/office/drawing/2014/main" id="{2CF6D532-43E7-4C4C-88D0-C0EAC9713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6" name="Freeform 192">
              <a:extLst>
                <a:ext uri="{FF2B5EF4-FFF2-40B4-BE49-F238E27FC236}">
                  <a16:creationId xmlns:a16="http://schemas.microsoft.com/office/drawing/2014/main" id="{B87DBE8F-D9F6-41D9-8348-A1C2814DDE9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7FD92D59-5809-4572-A507-82C981F50014}"/>
              </a:ext>
            </a:extLst>
          </p:cNvPr>
          <p:cNvGrpSpPr/>
          <p:nvPr/>
        </p:nvGrpSpPr>
        <p:grpSpPr>
          <a:xfrm>
            <a:off x="4352684" y="3035421"/>
            <a:ext cx="632452" cy="887472"/>
            <a:chOff x="5613719" y="2052467"/>
            <a:chExt cx="568865" cy="798245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9E173DD9-A47E-462D-A4E0-481EEE1DDB50}"/>
                </a:ext>
              </a:extLst>
            </p:cNvPr>
            <p:cNvSpPr/>
            <p:nvPr/>
          </p:nvSpPr>
          <p:spPr>
            <a:xfrm>
              <a:off x="5613719" y="2052467"/>
              <a:ext cx="568865" cy="161957"/>
            </a:xfrm>
            <a:prstGeom prst="rect">
              <a:avLst/>
            </a:prstGeom>
            <a:solidFill>
              <a:srgbClr val="FFC000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DAD0D6DE-F9F3-4229-92E3-A4DEFEF899A7}"/>
                </a:ext>
              </a:extLst>
            </p:cNvPr>
            <p:cNvSpPr/>
            <p:nvPr/>
          </p:nvSpPr>
          <p:spPr>
            <a:xfrm>
              <a:off x="5613719" y="2216819"/>
              <a:ext cx="568865" cy="161957"/>
            </a:xfrm>
            <a:prstGeom prst="rect">
              <a:avLst/>
            </a:prstGeom>
            <a:solidFill>
              <a:srgbClr val="00B0F0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F06F8DF5-2983-4ECD-BA13-6FDD803F0A1A}"/>
                </a:ext>
              </a:extLst>
            </p:cNvPr>
            <p:cNvSpPr/>
            <p:nvPr/>
          </p:nvSpPr>
          <p:spPr>
            <a:xfrm>
              <a:off x="5613719" y="237397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780CE7A7-0304-4D5D-90A9-93B7CCDE358C}"/>
                </a:ext>
              </a:extLst>
            </p:cNvPr>
            <p:cNvSpPr/>
            <p:nvPr/>
          </p:nvSpPr>
          <p:spPr>
            <a:xfrm>
              <a:off x="5613719" y="2531042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023FC457-9A99-430F-A13F-AB3DEE855DC2}"/>
                </a:ext>
              </a:extLst>
            </p:cNvPr>
            <p:cNvSpPr/>
            <p:nvPr/>
          </p:nvSpPr>
          <p:spPr>
            <a:xfrm>
              <a:off x="5613719" y="268875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</p:grp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DD15CAAC-CC3E-4D9F-B185-4494649E4835}"/>
              </a:ext>
            </a:extLst>
          </p:cNvPr>
          <p:cNvGrpSpPr/>
          <p:nvPr/>
        </p:nvGrpSpPr>
        <p:grpSpPr>
          <a:xfrm>
            <a:off x="7358701" y="3035421"/>
            <a:ext cx="632454" cy="887472"/>
            <a:chOff x="7984582" y="2052467"/>
            <a:chExt cx="568867" cy="798245"/>
          </a:xfrm>
        </p:grpSpPr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8D371490-1802-4F01-8BBF-92B16513838A}"/>
                </a:ext>
              </a:extLst>
            </p:cNvPr>
            <p:cNvSpPr/>
            <p:nvPr/>
          </p:nvSpPr>
          <p:spPr>
            <a:xfrm>
              <a:off x="7984584" y="2052467"/>
              <a:ext cx="568865" cy="161957"/>
            </a:xfrm>
            <a:prstGeom prst="rect">
              <a:avLst/>
            </a:prstGeom>
            <a:solidFill>
              <a:srgbClr val="FFC000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3047AB6E-F488-4321-9C73-A87AF7B124D9}"/>
                </a:ext>
              </a:extLst>
            </p:cNvPr>
            <p:cNvSpPr/>
            <p:nvPr/>
          </p:nvSpPr>
          <p:spPr>
            <a:xfrm>
              <a:off x="7984582" y="2216819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7B0170D9-22F2-4334-9FC5-E150676B2060}"/>
                </a:ext>
              </a:extLst>
            </p:cNvPr>
            <p:cNvSpPr/>
            <p:nvPr/>
          </p:nvSpPr>
          <p:spPr>
            <a:xfrm>
              <a:off x="7984584" y="237397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194718AC-D87A-40CE-9350-F9ED1303B34F}"/>
                </a:ext>
              </a:extLst>
            </p:cNvPr>
            <p:cNvSpPr/>
            <p:nvPr/>
          </p:nvSpPr>
          <p:spPr>
            <a:xfrm>
              <a:off x="7984584" y="2531042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E6AFFABC-6700-4A0B-8875-E476C5082443}"/>
                </a:ext>
              </a:extLst>
            </p:cNvPr>
            <p:cNvSpPr/>
            <p:nvPr/>
          </p:nvSpPr>
          <p:spPr>
            <a:xfrm>
              <a:off x="7984584" y="268875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</p:grp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8D9F3DD8-1574-43C1-AD5E-6BB80A41BCFD}"/>
              </a:ext>
            </a:extLst>
          </p:cNvPr>
          <p:cNvCxnSpPr>
            <a:cxnSpLocks/>
            <a:stCxn id="125" idx="1"/>
            <a:endCxn id="121" idx="2"/>
          </p:cNvCxnSpPr>
          <p:nvPr/>
        </p:nvCxnSpPr>
        <p:spPr>
          <a:xfrm>
            <a:off x="4268359" y="4153446"/>
            <a:ext cx="1056422" cy="7700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E765F172-FAD8-40BE-8A11-6EFCEAFBC0EB}"/>
              </a:ext>
            </a:extLst>
          </p:cNvPr>
          <p:cNvCxnSpPr>
            <a:cxnSpLocks/>
            <a:stCxn id="121" idx="0"/>
            <a:endCxn id="143" idx="1"/>
          </p:cNvCxnSpPr>
          <p:nvPr/>
        </p:nvCxnSpPr>
        <p:spPr>
          <a:xfrm flipV="1">
            <a:off x="6600653" y="4093131"/>
            <a:ext cx="1594596" cy="13731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1" name="Group 147">
            <a:extLst>
              <a:ext uri="{FF2B5EF4-FFF2-40B4-BE49-F238E27FC236}">
                <a16:creationId xmlns:a16="http://schemas.microsoft.com/office/drawing/2014/main" id="{19986333-D997-423A-8A58-E2C0B10C5314}"/>
              </a:ext>
            </a:extLst>
          </p:cNvPr>
          <p:cNvGrpSpPr>
            <a:grpSpLocks/>
          </p:cNvGrpSpPr>
          <p:nvPr/>
        </p:nvGrpSpPr>
        <p:grpSpPr bwMode="auto">
          <a:xfrm>
            <a:off x="8182051" y="3830324"/>
            <a:ext cx="293864" cy="550664"/>
            <a:chOff x="4140" y="429"/>
            <a:chExt cx="1425" cy="2396"/>
          </a:xfrm>
        </p:grpSpPr>
        <p:sp>
          <p:nvSpPr>
            <p:cNvPr id="142" name="Freeform 148">
              <a:extLst>
                <a:ext uri="{FF2B5EF4-FFF2-40B4-BE49-F238E27FC236}">
                  <a16:creationId xmlns:a16="http://schemas.microsoft.com/office/drawing/2014/main" id="{15052850-C922-4B1E-BCB8-337F77420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" name="Rectangle 149">
              <a:extLst>
                <a:ext uri="{FF2B5EF4-FFF2-40B4-BE49-F238E27FC236}">
                  <a16:creationId xmlns:a16="http://schemas.microsoft.com/office/drawing/2014/main" id="{00691FB0-B14D-4898-B362-20CCF532C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6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44" name="Freeform 150">
              <a:extLst>
                <a:ext uri="{FF2B5EF4-FFF2-40B4-BE49-F238E27FC236}">
                  <a16:creationId xmlns:a16="http://schemas.microsoft.com/office/drawing/2014/main" id="{1D1496E6-372C-4D4C-A652-049C0A40C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5" name="Freeform 151">
              <a:extLst>
                <a:ext uri="{FF2B5EF4-FFF2-40B4-BE49-F238E27FC236}">
                  <a16:creationId xmlns:a16="http://schemas.microsoft.com/office/drawing/2014/main" id="{551E28D2-B911-4063-84ED-B82854E32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6" name="Rectangle 152">
              <a:extLst>
                <a:ext uri="{FF2B5EF4-FFF2-40B4-BE49-F238E27FC236}">
                  <a16:creationId xmlns:a16="http://schemas.microsoft.com/office/drawing/2014/main" id="{495D98D0-F62E-4716-89BF-59D046771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147" name="Group 153">
              <a:extLst>
                <a:ext uri="{FF2B5EF4-FFF2-40B4-BE49-F238E27FC236}">
                  <a16:creationId xmlns:a16="http://schemas.microsoft.com/office/drawing/2014/main" id="{E71BC5D3-2360-4447-8A19-5A600F07FF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72" name="AutoShape 154">
                <a:extLst>
                  <a:ext uri="{FF2B5EF4-FFF2-40B4-BE49-F238E27FC236}">
                    <a16:creationId xmlns:a16="http://schemas.microsoft.com/office/drawing/2014/main" id="{C90F1FC8-ED45-4912-8B2A-773F4F336E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0"/>
                <a:ext cx="721" cy="14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73" name="AutoShape 155">
                <a:extLst>
                  <a:ext uri="{FF2B5EF4-FFF2-40B4-BE49-F238E27FC236}">
                    <a16:creationId xmlns:a16="http://schemas.microsoft.com/office/drawing/2014/main" id="{0ED46529-84D1-4582-A150-9BD860779C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8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8" name="Rectangle 156">
              <a:extLst>
                <a:ext uri="{FF2B5EF4-FFF2-40B4-BE49-F238E27FC236}">
                  <a16:creationId xmlns:a16="http://schemas.microsoft.com/office/drawing/2014/main" id="{078C7662-7452-49F4-988A-4F7D0AC0A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6"/>
              <a:ext cx="597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149" name="Group 157">
              <a:extLst>
                <a:ext uri="{FF2B5EF4-FFF2-40B4-BE49-F238E27FC236}">
                  <a16:creationId xmlns:a16="http://schemas.microsoft.com/office/drawing/2014/main" id="{8B303645-828A-4A4E-A809-B39A96A309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70" name="AutoShape 158">
                <a:extLst>
                  <a:ext uri="{FF2B5EF4-FFF2-40B4-BE49-F238E27FC236}">
                    <a16:creationId xmlns:a16="http://schemas.microsoft.com/office/drawing/2014/main" id="{2EC2F2FF-71BE-45FC-A3C7-FCC3499E3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71" name="AutoShape 159">
                <a:extLst>
                  <a:ext uri="{FF2B5EF4-FFF2-40B4-BE49-F238E27FC236}">
                    <a16:creationId xmlns:a16="http://schemas.microsoft.com/office/drawing/2014/main" id="{C536F2EF-6DC1-4F6E-B0D8-421F756C5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0" name="Rectangle 160">
              <a:extLst>
                <a:ext uri="{FF2B5EF4-FFF2-40B4-BE49-F238E27FC236}">
                  <a16:creationId xmlns:a16="http://schemas.microsoft.com/office/drawing/2014/main" id="{809CB534-2F07-4733-8AE2-E20D33AF1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1" name="Rectangle 161">
              <a:extLst>
                <a:ext uri="{FF2B5EF4-FFF2-40B4-BE49-F238E27FC236}">
                  <a16:creationId xmlns:a16="http://schemas.microsoft.com/office/drawing/2014/main" id="{AA58BB21-39E0-4C2E-B86A-CB9AE77BA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152" name="Group 162">
              <a:extLst>
                <a:ext uri="{FF2B5EF4-FFF2-40B4-BE49-F238E27FC236}">
                  <a16:creationId xmlns:a16="http://schemas.microsoft.com/office/drawing/2014/main" id="{48600D6B-2C6E-4785-A032-DFAA889BB3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68" name="AutoShape 163">
                <a:extLst>
                  <a:ext uri="{FF2B5EF4-FFF2-40B4-BE49-F238E27FC236}">
                    <a16:creationId xmlns:a16="http://schemas.microsoft.com/office/drawing/2014/main" id="{6E10BF6A-E45F-4C73-9B63-05ADACCB7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69" name="AutoShape 164">
                <a:extLst>
                  <a:ext uri="{FF2B5EF4-FFF2-40B4-BE49-F238E27FC236}">
                    <a16:creationId xmlns:a16="http://schemas.microsoft.com/office/drawing/2014/main" id="{F9781405-6E3D-4D64-8F90-815B6928C2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3" name="Freeform 165">
              <a:extLst>
                <a:ext uri="{FF2B5EF4-FFF2-40B4-BE49-F238E27FC236}">
                  <a16:creationId xmlns:a16="http://schemas.microsoft.com/office/drawing/2014/main" id="{963B0629-E8A5-4552-A5C9-014A8B58F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54" name="Group 166">
              <a:extLst>
                <a:ext uri="{FF2B5EF4-FFF2-40B4-BE49-F238E27FC236}">
                  <a16:creationId xmlns:a16="http://schemas.microsoft.com/office/drawing/2014/main" id="{E57CF552-B42C-4FCA-A8F5-4DB2F8DEC5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66" name="AutoShape 167">
                <a:extLst>
                  <a:ext uri="{FF2B5EF4-FFF2-40B4-BE49-F238E27FC236}">
                    <a16:creationId xmlns:a16="http://schemas.microsoft.com/office/drawing/2014/main" id="{D275D4FE-A6A1-476C-9203-444D10E460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67" name="AutoShape 168">
                <a:extLst>
                  <a:ext uri="{FF2B5EF4-FFF2-40B4-BE49-F238E27FC236}">
                    <a16:creationId xmlns:a16="http://schemas.microsoft.com/office/drawing/2014/main" id="{3DC265CE-6D6D-4DB9-835F-5E238E5F3A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5" name="Rectangle 169">
              <a:extLst>
                <a:ext uri="{FF2B5EF4-FFF2-40B4-BE49-F238E27FC236}">
                  <a16:creationId xmlns:a16="http://schemas.microsoft.com/office/drawing/2014/main" id="{9403E865-8FC2-4D68-AABE-09109567B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6" name="Freeform 170">
              <a:extLst>
                <a:ext uri="{FF2B5EF4-FFF2-40B4-BE49-F238E27FC236}">
                  <a16:creationId xmlns:a16="http://schemas.microsoft.com/office/drawing/2014/main" id="{73C61D2F-971F-4941-B449-8E1EA0538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7" name="Freeform 171">
              <a:extLst>
                <a:ext uri="{FF2B5EF4-FFF2-40B4-BE49-F238E27FC236}">
                  <a16:creationId xmlns:a16="http://schemas.microsoft.com/office/drawing/2014/main" id="{68B91A2F-BE95-43C3-BF64-7052B0DE2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8" name="Oval 172">
              <a:extLst>
                <a:ext uri="{FF2B5EF4-FFF2-40B4-BE49-F238E27FC236}">
                  <a16:creationId xmlns:a16="http://schemas.microsoft.com/office/drawing/2014/main" id="{E525663B-5B3B-48F0-BEF6-313A9A396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59" name="Freeform 173">
              <a:extLst>
                <a:ext uri="{FF2B5EF4-FFF2-40B4-BE49-F238E27FC236}">
                  <a16:creationId xmlns:a16="http://schemas.microsoft.com/office/drawing/2014/main" id="{14570EA5-FD11-439B-BCA7-A575C4EDB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0" name="AutoShape 174">
              <a:extLst>
                <a:ext uri="{FF2B5EF4-FFF2-40B4-BE49-F238E27FC236}">
                  <a16:creationId xmlns:a16="http://schemas.microsoft.com/office/drawing/2014/main" id="{E6616FCE-44C7-466A-954B-A4D147C9E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61" name="AutoShape 175">
              <a:extLst>
                <a:ext uri="{FF2B5EF4-FFF2-40B4-BE49-F238E27FC236}">
                  <a16:creationId xmlns:a16="http://schemas.microsoft.com/office/drawing/2014/main" id="{C280DD76-DA2C-4AA1-B960-3B2619B7E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0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62" name="Oval 176">
              <a:extLst>
                <a:ext uri="{FF2B5EF4-FFF2-40B4-BE49-F238E27FC236}">
                  <a16:creationId xmlns:a16="http://schemas.microsoft.com/office/drawing/2014/main" id="{0D8129A8-27F2-4B1A-909C-352DDAF9A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63" name="Oval 177">
              <a:extLst>
                <a:ext uri="{FF2B5EF4-FFF2-40B4-BE49-F238E27FC236}">
                  <a16:creationId xmlns:a16="http://schemas.microsoft.com/office/drawing/2014/main" id="{C888C44A-8C8D-46D7-A6EB-0BA74B8EB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4" name="Oval 178">
              <a:extLst>
                <a:ext uri="{FF2B5EF4-FFF2-40B4-BE49-F238E27FC236}">
                  <a16:creationId xmlns:a16="http://schemas.microsoft.com/office/drawing/2014/main" id="{CEEA40F0-80B8-426E-B423-2E7BA8CA8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65" name="Rectangle 179">
              <a:extLst>
                <a:ext uri="{FF2B5EF4-FFF2-40B4-BE49-F238E27FC236}">
                  <a16:creationId xmlns:a16="http://schemas.microsoft.com/office/drawing/2014/main" id="{72C8BBA6-CF78-45EC-B710-FB4C3A6F5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4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F8DA7BE9-CE8C-4CBD-8F5D-92D8814FF724}"/>
              </a:ext>
            </a:extLst>
          </p:cNvPr>
          <p:cNvCxnSpPr>
            <a:cxnSpLocks/>
          </p:cNvCxnSpPr>
          <p:nvPr/>
        </p:nvCxnSpPr>
        <p:spPr>
          <a:xfrm>
            <a:off x="5934015" y="432507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5" name="图片 174" descr="卡通画&#10;&#10;描述已自动生成">
            <a:extLst>
              <a:ext uri="{FF2B5EF4-FFF2-40B4-BE49-F238E27FC236}">
                <a16:creationId xmlns:a16="http://schemas.microsoft.com/office/drawing/2014/main" id="{37E0D47F-1ECD-487A-9205-06AD928929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574" y="2277235"/>
            <a:ext cx="360000" cy="36571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6" name="图片 175" descr="卡通画&#10;&#10;描述已自动生成">
            <a:extLst>
              <a:ext uri="{FF2B5EF4-FFF2-40B4-BE49-F238E27FC236}">
                <a16:creationId xmlns:a16="http://schemas.microsoft.com/office/drawing/2014/main" id="{9D3D812A-0A37-4CB9-8BA7-4C83575978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354" y="2263746"/>
            <a:ext cx="360000" cy="3686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7" name="图片 176" descr="卡通人物&#10;&#10;描述已自动生成">
            <a:extLst>
              <a:ext uri="{FF2B5EF4-FFF2-40B4-BE49-F238E27FC236}">
                <a16:creationId xmlns:a16="http://schemas.microsoft.com/office/drawing/2014/main" id="{A2E8D444-0755-4BF3-9492-5807E6CD7FF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293" y="2277797"/>
            <a:ext cx="360000" cy="32210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8" name="图片 177" descr="卡通人物&#10;&#10;描述已自动生成">
            <a:extLst>
              <a:ext uri="{FF2B5EF4-FFF2-40B4-BE49-F238E27FC236}">
                <a16:creationId xmlns:a16="http://schemas.microsoft.com/office/drawing/2014/main" id="{29B7D4AD-F986-4594-99E6-3CD696855B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635" y="2281304"/>
            <a:ext cx="360000" cy="36571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79" name="图片 178" descr="图片包含 游戏机, 画&#10;&#10;描述已自动生成">
            <a:extLst>
              <a:ext uri="{FF2B5EF4-FFF2-40B4-BE49-F238E27FC236}">
                <a16:creationId xmlns:a16="http://schemas.microsoft.com/office/drawing/2014/main" id="{0A3993E2-DC72-4618-8980-FA2B25DC2B0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232" y="2257721"/>
            <a:ext cx="360000" cy="36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80" name="图片 179">
            <a:extLst>
              <a:ext uri="{FF2B5EF4-FFF2-40B4-BE49-F238E27FC236}">
                <a16:creationId xmlns:a16="http://schemas.microsoft.com/office/drawing/2014/main" id="{9D99DC33-5C84-4E32-A85A-93D9E4CFDEA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490" y="2416975"/>
            <a:ext cx="878873" cy="62107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81" name="图片 180">
            <a:extLst>
              <a:ext uri="{FF2B5EF4-FFF2-40B4-BE49-F238E27FC236}">
                <a16:creationId xmlns:a16="http://schemas.microsoft.com/office/drawing/2014/main" id="{00963C1C-AC48-4C4F-8BCD-CF47CB4EDC5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761" y="2264325"/>
            <a:ext cx="360000" cy="360000"/>
          </a:xfrm>
          <a:prstGeom prst="rect">
            <a:avLst/>
          </a:prstGeom>
        </p:spPr>
      </p:pic>
      <p:sp>
        <p:nvSpPr>
          <p:cNvPr id="182" name="Text Box 32">
            <a:extLst>
              <a:ext uri="{FF2B5EF4-FFF2-40B4-BE49-F238E27FC236}">
                <a16:creationId xmlns:a16="http://schemas.microsoft.com/office/drawing/2014/main" id="{A8EC71EA-187A-4973-BE38-2B6189998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2044" y="4393900"/>
            <a:ext cx="623698" cy="25391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3" name="Text Box 32">
            <a:extLst>
              <a:ext uri="{FF2B5EF4-FFF2-40B4-BE49-F238E27FC236}">
                <a16:creationId xmlns:a16="http://schemas.microsoft.com/office/drawing/2014/main" id="{6B82EE88-6126-4F7C-A944-88C6DA4E2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0797" y="4396427"/>
            <a:ext cx="693175" cy="25391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B3137C-9795-419E-929C-FF23FE1CF0A7}"/>
              </a:ext>
            </a:extLst>
          </p:cNvPr>
          <p:cNvSpPr/>
          <p:nvPr/>
        </p:nvSpPr>
        <p:spPr>
          <a:xfrm>
            <a:off x="1064314" y="3026658"/>
            <a:ext cx="2909817" cy="5645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不同端口对应不同的进程</a:t>
            </a:r>
          </a:p>
        </p:txBody>
      </p: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39107796-622D-44EE-8EC1-AA4D490BAE15}"/>
              </a:ext>
            </a:extLst>
          </p:cNvPr>
          <p:cNvCxnSpPr>
            <a:stCxn id="129" idx="1"/>
            <a:endCxn id="5" idx="3"/>
          </p:cNvCxnSpPr>
          <p:nvPr/>
        </p:nvCxnSpPr>
        <p:spPr>
          <a:xfrm flipH="1">
            <a:off x="3974131" y="3308174"/>
            <a:ext cx="378553" cy="77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灯片编号占位符 2">
            <a:extLst>
              <a:ext uri="{FF2B5EF4-FFF2-40B4-BE49-F238E27FC236}">
                <a16:creationId xmlns:a16="http://schemas.microsoft.com/office/drawing/2014/main" id="{F41AB7EA-03EF-4A40-9E0E-A4B427DB61B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22</a:t>
            </a:fld>
            <a:endParaRPr lang="en-US" altLang="zh-CN" dirty="0"/>
          </a:p>
        </p:txBody>
      </p:sp>
      <p:sp>
        <p:nvSpPr>
          <p:cNvPr id="186" name="AutoShape 5">
            <a:extLst>
              <a:ext uri="{FF2B5EF4-FFF2-40B4-BE49-F238E27FC236}">
                <a16:creationId xmlns:a16="http://schemas.microsoft.com/office/drawing/2014/main" id="{04F08967-3E8B-49D9-BCB4-F344552A6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703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1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2A601E-00FA-49C6-A8AF-74A6543F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3300"/>
                </a:solidFill>
              </a:rPr>
              <a:t>第</a:t>
            </a:r>
            <a:r>
              <a:rPr lang="en-US" altLang="zh-CN" dirty="0">
                <a:solidFill>
                  <a:srgbClr val="FF3300"/>
                </a:solidFill>
              </a:rPr>
              <a:t>2</a:t>
            </a:r>
            <a:r>
              <a:rPr lang="zh-CN" altLang="en-US" dirty="0">
                <a:solidFill>
                  <a:srgbClr val="FF3300"/>
                </a:solidFill>
              </a:rPr>
              <a:t>章 复习总结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31272F-57E4-4706-8684-FA8E742D6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987574"/>
            <a:ext cx="5643695" cy="3779688"/>
          </a:xfrm>
        </p:spPr>
        <p:txBody>
          <a:bodyPr/>
          <a:lstStyle/>
          <a:p>
            <a:r>
              <a:rPr lang="zh-CN" altLang="en-US" dirty="0"/>
              <a:t>知识点</a:t>
            </a:r>
            <a:r>
              <a:rPr lang="en-US" altLang="zh-CN" dirty="0"/>
              <a:t>3</a:t>
            </a:r>
            <a:r>
              <a:rPr lang="zh-CN" altLang="en-US" dirty="0"/>
              <a:t>：因特网提供的服务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6C3E9F-E0B1-4D7C-993A-911A8172EE6B}"/>
              </a:ext>
            </a:extLst>
          </p:cNvPr>
          <p:cNvSpPr txBox="1">
            <a:spLocks/>
          </p:cNvSpPr>
          <p:nvPr/>
        </p:nvSpPr>
        <p:spPr>
          <a:xfrm>
            <a:off x="468000" y="935999"/>
            <a:ext cx="6110287" cy="20280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3FD753D-CA1C-4BB0-9FD4-C07F9A2C2C53}"/>
              </a:ext>
            </a:extLst>
          </p:cNvPr>
          <p:cNvSpPr txBox="1">
            <a:spLocks/>
          </p:cNvSpPr>
          <p:nvPr/>
        </p:nvSpPr>
        <p:spPr>
          <a:xfrm>
            <a:off x="827583" y="1491630"/>
            <a:ext cx="2952327" cy="648072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：面向连接，可靠传输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：无连接，不可靠传输</a:t>
            </a: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50D63948-D63B-4960-BB97-D80A08ABA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0700" y="2201201"/>
            <a:ext cx="6206784" cy="2646369"/>
          </a:xfrm>
          <a:prstGeom prst="rect">
            <a:avLst/>
          </a:prstGeom>
          <a:solidFill>
            <a:srgbClr val="D5EDFF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381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35000" indent="-1350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872E5886-BB95-4D2A-8602-D6B49019F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2521" y="2291298"/>
            <a:ext cx="1223476" cy="2167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>
              <a:spcBef>
                <a:spcPts val="225"/>
              </a:spcBef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应用类别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spcBef>
                <a:spcPts val="225"/>
              </a:spcBef>
            </a:pPr>
            <a:endParaRPr lang="en-US" altLang="zh-CN" sz="135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spcBef>
                <a:spcPts val="225"/>
              </a:spcBef>
            </a:pPr>
            <a:r>
              <a:rPr lang="zh-CN" altLang="en-US" sz="13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电子邮件</a:t>
            </a:r>
            <a:endParaRPr lang="en-US" altLang="zh-CN" sz="135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spcBef>
                <a:spcPts val="225"/>
              </a:spcBef>
            </a:pPr>
            <a:r>
              <a:rPr lang="zh-CN" altLang="en-US" sz="13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远程访问控制</a:t>
            </a:r>
            <a:endParaRPr lang="en-US" altLang="zh-CN" sz="135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 </a:t>
            </a:r>
          </a:p>
          <a:p>
            <a:pPr algn="r" eaLnBrk="0" hangingPunct="0">
              <a:spcBef>
                <a:spcPts val="225"/>
              </a:spcBef>
            </a:pPr>
            <a:r>
              <a:rPr lang="zh-CN" altLang="en-US" sz="13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文件传输</a:t>
            </a:r>
            <a:endParaRPr lang="en-US" altLang="zh-CN" sz="135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spcBef>
                <a:spcPts val="225"/>
              </a:spcBef>
            </a:pPr>
            <a:r>
              <a:rPr lang="zh-CN" altLang="en-US" sz="13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流媒体</a:t>
            </a:r>
            <a:endParaRPr lang="en-US" altLang="zh-CN" sz="135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spcBef>
                <a:spcPts val="225"/>
              </a:spcBef>
            </a:pPr>
            <a:endParaRPr lang="en-US" altLang="zh-CN" sz="135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spcBef>
                <a:spcPts val="225"/>
              </a:spcBef>
            </a:pPr>
            <a:r>
              <a:rPr lang="zh-CN" altLang="en-US" sz="13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因特网电话</a:t>
            </a:r>
            <a:endParaRPr lang="en-US" altLang="zh-CN" sz="135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0D911EBB-69AE-439E-978B-2EDFD30FF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5534" y="2055554"/>
            <a:ext cx="1989904" cy="2634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ts val="225"/>
              </a:spcBef>
            </a:pP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ts val="225"/>
              </a:spcBef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应用层协议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ts val="225"/>
              </a:spcBef>
            </a:pPr>
            <a:endParaRPr lang="en-US" altLang="zh-CN" sz="135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SMTP [RFC 2821]</a:t>
            </a: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Telnet [RFC 854]</a:t>
            </a: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 [RFC 2616]</a:t>
            </a: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FTP [RFC 959]</a:t>
            </a: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proprietary</a:t>
            </a: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(e.g. </a:t>
            </a:r>
            <a:r>
              <a:rPr lang="en-US" altLang="zh-CN" sz="1350" dirty="0" err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RealNetworks</a:t>
            </a: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proprietary</a:t>
            </a: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(e.g., </a:t>
            </a:r>
            <a:r>
              <a:rPr lang="en-US" altLang="zh-CN" sz="1350" dirty="0" err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Vonage,Dialpad</a:t>
            </a:r>
            <a:r>
              <a:rPr lang="en-US" altLang="zh-CN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AB159E5A-ACA4-4184-87B8-11219E8F6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5562" y="2069841"/>
            <a:ext cx="1968104" cy="2634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ts val="225"/>
              </a:spcBef>
            </a:pP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ts val="225"/>
              </a:spcBef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依靠的传输协议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ts val="225"/>
              </a:spcBef>
            </a:pP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or UDP</a:t>
            </a:r>
          </a:p>
          <a:p>
            <a:pPr eaLnBrk="0" hangingPunct="0">
              <a:spcBef>
                <a:spcPts val="225"/>
              </a:spcBef>
            </a:pPr>
            <a:endParaRPr lang="en-US" altLang="zh-CN" sz="135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ts val="225"/>
              </a:spcBef>
            </a:pPr>
            <a:endParaRPr lang="en-US" altLang="zh-CN" sz="135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ts val="225"/>
              </a:spcBef>
            </a:pPr>
            <a:r>
              <a:rPr lang="en-US" altLang="zh-CN" sz="135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typically UDP</a:t>
            </a:r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A8D7674C-0922-441E-9EEF-19410C0654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7678" y="2575858"/>
            <a:ext cx="5937647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6B847710-D038-4714-9526-55C05F37A3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97678" y="3018770"/>
            <a:ext cx="59376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56F7ADD5-9E4D-4663-842A-5544A0B33E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97678" y="3240226"/>
            <a:ext cx="59376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63F2B171-C0E0-4B02-9048-A130ED4AE5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97678" y="3461683"/>
            <a:ext cx="59376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FC7CE103-A1FD-4584-B962-E48A44C0F2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97678" y="3704570"/>
            <a:ext cx="59376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79AEBD17-EA79-460C-96A9-5A27489812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97678" y="4154626"/>
            <a:ext cx="59376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8AD93721-614F-4895-97B3-17D9C8B9F8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97678" y="4647545"/>
            <a:ext cx="593764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5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灯片编号占位符 2">
            <a:extLst>
              <a:ext uri="{FF2B5EF4-FFF2-40B4-BE49-F238E27FC236}">
                <a16:creationId xmlns:a16="http://schemas.microsoft.com/office/drawing/2014/main" id="{A4736925-3D1F-4815-A07A-B1F0CA47F3F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23</a:t>
            </a:fld>
            <a:endParaRPr lang="en-US" altLang="zh-CN" dirty="0"/>
          </a:p>
        </p:txBody>
      </p:sp>
      <p:sp>
        <p:nvSpPr>
          <p:cNvPr id="19" name="AutoShape 5">
            <a:extLst>
              <a:ext uri="{FF2B5EF4-FFF2-40B4-BE49-F238E27FC236}">
                <a16:creationId xmlns:a16="http://schemas.microsoft.com/office/drawing/2014/main" id="{1F92CA52-3E12-4B60-9B19-0419DF3BB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690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2A601E-00FA-49C6-A8AF-74A6543F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3300"/>
                </a:solidFill>
              </a:rPr>
              <a:t>第</a:t>
            </a:r>
            <a:r>
              <a:rPr lang="en-US" altLang="zh-CN" dirty="0">
                <a:solidFill>
                  <a:srgbClr val="FF3300"/>
                </a:solidFill>
              </a:rPr>
              <a:t>2</a:t>
            </a:r>
            <a:r>
              <a:rPr lang="zh-CN" altLang="en-US" dirty="0">
                <a:solidFill>
                  <a:srgbClr val="FF3300"/>
                </a:solidFill>
              </a:rPr>
              <a:t>章 复习总结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31272F-57E4-4706-8684-FA8E742D6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987574"/>
            <a:ext cx="5643695" cy="3779688"/>
          </a:xfrm>
        </p:spPr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知识点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：</a:t>
            </a:r>
            <a:r>
              <a:rPr lang="en-US" altLang="zh-CN" b="1" dirty="0">
                <a:solidFill>
                  <a:srgbClr val="FF0000"/>
                </a:solidFill>
              </a:rPr>
              <a:t>Web</a:t>
            </a:r>
            <a:r>
              <a:rPr lang="zh-CN" altLang="en-US" b="1" dirty="0">
                <a:solidFill>
                  <a:srgbClr val="FF0000"/>
                </a:solidFill>
              </a:rPr>
              <a:t>和</a:t>
            </a:r>
            <a:r>
              <a:rPr lang="en-US" altLang="zh-CN" b="1" dirty="0">
                <a:solidFill>
                  <a:srgbClr val="FF0000"/>
                </a:solidFill>
              </a:rPr>
              <a:t>HTTP  </a:t>
            </a:r>
          </a:p>
          <a:p>
            <a:pPr lvl="1"/>
            <a:r>
              <a:rPr lang="en-US" altLang="zh-CN" sz="1600" dirty="0"/>
              <a:t>C/S</a:t>
            </a:r>
            <a:r>
              <a:rPr lang="zh-CN" altLang="en-US" sz="1600" dirty="0"/>
              <a:t>架构模式，依赖于</a:t>
            </a:r>
            <a:r>
              <a:rPr lang="en-US" altLang="zh-CN" sz="1600" dirty="0"/>
              <a:t>TCP</a:t>
            </a:r>
            <a:r>
              <a:rPr lang="zh-CN" altLang="en-US" sz="1600" dirty="0"/>
              <a:t>可靠传输</a:t>
            </a:r>
            <a:endParaRPr lang="en-US" altLang="zh-CN" sz="1600" dirty="0"/>
          </a:p>
          <a:p>
            <a:pPr lvl="1"/>
            <a:r>
              <a:rPr lang="en-US" altLang="zh-CN" sz="1600" dirty="0"/>
              <a:t>HTTP</a:t>
            </a:r>
            <a:r>
              <a:rPr lang="zh-CN" altLang="en-US" sz="1600" dirty="0"/>
              <a:t>协议的连接模式</a:t>
            </a:r>
            <a:endParaRPr lang="en-US" altLang="zh-CN" sz="1600" dirty="0"/>
          </a:p>
          <a:p>
            <a:pPr lvl="1"/>
            <a:r>
              <a:rPr lang="en-US" altLang="zh-CN" sz="1600" dirty="0"/>
              <a:t>HTTP</a:t>
            </a:r>
            <a:r>
              <a:rPr lang="zh-CN" altLang="en-US" sz="1600" dirty="0"/>
              <a:t>协议的报文格式</a:t>
            </a:r>
            <a:endParaRPr lang="en-US" altLang="zh-CN" sz="1600" dirty="0"/>
          </a:p>
          <a:p>
            <a:pPr lvl="2"/>
            <a:r>
              <a:rPr lang="zh-CN" altLang="en-US" sz="1300" dirty="0"/>
              <a:t>请求报文</a:t>
            </a:r>
            <a:endParaRPr lang="en-US" altLang="zh-CN" sz="1300" dirty="0"/>
          </a:p>
          <a:p>
            <a:pPr lvl="2"/>
            <a:r>
              <a:rPr lang="zh-CN" altLang="en-US" sz="1300" dirty="0"/>
              <a:t>响应报文</a:t>
            </a:r>
            <a:endParaRPr lang="en-US" altLang="zh-CN" sz="1300" dirty="0"/>
          </a:p>
          <a:p>
            <a:pPr lvl="1"/>
            <a:r>
              <a:rPr lang="en-US" altLang="zh-CN" sz="1600" dirty="0"/>
              <a:t>HTTP</a:t>
            </a:r>
            <a:r>
              <a:rPr lang="zh-CN" altLang="en-US" sz="1600" dirty="0"/>
              <a:t>协议的扩展</a:t>
            </a:r>
            <a:endParaRPr lang="en-US" altLang="zh-CN" sz="1600" dirty="0"/>
          </a:p>
          <a:p>
            <a:pPr lvl="2"/>
            <a:r>
              <a:rPr lang="en-US" altLang="zh-CN" sz="1400" dirty="0"/>
              <a:t>Cookies</a:t>
            </a:r>
          </a:p>
          <a:p>
            <a:pPr lvl="2"/>
            <a:r>
              <a:rPr lang="en-US" altLang="zh-CN" sz="1400" dirty="0"/>
              <a:t>Web</a:t>
            </a:r>
            <a:r>
              <a:rPr lang="zh-CN" altLang="en-US" sz="1400" dirty="0"/>
              <a:t>缓存</a:t>
            </a:r>
            <a:endParaRPr lang="en-US" altLang="zh-CN" sz="1400" dirty="0"/>
          </a:p>
          <a:p>
            <a:pPr lvl="2"/>
            <a:r>
              <a:rPr lang="en-US" altLang="zh-CN" sz="1400" dirty="0"/>
              <a:t>Conditional Get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6C3E9F-E0B1-4D7C-993A-911A8172EE6B}"/>
              </a:ext>
            </a:extLst>
          </p:cNvPr>
          <p:cNvSpPr txBox="1">
            <a:spLocks/>
          </p:cNvSpPr>
          <p:nvPr/>
        </p:nvSpPr>
        <p:spPr>
          <a:xfrm>
            <a:off x="468000" y="935999"/>
            <a:ext cx="6110287" cy="20280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Freeform 917">
            <a:extLst>
              <a:ext uri="{FF2B5EF4-FFF2-40B4-BE49-F238E27FC236}">
                <a16:creationId xmlns:a16="http://schemas.microsoft.com/office/drawing/2014/main" id="{E212AA51-6D46-4F9C-A3A9-0DD1BEF32EF2}"/>
              </a:ext>
            </a:extLst>
          </p:cNvPr>
          <p:cNvSpPr>
            <a:spLocks/>
          </p:cNvSpPr>
          <p:nvPr/>
        </p:nvSpPr>
        <p:spPr bwMode="auto">
          <a:xfrm flipH="1">
            <a:off x="8015712" y="3023948"/>
            <a:ext cx="327621" cy="1041755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94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0" name="云形 19">
            <a:extLst>
              <a:ext uri="{FF2B5EF4-FFF2-40B4-BE49-F238E27FC236}">
                <a16:creationId xmlns:a16="http://schemas.microsoft.com/office/drawing/2014/main" id="{FCED9B92-C1C8-4DCA-AC5A-6B630EFBE79F}"/>
              </a:ext>
            </a:extLst>
          </p:cNvPr>
          <p:cNvSpPr/>
          <p:nvPr/>
        </p:nvSpPr>
        <p:spPr>
          <a:xfrm>
            <a:off x="5320808" y="3802588"/>
            <a:ext cx="1280912" cy="855717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Internet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Line 913">
            <a:extLst>
              <a:ext uri="{FF2B5EF4-FFF2-40B4-BE49-F238E27FC236}">
                <a16:creationId xmlns:a16="http://schemas.microsoft.com/office/drawing/2014/main" id="{4E823A60-5B44-4CE2-8D6A-02F43C6CD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4997" y="3094752"/>
            <a:ext cx="2280654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lgDash"/>
            <a:round/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2" name="Freeform 917">
            <a:extLst>
              <a:ext uri="{FF2B5EF4-FFF2-40B4-BE49-F238E27FC236}">
                <a16:creationId xmlns:a16="http://schemas.microsoft.com/office/drawing/2014/main" id="{BE28C33A-4A95-4420-B37F-D10EBD636957}"/>
              </a:ext>
            </a:extLst>
          </p:cNvPr>
          <p:cNvSpPr>
            <a:spLocks/>
          </p:cNvSpPr>
          <p:nvPr/>
        </p:nvSpPr>
        <p:spPr bwMode="auto">
          <a:xfrm>
            <a:off x="4058485" y="3035421"/>
            <a:ext cx="276595" cy="1041755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594">
                <a:moveTo>
                  <a:pt x="0" y="594"/>
                </a:moveTo>
                <a:lnTo>
                  <a:pt x="192" y="0"/>
                </a:lnTo>
                <a:lnTo>
                  <a:pt x="192" y="515"/>
                </a:lnTo>
                <a:lnTo>
                  <a:pt x="0" y="594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23" name="Group 190">
            <a:extLst>
              <a:ext uri="{FF2B5EF4-FFF2-40B4-BE49-F238E27FC236}">
                <a16:creationId xmlns:a16="http://schemas.microsoft.com/office/drawing/2014/main" id="{8A2BC98A-3D46-459A-8DD0-29A65442B41B}"/>
              </a:ext>
            </a:extLst>
          </p:cNvPr>
          <p:cNvGrpSpPr>
            <a:grpSpLocks/>
          </p:cNvGrpSpPr>
          <p:nvPr/>
        </p:nvGrpSpPr>
        <p:grpSpPr bwMode="auto">
          <a:xfrm>
            <a:off x="3644661" y="3818836"/>
            <a:ext cx="623698" cy="669219"/>
            <a:chOff x="-44" y="1473"/>
            <a:chExt cx="981" cy="1105"/>
          </a:xfrm>
        </p:grpSpPr>
        <p:pic>
          <p:nvPicPr>
            <p:cNvPr id="24" name="Picture 191" descr="desktop_computer_stylized_medium">
              <a:extLst>
                <a:ext uri="{FF2B5EF4-FFF2-40B4-BE49-F238E27FC236}">
                  <a16:creationId xmlns:a16="http://schemas.microsoft.com/office/drawing/2014/main" id="{684005C8-36E7-4D24-9CC7-861D696CDE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Freeform 192">
              <a:extLst>
                <a:ext uri="{FF2B5EF4-FFF2-40B4-BE49-F238E27FC236}">
                  <a16:creationId xmlns:a16="http://schemas.microsoft.com/office/drawing/2014/main" id="{5EA2BD5C-6206-4337-8E32-354E313A8B5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993F758-7120-44DF-BFFF-F5338E9281FA}"/>
              </a:ext>
            </a:extLst>
          </p:cNvPr>
          <p:cNvGrpSpPr/>
          <p:nvPr/>
        </p:nvGrpSpPr>
        <p:grpSpPr>
          <a:xfrm>
            <a:off x="4352684" y="3035421"/>
            <a:ext cx="632452" cy="887472"/>
            <a:chOff x="5613719" y="2052467"/>
            <a:chExt cx="568865" cy="798245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442D5616-4B73-4AFF-B639-E9993A37FE17}"/>
                </a:ext>
              </a:extLst>
            </p:cNvPr>
            <p:cNvSpPr/>
            <p:nvPr/>
          </p:nvSpPr>
          <p:spPr>
            <a:xfrm>
              <a:off x="5613719" y="2052467"/>
              <a:ext cx="568865" cy="161957"/>
            </a:xfrm>
            <a:prstGeom prst="rect">
              <a:avLst/>
            </a:prstGeom>
            <a:solidFill>
              <a:srgbClr val="FFC000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A3112157-68E1-4B08-B4CE-D958D3B16F4B}"/>
                </a:ext>
              </a:extLst>
            </p:cNvPr>
            <p:cNvSpPr/>
            <p:nvPr/>
          </p:nvSpPr>
          <p:spPr>
            <a:xfrm>
              <a:off x="5613719" y="2216819"/>
              <a:ext cx="568865" cy="161957"/>
            </a:xfrm>
            <a:prstGeom prst="rect">
              <a:avLst/>
            </a:prstGeom>
            <a:solidFill>
              <a:srgbClr val="00B0F0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44104DE3-5C87-432B-A28D-787DB6F24A1E}"/>
                </a:ext>
              </a:extLst>
            </p:cNvPr>
            <p:cNvSpPr/>
            <p:nvPr/>
          </p:nvSpPr>
          <p:spPr>
            <a:xfrm>
              <a:off x="5613719" y="237397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EC1A394-774D-4E90-8E55-3D8A1F981FE1}"/>
                </a:ext>
              </a:extLst>
            </p:cNvPr>
            <p:cNvSpPr/>
            <p:nvPr/>
          </p:nvSpPr>
          <p:spPr>
            <a:xfrm>
              <a:off x="5613719" y="2531042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4B5CE7ED-D1BF-44BC-91B5-9F4421658466}"/>
                </a:ext>
              </a:extLst>
            </p:cNvPr>
            <p:cNvSpPr/>
            <p:nvPr/>
          </p:nvSpPr>
          <p:spPr>
            <a:xfrm>
              <a:off x="5613719" y="268875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5193582-7465-4102-98AF-08CF8D29FCD8}"/>
              </a:ext>
            </a:extLst>
          </p:cNvPr>
          <p:cNvGrpSpPr/>
          <p:nvPr/>
        </p:nvGrpSpPr>
        <p:grpSpPr>
          <a:xfrm>
            <a:off x="7358701" y="3035421"/>
            <a:ext cx="632454" cy="887472"/>
            <a:chOff x="7984582" y="2052467"/>
            <a:chExt cx="568867" cy="798245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5F30DC9B-1B5C-4777-8DB5-D38D4F6E576A}"/>
                </a:ext>
              </a:extLst>
            </p:cNvPr>
            <p:cNvSpPr/>
            <p:nvPr/>
          </p:nvSpPr>
          <p:spPr>
            <a:xfrm>
              <a:off x="7984584" y="2052467"/>
              <a:ext cx="568865" cy="161957"/>
            </a:xfrm>
            <a:prstGeom prst="rect">
              <a:avLst/>
            </a:prstGeom>
            <a:solidFill>
              <a:srgbClr val="FFC000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应用层</a:t>
              </a: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FAB40B6-33B8-4DA6-B5F4-83BEF1C249C0}"/>
                </a:ext>
              </a:extLst>
            </p:cNvPr>
            <p:cNvSpPr/>
            <p:nvPr/>
          </p:nvSpPr>
          <p:spPr>
            <a:xfrm>
              <a:off x="7984582" y="2216819"/>
              <a:ext cx="568865" cy="161957"/>
            </a:xfrm>
            <a:prstGeom prst="rect">
              <a:avLst/>
            </a:prstGeom>
            <a:solidFill>
              <a:srgbClr val="00B0F0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运输层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76A1FF7A-B5FE-4DD4-B8FD-C5AE18A93B61}"/>
                </a:ext>
              </a:extLst>
            </p:cNvPr>
            <p:cNvSpPr/>
            <p:nvPr/>
          </p:nvSpPr>
          <p:spPr>
            <a:xfrm>
              <a:off x="7984584" y="237397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网络层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DDED22AE-F7A4-4DE8-A045-AF1940AE222F}"/>
                </a:ext>
              </a:extLst>
            </p:cNvPr>
            <p:cNvSpPr/>
            <p:nvPr/>
          </p:nvSpPr>
          <p:spPr>
            <a:xfrm>
              <a:off x="7984584" y="2531042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链路层</a:t>
              </a: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D9C37893-554D-4A55-ABAC-898128437BAF}"/>
                </a:ext>
              </a:extLst>
            </p:cNvPr>
            <p:cNvSpPr/>
            <p:nvPr/>
          </p:nvSpPr>
          <p:spPr>
            <a:xfrm>
              <a:off x="7984584" y="2688755"/>
              <a:ext cx="568865" cy="16195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物理层</a:t>
              </a:r>
            </a:p>
          </p:txBody>
        </p:sp>
      </p:grp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C9E3967B-1662-46CA-A2BA-B02849AE0205}"/>
              </a:ext>
            </a:extLst>
          </p:cNvPr>
          <p:cNvCxnSpPr>
            <a:cxnSpLocks/>
            <a:stCxn id="24" idx="1"/>
            <a:endCxn id="20" idx="2"/>
          </p:cNvCxnSpPr>
          <p:nvPr/>
        </p:nvCxnSpPr>
        <p:spPr>
          <a:xfrm>
            <a:off x="4268359" y="4153446"/>
            <a:ext cx="1056422" cy="7700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FFEBF30D-5289-4D06-8CD5-B8C52847038A}"/>
              </a:ext>
            </a:extLst>
          </p:cNvPr>
          <p:cNvCxnSpPr>
            <a:cxnSpLocks/>
            <a:stCxn id="20" idx="0"/>
            <a:endCxn id="42" idx="1"/>
          </p:cNvCxnSpPr>
          <p:nvPr/>
        </p:nvCxnSpPr>
        <p:spPr>
          <a:xfrm flipV="1">
            <a:off x="6600653" y="4093131"/>
            <a:ext cx="1594596" cy="13731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147">
            <a:extLst>
              <a:ext uri="{FF2B5EF4-FFF2-40B4-BE49-F238E27FC236}">
                <a16:creationId xmlns:a16="http://schemas.microsoft.com/office/drawing/2014/main" id="{3424CDAA-C8B5-4C28-BEC4-944AA05A700F}"/>
              </a:ext>
            </a:extLst>
          </p:cNvPr>
          <p:cNvGrpSpPr>
            <a:grpSpLocks/>
          </p:cNvGrpSpPr>
          <p:nvPr/>
        </p:nvGrpSpPr>
        <p:grpSpPr bwMode="auto">
          <a:xfrm>
            <a:off x="8182051" y="3830324"/>
            <a:ext cx="293864" cy="550664"/>
            <a:chOff x="4140" y="429"/>
            <a:chExt cx="1425" cy="2396"/>
          </a:xfrm>
        </p:grpSpPr>
        <p:sp>
          <p:nvSpPr>
            <p:cNvPr id="41" name="Freeform 148">
              <a:extLst>
                <a:ext uri="{FF2B5EF4-FFF2-40B4-BE49-F238E27FC236}">
                  <a16:creationId xmlns:a16="http://schemas.microsoft.com/office/drawing/2014/main" id="{9E296E3D-85AB-496D-B6DD-914A6A65D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2" name="Rectangle 149">
              <a:extLst>
                <a:ext uri="{FF2B5EF4-FFF2-40B4-BE49-F238E27FC236}">
                  <a16:creationId xmlns:a16="http://schemas.microsoft.com/office/drawing/2014/main" id="{8E4B78AE-CED4-4F90-97B7-BB2033995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6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43" name="Freeform 150">
              <a:extLst>
                <a:ext uri="{FF2B5EF4-FFF2-40B4-BE49-F238E27FC236}">
                  <a16:creationId xmlns:a16="http://schemas.microsoft.com/office/drawing/2014/main" id="{77367E36-72CA-4CE3-B0FD-DC9FDD3D8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4" name="Freeform 151">
              <a:extLst>
                <a:ext uri="{FF2B5EF4-FFF2-40B4-BE49-F238E27FC236}">
                  <a16:creationId xmlns:a16="http://schemas.microsoft.com/office/drawing/2014/main" id="{8299999C-3216-4A56-B43A-8FB1070F1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5" name="Rectangle 152">
              <a:extLst>
                <a:ext uri="{FF2B5EF4-FFF2-40B4-BE49-F238E27FC236}">
                  <a16:creationId xmlns:a16="http://schemas.microsoft.com/office/drawing/2014/main" id="{2D99AC5C-2069-4813-985A-C9CFBC140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46" name="Group 153">
              <a:extLst>
                <a:ext uri="{FF2B5EF4-FFF2-40B4-BE49-F238E27FC236}">
                  <a16:creationId xmlns:a16="http://schemas.microsoft.com/office/drawing/2014/main" id="{6573B0D6-41BF-455F-A394-CFDDD1775A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1" name="AutoShape 154">
                <a:extLst>
                  <a:ext uri="{FF2B5EF4-FFF2-40B4-BE49-F238E27FC236}">
                    <a16:creationId xmlns:a16="http://schemas.microsoft.com/office/drawing/2014/main" id="{EA6F0E1E-158C-4C62-A253-ECA9D9034E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0"/>
                <a:ext cx="721" cy="14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2" name="AutoShape 155">
                <a:extLst>
                  <a:ext uri="{FF2B5EF4-FFF2-40B4-BE49-F238E27FC236}">
                    <a16:creationId xmlns:a16="http://schemas.microsoft.com/office/drawing/2014/main" id="{C3318F38-2CD0-4820-A983-B3B23180F5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8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7" name="Rectangle 156">
              <a:extLst>
                <a:ext uri="{FF2B5EF4-FFF2-40B4-BE49-F238E27FC236}">
                  <a16:creationId xmlns:a16="http://schemas.microsoft.com/office/drawing/2014/main" id="{E2D4FD80-C6A3-499C-A403-0021E0CA6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6"/>
              <a:ext cx="597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48" name="Group 157">
              <a:extLst>
                <a:ext uri="{FF2B5EF4-FFF2-40B4-BE49-F238E27FC236}">
                  <a16:creationId xmlns:a16="http://schemas.microsoft.com/office/drawing/2014/main" id="{B22127B3-2FC8-4BE9-9B1F-2CE9FA2941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9" name="AutoShape 158">
                <a:extLst>
                  <a:ext uri="{FF2B5EF4-FFF2-40B4-BE49-F238E27FC236}">
                    <a16:creationId xmlns:a16="http://schemas.microsoft.com/office/drawing/2014/main" id="{8F370CD0-E31E-42F1-8028-8F07CF0E0F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0" name="AutoShape 159">
                <a:extLst>
                  <a:ext uri="{FF2B5EF4-FFF2-40B4-BE49-F238E27FC236}">
                    <a16:creationId xmlns:a16="http://schemas.microsoft.com/office/drawing/2014/main" id="{66130330-E542-4B0E-A570-43D597A139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9" name="Rectangle 160">
              <a:extLst>
                <a:ext uri="{FF2B5EF4-FFF2-40B4-BE49-F238E27FC236}">
                  <a16:creationId xmlns:a16="http://schemas.microsoft.com/office/drawing/2014/main" id="{01B68F6B-9F5E-4DA2-9B62-36B2AB061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50" name="Rectangle 161">
              <a:extLst>
                <a:ext uri="{FF2B5EF4-FFF2-40B4-BE49-F238E27FC236}">
                  <a16:creationId xmlns:a16="http://schemas.microsoft.com/office/drawing/2014/main" id="{B7CB9D2E-751B-42E9-9D3F-E5671D913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51" name="Group 162">
              <a:extLst>
                <a:ext uri="{FF2B5EF4-FFF2-40B4-BE49-F238E27FC236}">
                  <a16:creationId xmlns:a16="http://schemas.microsoft.com/office/drawing/2014/main" id="{1968485D-5548-4CF8-992D-12D6B19CAC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7" name="AutoShape 163">
                <a:extLst>
                  <a:ext uri="{FF2B5EF4-FFF2-40B4-BE49-F238E27FC236}">
                    <a16:creationId xmlns:a16="http://schemas.microsoft.com/office/drawing/2014/main" id="{FDE27155-4AA0-44EA-9E71-634464A72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8" name="AutoShape 164">
                <a:extLst>
                  <a:ext uri="{FF2B5EF4-FFF2-40B4-BE49-F238E27FC236}">
                    <a16:creationId xmlns:a16="http://schemas.microsoft.com/office/drawing/2014/main" id="{49DB1912-D9A9-4103-98A3-0E5295E365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2" name="Freeform 165">
              <a:extLst>
                <a:ext uri="{FF2B5EF4-FFF2-40B4-BE49-F238E27FC236}">
                  <a16:creationId xmlns:a16="http://schemas.microsoft.com/office/drawing/2014/main" id="{FA93929F-0838-4852-BA47-0651D8734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53" name="Group 166">
              <a:extLst>
                <a:ext uri="{FF2B5EF4-FFF2-40B4-BE49-F238E27FC236}">
                  <a16:creationId xmlns:a16="http://schemas.microsoft.com/office/drawing/2014/main" id="{7CA60BA6-30D6-4869-97A2-D9CD3A82AF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5" name="AutoShape 167">
                <a:extLst>
                  <a:ext uri="{FF2B5EF4-FFF2-40B4-BE49-F238E27FC236}">
                    <a16:creationId xmlns:a16="http://schemas.microsoft.com/office/drawing/2014/main" id="{EED3511E-0512-4B80-9B1A-E9565FA26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6" name="AutoShape 168">
                <a:extLst>
                  <a:ext uri="{FF2B5EF4-FFF2-40B4-BE49-F238E27FC236}">
                    <a16:creationId xmlns:a16="http://schemas.microsoft.com/office/drawing/2014/main" id="{CD098FDB-F118-4150-A206-60DC01F67F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4" name="Rectangle 169">
              <a:extLst>
                <a:ext uri="{FF2B5EF4-FFF2-40B4-BE49-F238E27FC236}">
                  <a16:creationId xmlns:a16="http://schemas.microsoft.com/office/drawing/2014/main" id="{6BF76520-321E-4F92-9678-8CF8AFFDC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55" name="Freeform 170">
              <a:extLst>
                <a:ext uri="{FF2B5EF4-FFF2-40B4-BE49-F238E27FC236}">
                  <a16:creationId xmlns:a16="http://schemas.microsoft.com/office/drawing/2014/main" id="{503FF3F4-BD15-45D5-9287-B7EE9B435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" name="Freeform 171">
              <a:extLst>
                <a:ext uri="{FF2B5EF4-FFF2-40B4-BE49-F238E27FC236}">
                  <a16:creationId xmlns:a16="http://schemas.microsoft.com/office/drawing/2014/main" id="{58655719-F201-4A58-BE24-2F1F040B0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7" name="Oval 172">
              <a:extLst>
                <a:ext uri="{FF2B5EF4-FFF2-40B4-BE49-F238E27FC236}">
                  <a16:creationId xmlns:a16="http://schemas.microsoft.com/office/drawing/2014/main" id="{D1FE62A0-1904-44D7-8E44-696F3EF26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58" name="Freeform 173">
              <a:extLst>
                <a:ext uri="{FF2B5EF4-FFF2-40B4-BE49-F238E27FC236}">
                  <a16:creationId xmlns:a16="http://schemas.microsoft.com/office/drawing/2014/main" id="{FBDFA758-3E8D-4D0D-A74C-0EF98B450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9" name="AutoShape 174">
              <a:extLst>
                <a:ext uri="{FF2B5EF4-FFF2-40B4-BE49-F238E27FC236}">
                  <a16:creationId xmlns:a16="http://schemas.microsoft.com/office/drawing/2014/main" id="{515D8944-A355-43D8-A232-44D271BA8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0" name="AutoShape 175">
              <a:extLst>
                <a:ext uri="{FF2B5EF4-FFF2-40B4-BE49-F238E27FC236}">
                  <a16:creationId xmlns:a16="http://schemas.microsoft.com/office/drawing/2014/main" id="{F1C5AFA3-32A7-4C30-8385-56CBA851C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0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1" name="Oval 176">
              <a:extLst>
                <a:ext uri="{FF2B5EF4-FFF2-40B4-BE49-F238E27FC236}">
                  <a16:creationId xmlns:a16="http://schemas.microsoft.com/office/drawing/2014/main" id="{3C43D821-53FB-4480-80AC-C76819C44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2" name="Oval 177">
              <a:extLst>
                <a:ext uri="{FF2B5EF4-FFF2-40B4-BE49-F238E27FC236}">
                  <a16:creationId xmlns:a16="http://schemas.microsoft.com/office/drawing/2014/main" id="{E59D70D2-1DBA-4F72-B542-17FE38D2D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" name="Oval 178">
              <a:extLst>
                <a:ext uri="{FF2B5EF4-FFF2-40B4-BE49-F238E27FC236}">
                  <a16:creationId xmlns:a16="http://schemas.microsoft.com/office/drawing/2014/main" id="{44F77B8A-78DA-4C57-9D3D-4EFE8C7BD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4" name="Rectangle 179">
              <a:extLst>
                <a:ext uri="{FF2B5EF4-FFF2-40B4-BE49-F238E27FC236}">
                  <a16:creationId xmlns:a16="http://schemas.microsoft.com/office/drawing/2014/main" id="{72DFDAC7-0271-4103-BDBE-65DE34F52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4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C5AA64A4-9E23-49A4-BE33-37190E532038}"/>
              </a:ext>
            </a:extLst>
          </p:cNvPr>
          <p:cNvCxnSpPr>
            <a:cxnSpLocks/>
          </p:cNvCxnSpPr>
          <p:nvPr/>
        </p:nvCxnSpPr>
        <p:spPr>
          <a:xfrm>
            <a:off x="5934015" y="432507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图片 78">
            <a:extLst>
              <a:ext uri="{FF2B5EF4-FFF2-40B4-BE49-F238E27FC236}">
                <a16:creationId xmlns:a16="http://schemas.microsoft.com/office/drawing/2014/main" id="{8A6E17E4-6E83-414F-B018-FBF1EC5183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490" y="2416975"/>
            <a:ext cx="878873" cy="62107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6EFF450A-F2F3-46C7-8D0E-E8964C19C75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742" y="2608709"/>
            <a:ext cx="360000" cy="360000"/>
          </a:xfrm>
          <a:prstGeom prst="rect">
            <a:avLst/>
          </a:prstGeom>
        </p:spPr>
      </p:pic>
      <p:sp>
        <p:nvSpPr>
          <p:cNvPr id="81" name="Text Box 32">
            <a:extLst>
              <a:ext uri="{FF2B5EF4-FFF2-40B4-BE49-F238E27FC236}">
                <a16:creationId xmlns:a16="http://schemas.microsoft.com/office/drawing/2014/main" id="{556C010F-AE1A-412F-BCB6-84E16EFF2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2044" y="4393900"/>
            <a:ext cx="623698" cy="25391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 Box 32">
            <a:extLst>
              <a:ext uri="{FF2B5EF4-FFF2-40B4-BE49-F238E27FC236}">
                <a16:creationId xmlns:a16="http://schemas.microsoft.com/office/drawing/2014/main" id="{D8D2EC6D-C042-4997-9ADB-33E91E485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0797" y="4396427"/>
            <a:ext cx="693175" cy="25391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Line 913">
            <a:extLst>
              <a:ext uri="{FF2B5EF4-FFF2-40B4-BE49-F238E27FC236}">
                <a16:creationId xmlns:a16="http://schemas.microsoft.com/office/drawing/2014/main" id="{7B14DC4F-E444-4FFB-B070-90E762B8C2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4997" y="3301586"/>
            <a:ext cx="2280654" cy="0"/>
          </a:xfrm>
          <a:prstGeom prst="line">
            <a:avLst/>
          </a:prstGeom>
          <a:noFill/>
          <a:ln w="25400">
            <a:solidFill>
              <a:srgbClr val="00B0F0"/>
            </a:solidFill>
            <a:prstDash val="lgDash"/>
            <a:round/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84" name="Text Box 32">
            <a:extLst>
              <a:ext uri="{FF2B5EF4-FFF2-40B4-BE49-F238E27FC236}">
                <a16:creationId xmlns:a16="http://schemas.microsoft.com/office/drawing/2014/main" id="{52D93E56-89CB-4578-B071-B1F20C598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7459" y="3338075"/>
            <a:ext cx="623698" cy="25391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105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</a:p>
        </p:txBody>
      </p:sp>
      <p:sp>
        <p:nvSpPr>
          <p:cNvPr id="85" name="Text Box 32">
            <a:extLst>
              <a:ext uri="{FF2B5EF4-FFF2-40B4-BE49-F238E27FC236}">
                <a16:creationId xmlns:a16="http://schemas.microsoft.com/office/drawing/2014/main" id="{DB62E620-82F9-4736-B780-F1458CDCB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7570" y="3180563"/>
            <a:ext cx="881160" cy="25391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port:80</a:t>
            </a:r>
          </a:p>
        </p:txBody>
      </p:sp>
      <p:sp>
        <p:nvSpPr>
          <p:cNvPr id="86" name="Text Box 32">
            <a:extLst>
              <a:ext uri="{FF2B5EF4-FFF2-40B4-BE49-F238E27FC236}">
                <a16:creationId xmlns:a16="http://schemas.microsoft.com/office/drawing/2014/main" id="{0D6DDEE2-BA66-4E62-A774-B3C7C0066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7459" y="2812483"/>
            <a:ext cx="623698" cy="25391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10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</a:p>
        </p:txBody>
      </p:sp>
      <p:sp>
        <p:nvSpPr>
          <p:cNvPr id="87" name="灯片编号占位符 2">
            <a:extLst>
              <a:ext uri="{FF2B5EF4-FFF2-40B4-BE49-F238E27FC236}">
                <a16:creationId xmlns:a16="http://schemas.microsoft.com/office/drawing/2014/main" id="{94E41830-2FDB-4435-BAD4-E690A0EBC13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24</a:t>
            </a:fld>
            <a:endParaRPr lang="en-US" altLang="zh-CN" dirty="0"/>
          </a:p>
        </p:txBody>
      </p:sp>
      <p:sp>
        <p:nvSpPr>
          <p:cNvPr id="88" name="AutoShape 5">
            <a:extLst>
              <a:ext uri="{FF2B5EF4-FFF2-40B4-BE49-F238E27FC236}">
                <a16:creationId xmlns:a16="http://schemas.microsoft.com/office/drawing/2014/main" id="{72958EF1-5740-4144-8520-16C3C3767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247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8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2A601E-00FA-49C6-A8AF-74A6543F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3300"/>
                </a:solidFill>
              </a:rPr>
              <a:t>第</a:t>
            </a:r>
            <a:r>
              <a:rPr lang="en-US" altLang="zh-CN" dirty="0">
                <a:solidFill>
                  <a:srgbClr val="FF3300"/>
                </a:solidFill>
              </a:rPr>
              <a:t>2</a:t>
            </a:r>
            <a:r>
              <a:rPr lang="zh-CN" altLang="en-US" dirty="0">
                <a:solidFill>
                  <a:srgbClr val="FF3300"/>
                </a:solidFill>
              </a:rPr>
              <a:t>章 复习总结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31272F-57E4-4706-8684-FA8E742D6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987574"/>
            <a:ext cx="5643695" cy="3779688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知识点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：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FTP</a:t>
            </a:r>
          </a:p>
          <a:p>
            <a:pPr lvl="1"/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C/S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架构模式，依赖于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TCP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可靠传输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FTP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协议的连接模式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控制连接</a:t>
            </a:r>
            <a:endParaRPr lang="en-US" altLang="zh-CN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sz="1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数据连接</a:t>
            </a:r>
            <a:endParaRPr lang="en-US" altLang="zh-CN" sz="1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089069BA-4E6B-4E5B-B778-D5DE66E8F310}"/>
              </a:ext>
            </a:extLst>
          </p:cNvPr>
          <p:cNvGrpSpPr/>
          <p:nvPr/>
        </p:nvGrpSpPr>
        <p:grpSpPr>
          <a:xfrm>
            <a:off x="5037205" y="1076513"/>
            <a:ext cx="3023882" cy="1227214"/>
            <a:chOff x="5037205" y="1076513"/>
            <a:chExt cx="3023882" cy="1227214"/>
          </a:xfrm>
        </p:grpSpPr>
        <p:sp>
          <p:nvSpPr>
            <p:cNvPr id="75" name="Text Box 15">
              <a:extLst>
                <a:ext uri="{FF2B5EF4-FFF2-40B4-BE49-F238E27FC236}">
                  <a16:creationId xmlns:a16="http://schemas.microsoft.com/office/drawing/2014/main" id="{F093247C-99C5-4020-A5BD-201F65A463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1301" y="1871851"/>
              <a:ext cx="583814" cy="4247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FTP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client</a:t>
              </a:r>
            </a:p>
          </p:txBody>
        </p:sp>
        <p:sp>
          <p:nvSpPr>
            <p:cNvPr id="76" name="Text Box 16">
              <a:extLst>
                <a:ext uri="{FF2B5EF4-FFF2-40B4-BE49-F238E27FC236}">
                  <a16:creationId xmlns:a16="http://schemas.microsoft.com/office/drawing/2014/main" id="{860CC821-102F-46C2-A717-E0DC0EA6B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8285" y="1878995"/>
              <a:ext cx="632802" cy="4247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FTP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server</a:t>
              </a:r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04F5357D-7DD2-44EA-B464-C977735415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6570" y="1480135"/>
              <a:ext cx="1921669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177D9F42-6F48-44E7-A48C-DE5A55E3DF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90858" y="1715879"/>
              <a:ext cx="1921669" cy="714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Text Box 19">
              <a:extLst>
                <a:ext uri="{FF2B5EF4-FFF2-40B4-BE49-F238E27FC236}">
                  <a16:creationId xmlns:a16="http://schemas.microsoft.com/office/drawing/2014/main" id="{8FBAA91B-9F3D-4211-8FA9-5BC309D18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0149" y="1076513"/>
              <a:ext cx="1807369" cy="38010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control connection,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server port 21</a:t>
              </a:r>
            </a:p>
          </p:txBody>
        </p:sp>
        <p:sp>
          <p:nvSpPr>
            <p:cNvPr id="88" name="Text Box 20">
              <a:extLst>
                <a:ext uri="{FF2B5EF4-FFF2-40B4-BE49-F238E27FC236}">
                  <a16:creationId xmlns:a16="http://schemas.microsoft.com/office/drawing/2014/main" id="{FF75B35F-BBA5-449D-9299-5273CB2813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1099" y="1771838"/>
              <a:ext cx="1807369" cy="38010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 data connection,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server port 20</a:t>
              </a:r>
            </a:p>
          </p:txBody>
        </p:sp>
        <p:grpSp>
          <p:nvGrpSpPr>
            <p:cNvPr id="89" name="Group 32">
              <a:extLst>
                <a:ext uri="{FF2B5EF4-FFF2-40B4-BE49-F238E27FC236}">
                  <a16:creationId xmlns:a16="http://schemas.microsoft.com/office/drawing/2014/main" id="{ABCCCD15-214C-4F90-A6E4-CF479A6BAC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42292" y="1227723"/>
              <a:ext cx="333375" cy="546497"/>
              <a:chOff x="4140" y="429"/>
              <a:chExt cx="1425" cy="2396"/>
            </a:xfrm>
          </p:grpSpPr>
          <p:sp>
            <p:nvSpPr>
              <p:cNvPr id="93" name="Freeform 33">
                <a:extLst>
                  <a:ext uri="{FF2B5EF4-FFF2-40B4-BE49-F238E27FC236}">
                    <a16:creationId xmlns:a16="http://schemas.microsoft.com/office/drawing/2014/main" id="{9D4D7FC8-95CD-4503-B753-02A25A2FD4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Rectangle 34">
                <a:extLst>
                  <a:ext uri="{FF2B5EF4-FFF2-40B4-BE49-F238E27FC236}">
                    <a16:creationId xmlns:a16="http://schemas.microsoft.com/office/drawing/2014/main" id="{8AD572C3-0C6D-4EE1-8D1B-A8DE24F12F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8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Freeform 35">
                <a:extLst>
                  <a:ext uri="{FF2B5EF4-FFF2-40B4-BE49-F238E27FC236}">
                    <a16:creationId xmlns:a16="http://schemas.microsoft.com/office/drawing/2014/main" id="{10263FC4-E736-4779-A7C1-CC98D0C69D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Freeform 36">
                <a:extLst>
                  <a:ext uri="{FF2B5EF4-FFF2-40B4-BE49-F238E27FC236}">
                    <a16:creationId xmlns:a16="http://schemas.microsoft.com/office/drawing/2014/main" id="{52BA076A-16BD-415D-95C9-8B9F889848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Rectangle 37">
                <a:extLst>
                  <a:ext uri="{FF2B5EF4-FFF2-40B4-BE49-F238E27FC236}">
                    <a16:creationId xmlns:a16="http://schemas.microsoft.com/office/drawing/2014/main" id="{56352427-9240-4F8E-A925-A62C6CF729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5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8" name="Group 38">
                <a:extLst>
                  <a:ext uri="{FF2B5EF4-FFF2-40B4-BE49-F238E27FC236}">
                    <a16:creationId xmlns:a16="http://schemas.microsoft.com/office/drawing/2014/main" id="{9F4D19E2-F750-4C1D-96AE-B725D68CB8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23" name="AutoShape 39">
                  <a:extLst>
                    <a:ext uri="{FF2B5EF4-FFF2-40B4-BE49-F238E27FC236}">
                      <a16:creationId xmlns:a16="http://schemas.microsoft.com/office/drawing/2014/main" id="{9485CF48-A317-479A-B543-D7B698694F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9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4" name="AutoShape 40">
                  <a:extLst>
                    <a:ext uri="{FF2B5EF4-FFF2-40B4-BE49-F238E27FC236}">
                      <a16:creationId xmlns:a16="http://schemas.microsoft.com/office/drawing/2014/main" id="{3AF3D644-6AEC-48C3-A2D7-6BA03F4614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4"/>
                  <a:ext cx="686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9" name="Rectangle 41">
                <a:extLst>
                  <a:ext uri="{FF2B5EF4-FFF2-40B4-BE49-F238E27FC236}">
                    <a16:creationId xmlns:a16="http://schemas.microsoft.com/office/drawing/2014/main" id="{351270E6-A1B1-4680-B237-3D9BD6CEA6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019"/>
                <a:ext cx="595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0" name="Group 42">
                <a:extLst>
                  <a:ext uri="{FF2B5EF4-FFF2-40B4-BE49-F238E27FC236}">
                    <a16:creationId xmlns:a16="http://schemas.microsoft.com/office/drawing/2014/main" id="{0A051A36-A778-42C3-B7A1-F96EBCFF01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21" name="AutoShape 43">
                  <a:extLst>
                    <a:ext uri="{FF2B5EF4-FFF2-40B4-BE49-F238E27FC236}">
                      <a16:creationId xmlns:a16="http://schemas.microsoft.com/office/drawing/2014/main" id="{4DE072DE-F135-4778-B174-8694739B2E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67"/>
                  <a:ext cx="724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2" name="AutoShape 44">
                  <a:extLst>
                    <a:ext uri="{FF2B5EF4-FFF2-40B4-BE49-F238E27FC236}">
                      <a16:creationId xmlns:a16="http://schemas.microsoft.com/office/drawing/2014/main" id="{ED243795-6BD6-4EC5-A410-732A16FDCB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3"/>
                  <a:ext cx="686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1" name="Rectangle 45">
                <a:extLst>
                  <a:ext uri="{FF2B5EF4-FFF2-40B4-BE49-F238E27FC236}">
                    <a16:creationId xmlns:a16="http://schemas.microsoft.com/office/drawing/2014/main" id="{0EC5B456-5253-438F-B42B-1602A3418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8"/>
                <a:ext cx="595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" name="Rectangle 46">
                <a:extLst>
                  <a:ext uri="{FF2B5EF4-FFF2-40B4-BE49-F238E27FC236}">
                    <a16:creationId xmlns:a16="http://schemas.microsoft.com/office/drawing/2014/main" id="{8A754F88-792F-40C5-8BD7-DFE8A9E345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656"/>
                <a:ext cx="595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3" name="Group 47">
                <a:extLst>
                  <a:ext uri="{FF2B5EF4-FFF2-40B4-BE49-F238E27FC236}">
                    <a16:creationId xmlns:a16="http://schemas.microsoft.com/office/drawing/2014/main" id="{1B4A63AF-8A43-4592-AC40-5228168F61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9" name="AutoShape 48">
                  <a:extLst>
                    <a:ext uri="{FF2B5EF4-FFF2-40B4-BE49-F238E27FC236}">
                      <a16:creationId xmlns:a16="http://schemas.microsoft.com/office/drawing/2014/main" id="{4A878D12-B9B8-450C-B77A-93311DA04D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70"/>
                  <a:ext cx="723" cy="1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0" name="AutoShape 49">
                  <a:extLst>
                    <a:ext uri="{FF2B5EF4-FFF2-40B4-BE49-F238E27FC236}">
                      <a16:creationId xmlns:a16="http://schemas.microsoft.com/office/drawing/2014/main" id="{B52C5DFF-7B22-42C3-B180-B9B07BAB7C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85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4" name="Freeform 50">
                <a:extLst>
                  <a:ext uri="{FF2B5EF4-FFF2-40B4-BE49-F238E27FC236}">
                    <a16:creationId xmlns:a16="http://schemas.microsoft.com/office/drawing/2014/main" id="{C67E5194-2402-4DBD-8986-BE5C84F73D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5" name="Group 51">
                <a:extLst>
                  <a:ext uri="{FF2B5EF4-FFF2-40B4-BE49-F238E27FC236}">
                    <a16:creationId xmlns:a16="http://schemas.microsoft.com/office/drawing/2014/main" id="{B3B77EDE-9312-451D-BAB9-C279F39B46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7" name="AutoShape 52">
                  <a:extLst>
                    <a:ext uri="{FF2B5EF4-FFF2-40B4-BE49-F238E27FC236}">
                      <a16:creationId xmlns:a16="http://schemas.microsoft.com/office/drawing/2014/main" id="{42EEE81A-1A0F-48AF-B4B5-368C167958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3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8" name="AutoShape 53">
                  <a:extLst>
                    <a:ext uri="{FF2B5EF4-FFF2-40B4-BE49-F238E27FC236}">
                      <a16:creationId xmlns:a16="http://schemas.microsoft.com/office/drawing/2014/main" id="{6C0415A9-99DB-49CC-A2E5-8E983889BD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4"/>
                  <a:ext cx="68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6" name="Rectangle 54">
                <a:extLst>
                  <a:ext uri="{FF2B5EF4-FFF2-40B4-BE49-F238E27FC236}">
                    <a16:creationId xmlns:a16="http://schemas.microsoft.com/office/drawing/2014/main" id="{477FFD39-4A3A-43C8-AC99-186A5DBCA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66" cy="2292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Freeform 55">
                <a:extLst>
                  <a:ext uri="{FF2B5EF4-FFF2-40B4-BE49-F238E27FC236}">
                    <a16:creationId xmlns:a16="http://schemas.microsoft.com/office/drawing/2014/main" id="{A5C5D5ED-1944-4DFE-80B8-2DDED79329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Freeform 56">
                <a:extLst>
                  <a:ext uri="{FF2B5EF4-FFF2-40B4-BE49-F238E27FC236}">
                    <a16:creationId xmlns:a16="http://schemas.microsoft.com/office/drawing/2014/main" id="{9D6F886D-1674-4781-B7CC-F7182299A8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Oval 57">
                <a:extLst>
                  <a:ext uri="{FF2B5EF4-FFF2-40B4-BE49-F238E27FC236}">
                    <a16:creationId xmlns:a16="http://schemas.microsoft.com/office/drawing/2014/main" id="{575E61EE-0C8D-455D-8929-3CF99499C9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1"/>
                <a:ext cx="46" cy="94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Freeform 58">
                <a:extLst>
                  <a:ext uri="{FF2B5EF4-FFF2-40B4-BE49-F238E27FC236}">
                    <a16:creationId xmlns:a16="http://schemas.microsoft.com/office/drawing/2014/main" id="{6E24BFE5-247A-4F9B-ACFD-F1552640B2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AutoShape 59">
                <a:extLst>
                  <a:ext uri="{FF2B5EF4-FFF2-40B4-BE49-F238E27FC236}">
                    <a16:creationId xmlns:a16="http://schemas.microsoft.com/office/drawing/2014/main" id="{0F4F3AF6-F3BB-4C50-9217-31F453CC42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201" cy="14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AutoShape 60">
                <a:extLst>
                  <a:ext uri="{FF2B5EF4-FFF2-40B4-BE49-F238E27FC236}">
                    <a16:creationId xmlns:a16="http://schemas.microsoft.com/office/drawing/2014/main" id="{20A5C55E-9DA4-4D96-AD27-B0F72644F3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0"/>
                <a:ext cx="1069" cy="8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Oval 61">
                <a:extLst>
                  <a:ext uri="{FF2B5EF4-FFF2-40B4-BE49-F238E27FC236}">
                    <a16:creationId xmlns:a16="http://schemas.microsoft.com/office/drawing/2014/main" id="{EA13ED97-0558-47EE-A824-FCF994A9CE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8" y="2381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Oval 62">
                <a:extLst>
                  <a:ext uri="{FF2B5EF4-FFF2-40B4-BE49-F238E27FC236}">
                    <a16:creationId xmlns:a16="http://schemas.microsoft.com/office/drawing/2014/main" id="{049DA1E4-96DE-4993-8B33-79C89D2C49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7"/>
                <a:ext cx="158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2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15" name="Oval 63">
                <a:extLst>
                  <a:ext uri="{FF2B5EF4-FFF2-40B4-BE49-F238E27FC236}">
                    <a16:creationId xmlns:a16="http://schemas.microsoft.com/office/drawing/2014/main" id="{166BC2A6-A3BA-4039-8D91-FAECCE1CF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81"/>
                <a:ext cx="158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Rectangle 64">
                <a:extLst>
                  <a:ext uri="{FF2B5EF4-FFF2-40B4-BE49-F238E27FC236}">
                    <a16:creationId xmlns:a16="http://schemas.microsoft.com/office/drawing/2014/main" id="{C382F550-2D23-45B6-A507-F08016AFE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3"/>
                <a:ext cx="87" cy="76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0" name="Group 65">
              <a:extLst>
                <a:ext uri="{FF2B5EF4-FFF2-40B4-BE49-F238E27FC236}">
                  <a16:creationId xmlns:a16="http://schemas.microsoft.com/office/drawing/2014/main" id="{235DE833-60D0-4128-AA05-53EF56237A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7205" y="1220579"/>
              <a:ext cx="654844" cy="670322"/>
              <a:chOff x="-44" y="1473"/>
              <a:chExt cx="981" cy="1105"/>
            </a:xfrm>
          </p:grpSpPr>
          <p:pic>
            <p:nvPicPr>
              <p:cNvPr id="91" name="Picture 66" descr="desktop_computer_stylized_medium">
                <a:extLst>
                  <a:ext uri="{FF2B5EF4-FFF2-40B4-BE49-F238E27FC236}">
                    <a16:creationId xmlns:a16="http://schemas.microsoft.com/office/drawing/2014/main" id="{4C6A43FC-0D47-4431-B17A-F66A6C6369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2" name="Freeform 67">
                <a:extLst>
                  <a:ext uri="{FF2B5EF4-FFF2-40B4-BE49-F238E27FC236}">
                    <a16:creationId xmlns:a16="http://schemas.microsoft.com/office/drawing/2014/main" id="{9C127970-64ED-4136-AD1A-3539529F504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25" name="灯片编号占位符 2">
            <a:extLst>
              <a:ext uri="{FF2B5EF4-FFF2-40B4-BE49-F238E27FC236}">
                <a16:creationId xmlns:a16="http://schemas.microsoft.com/office/drawing/2014/main" id="{C898724A-8F21-49FF-B19B-253ED639C4E9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25</a:t>
            </a:fld>
            <a:endParaRPr lang="en-US" altLang="zh-CN" dirty="0"/>
          </a:p>
        </p:txBody>
      </p:sp>
      <p:sp>
        <p:nvSpPr>
          <p:cNvPr id="126" name="AutoShape 5">
            <a:extLst>
              <a:ext uri="{FF2B5EF4-FFF2-40B4-BE49-F238E27FC236}">
                <a16:creationId xmlns:a16="http://schemas.microsoft.com/office/drawing/2014/main" id="{C7978226-EA1D-4DDD-8BBE-FEEE4EE98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3469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animBg="1"/>
      <p:bldP spid="126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2A601E-00FA-49C6-A8AF-74A6543F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3300"/>
                </a:solidFill>
              </a:rPr>
              <a:t>第</a:t>
            </a:r>
            <a:r>
              <a:rPr lang="en-US" altLang="zh-CN" dirty="0">
                <a:solidFill>
                  <a:srgbClr val="FF3300"/>
                </a:solidFill>
              </a:rPr>
              <a:t>2</a:t>
            </a:r>
            <a:r>
              <a:rPr lang="zh-CN" altLang="en-US" dirty="0">
                <a:solidFill>
                  <a:srgbClr val="FF3300"/>
                </a:solidFill>
              </a:rPr>
              <a:t>章 复习总结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31272F-57E4-4706-8684-FA8E742D6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987574"/>
            <a:ext cx="5643695" cy="3779688"/>
          </a:xfrm>
        </p:spPr>
        <p:txBody>
          <a:bodyPr/>
          <a:lstStyle/>
          <a:p>
            <a:r>
              <a:rPr lang="zh-CN" altLang="en-US" dirty="0"/>
              <a:t>知识点</a:t>
            </a:r>
            <a:r>
              <a:rPr lang="en-US" altLang="zh-CN" dirty="0"/>
              <a:t>6</a:t>
            </a:r>
            <a:r>
              <a:rPr lang="zh-CN" altLang="en-US" dirty="0"/>
              <a:t>：</a:t>
            </a:r>
            <a:r>
              <a:rPr lang="en-US" altLang="zh-CN" dirty="0"/>
              <a:t>Email</a:t>
            </a:r>
          </a:p>
          <a:p>
            <a:pPr lvl="1"/>
            <a:r>
              <a:rPr lang="en-US" altLang="zh-CN" sz="1600" dirty="0"/>
              <a:t>C/S</a:t>
            </a:r>
            <a:r>
              <a:rPr lang="zh-CN" altLang="en-US" sz="1600" dirty="0"/>
              <a:t>架构模式，依赖于</a:t>
            </a:r>
            <a:r>
              <a:rPr lang="en-US" altLang="zh-CN" sz="1600" dirty="0"/>
              <a:t>TCP</a:t>
            </a:r>
            <a:r>
              <a:rPr lang="zh-CN" altLang="en-US" sz="1600" dirty="0"/>
              <a:t>可靠传输</a:t>
            </a:r>
            <a:endParaRPr lang="en-US" altLang="zh-CN" sz="1600" dirty="0"/>
          </a:p>
          <a:p>
            <a:pPr lvl="1"/>
            <a:r>
              <a:rPr lang="zh-CN" altLang="en-US" sz="1600" dirty="0"/>
              <a:t>多个组件</a:t>
            </a:r>
            <a:endParaRPr lang="en-US" altLang="zh-CN" sz="1600" dirty="0"/>
          </a:p>
          <a:p>
            <a:pPr lvl="2"/>
            <a:r>
              <a:rPr lang="zh-CN" altLang="en-US" sz="1300" dirty="0"/>
              <a:t>发邮件协议：</a:t>
            </a:r>
            <a:r>
              <a:rPr lang="en-US" altLang="zh-CN" sz="1300" dirty="0"/>
              <a:t>SMTP</a:t>
            </a:r>
          </a:p>
          <a:p>
            <a:pPr lvl="2"/>
            <a:r>
              <a:rPr lang="zh-CN" altLang="en-US" sz="1300" dirty="0"/>
              <a:t>收邮件协议：</a:t>
            </a:r>
            <a:r>
              <a:rPr lang="en-US" altLang="zh-CN" sz="1300" dirty="0"/>
              <a:t>POP3/IMAP</a:t>
            </a:r>
          </a:p>
          <a:p>
            <a:pPr lvl="2"/>
            <a:r>
              <a:rPr lang="zh-CN" altLang="en-US" sz="1300" dirty="0"/>
              <a:t>邮件报文定义，如</a:t>
            </a:r>
            <a:r>
              <a:rPr lang="en-US" altLang="zh-CN" sz="1300" dirty="0"/>
              <a:t>MIME</a:t>
            </a:r>
          </a:p>
          <a:p>
            <a:pPr lvl="1"/>
            <a:r>
              <a:rPr lang="zh-CN" altLang="en-US" sz="1600" dirty="0"/>
              <a:t>补充一下，</a:t>
            </a:r>
            <a:endParaRPr lang="en-US" altLang="zh-CN" sz="1600" dirty="0"/>
          </a:p>
          <a:p>
            <a:pPr lvl="2"/>
            <a:r>
              <a:rPr lang="en-US" altLang="zh-CN" sz="1300" dirty="0"/>
              <a:t>SMTP</a:t>
            </a:r>
            <a:r>
              <a:rPr lang="zh-CN" altLang="en-US" sz="1300" dirty="0"/>
              <a:t>报文和邮件报文是两个不同的东西</a:t>
            </a:r>
            <a:endParaRPr lang="en-US" altLang="zh-CN" sz="1300" dirty="0"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B999D46B-14B7-433E-9A48-6CD0AFC9ABE4}"/>
              </a:ext>
            </a:extLst>
          </p:cNvPr>
          <p:cNvGrpSpPr/>
          <p:nvPr/>
        </p:nvGrpSpPr>
        <p:grpSpPr>
          <a:xfrm>
            <a:off x="5720954" y="915566"/>
            <a:ext cx="1548230" cy="775099"/>
            <a:chOff x="6365081" y="843556"/>
            <a:chExt cx="1375173" cy="775099"/>
          </a:xfrm>
        </p:grpSpPr>
        <p:sp>
          <p:nvSpPr>
            <p:cNvPr id="50" name="Rectangle 280">
              <a:extLst>
                <a:ext uri="{FF2B5EF4-FFF2-40B4-BE49-F238E27FC236}">
                  <a16:creationId xmlns:a16="http://schemas.microsoft.com/office/drawing/2014/main" id="{067931C7-B237-47B8-A060-368A9B6106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5081" y="882849"/>
              <a:ext cx="1371600" cy="73580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51" name="Group 279">
              <a:extLst>
                <a:ext uri="{FF2B5EF4-FFF2-40B4-BE49-F238E27FC236}">
                  <a16:creationId xmlns:a16="http://schemas.microsoft.com/office/drawing/2014/main" id="{4E7D74C2-B9D1-41AA-BC38-9A74F6CC9A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09135" y="843556"/>
              <a:ext cx="1331119" cy="740569"/>
              <a:chOff x="4434" y="3335"/>
              <a:chExt cx="1118" cy="622"/>
            </a:xfrm>
          </p:grpSpPr>
          <p:sp>
            <p:nvSpPr>
              <p:cNvPr id="52" name="Text Box 263">
                <a:extLst>
                  <a:ext uri="{FF2B5EF4-FFF2-40B4-BE49-F238E27FC236}">
                    <a16:creationId xmlns:a16="http://schemas.microsoft.com/office/drawing/2014/main" id="{A1FD5C14-FA21-47CD-9125-BC853E5E7A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1" y="3724"/>
                <a:ext cx="839" cy="2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user mailbox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3" name="Group 278">
                <a:extLst>
                  <a:ext uri="{FF2B5EF4-FFF2-40B4-BE49-F238E27FC236}">
                    <a16:creationId xmlns:a16="http://schemas.microsoft.com/office/drawing/2014/main" id="{751895E0-ABF3-4FEC-A114-261EA97A0A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58" y="3408"/>
                <a:ext cx="450" cy="120"/>
                <a:chOff x="4314" y="3444"/>
                <a:chExt cx="450" cy="120"/>
              </a:xfrm>
            </p:grpSpPr>
            <p:sp>
              <p:nvSpPr>
                <p:cNvPr id="56" name="Rectangle 264">
                  <a:extLst>
                    <a:ext uri="{FF2B5EF4-FFF2-40B4-BE49-F238E27FC236}">
                      <a16:creationId xmlns:a16="http://schemas.microsoft.com/office/drawing/2014/main" id="{9B559147-7FDF-46DA-A5D5-6BA911F0F1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4" y="3444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7" name="Line 265">
                  <a:extLst>
                    <a:ext uri="{FF2B5EF4-FFF2-40B4-BE49-F238E27FC236}">
                      <a16:creationId xmlns:a16="http://schemas.microsoft.com/office/drawing/2014/main" id="{384A9781-D58E-48C3-8B3D-983BD8564C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3" y="3472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58" name="Line 266">
                  <a:extLst>
                    <a:ext uri="{FF2B5EF4-FFF2-40B4-BE49-F238E27FC236}">
                      <a16:creationId xmlns:a16="http://schemas.microsoft.com/office/drawing/2014/main" id="{B7675E62-BEC0-4152-B667-DE3FA36DBA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72" y="3471"/>
                  <a:ext cx="6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59" name="Line 267">
                  <a:extLst>
                    <a:ext uri="{FF2B5EF4-FFF2-40B4-BE49-F238E27FC236}">
                      <a16:creationId xmlns:a16="http://schemas.microsoft.com/office/drawing/2014/main" id="{0DE17853-B9AA-4ADB-BDE3-20B4A3BE30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27" y="347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60" name="Line 268">
                  <a:extLst>
                    <a:ext uri="{FF2B5EF4-FFF2-40B4-BE49-F238E27FC236}">
                      <a16:creationId xmlns:a16="http://schemas.microsoft.com/office/drawing/2014/main" id="{9A0278E3-137D-4AD0-B385-EDD0F26C46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84" y="3471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61" name="Line 269">
                  <a:extLst>
                    <a:ext uri="{FF2B5EF4-FFF2-40B4-BE49-F238E27FC236}">
                      <a16:creationId xmlns:a16="http://schemas.microsoft.com/office/drawing/2014/main" id="{91F4EF16-AF46-442A-97BC-1419BC583A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45" y="3471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62" name="Line 270">
                  <a:extLst>
                    <a:ext uri="{FF2B5EF4-FFF2-40B4-BE49-F238E27FC236}">
                      <a16:creationId xmlns:a16="http://schemas.microsoft.com/office/drawing/2014/main" id="{E31A3505-7FA5-4E7B-A51F-8B447D06D3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1" y="3471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63" name="Line 271">
                  <a:extLst>
                    <a:ext uri="{FF2B5EF4-FFF2-40B4-BE49-F238E27FC236}">
                      <a16:creationId xmlns:a16="http://schemas.microsoft.com/office/drawing/2014/main" id="{8DA1BBB5-9866-4ECD-9F94-0034058923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6" y="3472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54" name="Rectangle 272">
                <a:extLst>
                  <a:ext uri="{FF2B5EF4-FFF2-40B4-BE49-F238E27FC236}">
                    <a16:creationId xmlns:a16="http://schemas.microsoft.com/office/drawing/2014/main" id="{DADBD719-2966-4269-A441-B4C9C1250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2" y="3779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5" name="Text Box 277">
                <a:extLst>
                  <a:ext uri="{FF2B5EF4-FFF2-40B4-BE49-F238E27FC236}">
                    <a16:creationId xmlns:a16="http://schemas.microsoft.com/office/drawing/2014/main" id="{1740334A-3813-4245-B600-86BBD57854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4" y="3335"/>
                <a:ext cx="1118" cy="38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outgoing </a:t>
                </a:r>
              </a:p>
              <a:p>
                <a:pPr algn="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message queue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64" name="Group 389">
            <a:extLst>
              <a:ext uri="{FF2B5EF4-FFF2-40B4-BE49-F238E27FC236}">
                <a16:creationId xmlns:a16="http://schemas.microsoft.com/office/drawing/2014/main" id="{6D74EED8-1011-4E84-AD75-9AC08C27E8CE}"/>
              </a:ext>
            </a:extLst>
          </p:cNvPr>
          <p:cNvGrpSpPr>
            <a:grpSpLocks/>
          </p:cNvGrpSpPr>
          <p:nvPr/>
        </p:nvGrpSpPr>
        <p:grpSpPr bwMode="auto">
          <a:xfrm>
            <a:off x="7317367" y="2339429"/>
            <a:ext cx="358378" cy="536972"/>
            <a:chOff x="4140" y="429"/>
            <a:chExt cx="1425" cy="2396"/>
          </a:xfrm>
        </p:grpSpPr>
        <p:sp>
          <p:nvSpPr>
            <p:cNvPr id="65" name="Freeform 390">
              <a:extLst>
                <a:ext uri="{FF2B5EF4-FFF2-40B4-BE49-F238E27FC236}">
                  <a16:creationId xmlns:a16="http://schemas.microsoft.com/office/drawing/2014/main" id="{FB44BB08-4D8A-4B73-8D72-EBD5D9C3F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6" name="Rectangle 391">
              <a:extLst>
                <a:ext uri="{FF2B5EF4-FFF2-40B4-BE49-F238E27FC236}">
                  <a16:creationId xmlns:a16="http://schemas.microsoft.com/office/drawing/2014/main" id="{44E8F833-3646-49BF-B948-8A65C67B0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67" name="Freeform 392">
              <a:extLst>
                <a:ext uri="{FF2B5EF4-FFF2-40B4-BE49-F238E27FC236}">
                  <a16:creationId xmlns:a16="http://schemas.microsoft.com/office/drawing/2014/main" id="{9CC316F7-DAEC-4710-8214-5BC309AEC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8" name="Freeform 393">
              <a:extLst>
                <a:ext uri="{FF2B5EF4-FFF2-40B4-BE49-F238E27FC236}">
                  <a16:creationId xmlns:a16="http://schemas.microsoft.com/office/drawing/2014/main" id="{9DD05334-B123-4EFC-AC86-1D98019C7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9" name="Rectangle 394">
              <a:extLst>
                <a:ext uri="{FF2B5EF4-FFF2-40B4-BE49-F238E27FC236}">
                  <a16:creationId xmlns:a16="http://schemas.microsoft.com/office/drawing/2014/main" id="{145D17DE-50CF-46FC-BF6A-119BFB1D4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70" name="Group 395">
              <a:extLst>
                <a:ext uri="{FF2B5EF4-FFF2-40B4-BE49-F238E27FC236}">
                  <a16:creationId xmlns:a16="http://schemas.microsoft.com/office/drawing/2014/main" id="{5BBBD652-5D56-4A7C-9B02-5D114FCF95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8" name="AutoShape 396">
                <a:extLst>
                  <a:ext uri="{FF2B5EF4-FFF2-40B4-BE49-F238E27FC236}">
                    <a16:creationId xmlns:a16="http://schemas.microsoft.com/office/drawing/2014/main" id="{5351337B-B9AD-4B2D-8685-5B21942A36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39" name="AutoShape 397">
                <a:extLst>
                  <a:ext uri="{FF2B5EF4-FFF2-40B4-BE49-F238E27FC236}">
                    <a16:creationId xmlns:a16="http://schemas.microsoft.com/office/drawing/2014/main" id="{2C8C8AB2-4472-4DA6-A4F2-CB8182060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71" name="Rectangle 398">
              <a:extLst>
                <a:ext uri="{FF2B5EF4-FFF2-40B4-BE49-F238E27FC236}">
                  <a16:creationId xmlns:a16="http://schemas.microsoft.com/office/drawing/2014/main" id="{A03D8247-527D-4BD9-840D-69E4DCA03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72" name="Group 399">
              <a:extLst>
                <a:ext uri="{FF2B5EF4-FFF2-40B4-BE49-F238E27FC236}">
                  <a16:creationId xmlns:a16="http://schemas.microsoft.com/office/drawing/2014/main" id="{184CEA57-BB81-41CA-AF04-93BA0CDD7E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36" name="AutoShape 400">
                <a:extLst>
                  <a:ext uri="{FF2B5EF4-FFF2-40B4-BE49-F238E27FC236}">
                    <a16:creationId xmlns:a16="http://schemas.microsoft.com/office/drawing/2014/main" id="{2B734FDB-3873-4BDF-BA59-C728D2D3A4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37" name="AutoShape 401">
                <a:extLst>
                  <a:ext uri="{FF2B5EF4-FFF2-40B4-BE49-F238E27FC236}">
                    <a16:creationId xmlns:a16="http://schemas.microsoft.com/office/drawing/2014/main" id="{ED8011FC-C115-42EF-BFC6-CD5DAD13BB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73" name="Rectangle 402">
              <a:extLst>
                <a:ext uri="{FF2B5EF4-FFF2-40B4-BE49-F238E27FC236}">
                  <a16:creationId xmlns:a16="http://schemas.microsoft.com/office/drawing/2014/main" id="{CB7E2ECF-E437-483F-A4E6-0B78992AC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79" name="Rectangle 403">
              <a:extLst>
                <a:ext uri="{FF2B5EF4-FFF2-40B4-BE49-F238E27FC236}">
                  <a16:creationId xmlns:a16="http://schemas.microsoft.com/office/drawing/2014/main" id="{1627DBE5-C305-4063-89DB-5138B3D62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80" name="Group 404">
              <a:extLst>
                <a:ext uri="{FF2B5EF4-FFF2-40B4-BE49-F238E27FC236}">
                  <a16:creationId xmlns:a16="http://schemas.microsoft.com/office/drawing/2014/main" id="{71F6F90D-8212-42A8-9418-4665244B82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4" name="AutoShape 405">
                <a:extLst>
                  <a:ext uri="{FF2B5EF4-FFF2-40B4-BE49-F238E27FC236}">
                    <a16:creationId xmlns:a16="http://schemas.microsoft.com/office/drawing/2014/main" id="{353A909B-9860-4177-B0AD-FFF37934A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35" name="AutoShape 406">
                <a:extLst>
                  <a:ext uri="{FF2B5EF4-FFF2-40B4-BE49-F238E27FC236}">
                    <a16:creationId xmlns:a16="http://schemas.microsoft.com/office/drawing/2014/main" id="{006D5714-9525-4C72-BF42-9E98414948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81" name="Freeform 407">
              <a:extLst>
                <a:ext uri="{FF2B5EF4-FFF2-40B4-BE49-F238E27FC236}">
                  <a16:creationId xmlns:a16="http://schemas.microsoft.com/office/drawing/2014/main" id="{48830CF0-ECA7-48D3-8B56-A4D13829D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82" name="Group 408">
              <a:extLst>
                <a:ext uri="{FF2B5EF4-FFF2-40B4-BE49-F238E27FC236}">
                  <a16:creationId xmlns:a16="http://schemas.microsoft.com/office/drawing/2014/main" id="{330ACC47-EB81-461A-8BD0-BBE2F2BA57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32" name="AutoShape 409">
                <a:extLst>
                  <a:ext uri="{FF2B5EF4-FFF2-40B4-BE49-F238E27FC236}">
                    <a16:creationId xmlns:a16="http://schemas.microsoft.com/office/drawing/2014/main" id="{535042A6-5934-47AA-B525-5804AFE4BC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33" name="AutoShape 410">
                <a:extLst>
                  <a:ext uri="{FF2B5EF4-FFF2-40B4-BE49-F238E27FC236}">
                    <a16:creationId xmlns:a16="http://schemas.microsoft.com/office/drawing/2014/main" id="{6C3FE0F8-F7DF-4C93-BA44-B628A4DE70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83" name="Rectangle 411">
              <a:extLst>
                <a:ext uri="{FF2B5EF4-FFF2-40B4-BE49-F238E27FC236}">
                  <a16:creationId xmlns:a16="http://schemas.microsoft.com/office/drawing/2014/main" id="{783A4321-BFEA-4EA4-89A5-A45CC52F1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84" name="Freeform 412">
              <a:extLst>
                <a:ext uri="{FF2B5EF4-FFF2-40B4-BE49-F238E27FC236}">
                  <a16:creationId xmlns:a16="http://schemas.microsoft.com/office/drawing/2014/main" id="{F5E05975-C5E6-48AF-84E3-2262D8625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5" name="Freeform 413">
              <a:extLst>
                <a:ext uri="{FF2B5EF4-FFF2-40B4-BE49-F238E27FC236}">
                  <a16:creationId xmlns:a16="http://schemas.microsoft.com/office/drawing/2014/main" id="{2584ED9B-5F0C-4436-BB8B-62E20301E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6" name="Oval 414">
              <a:extLst>
                <a:ext uri="{FF2B5EF4-FFF2-40B4-BE49-F238E27FC236}">
                  <a16:creationId xmlns:a16="http://schemas.microsoft.com/office/drawing/2014/main" id="{BE2E8BD7-9C0D-40DE-B52E-761486FDE7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25" name="Freeform 415">
              <a:extLst>
                <a:ext uri="{FF2B5EF4-FFF2-40B4-BE49-F238E27FC236}">
                  <a16:creationId xmlns:a16="http://schemas.microsoft.com/office/drawing/2014/main" id="{FC143975-7A31-4494-A259-5D76FEF08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6" name="AutoShape 416">
              <a:extLst>
                <a:ext uri="{FF2B5EF4-FFF2-40B4-BE49-F238E27FC236}">
                  <a16:creationId xmlns:a16="http://schemas.microsoft.com/office/drawing/2014/main" id="{CD8D2201-E38B-4AAC-AB59-0D84E2E1A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27" name="AutoShape 417">
              <a:extLst>
                <a:ext uri="{FF2B5EF4-FFF2-40B4-BE49-F238E27FC236}">
                  <a16:creationId xmlns:a16="http://schemas.microsoft.com/office/drawing/2014/main" id="{CEB627B5-4606-4427-9AC5-CD37DD5FB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28" name="Oval 418">
              <a:extLst>
                <a:ext uri="{FF2B5EF4-FFF2-40B4-BE49-F238E27FC236}">
                  <a16:creationId xmlns:a16="http://schemas.microsoft.com/office/drawing/2014/main" id="{357779C4-A0BE-4A5E-AE86-D05EF6218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29" name="Oval 419">
              <a:extLst>
                <a:ext uri="{FF2B5EF4-FFF2-40B4-BE49-F238E27FC236}">
                  <a16:creationId xmlns:a16="http://schemas.microsoft.com/office/drawing/2014/main" id="{5A9A01D3-43F6-43AF-8C7D-C28D56933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Oval 420">
              <a:extLst>
                <a:ext uri="{FF2B5EF4-FFF2-40B4-BE49-F238E27FC236}">
                  <a16:creationId xmlns:a16="http://schemas.microsoft.com/office/drawing/2014/main" id="{C8B6BC47-B405-45DE-8C79-A621DC179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31" name="Rectangle 421">
              <a:extLst>
                <a:ext uri="{FF2B5EF4-FFF2-40B4-BE49-F238E27FC236}">
                  <a16:creationId xmlns:a16="http://schemas.microsoft.com/office/drawing/2014/main" id="{1073CACA-6896-4810-AAC0-FCB03D3F9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</p:grpSp>
      <p:grpSp>
        <p:nvGrpSpPr>
          <p:cNvPr id="140" name="Group 356">
            <a:extLst>
              <a:ext uri="{FF2B5EF4-FFF2-40B4-BE49-F238E27FC236}">
                <a16:creationId xmlns:a16="http://schemas.microsoft.com/office/drawing/2014/main" id="{BB2F7E2C-F1A3-421F-A17F-233863464F00}"/>
              </a:ext>
            </a:extLst>
          </p:cNvPr>
          <p:cNvGrpSpPr>
            <a:grpSpLocks/>
          </p:cNvGrpSpPr>
          <p:nvPr/>
        </p:nvGrpSpPr>
        <p:grpSpPr bwMode="auto">
          <a:xfrm>
            <a:off x="4865492" y="2332257"/>
            <a:ext cx="358378" cy="536972"/>
            <a:chOff x="4140" y="429"/>
            <a:chExt cx="1425" cy="2396"/>
          </a:xfrm>
        </p:grpSpPr>
        <p:sp>
          <p:nvSpPr>
            <p:cNvPr id="141" name="Freeform 357">
              <a:extLst>
                <a:ext uri="{FF2B5EF4-FFF2-40B4-BE49-F238E27FC236}">
                  <a16:creationId xmlns:a16="http://schemas.microsoft.com/office/drawing/2014/main" id="{48E3AD7C-4901-4C9E-B115-DCD63D5E1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2" name="Rectangle 358">
              <a:extLst>
                <a:ext uri="{FF2B5EF4-FFF2-40B4-BE49-F238E27FC236}">
                  <a16:creationId xmlns:a16="http://schemas.microsoft.com/office/drawing/2014/main" id="{E1B307AD-36AD-498E-B47E-56FBC1717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43" name="Freeform 359">
              <a:extLst>
                <a:ext uri="{FF2B5EF4-FFF2-40B4-BE49-F238E27FC236}">
                  <a16:creationId xmlns:a16="http://schemas.microsoft.com/office/drawing/2014/main" id="{8D481B75-F3F1-4C11-8138-9360F211F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4" name="Freeform 360">
              <a:extLst>
                <a:ext uri="{FF2B5EF4-FFF2-40B4-BE49-F238E27FC236}">
                  <a16:creationId xmlns:a16="http://schemas.microsoft.com/office/drawing/2014/main" id="{B8673007-7BC5-406D-BCB2-9146AB4336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5" name="Rectangle 361">
              <a:extLst>
                <a:ext uri="{FF2B5EF4-FFF2-40B4-BE49-F238E27FC236}">
                  <a16:creationId xmlns:a16="http://schemas.microsoft.com/office/drawing/2014/main" id="{77525FE0-9816-4BAC-A7AF-ECCE6C4B7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46" name="Group 362">
              <a:extLst>
                <a:ext uri="{FF2B5EF4-FFF2-40B4-BE49-F238E27FC236}">
                  <a16:creationId xmlns:a16="http://schemas.microsoft.com/office/drawing/2014/main" id="{55B2735F-EB8F-4916-B09A-ECF63F5AA4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71" name="AutoShape 363">
                <a:extLst>
                  <a:ext uri="{FF2B5EF4-FFF2-40B4-BE49-F238E27FC236}">
                    <a16:creationId xmlns:a16="http://schemas.microsoft.com/office/drawing/2014/main" id="{33F01682-61BD-4B0D-B39D-1B4609F9E6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72" name="AutoShape 364">
                <a:extLst>
                  <a:ext uri="{FF2B5EF4-FFF2-40B4-BE49-F238E27FC236}">
                    <a16:creationId xmlns:a16="http://schemas.microsoft.com/office/drawing/2014/main" id="{85656DE9-27D5-4CED-9DF6-EC495FDCF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7" name="Rectangle 365">
              <a:extLst>
                <a:ext uri="{FF2B5EF4-FFF2-40B4-BE49-F238E27FC236}">
                  <a16:creationId xmlns:a16="http://schemas.microsoft.com/office/drawing/2014/main" id="{7A996B63-C940-4FF6-8EB6-5605E37D3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48" name="Group 366">
              <a:extLst>
                <a:ext uri="{FF2B5EF4-FFF2-40B4-BE49-F238E27FC236}">
                  <a16:creationId xmlns:a16="http://schemas.microsoft.com/office/drawing/2014/main" id="{8D6960EB-1BAF-42F2-B65D-C3176230B1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69" name="AutoShape 367">
                <a:extLst>
                  <a:ext uri="{FF2B5EF4-FFF2-40B4-BE49-F238E27FC236}">
                    <a16:creationId xmlns:a16="http://schemas.microsoft.com/office/drawing/2014/main" id="{27556A65-929F-4186-B708-50ABC77D4F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70" name="AutoShape 368">
                <a:extLst>
                  <a:ext uri="{FF2B5EF4-FFF2-40B4-BE49-F238E27FC236}">
                    <a16:creationId xmlns:a16="http://schemas.microsoft.com/office/drawing/2014/main" id="{7331A121-A008-42C5-BF68-E555DE4CE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9" name="Rectangle 369">
              <a:extLst>
                <a:ext uri="{FF2B5EF4-FFF2-40B4-BE49-F238E27FC236}">
                  <a16:creationId xmlns:a16="http://schemas.microsoft.com/office/drawing/2014/main" id="{DB0D58D0-F04C-4331-A3AE-32381E684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50" name="Rectangle 370">
              <a:extLst>
                <a:ext uri="{FF2B5EF4-FFF2-40B4-BE49-F238E27FC236}">
                  <a16:creationId xmlns:a16="http://schemas.microsoft.com/office/drawing/2014/main" id="{986EE595-14A1-440D-B379-36B8DCB33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51" name="Group 371">
              <a:extLst>
                <a:ext uri="{FF2B5EF4-FFF2-40B4-BE49-F238E27FC236}">
                  <a16:creationId xmlns:a16="http://schemas.microsoft.com/office/drawing/2014/main" id="{6747ACD7-E068-4E45-ABD0-3DBD8EA776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67" name="AutoShape 372">
                <a:extLst>
                  <a:ext uri="{FF2B5EF4-FFF2-40B4-BE49-F238E27FC236}">
                    <a16:creationId xmlns:a16="http://schemas.microsoft.com/office/drawing/2014/main" id="{F8568085-36AB-4B30-A2A5-F87C894B5A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68" name="AutoShape 373">
                <a:extLst>
                  <a:ext uri="{FF2B5EF4-FFF2-40B4-BE49-F238E27FC236}">
                    <a16:creationId xmlns:a16="http://schemas.microsoft.com/office/drawing/2014/main" id="{3451B17F-E819-455E-ACE4-B94D83020B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2" name="Freeform 374">
              <a:extLst>
                <a:ext uri="{FF2B5EF4-FFF2-40B4-BE49-F238E27FC236}">
                  <a16:creationId xmlns:a16="http://schemas.microsoft.com/office/drawing/2014/main" id="{DCCF42F1-7855-40E8-BA27-640D88215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53" name="Group 375">
              <a:extLst>
                <a:ext uri="{FF2B5EF4-FFF2-40B4-BE49-F238E27FC236}">
                  <a16:creationId xmlns:a16="http://schemas.microsoft.com/office/drawing/2014/main" id="{E0205312-5C1C-49DE-9A06-847C68EB20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65" name="AutoShape 376">
                <a:extLst>
                  <a:ext uri="{FF2B5EF4-FFF2-40B4-BE49-F238E27FC236}">
                    <a16:creationId xmlns:a16="http://schemas.microsoft.com/office/drawing/2014/main" id="{BFC365FA-CAC4-445C-A0C8-83452CC969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166" name="AutoShape 377">
                <a:extLst>
                  <a:ext uri="{FF2B5EF4-FFF2-40B4-BE49-F238E27FC236}">
                    <a16:creationId xmlns:a16="http://schemas.microsoft.com/office/drawing/2014/main" id="{0A6684B9-E4C8-4549-982C-2203109D47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4" name="Rectangle 378">
              <a:extLst>
                <a:ext uri="{FF2B5EF4-FFF2-40B4-BE49-F238E27FC236}">
                  <a16:creationId xmlns:a16="http://schemas.microsoft.com/office/drawing/2014/main" id="{8958AC58-259D-418E-BF25-8BA565A61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55" name="Freeform 379">
              <a:extLst>
                <a:ext uri="{FF2B5EF4-FFF2-40B4-BE49-F238E27FC236}">
                  <a16:creationId xmlns:a16="http://schemas.microsoft.com/office/drawing/2014/main" id="{36ABFE91-A097-46EB-9F99-A8A983441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6" name="Freeform 380">
              <a:extLst>
                <a:ext uri="{FF2B5EF4-FFF2-40B4-BE49-F238E27FC236}">
                  <a16:creationId xmlns:a16="http://schemas.microsoft.com/office/drawing/2014/main" id="{50EA0F87-1067-4F82-8045-9155435EE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7" name="Oval 381">
              <a:extLst>
                <a:ext uri="{FF2B5EF4-FFF2-40B4-BE49-F238E27FC236}">
                  <a16:creationId xmlns:a16="http://schemas.microsoft.com/office/drawing/2014/main" id="{901272A6-D5BD-4802-80F0-6A8F7CF25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58" name="Freeform 382">
              <a:extLst>
                <a:ext uri="{FF2B5EF4-FFF2-40B4-BE49-F238E27FC236}">
                  <a16:creationId xmlns:a16="http://schemas.microsoft.com/office/drawing/2014/main" id="{970E65BE-7786-4EA0-ADF8-021F22D6A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9" name="AutoShape 383">
              <a:extLst>
                <a:ext uri="{FF2B5EF4-FFF2-40B4-BE49-F238E27FC236}">
                  <a16:creationId xmlns:a16="http://schemas.microsoft.com/office/drawing/2014/main" id="{303F77B8-8C02-46E5-9C91-5BB8ED19B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60" name="AutoShape 384">
              <a:extLst>
                <a:ext uri="{FF2B5EF4-FFF2-40B4-BE49-F238E27FC236}">
                  <a16:creationId xmlns:a16="http://schemas.microsoft.com/office/drawing/2014/main" id="{BBD4E766-7BB5-42B9-957D-E1D5E3F0D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61" name="Oval 385">
              <a:extLst>
                <a:ext uri="{FF2B5EF4-FFF2-40B4-BE49-F238E27FC236}">
                  <a16:creationId xmlns:a16="http://schemas.microsoft.com/office/drawing/2014/main" id="{6B078044-CE0C-4C1A-9BBA-5A90AA635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62" name="Oval 386">
              <a:extLst>
                <a:ext uri="{FF2B5EF4-FFF2-40B4-BE49-F238E27FC236}">
                  <a16:creationId xmlns:a16="http://schemas.microsoft.com/office/drawing/2014/main" id="{C67CF436-042A-4AB8-BA53-094F572FD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Oval 387">
              <a:extLst>
                <a:ext uri="{FF2B5EF4-FFF2-40B4-BE49-F238E27FC236}">
                  <a16:creationId xmlns:a16="http://schemas.microsoft.com/office/drawing/2014/main" id="{E7AA596B-0814-4D3C-991D-0D45964EF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64" name="Rectangle 388">
              <a:extLst>
                <a:ext uri="{FF2B5EF4-FFF2-40B4-BE49-F238E27FC236}">
                  <a16:creationId xmlns:a16="http://schemas.microsoft.com/office/drawing/2014/main" id="{EB8476ED-9C87-43AA-977C-0E190E64E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</p:grpSp>
      <p:grpSp>
        <p:nvGrpSpPr>
          <p:cNvPr id="173" name="Group 19">
            <a:extLst>
              <a:ext uri="{FF2B5EF4-FFF2-40B4-BE49-F238E27FC236}">
                <a16:creationId xmlns:a16="http://schemas.microsoft.com/office/drawing/2014/main" id="{F0012BB1-0A26-42B3-9552-3F0C79C15D35}"/>
              </a:ext>
            </a:extLst>
          </p:cNvPr>
          <p:cNvGrpSpPr>
            <a:grpSpLocks/>
          </p:cNvGrpSpPr>
          <p:nvPr/>
        </p:nvGrpSpPr>
        <p:grpSpPr bwMode="auto">
          <a:xfrm>
            <a:off x="6687883" y="1798533"/>
            <a:ext cx="621507" cy="787003"/>
            <a:chOff x="4284" y="2627"/>
            <a:chExt cx="522" cy="661"/>
          </a:xfrm>
        </p:grpSpPr>
        <p:sp>
          <p:nvSpPr>
            <p:cNvPr id="174" name="Rectangle 20">
              <a:extLst>
                <a:ext uri="{FF2B5EF4-FFF2-40B4-BE49-F238E27FC236}">
                  <a16:creationId xmlns:a16="http://schemas.microsoft.com/office/drawing/2014/main" id="{B416452E-26F5-4A21-833F-9A81B528E8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solidFill>
                  <a:srgbClr val="00206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5" name="Text Box 21">
              <a:extLst>
                <a:ext uri="{FF2B5EF4-FFF2-40B4-BE49-F238E27FC236}">
                  <a16:creationId xmlns:a16="http://schemas.microsoft.com/office/drawing/2014/main" id="{F2C22CA7-526E-4342-A1ED-68EF9EB77E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4" y="2627"/>
              <a:ext cx="513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2060"/>
                  </a:solidFill>
                  <a:latin typeface="Arial" panose="020B0604020202020204" pitchFamily="34" charset="0"/>
                </a:rPr>
                <a:t>mail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2060"/>
                  </a:solidFill>
                  <a:latin typeface="Arial" panose="020B0604020202020204" pitchFamily="34" charset="0"/>
                </a:rPr>
                <a:t>server</a:t>
              </a:r>
              <a:endParaRPr lang="en-US" altLang="zh-CN" sz="1800" dirty="0">
                <a:solidFill>
                  <a:srgbClr val="00206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6" name="Rectangle 22">
              <a:extLst>
                <a:ext uri="{FF2B5EF4-FFF2-40B4-BE49-F238E27FC236}">
                  <a16:creationId xmlns:a16="http://schemas.microsoft.com/office/drawing/2014/main" id="{7CCFFE7E-059F-4A04-A659-4891FC09C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77" name="Line 23">
              <a:extLst>
                <a:ext uri="{FF2B5EF4-FFF2-40B4-BE49-F238E27FC236}">
                  <a16:creationId xmlns:a16="http://schemas.microsoft.com/office/drawing/2014/main" id="{E9AAA8BA-67F0-4099-BCEE-092438589E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8" name="Line 24">
              <a:extLst>
                <a:ext uri="{FF2B5EF4-FFF2-40B4-BE49-F238E27FC236}">
                  <a16:creationId xmlns:a16="http://schemas.microsoft.com/office/drawing/2014/main" id="{B85EEB0D-A4B7-458F-96CE-C85EA9D416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79" name="Line 25">
              <a:extLst>
                <a:ext uri="{FF2B5EF4-FFF2-40B4-BE49-F238E27FC236}">
                  <a16:creationId xmlns:a16="http://schemas.microsoft.com/office/drawing/2014/main" id="{86D72E5A-8CA1-4CB1-AFE0-978CCB1010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0" name="Line 26">
              <a:extLst>
                <a:ext uri="{FF2B5EF4-FFF2-40B4-BE49-F238E27FC236}">
                  <a16:creationId xmlns:a16="http://schemas.microsoft.com/office/drawing/2014/main" id="{B5ACBC1E-D0F1-42EE-8669-37E9C0988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1" name="Line 27">
              <a:extLst>
                <a:ext uri="{FF2B5EF4-FFF2-40B4-BE49-F238E27FC236}">
                  <a16:creationId xmlns:a16="http://schemas.microsoft.com/office/drawing/2014/main" id="{A68E16DF-69A9-4DF2-B0E5-AE0635302E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2" name="Line 28">
              <a:extLst>
                <a:ext uri="{FF2B5EF4-FFF2-40B4-BE49-F238E27FC236}">
                  <a16:creationId xmlns:a16="http://schemas.microsoft.com/office/drawing/2014/main" id="{F56078F9-6A36-4717-9540-53532FAE1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3" name="Line 29">
              <a:extLst>
                <a:ext uri="{FF2B5EF4-FFF2-40B4-BE49-F238E27FC236}">
                  <a16:creationId xmlns:a16="http://schemas.microsoft.com/office/drawing/2014/main" id="{8D39D6D0-1147-430E-8A0D-C26A7A81B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4" name="Rectangle 30">
              <a:extLst>
                <a:ext uri="{FF2B5EF4-FFF2-40B4-BE49-F238E27FC236}">
                  <a16:creationId xmlns:a16="http://schemas.microsoft.com/office/drawing/2014/main" id="{97574D72-BFC9-4364-9B31-DB8EBA6C4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85" name="Rectangle 31">
              <a:extLst>
                <a:ext uri="{FF2B5EF4-FFF2-40B4-BE49-F238E27FC236}">
                  <a16:creationId xmlns:a16="http://schemas.microsoft.com/office/drawing/2014/main" id="{98C5B48D-62FB-4CC9-A086-EC72939B5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86" name="Rectangle 32">
              <a:extLst>
                <a:ext uri="{FF2B5EF4-FFF2-40B4-BE49-F238E27FC236}">
                  <a16:creationId xmlns:a16="http://schemas.microsoft.com/office/drawing/2014/main" id="{7DCE6A38-3590-410F-9C2D-29BB76758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87" name="Rectangle 33">
              <a:extLst>
                <a:ext uri="{FF2B5EF4-FFF2-40B4-BE49-F238E27FC236}">
                  <a16:creationId xmlns:a16="http://schemas.microsoft.com/office/drawing/2014/main" id="{89C6D38B-E06C-406F-B76E-BBB8BD3D2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88" name="Rectangle 34">
              <a:extLst>
                <a:ext uri="{FF2B5EF4-FFF2-40B4-BE49-F238E27FC236}">
                  <a16:creationId xmlns:a16="http://schemas.microsoft.com/office/drawing/2014/main" id="{6AC68071-EBE9-4C5D-A2C9-9F77E21FD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189" name="Group 60">
            <a:extLst>
              <a:ext uri="{FF2B5EF4-FFF2-40B4-BE49-F238E27FC236}">
                <a16:creationId xmlns:a16="http://schemas.microsoft.com/office/drawing/2014/main" id="{D9DE7E41-BF98-401D-BA98-DB2CCDE4B284}"/>
              </a:ext>
            </a:extLst>
          </p:cNvPr>
          <p:cNvGrpSpPr>
            <a:grpSpLocks/>
          </p:cNvGrpSpPr>
          <p:nvPr/>
        </p:nvGrpSpPr>
        <p:grpSpPr bwMode="auto">
          <a:xfrm>
            <a:off x="5245499" y="1810323"/>
            <a:ext cx="621506" cy="787003"/>
            <a:chOff x="4284" y="2627"/>
            <a:chExt cx="522" cy="661"/>
          </a:xfrm>
        </p:grpSpPr>
        <p:sp>
          <p:nvSpPr>
            <p:cNvPr id="190" name="Rectangle 61">
              <a:extLst>
                <a:ext uri="{FF2B5EF4-FFF2-40B4-BE49-F238E27FC236}">
                  <a16:creationId xmlns:a16="http://schemas.microsoft.com/office/drawing/2014/main" id="{36DF84A8-A852-4B44-99B2-35440EADD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91" name="Text Box 62">
              <a:extLst>
                <a:ext uri="{FF2B5EF4-FFF2-40B4-BE49-F238E27FC236}">
                  <a16:creationId xmlns:a16="http://schemas.microsoft.com/office/drawing/2014/main" id="{83518AAD-995B-4170-908A-FD6DC1A181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4" y="2627"/>
              <a:ext cx="513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2060"/>
                  </a:solidFill>
                  <a:latin typeface="Arial" panose="020B0604020202020204" pitchFamily="34" charset="0"/>
                </a:rPr>
                <a:t>mail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2060"/>
                  </a:solidFill>
                  <a:latin typeface="Arial" panose="020B0604020202020204" pitchFamily="34" charset="0"/>
                </a:rPr>
                <a:t>server</a:t>
              </a:r>
              <a:endParaRPr lang="en-US" altLang="zh-CN" sz="1800" dirty="0">
                <a:solidFill>
                  <a:srgbClr val="00206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2" name="Rectangle 63">
              <a:extLst>
                <a:ext uri="{FF2B5EF4-FFF2-40B4-BE49-F238E27FC236}">
                  <a16:creationId xmlns:a16="http://schemas.microsoft.com/office/drawing/2014/main" id="{4F4E3F27-1A88-43BF-9BD8-361D60DB7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93" name="Line 64">
              <a:extLst>
                <a:ext uri="{FF2B5EF4-FFF2-40B4-BE49-F238E27FC236}">
                  <a16:creationId xmlns:a16="http://schemas.microsoft.com/office/drawing/2014/main" id="{1DA0C60C-523F-4E0F-B6D0-6ACEEA8806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4" name="Line 65">
              <a:extLst>
                <a:ext uri="{FF2B5EF4-FFF2-40B4-BE49-F238E27FC236}">
                  <a16:creationId xmlns:a16="http://schemas.microsoft.com/office/drawing/2014/main" id="{02F9DA1B-99EC-43E4-B609-FD66552A83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5" name="Line 66">
              <a:extLst>
                <a:ext uri="{FF2B5EF4-FFF2-40B4-BE49-F238E27FC236}">
                  <a16:creationId xmlns:a16="http://schemas.microsoft.com/office/drawing/2014/main" id="{C986114F-C3C7-4092-ABDD-24A2F8DE3D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6" name="Line 67">
              <a:extLst>
                <a:ext uri="{FF2B5EF4-FFF2-40B4-BE49-F238E27FC236}">
                  <a16:creationId xmlns:a16="http://schemas.microsoft.com/office/drawing/2014/main" id="{AB1571BC-F747-4C89-9F1C-8AA3A2339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7" name="Line 68">
              <a:extLst>
                <a:ext uri="{FF2B5EF4-FFF2-40B4-BE49-F238E27FC236}">
                  <a16:creationId xmlns:a16="http://schemas.microsoft.com/office/drawing/2014/main" id="{7EA078D2-C1D2-490A-A847-49BD1D9BBA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8" name="Line 69">
              <a:extLst>
                <a:ext uri="{FF2B5EF4-FFF2-40B4-BE49-F238E27FC236}">
                  <a16:creationId xmlns:a16="http://schemas.microsoft.com/office/drawing/2014/main" id="{3DF22625-4B6C-4AF0-91B3-A79C31F47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99" name="Line 70">
              <a:extLst>
                <a:ext uri="{FF2B5EF4-FFF2-40B4-BE49-F238E27FC236}">
                  <a16:creationId xmlns:a16="http://schemas.microsoft.com/office/drawing/2014/main" id="{DA8D2213-E86A-4C51-A953-1851207DC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0" name="Rectangle 71">
              <a:extLst>
                <a:ext uri="{FF2B5EF4-FFF2-40B4-BE49-F238E27FC236}">
                  <a16:creationId xmlns:a16="http://schemas.microsoft.com/office/drawing/2014/main" id="{234F90CC-13A5-4E25-B9F1-E9ABBCB25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01" name="Rectangle 72">
              <a:extLst>
                <a:ext uri="{FF2B5EF4-FFF2-40B4-BE49-F238E27FC236}">
                  <a16:creationId xmlns:a16="http://schemas.microsoft.com/office/drawing/2014/main" id="{2250C62D-69BC-473F-89F4-9FADD84FD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02" name="Rectangle 73">
              <a:extLst>
                <a:ext uri="{FF2B5EF4-FFF2-40B4-BE49-F238E27FC236}">
                  <a16:creationId xmlns:a16="http://schemas.microsoft.com/office/drawing/2014/main" id="{1F2E1677-3040-4918-B734-F2799AC55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03" name="Rectangle 74">
              <a:extLst>
                <a:ext uri="{FF2B5EF4-FFF2-40B4-BE49-F238E27FC236}">
                  <a16:creationId xmlns:a16="http://schemas.microsoft.com/office/drawing/2014/main" id="{2F84B13D-69C9-47DB-9604-B6F8633A0D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204" name="Rectangle 75">
              <a:extLst>
                <a:ext uri="{FF2B5EF4-FFF2-40B4-BE49-F238E27FC236}">
                  <a16:creationId xmlns:a16="http://schemas.microsoft.com/office/drawing/2014/main" id="{EBACD863-EB6B-46B1-89E5-180CC8C01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sp>
        <p:nvSpPr>
          <p:cNvPr id="205" name="Line 117">
            <a:extLst>
              <a:ext uri="{FF2B5EF4-FFF2-40B4-BE49-F238E27FC236}">
                <a16:creationId xmlns:a16="http://schemas.microsoft.com/office/drawing/2014/main" id="{113E10F4-6134-4542-AA47-C376184BEB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29675" y="2876319"/>
            <a:ext cx="0" cy="87499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6" name="Text Box 121">
            <a:extLst>
              <a:ext uri="{FF2B5EF4-FFF2-40B4-BE49-F238E27FC236}">
                <a16:creationId xmlns:a16="http://schemas.microsoft.com/office/drawing/2014/main" id="{4E813D6E-E37F-4181-ACC1-336ABB696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6089" y="2682216"/>
            <a:ext cx="683200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</a:p>
        </p:txBody>
      </p:sp>
      <p:sp>
        <p:nvSpPr>
          <p:cNvPr id="207" name="Rectangle 115">
            <a:extLst>
              <a:ext uri="{FF2B5EF4-FFF2-40B4-BE49-F238E27FC236}">
                <a16:creationId xmlns:a16="http://schemas.microsoft.com/office/drawing/2014/main" id="{CB9D0590-77FA-49B6-9254-25D96B6C6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620" y="3745061"/>
            <a:ext cx="527597" cy="392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0"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</a:t>
            </a:r>
          </a:p>
          <a:p>
            <a:pPr lvl="0"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endParaRPr lang="en-US" altLang="zh-CN" sz="180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8" name="Rectangle 115">
            <a:extLst>
              <a:ext uri="{FF2B5EF4-FFF2-40B4-BE49-F238E27FC236}">
                <a16:creationId xmlns:a16="http://schemas.microsoft.com/office/drawing/2014/main" id="{C4B1732A-AF33-4239-A2A4-E0735413E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5868" y="3745219"/>
            <a:ext cx="453628" cy="392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0"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</a:t>
            </a:r>
          </a:p>
          <a:p>
            <a:pPr lvl="0"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200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endParaRPr lang="en-US" altLang="zh-CN" sz="1800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9" name="Group 443">
            <a:extLst>
              <a:ext uri="{FF2B5EF4-FFF2-40B4-BE49-F238E27FC236}">
                <a16:creationId xmlns:a16="http://schemas.microsoft.com/office/drawing/2014/main" id="{2D2D4F65-8602-43D7-917B-CC453B7C306A}"/>
              </a:ext>
            </a:extLst>
          </p:cNvPr>
          <p:cNvGrpSpPr>
            <a:grpSpLocks/>
          </p:cNvGrpSpPr>
          <p:nvPr/>
        </p:nvGrpSpPr>
        <p:grpSpPr bwMode="auto">
          <a:xfrm>
            <a:off x="4736896" y="4084637"/>
            <a:ext cx="667941" cy="621506"/>
            <a:chOff x="-44" y="1473"/>
            <a:chExt cx="981" cy="1105"/>
          </a:xfrm>
        </p:grpSpPr>
        <p:pic>
          <p:nvPicPr>
            <p:cNvPr id="210" name="Picture 444" descr="desktop_computer_stylized_medium">
              <a:extLst>
                <a:ext uri="{FF2B5EF4-FFF2-40B4-BE49-F238E27FC236}">
                  <a16:creationId xmlns:a16="http://schemas.microsoft.com/office/drawing/2014/main" id="{C2F5DC9D-6D4D-4F3E-8047-43C13E04DB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1" name="Freeform 445">
              <a:extLst>
                <a:ext uri="{FF2B5EF4-FFF2-40B4-BE49-F238E27FC236}">
                  <a16:creationId xmlns:a16="http://schemas.microsoft.com/office/drawing/2014/main" id="{B16F94DB-4A68-4F6A-854F-94F2294AA58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12" name="Group 437">
            <a:extLst>
              <a:ext uri="{FF2B5EF4-FFF2-40B4-BE49-F238E27FC236}">
                <a16:creationId xmlns:a16="http://schemas.microsoft.com/office/drawing/2014/main" id="{E565A997-EC3C-440A-8B31-1452503B6DC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443284" y="4112757"/>
            <a:ext cx="667920" cy="621506"/>
            <a:chOff x="-44" y="1473"/>
            <a:chExt cx="981" cy="1105"/>
          </a:xfrm>
        </p:grpSpPr>
        <p:pic>
          <p:nvPicPr>
            <p:cNvPr id="213" name="Picture 438" descr="desktop_computer_stylized_medium">
              <a:extLst>
                <a:ext uri="{FF2B5EF4-FFF2-40B4-BE49-F238E27FC236}">
                  <a16:creationId xmlns:a16="http://schemas.microsoft.com/office/drawing/2014/main" id="{889FF421-9B55-42A4-B5A9-68555D2DA7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4" name="Freeform 439">
              <a:extLst>
                <a:ext uri="{FF2B5EF4-FFF2-40B4-BE49-F238E27FC236}">
                  <a16:creationId xmlns:a16="http://schemas.microsoft.com/office/drawing/2014/main" id="{46D7B799-70DE-47E4-816C-C2DCD35BAE9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 dirty="0"/>
            </a:p>
          </p:txBody>
        </p:sp>
      </p:grpSp>
      <p:sp>
        <p:nvSpPr>
          <p:cNvPr id="215" name="Line 117">
            <a:extLst>
              <a:ext uri="{FF2B5EF4-FFF2-40B4-BE49-F238E27FC236}">
                <a16:creationId xmlns:a16="http://schemas.microsoft.com/office/drawing/2014/main" id="{DB702733-76C6-44FA-8289-2EF0B66BFEF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43377" y="2697798"/>
            <a:ext cx="2064639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16" name="Text Box 121">
            <a:extLst>
              <a:ext uri="{FF2B5EF4-FFF2-40B4-BE49-F238E27FC236}">
                <a16:creationId xmlns:a16="http://schemas.microsoft.com/office/drawing/2014/main" id="{C50F742A-20FF-44FF-9123-5DEE1453B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4122" y="3177403"/>
            <a:ext cx="683200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rgbClr val="CC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</a:p>
        </p:txBody>
      </p:sp>
      <p:sp>
        <p:nvSpPr>
          <p:cNvPr id="217" name="Line 117">
            <a:extLst>
              <a:ext uri="{FF2B5EF4-FFF2-40B4-BE49-F238E27FC236}">
                <a16:creationId xmlns:a16="http://schemas.microsoft.com/office/drawing/2014/main" id="{273FAA96-7757-4AC0-AF19-E2539C049F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51162" y="2876319"/>
            <a:ext cx="0" cy="874995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headEnd type="triangl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50">
              <a:solidFill>
                <a:srgbClr val="7030A0"/>
              </a:solidFill>
            </a:endParaRPr>
          </a:p>
        </p:txBody>
      </p:sp>
      <p:sp>
        <p:nvSpPr>
          <p:cNvPr id="218" name="Text Box 121">
            <a:extLst>
              <a:ext uri="{FF2B5EF4-FFF2-40B4-BE49-F238E27FC236}">
                <a16:creationId xmlns:a16="http://schemas.microsoft.com/office/drawing/2014/main" id="{4031091C-1110-4605-81DE-28048FAFD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5018" y="3089201"/>
            <a:ext cx="1044452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POP3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IMAP</a:t>
            </a:r>
          </a:p>
        </p:txBody>
      </p:sp>
      <p:pic>
        <p:nvPicPr>
          <p:cNvPr id="219" name="Picture 42" descr="Office-Client-Female-Light-icon">
            <a:extLst>
              <a:ext uri="{FF2B5EF4-FFF2-40B4-BE49-F238E27FC236}">
                <a16:creationId xmlns:a16="http://schemas.microsoft.com/office/drawing/2014/main" id="{31275956-5EE8-419F-80D1-5F06D2D89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211960" y="4125387"/>
            <a:ext cx="567453" cy="53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Picture 15" descr="User-icon">
            <a:extLst>
              <a:ext uri="{FF2B5EF4-FFF2-40B4-BE49-F238E27FC236}">
                <a16:creationId xmlns:a16="http://schemas.microsoft.com/office/drawing/2014/main" id="{AB1DD379-4C7D-4265-8D11-53A2DD55965A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969459" y="4174898"/>
            <a:ext cx="514582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C591C1BE-D76C-4BB7-833E-72454F6BCD0A}"/>
              </a:ext>
            </a:extLst>
          </p:cNvPr>
          <p:cNvCxnSpPr>
            <a:cxnSpLocks/>
            <a:stCxn id="210" idx="1"/>
            <a:endCxn id="213" idx="1"/>
          </p:cNvCxnSpPr>
          <p:nvPr/>
        </p:nvCxnSpPr>
        <p:spPr>
          <a:xfrm>
            <a:off x="5404837" y="4395390"/>
            <a:ext cx="2038447" cy="0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2" name="图片 221">
            <a:extLst>
              <a:ext uri="{FF2B5EF4-FFF2-40B4-BE49-F238E27FC236}">
                <a16:creationId xmlns:a16="http://schemas.microsoft.com/office/drawing/2014/main" id="{F6AF3F5D-587A-4F4E-9D40-82CEA3655CB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4940" y="4071815"/>
            <a:ext cx="667941" cy="501563"/>
          </a:xfrm>
          <a:prstGeom prst="rect">
            <a:avLst/>
          </a:prstGeom>
        </p:spPr>
      </p:pic>
      <p:sp>
        <p:nvSpPr>
          <p:cNvPr id="223" name="Text Box 121">
            <a:extLst>
              <a:ext uri="{FF2B5EF4-FFF2-40B4-BE49-F238E27FC236}">
                <a16:creationId xmlns:a16="http://schemas.microsoft.com/office/drawing/2014/main" id="{E5775CCE-A602-434D-AC65-C8DF3D6CB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8475" y="4573378"/>
            <a:ext cx="686406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MIME</a:t>
            </a:r>
          </a:p>
        </p:txBody>
      </p:sp>
      <p:sp>
        <p:nvSpPr>
          <p:cNvPr id="224" name="灯片编号占位符 2">
            <a:extLst>
              <a:ext uri="{FF2B5EF4-FFF2-40B4-BE49-F238E27FC236}">
                <a16:creationId xmlns:a16="http://schemas.microsoft.com/office/drawing/2014/main" id="{FDFF89D8-FDF3-4085-B60C-14CD33B0B0E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26</a:t>
            </a:fld>
            <a:endParaRPr lang="en-US" altLang="zh-CN" dirty="0"/>
          </a:p>
        </p:txBody>
      </p:sp>
      <p:sp>
        <p:nvSpPr>
          <p:cNvPr id="225" name="AutoShape 5">
            <a:extLst>
              <a:ext uri="{FF2B5EF4-FFF2-40B4-BE49-F238E27FC236}">
                <a16:creationId xmlns:a16="http://schemas.microsoft.com/office/drawing/2014/main" id="{6B1E47FC-4495-4ACB-908B-508F7742C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913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7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" grpId="0" animBg="1"/>
      <p:bldP spid="225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2A601E-00FA-49C6-A8AF-74A6543F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3300"/>
                </a:solidFill>
              </a:rPr>
              <a:t>第</a:t>
            </a:r>
            <a:r>
              <a:rPr lang="en-US" altLang="zh-CN" dirty="0">
                <a:solidFill>
                  <a:srgbClr val="FF3300"/>
                </a:solidFill>
              </a:rPr>
              <a:t>2</a:t>
            </a:r>
            <a:r>
              <a:rPr lang="zh-CN" altLang="en-US" dirty="0">
                <a:solidFill>
                  <a:srgbClr val="FF3300"/>
                </a:solidFill>
              </a:rPr>
              <a:t>章 复习总结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31272F-57E4-4706-8684-FA8E742D6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987574"/>
            <a:ext cx="5643695" cy="3779688"/>
          </a:xfrm>
        </p:spPr>
        <p:txBody>
          <a:bodyPr/>
          <a:lstStyle/>
          <a:p>
            <a:r>
              <a:rPr lang="zh-CN" altLang="en-US" dirty="0">
                <a:solidFill>
                  <a:srgbClr val="FF3300"/>
                </a:solidFill>
              </a:rPr>
              <a:t>知识点</a:t>
            </a:r>
            <a:r>
              <a:rPr lang="en-US" altLang="zh-CN" dirty="0">
                <a:solidFill>
                  <a:srgbClr val="FF3300"/>
                </a:solidFill>
              </a:rPr>
              <a:t>7</a:t>
            </a:r>
            <a:r>
              <a:rPr lang="zh-CN" altLang="en-US" dirty="0">
                <a:solidFill>
                  <a:srgbClr val="FF3300"/>
                </a:solidFill>
              </a:rPr>
              <a:t>：</a:t>
            </a:r>
            <a:r>
              <a:rPr lang="en-US" altLang="zh-CN" dirty="0">
                <a:solidFill>
                  <a:srgbClr val="FF3300"/>
                </a:solidFill>
              </a:rPr>
              <a:t>DNS</a:t>
            </a:r>
          </a:p>
          <a:p>
            <a:pPr lvl="1"/>
            <a:r>
              <a:rPr lang="en-US" altLang="zh-CN" sz="1600" dirty="0"/>
              <a:t>C/S</a:t>
            </a:r>
            <a:r>
              <a:rPr lang="zh-CN" altLang="en-US" sz="1600" dirty="0"/>
              <a:t>架构模式，</a:t>
            </a:r>
            <a:r>
              <a:rPr lang="zh-CN" altLang="en-US" sz="1600" dirty="0">
                <a:solidFill>
                  <a:srgbClr val="FF0000"/>
                </a:solidFill>
              </a:rPr>
              <a:t>依赖于</a:t>
            </a:r>
            <a:r>
              <a:rPr lang="en-US" altLang="zh-CN" sz="1600" dirty="0">
                <a:solidFill>
                  <a:srgbClr val="FF0000"/>
                </a:solidFill>
              </a:rPr>
              <a:t>UDP</a:t>
            </a:r>
            <a:r>
              <a:rPr lang="zh-CN" altLang="en-US" sz="1600" dirty="0">
                <a:solidFill>
                  <a:srgbClr val="FF0000"/>
                </a:solidFill>
              </a:rPr>
              <a:t>传输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lvl="1"/>
            <a:r>
              <a:rPr lang="zh-CN" altLang="en-US" sz="1600" dirty="0"/>
              <a:t>域名的定义模式</a:t>
            </a:r>
            <a:endParaRPr lang="en-US" altLang="zh-CN" sz="1600" dirty="0"/>
          </a:p>
          <a:p>
            <a:pPr lvl="1"/>
            <a:r>
              <a:rPr lang="zh-CN" altLang="en-US" sz="1600" dirty="0"/>
              <a:t>分布式数据库</a:t>
            </a:r>
            <a:endParaRPr lang="en-US" altLang="zh-CN" sz="1600" dirty="0"/>
          </a:p>
          <a:p>
            <a:pPr lvl="1"/>
            <a:r>
              <a:rPr lang="zh-CN" altLang="en-US" sz="1600" dirty="0"/>
              <a:t>迭代和递归查询策略</a:t>
            </a:r>
            <a:endParaRPr lang="en-US" altLang="zh-CN" sz="1600" dirty="0"/>
          </a:p>
          <a:p>
            <a:pPr lvl="1"/>
            <a:r>
              <a:rPr lang="zh-CN" altLang="en-US" sz="1600" dirty="0"/>
              <a:t>记录和报文格式</a:t>
            </a:r>
            <a:endParaRPr lang="en-US" altLang="zh-CN" sz="1600" dirty="0"/>
          </a:p>
          <a:p>
            <a:pPr lvl="2"/>
            <a:r>
              <a:rPr lang="zh-CN" altLang="en-US" sz="1300" dirty="0"/>
              <a:t>记录和查询的类别</a:t>
            </a:r>
            <a:endParaRPr lang="en-US" altLang="zh-CN" sz="1300" dirty="0"/>
          </a:p>
          <a:p>
            <a:pPr lvl="2"/>
            <a:r>
              <a:rPr lang="en-US" altLang="zh-CN" sz="1300" dirty="0"/>
              <a:t>Type=A, NS, MX, CNAME…</a:t>
            </a:r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F7AA9707-AF8E-4189-B90D-3A815F3779A8}"/>
              </a:ext>
            </a:extLst>
          </p:cNvPr>
          <p:cNvSpPr/>
          <p:nvPr/>
        </p:nvSpPr>
        <p:spPr>
          <a:xfrm>
            <a:off x="5484577" y="3799597"/>
            <a:ext cx="3191879" cy="3475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 Link</a:t>
            </a:r>
            <a:endParaRPr lang="zh-CN" altLang="en-US" sz="135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F5B4D4A0-F635-49A0-BA92-DD857C4B6595}"/>
              </a:ext>
            </a:extLst>
          </p:cNvPr>
          <p:cNvSpPr/>
          <p:nvPr/>
        </p:nvSpPr>
        <p:spPr>
          <a:xfrm>
            <a:off x="5484577" y="3362951"/>
            <a:ext cx="3191879" cy="3475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IP</a:t>
            </a:r>
            <a:endParaRPr lang="zh-CN" altLang="en-US" sz="135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A30A29FF-ED60-483F-835C-2B8EAA9090A7}"/>
              </a:ext>
            </a:extLst>
          </p:cNvPr>
          <p:cNvSpPr/>
          <p:nvPr/>
        </p:nvSpPr>
        <p:spPr>
          <a:xfrm>
            <a:off x="5484577" y="2104299"/>
            <a:ext cx="3191879" cy="7628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227" name="Picture 15" descr="User-icon">
            <a:extLst>
              <a:ext uri="{FF2B5EF4-FFF2-40B4-BE49-F238E27FC236}">
                <a16:creationId xmlns:a16="http://schemas.microsoft.com/office/drawing/2014/main" id="{D0E7BFFF-9ADB-491B-9410-3E96FD50C066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0726" y="2457350"/>
            <a:ext cx="432048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Picture 12" descr="464px-Computer_Icon">
            <a:extLst>
              <a:ext uri="{FF2B5EF4-FFF2-40B4-BE49-F238E27FC236}">
                <a16:creationId xmlns:a16="http://schemas.microsoft.com/office/drawing/2014/main" id="{9B0D0D89-A3EE-4AF7-B5FC-CE78795E9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128" y="2308894"/>
            <a:ext cx="770335" cy="79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9" name="Rectangle 3">
            <a:extLst>
              <a:ext uri="{FF2B5EF4-FFF2-40B4-BE49-F238E27FC236}">
                <a16:creationId xmlns:a16="http://schemas.microsoft.com/office/drawing/2014/main" id="{3D97D98D-87C9-4977-AF67-5462CA4D42E5}"/>
              </a:ext>
            </a:extLst>
          </p:cNvPr>
          <p:cNvSpPr txBox="1">
            <a:spLocks noChangeArrowheads="1"/>
          </p:cNvSpPr>
          <p:nvPr/>
        </p:nvSpPr>
        <p:spPr>
          <a:xfrm>
            <a:off x="3324337" y="2098863"/>
            <a:ext cx="2041866" cy="2532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400" b="1" dirty="0">
                <a:solidFill>
                  <a:srgbClr val="0066CC"/>
                </a:solidFill>
                <a:effectLst/>
                <a:latin typeface="+mj-lt"/>
                <a:ea typeface="+mj-ea"/>
              </a:rPr>
              <a:t>http://www.baidu.com</a:t>
            </a:r>
            <a:endParaRPr lang="en-US" altLang="zh-CN" sz="1100" b="1" dirty="0">
              <a:solidFill>
                <a:srgbClr val="0066CC"/>
              </a:solidFill>
              <a:effectLst/>
              <a:latin typeface="+mj-lt"/>
              <a:ea typeface="+mj-ea"/>
            </a:endParaRPr>
          </a:p>
        </p:txBody>
      </p:sp>
      <p:sp>
        <p:nvSpPr>
          <p:cNvPr id="230" name="Rectangle 52">
            <a:extLst>
              <a:ext uri="{FF2B5EF4-FFF2-40B4-BE49-F238E27FC236}">
                <a16:creationId xmlns:a16="http://schemas.microsoft.com/office/drawing/2014/main" id="{2F7D9ECA-4249-4F7F-B2DB-B5D6E62D9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56" y="2154743"/>
            <a:ext cx="607538" cy="277482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35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HTTP </a:t>
            </a:r>
          </a:p>
        </p:txBody>
      </p:sp>
      <p:sp>
        <p:nvSpPr>
          <p:cNvPr id="231" name="Rectangle 52">
            <a:extLst>
              <a:ext uri="{FF2B5EF4-FFF2-40B4-BE49-F238E27FC236}">
                <a16:creationId xmlns:a16="http://schemas.microsoft.com/office/drawing/2014/main" id="{58AC5F6C-5012-4F81-A985-19991826D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7068" y="2154743"/>
            <a:ext cx="591509" cy="277482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35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SMTP</a:t>
            </a:r>
          </a:p>
        </p:txBody>
      </p:sp>
      <p:sp>
        <p:nvSpPr>
          <p:cNvPr id="232" name="Rectangle 52">
            <a:extLst>
              <a:ext uri="{FF2B5EF4-FFF2-40B4-BE49-F238E27FC236}">
                <a16:creationId xmlns:a16="http://schemas.microsoft.com/office/drawing/2014/main" id="{A8DA24EA-1EB2-4270-A932-54E38BD7B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9367" y="2154743"/>
            <a:ext cx="421590" cy="277482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35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……</a:t>
            </a:r>
          </a:p>
        </p:txBody>
      </p:sp>
      <p:sp>
        <p:nvSpPr>
          <p:cNvPr id="233" name="Rectangle 52">
            <a:extLst>
              <a:ext uri="{FF2B5EF4-FFF2-40B4-BE49-F238E27FC236}">
                <a16:creationId xmlns:a16="http://schemas.microsoft.com/office/drawing/2014/main" id="{4CCD6B58-5AF8-4A71-B98B-D03C7AC1C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1673" y="2501082"/>
            <a:ext cx="742765" cy="277482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9056" tIns="34529" rIns="69056" bIns="3452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35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DNS</a:t>
            </a:r>
          </a:p>
        </p:txBody>
      </p:sp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59CE153F-979A-42D3-A222-60F16D98AA25}"/>
              </a:ext>
            </a:extLst>
          </p:cNvPr>
          <p:cNvCxnSpPr/>
          <p:nvPr/>
        </p:nvCxnSpPr>
        <p:spPr>
          <a:xfrm>
            <a:off x="5112059" y="2215055"/>
            <a:ext cx="432048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矩形 234">
            <a:extLst>
              <a:ext uri="{FF2B5EF4-FFF2-40B4-BE49-F238E27FC236}">
                <a16:creationId xmlns:a16="http://schemas.microsoft.com/office/drawing/2014/main" id="{37BF91C1-7C85-4480-8B26-1370FB802221}"/>
              </a:ext>
            </a:extLst>
          </p:cNvPr>
          <p:cNvSpPr/>
          <p:nvPr/>
        </p:nvSpPr>
        <p:spPr>
          <a:xfrm>
            <a:off x="5484577" y="2937948"/>
            <a:ext cx="1787723" cy="3475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TCP</a:t>
            </a:r>
            <a:endParaRPr lang="zh-CN" altLang="en-US" sz="135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1E0CF1BC-4D83-4FD2-BDF4-3B11F89D071E}"/>
              </a:ext>
            </a:extLst>
          </p:cNvPr>
          <p:cNvSpPr/>
          <p:nvPr/>
        </p:nvSpPr>
        <p:spPr>
          <a:xfrm>
            <a:off x="7327366" y="2937948"/>
            <a:ext cx="1349090" cy="3475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UDP</a:t>
            </a:r>
            <a:endParaRPr lang="zh-CN" altLang="en-US" sz="135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37" name="直接箭头连接符 236">
            <a:extLst>
              <a:ext uri="{FF2B5EF4-FFF2-40B4-BE49-F238E27FC236}">
                <a16:creationId xmlns:a16="http://schemas.microsoft.com/office/drawing/2014/main" id="{9A2AD986-C2E6-4C0A-87F3-B162E0890D0F}"/>
              </a:ext>
            </a:extLst>
          </p:cNvPr>
          <p:cNvCxnSpPr>
            <a:cxnSpLocks/>
            <a:stCxn id="228" idx="3"/>
          </p:cNvCxnSpPr>
          <p:nvPr/>
        </p:nvCxnSpPr>
        <p:spPr>
          <a:xfrm flipV="1">
            <a:off x="5149463" y="2673374"/>
            <a:ext cx="2622210" cy="0"/>
          </a:xfrm>
          <a:prstGeom prst="straightConnector1">
            <a:avLst/>
          </a:prstGeom>
          <a:ln w="38100">
            <a:solidFill>
              <a:srgbClr val="0066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箭头连接符 237">
            <a:extLst>
              <a:ext uri="{FF2B5EF4-FFF2-40B4-BE49-F238E27FC236}">
                <a16:creationId xmlns:a16="http://schemas.microsoft.com/office/drawing/2014/main" id="{A5EDCFD3-3CCA-4F0E-AFDF-F02C01CDB967}"/>
              </a:ext>
            </a:extLst>
          </p:cNvPr>
          <p:cNvCxnSpPr/>
          <p:nvPr/>
        </p:nvCxnSpPr>
        <p:spPr>
          <a:xfrm>
            <a:off x="5894924" y="2474826"/>
            <a:ext cx="0" cy="149855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接箭头连接符 238">
            <a:extLst>
              <a:ext uri="{FF2B5EF4-FFF2-40B4-BE49-F238E27FC236}">
                <a16:creationId xmlns:a16="http://schemas.microsoft.com/office/drawing/2014/main" id="{8DA03FFB-1907-4979-A454-2CBE3441F8D3}"/>
              </a:ext>
            </a:extLst>
          </p:cNvPr>
          <p:cNvCxnSpPr>
            <a:cxnSpLocks/>
          </p:cNvCxnSpPr>
          <p:nvPr/>
        </p:nvCxnSpPr>
        <p:spPr>
          <a:xfrm>
            <a:off x="8292889" y="2778564"/>
            <a:ext cx="0" cy="1194814"/>
          </a:xfrm>
          <a:prstGeom prst="straightConnector1">
            <a:avLst/>
          </a:prstGeom>
          <a:ln w="38100">
            <a:solidFill>
              <a:srgbClr val="0066F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灯片编号占位符 2">
            <a:extLst>
              <a:ext uri="{FF2B5EF4-FFF2-40B4-BE49-F238E27FC236}">
                <a16:creationId xmlns:a16="http://schemas.microsoft.com/office/drawing/2014/main" id="{00344091-A3D1-45A3-B614-8BDBDE50ACA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27</a:t>
            </a:fld>
            <a:endParaRPr lang="en-US" altLang="zh-CN" dirty="0"/>
          </a:p>
        </p:txBody>
      </p:sp>
      <p:sp>
        <p:nvSpPr>
          <p:cNvPr id="241" name="AutoShape 5">
            <a:extLst>
              <a:ext uri="{FF2B5EF4-FFF2-40B4-BE49-F238E27FC236}">
                <a16:creationId xmlns:a16="http://schemas.microsoft.com/office/drawing/2014/main" id="{A4EB5A09-3719-4257-AB8F-B15E68E8D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819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" grpId="0" animBg="1"/>
      <p:bldP spid="241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2A601E-00FA-49C6-A8AF-74A6543F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3300"/>
                </a:solidFill>
              </a:rPr>
              <a:t>第</a:t>
            </a:r>
            <a:r>
              <a:rPr lang="en-US" altLang="zh-CN" dirty="0">
                <a:solidFill>
                  <a:srgbClr val="FF3300"/>
                </a:solidFill>
              </a:rPr>
              <a:t>2</a:t>
            </a:r>
            <a:r>
              <a:rPr lang="zh-CN" altLang="en-US" dirty="0">
                <a:solidFill>
                  <a:srgbClr val="FF3300"/>
                </a:solidFill>
              </a:rPr>
              <a:t>章 复习总结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31272F-57E4-4706-8684-FA8E742D6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987574"/>
            <a:ext cx="5643695" cy="3779688"/>
          </a:xfrm>
        </p:spPr>
        <p:txBody>
          <a:bodyPr/>
          <a:lstStyle/>
          <a:p>
            <a:r>
              <a:rPr lang="zh-CN" altLang="en-US" dirty="0"/>
              <a:t>知识点</a:t>
            </a:r>
            <a:r>
              <a:rPr lang="en-US" altLang="zh-CN" dirty="0"/>
              <a:t>8</a:t>
            </a:r>
            <a:r>
              <a:rPr lang="zh-CN" altLang="en-US" dirty="0"/>
              <a:t>：</a:t>
            </a:r>
            <a:r>
              <a:rPr lang="en-US" altLang="zh-CN" dirty="0"/>
              <a:t>P2P</a:t>
            </a:r>
            <a:r>
              <a:rPr lang="zh-CN" altLang="en-US" dirty="0"/>
              <a:t>文件分发</a:t>
            </a:r>
            <a:endParaRPr lang="en-US" altLang="zh-CN" dirty="0"/>
          </a:p>
          <a:p>
            <a:pPr lvl="1"/>
            <a:r>
              <a:rPr lang="en-US" altLang="zh-CN" sz="1600" dirty="0"/>
              <a:t>BitTorrent </a:t>
            </a:r>
            <a:r>
              <a:rPr lang="zh-CN" altLang="en-US" sz="1600" dirty="0"/>
              <a:t>协议（</a:t>
            </a:r>
            <a:r>
              <a:rPr lang="en-US" altLang="zh-CN" sz="1600" dirty="0"/>
              <a:t>256Kbit</a:t>
            </a:r>
            <a:r>
              <a:rPr lang="zh-CN" altLang="en-US" sz="1600" dirty="0"/>
              <a:t>文件块）</a:t>
            </a:r>
            <a:endParaRPr lang="en-US" altLang="zh-CN" sz="1600" dirty="0"/>
          </a:p>
          <a:p>
            <a:pPr lvl="1"/>
            <a:r>
              <a:rPr lang="zh-CN" altLang="en-US" sz="1600" dirty="0"/>
              <a:t>分布式哈希表</a:t>
            </a:r>
            <a:r>
              <a:rPr lang="en-US" altLang="zh-CN" sz="1600" dirty="0"/>
              <a:t>DHT</a:t>
            </a:r>
            <a:endParaRPr lang="en-US" altLang="zh-CN" sz="1300" dirty="0"/>
          </a:p>
        </p:txBody>
      </p:sp>
      <p:sp>
        <p:nvSpPr>
          <p:cNvPr id="20" name="Text Box 37">
            <a:extLst>
              <a:ext uri="{FF2B5EF4-FFF2-40B4-BE49-F238E27FC236}">
                <a16:creationId xmlns:a16="http://schemas.microsoft.com/office/drawing/2014/main" id="{4E443C68-CB05-4720-AF69-8A0465518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2487" y="2259763"/>
            <a:ext cx="2414444" cy="276999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200" i="1" u="sng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追踪器</a:t>
            </a:r>
            <a:r>
              <a:rPr lang="en-US" altLang="zh-TW" sz="1200" i="1" u="sng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追踪加入到分发中的端点</a:t>
            </a:r>
            <a:endParaRPr lang="en-US" altLang="zh-TW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Box 41">
            <a:extLst>
              <a:ext uri="{FF2B5EF4-FFF2-40B4-BE49-F238E27FC236}">
                <a16:creationId xmlns:a16="http://schemas.microsoft.com/office/drawing/2014/main" id="{38D98376-21CF-47AA-8965-9C0FCAF4E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0871" y="2158348"/>
            <a:ext cx="2497673" cy="23282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200" i="1" u="sng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torrent</a:t>
            </a:r>
            <a:r>
              <a:rPr lang="en-US" altLang="zh-TW" sz="1200" i="1" u="sng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能够分享文件块的端点</a:t>
            </a:r>
            <a:endParaRPr lang="en-US" altLang="zh-TW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Group 44">
            <a:extLst>
              <a:ext uri="{FF2B5EF4-FFF2-40B4-BE49-F238E27FC236}">
                <a16:creationId xmlns:a16="http://schemas.microsoft.com/office/drawing/2014/main" id="{532EFBA7-3C87-47F1-A682-3C47F568B9F3}"/>
              </a:ext>
            </a:extLst>
          </p:cNvPr>
          <p:cNvGrpSpPr>
            <a:grpSpLocks/>
          </p:cNvGrpSpPr>
          <p:nvPr/>
        </p:nvGrpSpPr>
        <p:grpSpPr bwMode="auto">
          <a:xfrm>
            <a:off x="3148534" y="1988282"/>
            <a:ext cx="4056459" cy="2881374"/>
            <a:chOff x="846" y="1325"/>
            <a:chExt cx="3407" cy="2776"/>
          </a:xfrm>
        </p:grpSpPr>
        <p:grpSp>
          <p:nvGrpSpPr>
            <p:cNvPr id="23" name="Group 3">
              <a:extLst>
                <a:ext uri="{FF2B5EF4-FFF2-40B4-BE49-F238E27FC236}">
                  <a16:creationId xmlns:a16="http://schemas.microsoft.com/office/drawing/2014/main" id="{56E42155-ED60-4290-887F-B8182FF208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1" y="1325"/>
              <a:ext cx="339" cy="558"/>
              <a:chOff x="4180" y="783"/>
              <a:chExt cx="150" cy="307"/>
            </a:xfrm>
          </p:grpSpPr>
          <p:sp>
            <p:nvSpPr>
              <p:cNvPr id="53" name="AutoShape 4">
                <a:extLst>
                  <a:ext uri="{FF2B5EF4-FFF2-40B4-BE49-F238E27FC236}">
                    <a16:creationId xmlns:a16="http://schemas.microsoft.com/office/drawing/2014/main" id="{C7BF6E99-0ACA-4F22-BBB9-7E8E3DAC50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Rectangle 5">
                <a:extLst>
                  <a:ext uri="{FF2B5EF4-FFF2-40B4-BE49-F238E27FC236}">
                    <a16:creationId xmlns:a16="http://schemas.microsoft.com/office/drawing/2014/main" id="{242A8044-718E-4018-83D7-2789CE0FEF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Rectangle 6">
                <a:extLst>
                  <a:ext uri="{FF2B5EF4-FFF2-40B4-BE49-F238E27FC236}">
                    <a16:creationId xmlns:a16="http://schemas.microsoft.com/office/drawing/2014/main" id="{19EE7413-1612-43A6-8231-0D56A5F459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AutoShape 7">
                <a:extLst>
                  <a:ext uri="{FF2B5EF4-FFF2-40B4-BE49-F238E27FC236}">
                    <a16:creationId xmlns:a16="http://schemas.microsoft.com/office/drawing/2014/main" id="{204CDF34-8E37-4CAE-B488-FC6F85843B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Line 8">
                <a:extLst>
                  <a:ext uri="{FF2B5EF4-FFF2-40B4-BE49-F238E27FC236}">
                    <a16:creationId xmlns:a16="http://schemas.microsoft.com/office/drawing/2014/main" id="{7D557592-B47F-4DF6-99FD-238033FC0C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Line 9">
                <a:extLst>
                  <a:ext uri="{FF2B5EF4-FFF2-40B4-BE49-F238E27FC236}">
                    <a16:creationId xmlns:a16="http://schemas.microsoft.com/office/drawing/2014/main" id="{548C88A4-E575-40B1-999F-08FDC562F0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Rectangle 10">
                <a:extLst>
                  <a:ext uri="{FF2B5EF4-FFF2-40B4-BE49-F238E27FC236}">
                    <a16:creationId xmlns:a16="http://schemas.microsoft.com/office/drawing/2014/main" id="{BA5C4A52-50CA-4CE5-BB66-80F02A3A6A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" name="Rectangle 11">
                <a:extLst>
                  <a:ext uri="{FF2B5EF4-FFF2-40B4-BE49-F238E27FC236}">
                    <a16:creationId xmlns:a16="http://schemas.microsoft.com/office/drawing/2014/main" id="{8B15FE19-E59D-46AA-B9B9-2CED94ADA6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aphicFrame>
          <p:nvGraphicFramePr>
            <p:cNvPr id="24" name="Object 12">
              <a:extLst>
                <a:ext uri="{FF2B5EF4-FFF2-40B4-BE49-F238E27FC236}">
                  <a16:creationId xmlns:a16="http://schemas.microsoft.com/office/drawing/2014/main" id="{66F65DC0-7BB1-45F9-BDE9-4B2E86E09A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98" y="2546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82" name="Clip" r:id="rId4" imgW="1305000" imgH="1085760" progId="MS_ClipArt_Gallery.2">
                    <p:embed/>
                  </p:oleObj>
                </mc:Choice>
                <mc:Fallback>
                  <p:oleObj name="Clip" r:id="rId4" imgW="1305000" imgH="1085760" progId="MS_ClipArt_Gallery.2">
                    <p:embed/>
                    <p:pic>
                      <p:nvPicPr>
                        <p:cNvPr id="24" name="Object 12">
                          <a:extLst>
                            <a:ext uri="{FF2B5EF4-FFF2-40B4-BE49-F238E27FC236}">
                              <a16:creationId xmlns:a16="http://schemas.microsoft.com/office/drawing/2014/main" id="{66F65DC0-7BB1-45F9-BDE9-4B2E86E09A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8" y="2546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13">
              <a:extLst>
                <a:ext uri="{FF2B5EF4-FFF2-40B4-BE49-F238E27FC236}">
                  <a16:creationId xmlns:a16="http://schemas.microsoft.com/office/drawing/2014/main" id="{72F65B62-F543-49D8-9D0D-2E60D1BCB0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83" y="3755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83" name="Clip" r:id="rId6" imgW="1305000" imgH="1085760" progId="MS_ClipArt_Gallery.2">
                    <p:embed/>
                  </p:oleObj>
                </mc:Choice>
                <mc:Fallback>
                  <p:oleObj name="Clip" r:id="rId6" imgW="1305000" imgH="1085760" progId="MS_ClipArt_Gallery.2">
                    <p:embed/>
                    <p:pic>
                      <p:nvPicPr>
                        <p:cNvPr id="25" name="Object 13">
                          <a:extLst>
                            <a:ext uri="{FF2B5EF4-FFF2-40B4-BE49-F238E27FC236}">
                              <a16:creationId xmlns:a16="http://schemas.microsoft.com/office/drawing/2014/main" id="{72F65B62-F543-49D8-9D0D-2E60D1BCB0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3" y="3755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14">
              <a:extLst>
                <a:ext uri="{FF2B5EF4-FFF2-40B4-BE49-F238E27FC236}">
                  <a16:creationId xmlns:a16="http://schemas.microsoft.com/office/drawing/2014/main" id="{756BC92E-74EF-4B75-9817-B8A675B5C6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26" y="3267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84" name="Clip" r:id="rId7" imgW="1305000" imgH="1085760" progId="MS_ClipArt_Gallery.2">
                    <p:embed/>
                  </p:oleObj>
                </mc:Choice>
                <mc:Fallback>
                  <p:oleObj name="Clip" r:id="rId7" imgW="1305000" imgH="1085760" progId="MS_ClipArt_Gallery.2">
                    <p:embed/>
                    <p:pic>
                      <p:nvPicPr>
                        <p:cNvPr id="26" name="Object 14">
                          <a:extLst>
                            <a:ext uri="{FF2B5EF4-FFF2-40B4-BE49-F238E27FC236}">
                              <a16:creationId xmlns:a16="http://schemas.microsoft.com/office/drawing/2014/main" id="{756BC92E-74EF-4B75-9817-B8A675B5C6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6" y="3267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15">
              <a:extLst>
                <a:ext uri="{FF2B5EF4-FFF2-40B4-BE49-F238E27FC236}">
                  <a16:creationId xmlns:a16="http://schemas.microsoft.com/office/drawing/2014/main" id="{2E487F0F-249E-4ACC-B328-D70E593217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96" y="3553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85" name="Clip" r:id="rId8" imgW="1305000" imgH="1085760" progId="MS_ClipArt_Gallery.2">
                    <p:embed/>
                  </p:oleObj>
                </mc:Choice>
                <mc:Fallback>
                  <p:oleObj name="Clip" r:id="rId8" imgW="1305000" imgH="1085760" progId="MS_ClipArt_Gallery.2">
                    <p:embed/>
                    <p:pic>
                      <p:nvPicPr>
                        <p:cNvPr id="27" name="Object 15">
                          <a:extLst>
                            <a:ext uri="{FF2B5EF4-FFF2-40B4-BE49-F238E27FC236}">
                              <a16:creationId xmlns:a16="http://schemas.microsoft.com/office/drawing/2014/main" id="{2E487F0F-249E-4ACC-B328-D70E5932176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6" y="3553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16">
              <a:extLst>
                <a:ext uri="{FF2B5EF4-FFF2-40B4-BE49-F238E27FC236}">
                  <a16:creationId xmlns:a16="http://schemas.microsoft.com/office/drawing/2014/main" id="{11882115-1EC6-4A9C-8E41-3BB670284DE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54" y="3862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86" name="Clip" r:id="rId9" imgW="1305000" imgH="1085760" progId="MS_ClipArt_Gallery.2">
                    <p:embed/>
                  </p:oleObj>
                </mc:Choice>
                <mc:Fallback>
                  <p:oleObj name="Clip" r:id="rId9" imgW="1305000" imgH="1085760" progId="MS_ClipArt_Gallery.2">
                    <p:embed/>
                    <p:pic>
                      <p:nvPicPr>
                        <p:cNvPr id="28" name="Object 16">
                          <a:extLst>
                            <a:ext uri="{FF2B5EF4-FFF2-40B4-BE49-F238E27FC236}">
                              <a16:creationId xmlns:a16="http://schemas.microsoft.com/office/drawing/2014/main" id="{11882115-1EC6-4A9C-8E41-3BB670284DE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4" y="3862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17">
              <a:extLst>
                <a:ext uri="{FF2B5EF4-FFF2-40B4-BE49-F238E27FC236}">
                  <a16:creationId xmlns:a16="http://schemas.microsoft.com/office/drawing/2014/main" id="{AB89E62D-BE11-4D7A-8A91-778F6426C5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61" y="2633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87" name="Clip" r:id="rId10" imgW="1305000" imgH="1085760" progId="MS_ClipArt_Gallery.2">
                    <p:embed/>
                  </p:oleObj>
                </mc:Choice>
                <mc:Fallback>
                  <p:oleObj name="Clip" r:id="rId10" imgW="1305000" imgH="1085760" progId="MS_ClipArt_Gallery.2">
                    <p:embed/>
                    <p:pic>
                      <p:nvPicPr>
                        <p:cNvPr id="29" name="Object 17">
                          <a:extLst>
                            <a:ext uri="{FF2B5EF4-FFF2-40B4-BE49-F238E27FC236}">
                              <a16:creationId xmlns:a16="http://schemas.microsoft.com/office/drawing/2014/main" id="{AB89E62D-BE11-4D7A-8A91-778F6426C5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1" y="2633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18">
              <a:extLst>
                <a:ext uri="{FF2B5EF4-FFF2-40B4-BE49-F238E27FC236}">
                  <a16:creationId xmlns:a16="http://schemas.microsoft.com/office/drawing/2014/main" id="{30A3C767-3113-41E8-AF69-94596F1B0D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89" y="1451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88" name="Clip" r:id="rId11" imgW="1305000" imgH="1085760" progId="MS_ClipArt_Gallery.2">
                    <p:embed/>
                  </p:oleObj>
                </mc:Choice>
                <mc:Fallback>
                  <p:oleObj name="Clip" r:id="rId11" imgW="1305000" imgH="1085760" progId="MS_ClipArt_Gallery.2">
                    <p:embed/>
                    <p:pic>
                      <p:nvPicPr>
                        <p:cNvPr id="30" name="Object 18">
                          <a:extLst>
                            <a:ext uri="{FF2B5EF4-FFF2-40B4-BE49-F238E27FC236}">
                              <a16:creationId xmlns:a16="http://schemas.microsoft.com/office/drawing/2014/main" id="{30A3C767-3113-41E8-AF69-94596F1B0DA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9" y="1451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19">
              <a:extLst>
                <a:ext uri="{FF2B5EF4-FFF2-40B4-BE49-F238E27FC236}">
                  <a16:creationId xmlns:a16="http://schemas.microsoft.com/office/drawing/2014/main" id="{5DFFA562-A092-49BC-B1CF-33FDE232C4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73" y="1903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89" name="Clip" r:id="rId12" imgW="1305000" imgH="1085760" progId="MS_ClipArt_Gallery.2">
                    <p:embed/>
                  </p:oleObj>
                </mc:Choice>
                <mc:Fallback>
                  <p:oleObj name="Clip" r:id="rId12" imgW="1305000" imgH="1085760" progId="MS_ClipArt_Gallery.2">
                    <p:embed/>
                    <p:pic>
                      <p:nvPicPr>
                        <p:cNvPr id="31" name="Object 19">
                          <a:extLst>
                            <a:ext uri="{FF2B5EF4-FFF2-40B4-BE49-F238E27FC236}">
                              <a16:creationId xmlns:a16="http://schemas.microsoft.com/office/drawing/2014/main" id="{5DFFA562-A092-49BC-B1CF-33FDE232C4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3" y="1903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20">
              <a:extLst>
                <a:ext uri="{FF2B5EF4-FFF2-40B4-BE49-F238E27FC236}">
                  <a16:creationId xmlns:a16="http://schemas.microsoft.com/office/drawing/2014/main" id="{DE0698C3-4F01-4060-B44E-2D6FE2A846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89" y="1391"/>
            <a:ext cx="280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90" name="Clip" r:id="rId13" imgW="1305000" imgH="1085760" progId="MS_ClipArt_Gallery.2">
                    <p:embed/>
                  </p:oleObj>
                </mc:Choice>
                <mc:Fallback>
                  <p:oleObj name="Clip" r:id="rId13" imgW="1305000" imgH="1085760" progId="MS_ClipArt_Gallery.2">
                    <p:embed/>
                    <p:pic>
                      <p:nvPicPr>
                        <p:cNvPr id="32" name="Object 20">
                          <a:extLst>
                            <a:ext uri="{FF2B5EF4-FFF2-40B4-BE49-F238E27FC236}">
                              <a16:creationId xmlns:a16="http://schemas.microsoft.com/office/drawing/2014/main" id="{DE0698C3-4F01-4060-B44E-2D6FE2A846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9" y="1391"/>
                          <a:ext cx="280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Line 21">
              <a:extLst>
                <a:ext uri="{FF2B5EF4-FFF2-40B4-BE49-F238E27FC236}">
                  <a16:creationId xmlns:a16="http://schemas.microsoft.com/office/drawing/2014/main" id="{190FAA65-0FB1-436B-A970-36FEAFADF7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1892"/>
              <a:ext cx="1" cy="66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22">
              <a:extLst>
                <a:ext uri="{FF2B5EF4-FFF2-40B4-BE49-F238E27FC236}">
                  <a16:creationId xmlns:a16="http://schemas.microsoft.com/office/drawing/2014/main" id="{B4FB5993-935A-475E-B311-75F86E7C9A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36" y="1656"/>
              <a:ext cx="615" cy="9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23">
              <a:extLst>
                <a:ext uri="{FF2B5EF4-FFF2-40B4-BE49-F238E27FC236}">
                  <a16:creationId xmlns:a16="http://schemas.microsoft.com/office/drawing/2014/main" id="{E0ABA984-ED0E-49AA-81A3-DC5FD36AE4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61" y="2020"/>
              <a:ext cx="2360" cy="6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24">
              <a:extLst>
                <a:ext uri="{FF2B5EF4-FFF2-40B4-BE49-F238E27FC236}">
                  <a16:creationId xmlns:a16="http://schemas.microsoft.com/office/drawing/2014/main" id="{3865397F-8241-49B0-8F59-77FEDC8B4B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5" y="2760"/>
              <a:ext cx="1736" cy="8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Line 25">
              <a:extLst>
                <a:ext uri="{FF2B5EF4-FFF2-40B4-BE49-F238E27FC236}">
                  <a16:creationId xmlns:a16="http://schemas.microsoft.com/office/drawing/2014/main" id="{12B980DB-3E14-4F7B-86D8-6DC32247AB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9" y="1665"/>
              <a:ext cx="1594" cy="9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26">
              <a:extLst>
                <a:ext uri="{FF2B5EF4-FFF2-40B4-BE49-F238E27FC236}">
                  <a16:creationId xmlns:a16="http://schemas.microsoft.com/office/drawing/2014/main" id="{9BD6BC34-3EB9-40FC-9FA2-CEB5634318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7" y="1671"/>
              <a:ext cx="323" cy="15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27">
              <a:extLst>
                <a:ext uri="{FF2B5EF4-FFF2-40B4-BE49-F238E27FC236}">
                  <a16:creationId xmlns:a16="http://schemas.microsoft.com/office/drawing/2014/main" id="{4BF563CB-2F48-44BD-B305-CBD95FE3E8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61" y="1592"/>
              <a:ext cx="489" cy="3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Line 28">
              <a:extLst>
                <a:ext uri="{FF2B5EF4-FFF2-40B4-BE49-F238E27FC236}">
                  <a16:creationId xmlns:a16="http://schemas.microsoft.com/office/drawing/2014/main" id="{FB40CF1A-BD84-42B9-BC1E-C19DF4BF66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80" y="2137"/>
              <a:ext cx="1278" cy="15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Line 29">
              <a:extLst>
                <a:ext uri="{FF2B5EF4-FFF2-40B4-BE49-F238E27FC236}">
                  <a16:creationId xmlns:a16="http://schemas.microsoft.com/office/drawing/2014/main" id="{E67E1B01-2428-405B-AA2C-F3354DFE08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5" y="3715"/>
              <a:ext cx="466" cy="1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Line 30">
              <a:extLst>
                <a:ext uri="{FF2B5EF4-FFF2-40B4-BE49-F238E27FC236}">
                  <a16:creationId xmlns:a16="http://schemas.microsoft.com/office/drawing/2014/main" id="{F6059FD8-C655-4A94-88BA-01B9B70568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6" y="1624"/>
              <a:ext cx="1294" cy="1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Line 31">
              <a:extLst>
                <a:ext uri="{FF2B5EF4-FFF2-40B4-BE49-F238E27FC236}">
                  <a16:creationId xmlns:a16="http://schemas.microsoft.com/office/drawing/2014/main" id="{B308B8D4-14A7-4088-B90A-B0D5BB37A4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94" y="2792"/>
              <a:ext cx="1893" cy="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32">
              <a:extLst>
                <a:ext uri="{FF2B5EF4-FFF2-40B4-BE49-F238E27FC236}">
                  <a16:creationId xmlns:a16="http://schemas.microsoft.com/office/drawing/2014/main" id="{08807EEA-4C77-4880-96B8-739E64A1EC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6" y="1608"/>
              <a:ext cx="607" cy="10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Line 33">
              <a:extLst>
                <a:ext uri="{FF2B5EF4-FFF2-40B4-BE49-F238E27FC236}">
                  <a16:creationId xmlns:a16="http://schemas.microsoft.com/office/drawing/2014/main" id="{778FDEEE-6542-4491-964C-4BC3DAB13A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5" y="3731"/>
              <a:ext cx="237" cy="1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Line 34">
              <a:extLst>
                <a:ext uri="{FF2B5EF4-FFF2-40B4-BE49-F238E27FC236}">
                  <a16:creationId xmlns:a16="http://schemas.microsoft.com/office/drawing/2014/main" id="{52320286-021E-44A1-AF4C-640DAFDE1D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3" y="3944"/>
              <a:ext cx="939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Text Box 35">
              <a:extLst>
                <a:ext uri="{FF2B5EF4-FFF2-40B4-BE49-F238E27FC236}">
                  <a16:creationId xmlns:a16="http://schemas.microsoft.com/office/drawing/2014/main" id="{D604CBFF-1BE2-46B1-9A35-DDA4EF7A64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6" y="2049"/>
              <a:ext cx="931" cy="26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获得端点列表</a:t>
              </a:r>
              <a:endPara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Text Box 36">
              <a:extLst>
                <a:ext uri="{FF2B5EF4-FFF2-40B4-BE49-F238E27FC236}">
                  <a16:creationId xmlns:a16="http://schemas.microsoft.com/office/drawing/2014/main" id="{3CBFCB5D-A52F-4A25-8C79-A8E7CB8CF9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0" y="2539"/>
              <a:ext cx="801" cy="26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文件块交互</a:t>
              </a:r>
              <a:endParaRPr lang="en-US" altLang="zh-TW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Line 38">
              <a:extLst>
                <a:ext uri="{FF2B5EF4-FFF2-40B4-BE49-F238E27FC236}">
                  <a16:creationId xmlns:a16="http://schemas.microsoft.com/office/drawing/2014/main" id="{6E893103-B534-4124-BADB-CB911E0A14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92" y="2871"/>
              <a:ext cx="214" cy="9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0" name="Picture 39" descr="Alice">
              <a:extLst>
                <a:ext uri="{FF2B5EF4-FFF2-40B4-BE49-F238E27FC236}">
                  <a16:creationId xmlns:a16="http://schemas.microsoft.com/office/drawing/2014/main" id="{812B4B6B-95DD-4161-9617-EFFDE9D741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3" y="2742"/>
              <a:ext cx="354" cy="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" name="Text Box 40">
              <a:extLst>
                <a:ext uri="{FF2B5EF4-FFF2-40B4-BE49-F238E27FC236}">
                  <a16:creationId xmlns:a16="http://schemas.microsoft.com/office/drawing/2014/main" id="{E374B174-B0DF-4F1A-B4C1-6FB2B62AA1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3471"/>
              <a:ext cx="432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TW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peer</a:t>
              </a:r>
            </a:p>
          </p:txBody>
        </p:sp>
        <p:sp>
          <p:nvSpPr>
            <p:cNvPr id="52" name="Line 42">
              <a:extLst>
                <a:ext uri="{FF2B5EF4-FFF2-40B4-BE49-F238E27FC236}">
                  <a16:creationId xmlns:a16="http://schemas.microsoft.com/office/drawing/2014/main" id="{EAB6692B-5D69-4CB2-9A59-59D19ABFE4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92" y="1536"/>
              <a:ext cx="204" cy="154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1" name="Text Box 35">
            <a:extLst>
              <a:ext uri="{FF2B5EF4-FFF2-40B4-BE49-F238E27FC236}">
                <a16:creationId xmlns:a16="http://schemas.microsoft.com/office/drawing/2014/main" id="{0FA17314-BBDD-48A6-9281-073E00588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4583" y="3523871"/>
            <a:ext cx="1705087" cy="30008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Alice arrives  …</a:t>
            </a:r>
          </a:p>
        </p:txBody>
      </p:sp>
      <p:sp>
        <p:nvSpPr>
          <p:cNvPr id="62" name="Text Box 35">
            <a:extLst>
              <a:ext uri="{FF2B5EF4-FFF2-40B4-BE49-F238E27FC236}">
                <a16:creationId xmlns:a16="http://schemas.microsoft.com/office/drawing/2014/main" id="{52FA6384-04D8-432A-9147-B6CC30D0E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983" y="3949710"/>
            <a:ext cx="2304248" cy="5078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 obtains list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 peers from tracker</a:t>
            </a:r>
          </a:p>
        </p:txBody>
      </p:sp>
      <p:sp>
        <p:nvSpPr>
          <p:cNvPr id="63" name="Text Box 35">
            <a:extLst>
              <a:ext uri="{FF2B5EF4-FFF2-40B4-BE49-F238E27FC236}">
                <a16:creationId xmlns:a16="http://schemas.microsoft.com/office/drawing/2014/main" id="{63FAC6E3-1180-43EA-A452-D973D825C6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7807" y="4474197"/>
            <a:ext cx="3365089" cy="50783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 and begins exchanging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file chunks with peers in torrent</a:t>
            </a:r>
          </a:p>
        </p:txBody>
      </p:sp>
      <p:sp>
        <p:nvSpPr>
          <p:cNvPr id="64" name="灯片编号占位符 2">
            <a:extLst>
              <a:ext uri="{FF2B5EF4-FFF2-40B4-BE49-F238E27FC236}">
                <a16:creationId xmlns:a16="http://schemas.microsoft.com/office/drawing/2014/main" id="{E6CBB8E2-2892-43A8-BDC6-C1CD4F4A9F85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28</a:t>
            </a:fld>
            <a:endParaRPr lang="en-US" altLang="zh-CN" dirty="0"/>
          </a:p>
        </p:txBody>
      </p:sp>
      <p:sp>
        <p:nvSpPr>
          <p:cNvPr id="65" name="AutoShape 5">
            <a:extLst>
              <a:ext uri="{FF2B5EF4-FFF2-40B4-BE49-F238E27FC236}">
                <a16:creationId xmlns:a16="http://schemas.microsoft.com/office/drawing/2014/main" id="{2F646D27-E40B-4AEF-AAB9-40E5E7870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551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1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5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2A601E-00FA-49C6-A8AF-74A6543F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3300"/>
                </a:solidFill>
              </a:rPr>
              <a:t>第</a:t>
            </a:r>
            <a:r>
              <a:rPr lang="en-US" altLang="zh-CN" dirty="0">
                <a:solidFill>
                  <a:srgbClr val="FF3300"/>
                </a:solidFill>
              </a:rPr>
              <a:t>2</a:t>
            </a:r>
            <a:r>
              <a:rPr lang="zh-CN" altLang="en-US" dirty="0">
                <a:solidFill>
                  <a:srgbClr val="FF3300"/>
                </a:solidFill>
              </a:rPr>
              <a:t>章 复习总结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31272F-57E4-4706-8684-FA8E742D6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987574"/>
            <a:ext cx="5643695" cy="3779688"/>
          </a:xfrm>
        </p:spPr>
        <p:txBody>
          <a:bodyPr/>
          <a:lstStyle/>
          <a:p>
            <a:r>
              <a:rPr lang="zh-CN" altLang="en-US" dirty="0"/>
              <a:t>知识点</a:t>
            </a:r>
            <a:r>
              <a:rPr lang="en-US" altLang="zh-CN" dirty="0"/>
              <a:t>9</a:t>
            </a:r>
            <a:r>
              <a:rPr lang="zh-CN" altLang="en-US" dirty="0"/>
              <a:t>：</a:t>
            </a:r>
            <a:r>
              <a:rPr lang="en-US" altLang="zh-CN" dirty="0"/>
              <a:t>Wireshark</a:t>
            </a:r>
            <a:r>
              <a:rPr lang="zh-CN" altLang="en-US" dirty="0"/>
              <a:t>协议分析</a:t>
            </a:r>
            <a:endParaRPr lang="en-US" altLang="zh-CN" dirty="0"/>
          </a:p>
        </p:txBody>
      </p:sp>
      <p:sp>
        <p:nvSpPr>
          <p:cNvPr id="85" name="灯片编号占位符 2">
            <a:extLst>
              <a:ext uri="{FF2B5EF4-FFF2-40B4-BE49-F238E27FC236}">
                <a16:creationId xmlns:a16="http://schemas.microsoft.com/office/drawing/2014/main" id="{F753A808-6ABA-4672-8B99-A403BD6A5BE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29</a:t>
            </a:fld>
            <a:endParaRPr lang="en-US" altLang="zh-CN" dirty="0"/>
          </a:p>
        </p:txBody>
      </p:sp>
      <p:sp>
        <p:nvSpPr>
          <p:cNvPr id="86" name="AutoShape 5">
            <a:extLst>
              <a:ext uri="{FF2B5EF4-FFF2-40B4-BE49-F238E27FC236}">
                <a16:creationId xmlns:a16="http://schemas.microsoft.com/office/drawing/2014/main" id="{9AA56CDC-AC11-4FAB-8734-68FFEBC6E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E9C9AB9-463F-457A-B3FB-BA98A6F06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000" y="1480172"/>
            <a:ext cx="5403949" cy="347367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5155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6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69E16F9C-4B51-43D2-B4D0-D533C748F061}"/>
              </a:ext>
            </a:extLst>
          </p:cNvPr>
          <p:cNvCxnSpPr>
            <a:cxnSpLocks/>
          </p:cNvCxnSpPr>
          <p:nvPr/>
        </p:nvCxnSpPr>
        <p:spPr>
          <a:xfrm>
            <a:off x="3785261" y="2239775"/>
            <a:ext cx="0" cy="2852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F2C91253-2AAB-4686-B7FE-61E2EF00AFC5}"/>
              </a:ext>
            </a:extLst>
          </p:cNvPr>
          <p:cNvCxnSpPr>
            <a:cxnSpLocks/>
            <a:stCxn id="12294" idx="2"/>
          </p:cNvCxnSpPr>
          <p:nvPr/>
        </p:nvCxnSpPr>
        <p:spPr>
          <a:xfrm>
            <a:off x="6638384" y="2197948"/>
            <a:ext cx="15055" cy="2894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EC5FC534-43D3-4DEB-923C-E16620B10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Problems</a:t>
            </a:r>
            <a:r>
              <a:rPr lang="zh-CN" altLang="en-US" dirty="0"/>
              <a:t> </a:t>
            </a:r>
            <a:r>
              <a:rPr lang="en-US" altLang="zh-CN" dirty="0"/>
              <a:t>of Lab 1?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C79147-D83E-47BC-AD90-DF366E87B45F}"/>
              </a:ext>
            </a:extLst>
          </p:cNvPr>
          <p:cNvSpPr txBox="1">
            <a:spLocks/>
          </p:cNvSpPr>
          <p:nvPr/>
        </p:nvSpPr>
        <p:spPr>
          <a:xfrm>
            <a:off x="413770" y="999160"/>
            <a:ext cx="8118670" cy="391001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 Retrieve </a:t>
            </a:r>
            <a:r>
              <a:rPr lang="en-US" altLang="zh-CN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 Documents with 2 Embedded Objects (images)</a:t>
            </a:r>
          </a:p>
          <a:p>
            <a:pPr lvl="1">
              <a:lnSpc>
                <a:spcPct val="125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找不到 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8E_cover_small.jpg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的请求和响应？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0711BC26-A0E1-41C6-A3CF-5DBEB4DF0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049" y="1835737"/>
            <a:ext cx="607132" cy="607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316DECA-D513-4930-854D-20E743C006D5}"/>
              </a:ext>
            </a:extLst>
          </p:cNvPr>
          <p:cNvCxnSpPr>
            <a:cxnSpLocks/>
          </p:cNvCxnSpPr>
          <p:nvPr/>
        </p:nvCxnSpPr>
        <p:spPr>
          <a:xfrm>
            <a:off x="1821135" y="2023751"/>
            <a:ext cx="0" cy="3068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4" name="Picture 6">
            <a:extLst>
              <a:ext uri="{FF2B5EF4-FFF2-40B4-BE49-F238E27FC236}">
                <a16:creationId xmlns:a16="http://schemas.microsoft.com/office/drawing/2014/main" id="{9DC51F57-CCF1-484A-A518-63E7508F5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867" y="1760914"/>
            <a:ext cx="437034" cy="437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64958D2-6706-43F8-8741-0CF74A342D10}"/>
              </a:ext>
            </a:extLst>
          </p:cNvPr>
          <p:cNvSpPr txBox="1"/>
          <p:nvPr/>
        </p:nvSpPr>
        <p:spPr>
          <a:xfrm>
            <a:off x="5324761" y="3904869"/>
            <a:ext cx="1565920" cy="276999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8E_cover_small.jpg</a:t>
            </a:r>
            <a:endParaRPr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3170BA9-E1A3-422E-86F4-EE8E0007DD72}"/>
              </a:ext>
            </a:extLst>
          </p:cNvPr>
          <p:cNvSpPr txBox="1"/>
          <p:nvPr/>
        </p:nvSpPr>
        <p:spPr>
          <a:xfrm>
            <a:off x="3833862" y="3908628"/>
            <a:ext cx="1224136" cy="276999"/>
          </a:xfrm>
          <a:prstGeom prst="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pearson.png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418C057-06B7-45D4-856F-8E3A2E502239}"/>
              </a:ext>
            </a:extLst>
          </p:cNvPr>
          <p:cNvSpPr txBox="1"/>
          <p:nvPr/>
        </p:nvSpPr>
        <p:spPr>
          <a:xfrm>
            <a:off x="3796823" y="3026743"/>
            <a:ext cx="928527" cy="27699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File4.html</a:t>
            </a:r>
            <a:endParaRPr lang="zh-CN" altLang="en-US" sz="1200" dirty="0"/>
          </a:p>
        </p:txBody>
      </p: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6E944B7D-3D46-4AF7-B3E2-9EE312F84801}"/>
              </a:ext>
            </a:extLst>
          </p:cNvPr>
          <p:cNvCxnSpPr>
            <a:cxnSpLocks/>
            <a:stCxn id="16" idx="2"/>
            <a:endCxn id="15" idx="0"/>
          </p:cNvCxnSpPr>
          <p:nvPr/>
        </p:nvCxnSpPr>
        <p:spPr>
          <a:xfrm rot="16200000" flipH="1">
            <a:off x="4051065" y="3513763"/>
            <a:ext cx="604886" cy="1848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E2EF66F7-0E3B-493E-A30B-3CEAB113D14C}"/>
              </a:ext>
            </a:extLst>
          </p:cNvPr>
          <p:cNvCxnSpPr>
            <a:stCxn id="16" idx="2"/>
            <a:endCxn id="14" idx="0"/>
          </p:cNvCxnSpPr>
          <p:nvPr/>
        </p:nvCxnSpPr>
        <p:spPr>
          <a:xfrm rot="16200000" flipH="1">
            <a:off x="4883841" y="2680988"/>
            <a:ext cx="601127" cy="18466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6917BF6F-A07C-4F63-A686-6E3672E1E2BB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821135" y="2937152"/>
            <a:ext cx="1975688" cy="228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8375C621-73AC-4948-907E-C3B69694B368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1845556" y="3165243"/>
            <a:ext cx="1951267" cy="535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173249E-12CD-4684-BE4D-EC832300CAC4}"/>
              </a:ext>
            </a:extLst>
          </p:cNvPr>
          <p:cNvCxnSpPr>
            <a:cxnSpLocks/>
          </p:cNvCxnSpPr>
          <p:nvPr/>
        </p:nvCxnSpPr>
        <p:spPr>
          <a:xfrm>
            <a:off x="1834812" y="3727347"/>
            <a:ext cx="1956405" cy="279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A5B18883-D555-4D33-A2BB-B31A19E8F20D}"/>
              </a:ext>
            </a:extLst>
          </p:cNvPr>
          <p:cNvCxnSpPr>
            <a:cxnSpLocks/>
          </p:cNvCxnSpPr>
          <p:nvPr/>
        </p:nvCxnSpPr>
        <p:spPr>
          <a:xfrm>
            <a:off x="1821135" y="3841522"/>
            <a:ext cx="4817249" cy="688209"/>
          </a:xfrm>
          <a:prstGeom prst="straightConnector1">
            <a:avLst/>
          </a:prstGeom>
          <a:ln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6E4F55CF-52D1-4BDC-A1AC-6CA391B2233D}"/>
              </a:ext>
            </a:extLst>
          </p:cNvPr>
          <p:cNvSpPr/>
          <p:nvPr/>
        </p:nvSpPr>
        <p:spPr>
          <a:xfrm>
            <a:off x="4243580" y="1924134"/>
            <a:ext cx="1306170" cy="319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/>
              <a:t>IP=128.119.245.12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35D1A0E-81D5-496E-9737-5DDB76A6E515}"/>
              </a:ext>
            </a:extLst>
          </p:cNvPr>
          <p:cNvSpPr/>
          <p:nvPr/>
        </p:nvSpPr>
        <p:spPr>
          <a:xfrm>
            <a:off x="6959448" y="1889262"/>
            <a:ext cx="1306170" cy="319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 b="1" dirty="0"/>
              <a:t>IP=</a:t>
            </a:r>
            <a:r>
              <a:rPr lang="zh-CN" altLang="en-US" sz="1000" b="1" dirty="0"/>
              <a:t>？</a:t>
            </a:r>
            <a:endParaRPr lang="en-US" altLang="zh-CN" sz="1000" b="1" dirty="0"/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16E75F6E-F4EC-4878-BE41-C4C2F3AD0378}"/>
              </a:ext>
            </a:extLst>
          </p:cNvPr>
          <p:cNvCxnSpPr>
            <a:cxnSpLocks/>
          </p:cNvCxnSpPr>
          <p:nvPr/>
        </p:nvCxnSpPr>
        <p:spPr>
          <a:xfrm>
            <a:off x="1835696" y="2067694"/>
            <a:ext cx="1955521" cy="375175"/>
          </a:xfrm>
          <a:prstGeom prst="straightConnector1">
            <a:avLst/>
          </a:prstGeom>
          <a:ln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2">
            <a:extLst>
              <a:ext uri="{FF2B5EF4-FFF2-40B4-BE49-F238E27FC236}">
                <a16:creationId xmlns:a16="http://schemas.microsoft.com/office/drawing/2014/main" id="{D2903A69-A484-41C9-ACD8-C22D51A4B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547" y="1797138"/>
            <a:ext cx="504056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54BB7C8F-D919-4714-B279-4B574D3F96C9}"/>
              </a:ext>
            </a:extLst>
          </p:cNvPr>
          <p:cNvCxnSpPr/>
          <p:nvPr/>
        </p:nvCxnSpPr>
        <p:spPr>
          <a:xfrm flipH="1">
            <a:off x="1845556" y="2442869"/>
            <a:ext cx="1951267" cy="416913"/>
          </a:xfrm>
          <a:prstGeom prst="straightConnector1">
            <a:avLst/>
          </a:prstGeom>
          <a:ln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D9BADA45-314D-43DD-9035-4E875E66D98F}"/>
              </a:ext>
            </a:extLst>
          </p:cNvPr>
          <p:cNvCxnSpPr/>
          <p:nvPr/>
        </p:nvCxnSpPr>
        <p:spPr>
          <a:xfrm flipH="1">
            <a:off x="1821135" y="4007087"/>
            <a:ext cx="1964126" cy="646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612029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7" name="arrow.wav"/>
          </p:stSnd>
        </p:sndAc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54C9B-DD95-4479-BBCD-0F0D9FA9D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Reminder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5E1AC8-EE16-4614-B3C7-E71884326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987574"/>
            <a:ext cx="6264695" cy="3779688"/>
          </a:xfrm>
        </p:spPr>
        <p:txBody>
          <a:bodyPr/>
          <a:lstStyle/>
          <a:p>
            <a:r>
              <a:rPr lang="zh-CN" altLang="en-US" dirty="0"/>
              <a:t>本周日</a:t>
            </a:r>
            <a:r>
              <a:rPr lang="en-US" altLang="zh-CN" dirty="0"/>
              <a:t>3</a:t>
            </a:r>
            <a:r>
              <a:rPr lang="zh-CN" altLang="en-US" dirty="0"/>
              <a:t>月</a:t>
            </a:r>
            <a:r>
              <a:rPr lang="en-US" altLang="zh-CN" dirty="0"/>
              <a:t>16</a:t>
            </a:r>
            <a:r>
              <a:rPr lang="zh-CN" altLang="en-US" dirty="0"/>
              <a:t>日周日晚上</a:t>
            </a:r>
            <a:r>
              <a:rPr lang="en-US" altLang="zh-CN" dirty="0"/>
              <a:t>22:00</a:t>
            </a:r>
            <a:r>
              <a:rPr lang="zh-CN" altLang="en-US" dirty="0"/>
              <a:t>提交上级实验</a:t>
            </a:r>
            <a:r>
              <a:rPr lang="en-US" altLang="zh-CN" dirty="0"/>
              <a:t>1</a:t>
            </a:r>
            <a:r>
              <a:rPr lang="zh-CN" altLang="en-US" dirty="0"/>
              <a:t>报告</a:t>
            </a:r>
            <a:r>
              <a:rPr lang="en-US" altLang="zh-CN" dirty="0"/>
              <a:t>!</a:t>
            </a:r>
          </a:p>
          <a:p>
            <a:r>
              <a:rPr lang="zh-CN" altLang="en-US" dirty="0"/>
              <a:t>发送电子邮件给子鸿学长</a:t>
            </a:r>
            <a:r>
              <a:rPr lang="en-US" altLang="zh-CN" dirty="0"/>
              <a:t>@qq.com</a:t>
            </a:r>
            <a:endParaRPr lang="zh-CN" altLang="en-US" dirty="0"/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C42A3D1E-A18A-4987-9ACB-4B07A448D6C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31</a:t>
            </a:fld>
            <a:endParaRPr lang="en-US" altLang="zh-CN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031B14C1-1ABE-495C-9BC4-C33CC2825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3CCABD1-D5BF-4FEB-B03C-F7C6134DB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2499742"/>
            <a:ext cx="4135468" cy="17004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4636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2A601E-00FA-49C6-A8AF-74A6543F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3300"/>
                </a:solidFill>
              </a:rPr>
              <a:t>第</a:t>
            </a:r>
            <a:r>
              <a:rPr lang="en-US" altLang="zh-CN" dirty="0">
                <a:solidFill>
                  <a:srgbClr val="FF3300"/>
                </a:solidFill>
              </a:rPr>
              <a:t>2</a:t>
            </a:r>
            <a:r>
              <a:rPr lang="zh-CN" altLang="en-US" dirty="0">
                <a:solidFill>
                  <a:srgbClr val="FF3300"/>
                </a:solidFill>
              </a:rPr>
              <a:t>章 复习总结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31272F-57E4-4706-8684-FA8E742D6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987574"/>
            <a:ext cx="5643695" cy="3779688"/>
          </a:xfrm>
        </p:spPr>
        <p:txBody>
          <a:bodyPr/>
          <a:lstStyle/>
          <a:p>
            <a:r>
              <a:rPr lang="zh-CN" altLang="en-US" dirty="0"/>
              <a:t>知识点</a:t>
            </a:r>
            <a:r>
              <a:rPr lang="en-US" altLang="zh-CN" dirty="0"/>
              <a:t>10</a:t>
            </a:r>
            <a:r>
              <a:rPr lang="zh-CN" altLang="en-US" dirty="0"/>
              <a:t>：</a:t>
            </a:r>
            <a:r>
              <a:rPr lang="en-US" altLang="zh-CN" dirty="0"/>
              <a:t>Socket Programming</a:t>
            </a:r>
          </a:p>
          <a:p>
            <a:pPr lvl="1"/>
            <a:r>
              <a:rPr lang="en-US" altLang="zh-CN" sz="1600" dirty="0"/>
              <a:t>TCP Socket Programming</a:t>
            </a:r>
            <a:endParaRPr lang="en-US" altLang="zh-CN" sz="1300" dirty="0"/>
          </a:p>
        </p:txBody>
      </p:sp>
      <p:pic>
        <p:nvPicPr>
          <p:cNvPr id="64" name="Picture 10" descr="464px-Computer_Icon">
            <a:extLst>
              <a:ext uri="{FF2B5EF4-FFF2-40B4-BE49-F238E27FC236}">
                <a16:creationId xmlns:a16="http://schemas.microsoft.com/office/drawing/2014/main" id="{0203CC0A-CA00-4E15-924B-4EA68939A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687" y="1917600"/>
            <a:ext cx="652804" cy="6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28" descr="computer-35">
            <a:extLst>
              <a:ext uri="{FF2B5EF4-FFF2-40B4-BE49-F238E27FC236}">
                <a16:creationId xmlns:a16="http://schemas.microsoft.com/office/drawing/2014/main" id="{C9EAC9CF-28B5-4367-AEF2-8BF559915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615" y="1884851"/>
            <a:ext cx="675000" cy="6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椭圆 65">
            <a:extLst>
              <a:ext uri="{FF2B5EF4-FFF2-40B4-BE49-F238E27FC236}">
                <a16:creationId xmlns:a16="http://schemas.microsoft.com/office/drawing/2014/main" id="{96630B7E-4EFB-40A3-86E2-88DF0A1E424D}"/>
              </a:ext>
            </a:extLst>
          </p:cNvPr>
          <p:cNvSpPr/>
          <p:nvPr/>
        </p:nvSpPr>
        <p:spPr>
          <a:xfrm>
            <a:off x="1450435" y="2516788"/>
            <a:ext cx="1407381" cy="183620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A7A3637E-1D64-4AB7-8D9A-537AAAB531EE}"/>
              </a:ext>
            </a:extLst>
          </p:cNvPr>
          <p:cNvSpPr/>
          <p:nvPr/>
        </p:nvSpPr>
        <p:spPr>
          <a:xfrm>
            <a:off x="5722441" y="2516788"/>
            <a:ext cx="1891663" cy="183620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8" name="圆角矩形 15">
            <a:extLst>
              <a:ext uri="{FF2B5EF4-FFF2-40B4-BE49-F238E27FC236}">
                <a16:creationId xmlns:a16="http://schemas.microsoft.com/office/drawing/2014/main" id="{7D9F025E-CB89-41BA-B4A3-B36376CEE302}"/>
              </a:ext>
            </a:extLst>
          </p:cNvPr>
          <p:cNvSpPr/>
          <p:nvPr/>
        </p:nvSpPr>
        <p:spPr>
          <a:xfrm>
            <a:off x="2729768" y="3642794"/>
            <a:ext cx="189756" cy="32403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9" name="圆角矩形 18">
            <a:extLst>
              <a:ext uri="{FF2B5EF4-FFF2-40B4-BE49-F238E27FC236}">
                <a16:creationId xmlns:a16="http://schemas.microsoft.com/office/drawing/2014/main" id="{E9287C7A-7F30-4FCF-8153-CF44AD7A84B8}"/>
              </a:ext>
            </a:extLst>
          </p:cNvPr>
          <p:cNvSpPr/>
          <p:nvPr/>
        </p:nvSpPr>
        <p:spPr>
          <a:xfrm>
            <a:off x="5675459" y="3642794"/>
            <a:ext cx="189756" cy="32403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0" name="圆角矩形 19">
            <a:extLst>
              <a:ext uri="{FF2B5EF4-FFF2-40B4-BE49-F238E27FC236}">
                <a16:creationId xmlns:a16="http://schemas.microsoft.com/office/drawing/2014/main" id="{EEA5BE70-1B2F-4597-854D-4BE06F268664}"/>
              </a:ext>
            </a:extLst>
          </p:cNvPr>
          <p:cNvSpPr/>
          <p:nvPr/>
        </p:nvSpPr>
        <p:spPr>
          <a:xfrm>
            <a:off x="5675459" y="2724692"/>
            <a:ext cx="189756" cy="32403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1" name="圆柱形 70">
            <a:extLst>
              <a:ext uri="{FF2B5EF4-FFF2-40B4-BE49-F238E27FC236}">
                <a16:creationId xmlns:a16="http://schemas.microsoft.com/office/drawing/2014/main" id="{EE111116-B7CC-4488-A91C-4F1133550EC5}"/>
              </a:ext>
            </a:extLst>
          </p:cNvPr>
          <p:cNvSpPr/>
          <p:nvPr/>
        </p:nvSpPr>
        <p:spPr>
          <a:xfrm rot="16200000">
            <a:off x="4031977" y="2461564"/>
            <a:ext cx="526256" cy="2700300"/>
          </a:xfrm>
          <a:prstGeom prst="can">
            <a:avLst>
              <a:gd name="adj" fmla="val 31614"/>
            </a:avLst>
          </a:prstGeom>
          <a:gradFill flip="none" rotWithShape="1">
            <a:gsLst>
              <a:gs pos="0">
                <a:schemeClr val="accent4">
                  <a:lumMod val="50000"/>
                  <a:lumOff val="50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3137727-F697-4B7B-AC9E-8596784923FA}"/>
              </a:ext>
            </a:extLst>
          </p:cNvPr>
          <p:cNvSpPr/>
          <p:nvPr/>
        </p:nvSpPr>
        <p:spPr>
          <a:xfrm>
            <a:off x="2511491" y="2447833"/>
            <a:ext cx="130676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50" b="1" dirty="0">
                <a:latin typeface="Courier" panose="02027200000000000000" pitchFamily="18" charset="0"/>
              </a:rPr>
              <a:t>Client Process</a:t>
            </a:r>
            <a:endParaRPr lang="zh-CN" altLang="en-US" sz="1050" dirty="0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480EA2BF-7A6A-4EA2-8875-2EA824F637E6}"/>
              </a:ext>
            </a:extLst>
          </p:cNvPr>
          <p:cNvSpPr/>
          <p:nvPr/>
        </p:nvSpPr>
        <p:spPr>
          <a:xfrm>
            <a:off x="4912010" y="2408461"/>
            <a:ext cx="130676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50" b="1" dirty="0">
                <a:latin typeface="Courier" panose="02027200000000000000" pitchFamily="18" charset="0"/>
              </a:rPr>
              <a:t>Server Process</a:t>
            </a:r>
            <a:endParaRPr lang="zh-CN" altLang="en-US" sz="1050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0E645AF6-9966-4DF4-B823-CD63FC0447C3}"/>
              </a:ext>
            </a:extLst>
          </p:cNvPr>
          <p:cNvSpPr/>
          <p:nvPr/>
        </p:nvSpPr>
        <p:spPr>
          <a:xfrm>
            <a:off x="1529895" y="3684756"/>
            <a:ext cx="131993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>
                <a:latin typeface="Courier" panose="02027200000000000000" pitchFamily="18" charset="0"/>
              </a:rPr>
              <a:t>clientSocket</a:t>
            </a:r>
            <a:endParaRPr lang="zh-CN" altLang="en-US" sz="1200" dirty="0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5029931-F29E-4FB1-9EC3-B19E10DE5B63}"/>
              </a:ext>
            </a:extLst>
          </p:cNvPr>
          <p:cNvSpPr/>
          <p:nvPr/>
        </p:nvSpPr>
        <p:spPr>
          <a:xfrm>
            <a:off x="5817061" y="3775041"/>
            <a:ext cx="192931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>
                <a:latin typeface="Courier" panose="02027200000000000000" pitchFamily="18" charset="0"/>
              </a:rPr>
              <a:t>connectionSocket</a:t>
            </a:r>
            <a:endParaRPr lang="zh-CN" altLang="en-US" sz="1200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DCD8B865-53FE-438D-B2F6-630C866A1010}"/>
              </a:ext>
            </a:extLst>
          </p:cNvPr>
          <p:cNvSpPr/>
          <p:nvPr/>
        </p:nvSpPr>
        <p:spPr>
          <a:xfrm>
            <a:off x="5920679" y="2758233"/>
            <a:ext cx="148134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b="1" dirty="0">
                <a:latin typeface="Courier" panose="02027200000000000000" pitchFamily="18" charset="0"/>
              </a:rPr>
              <a:t>welcomeSocket</a:t>
            </a:r>
            <a:endParaRPr lang="zh-CN" altLang="en-US" sz="1050" dirty="0"/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12AB2240-E19A-40A1-B7DB-E0C816933E9A}"/>
              </a:ext>
            </a:extLst>
          </p:cNvPr>
          <p:cNvCxnSpPr/>
          <p:nvPr/>
        </p:nvCxnSpPr>
        <p:spPr>
          <a:xfrm flipV="1">
            <a:off x="2857817" y="2886710"/>
            <a:ext cx="2817643" cy="661876"/>
          </a:xfrm>
          <a:prstGeom prst="straightConnector1">
            <a:avLst/>
          </a:prstGeom>
          <a:ln w="44450">
            <a:solidFill>
              <a:schemeClr val="accent6">
                <a:lumMod val="60000"/>
                <a:lumOff val="40000"/>
              </a:schemeClr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18D0A4B4-3D32-42A1-8D06-12B92DE53E78}"/>
              </a:ext>
            </a:extLst>
          </p:cNvPr>
          <p:cNvCxnSpPr/>
          <p:nvPr/>
        </p:nvCxnSpPr>
        <p:spPr>
          <a:xfrm>
            <a:off x="2919524" y="3710659"/>
            <a:ext cx="2712366" cy="0"/>
          </a:xfrm>
          <a:prstGeom prst="straightConnector1">
            <a:avLst/>
          </a:prstGeom>
          <a:ln w="44450">
            <a:solidFill>
              <a:srgbClr val="0070C0"/>
            </a:solidFill>
            <a:headEnd type="non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0A58CC66-AC3D-4117-AB43-3D9606DE6ADB}"/>
              </a:ext>
            </a:extLst>
          </p:cNvPr>
          <p:cNvCxnSpPr/>
          <p:nvPr/>
        </p:nvCxnSpPr>
        <p:spPr>
          <a:xfrm flipV="1">
            <a:off x="2996711" y="3912824"/>
            <a:ext cx="2678748" cy="1"/>
          </a:xfrm>
          <a:prstGeom prst="straightConnector1">
            <a:avLst/>
          </a:prstGeom>
          <a:ln w="44450">
            <a:solidFill>
              <a:srgbClr val="0070C0"/>
            </a:solidFill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A147B2DF-0BD3-4F89-840C-C330D6E0A825}"/>
              </a:ext>
            </a:extLst>
          </p:cNvPr>
          <p:cNvSpPr/>
          <p:nvPr/>
        </p:nvSpPr>
        <p:spPr>
          <a:xfrm>
            <a:off x="3605561" y="3651512"/>
            <a:ext cx="136608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400" b="1" dirty="0">
                <a:solidFill>
                  <a:srgbClr val="FFFF00"/>
                </a:solidFill>
                <a:latin typeface="Courier" panose="02027200000000000000" pitchFamily="18" charset="0"/>
              </a:rPr>
              <a:t>Byte stream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87CF52AE-41E1-47C8-9FE8-32DE635D9F9C}"/>
              </a:ext>
            </a:extLst>
          </p:cNvPr>
          <p:cNvSpPr/>
          <p:nvPr/>
        </p:nvSpPr>
        <p:spPr>
          <a:xfrm>
            <a:off x="6780775" y="2158166"/>
            <a:ext cx="1834676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35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服务端进程必须值守</a:t>
            </a:r>
            <a:endParaRPr lang="en-US" altLang="zh-CN" sz="1350" dirty="0">
              <a:solidFill>
                <a:srgbClr val="C0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BE0443B6-6DA2-49E8-A6A1-07A443CEE24A}"/>
              </a:ext>
            </a:extLst>
          </p:cNvPr>
          <p:cNvSpPr/>
          <p:nvPr/>
        </p:nvSpPr>
        <p:spPr>
          <a:xfrm>
            <a:off x="2619401" y="4198939"/>
            <a:ext cx="3655180" cy="271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1350" dirty="0">
                <a:solidFill>
                  <a:srgbClr val="C00000"/>
                </a:solidFill>
                <a:latin typeface="Gill Sans MT" panose="020B0502020104020203" pitchFamily="34" charset="0"/>
              </a:rPr>
              <a:t>reliable,  in-order byte-stream transfer (</a:t>
            </a:r>
            <a:r>
              <a:rPr lang="ja-JP" altLang="en-US" sz="1350" dirty="0">
                <a:solidFill>
                  <a:srgbClr val="C00000"/>
                </a:solidFill>
                <a:latin typeface="Gill Sans MT" panose="020B0502020104020203" pitchFamily="34" charset="0"/>
              </a:rPr>
              <a:t>“</a:t>
            </a:r>
            <a:r>
              <a:rPr lang="en-US" altLang="ja-JP" sz="1350" dirty="0">
                <a:solidFill>
                  <a:srgbClr val="C00000"/>
                </a:solidFill>
                <a:latin typeface="Gill Sans MT" panose="020B0502020104020203" pitchFamily="34" charset="0"/>
              </a:rPr>
              <a:t>pipe</a:t>
            </a:r>
            <a:r>
              <a:rPr lang="ja-JP" altLang="en-US" sz="1350" dirty="0">
                <a:solidFill>
                  <a:srgbClr val="C00000"/>
                </a:solidFill>
                <a:latin typeface="Gill Sans MT" panose="020B0502020104020203" pitchFamily="34" charset="0"/>
              </a:rPr>
              <a:t>”</a:t>
            </a:r>
            <a:r>
              <a:rPr lang="en-US" altLang="ja-JP" sz="1350" dirty="0">
                <a:solidFill>
                  <a:srgbClr val="C00000"/>
                </a:solidFill>
                <a:latin typeface="Gill Sans MT" panose="020B0502020104020203" pitchFamily="34" charset="0"/>
              </a:rPr>
              <a:t>) 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B831205E-0DAB-428B-BE97-67407CCC0239}"/>
              </a:ext>
            </a:extLst>
          </p:cNvPr>
          <p:cNvSpPr/>
          <p:nvPr/>
        </p:nvSpPr>
        <p:spPr>
          <a:xfrm>
            <a:off x="5722442" y="3260064"/>
            <a:ext cx="11568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>
                <a:latin typeface="Courier" panose="02027200000000000000" pitchFamily="18" charset="0"/>
              </a:rPr>
              <a:t>while(true)</a:t>
            </a:r>
            <a:endParaRPr lang="zh-CN" altLang="en-US" sz="1200" b="1" dirty="0">
              <a:latin typeface="Courier" panose="02027200000000000000" pitchFamily="18" charset="0"/>
            </a:endParaRPr>
          </a:p>
        </p:txBody>
      </p:sp>
      <p:sp>
        <p:nvSpPr>
          <p:cNvPr id="85" name="灯片编号占位符 2">
            <a:extLst>
              <a:ext uri="{FF2B5EF4-FFF2-40B4-BE49-F238E27FC236}">
                <a16:creationId xmlns:a16="http://schemas.microsoft.com/office/drawing/2014/main" id="{F753A808-6ABA-4672-8B99-A403BD6A5BE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32</a:t>
            </a:fld>
            <a:endParaRPr lang="en-US" altLang="zh-CN" dirty="0"/>
          </a:p>
        </p:txBody>
      </p:sp>
      <p:sp>
        <p:nvSpPr>
          <p:cNvPr id="86" name="AutoShape 5">
            <a:extLst>
              <a:ext uri="{FF2B5EF4-FFF2-40B4-BE49-F238E27FC236}">
                <a16:creationId xmlns:a16="http://schemas.microsoft.com/office/drawing/2014/main" id="{9AA56CDC-AC11-4FAB-8734-68FFEBC6E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172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6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309273E-29FF-4C52-9570-10E3E7065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1800" y="2175926"/>
            <a:ext cx="3191838" cy="742074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Q &amp; 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6866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4760913"/>
            <a:ext cx="863600" cy="2730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54DBAD-753B-4F65-9204-124AE4700B0F}" type="datetime1"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2025/3/12</a:t>
            </a:fld>
            <a:endParaRPr lang="en-US" altLang="zh-CN" sz="9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0" y="4767263"/>
            <a:ext cx="863600" cy="274637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t>计算机网络与通信</a:t>
            </a:r>
            <a:endParaRPr lang="zh-CN" altLang="en-US" sz="9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2145060" y="1815481"/>
            <a:ext cx="5400675" cy="1102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500" dirty="0"/>
              <a:t>  </a:t>
            </a:r>
          </a:p>
        </p:txBody>
      </p:sp>
      <p:pic>
        <p:nvPicPr>
          <p:cNvPr id="317445" name="Picture 5" descr="1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32563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51408;#170620;#151408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 0 template" id="{9F2416E1-C397-4A2F-99B0-651D5BE9DFCC}" vid="{50A18DF7-6C33-4922-8443-2DDA3F3D0283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 template</Template>
  <TotalTime>588</TotalTime>
  <Words>2040</Words>
  <Application>Microsoft Office PowerPoint</Application>
  <PresentationFormat>全屏显示(16:9)</PresentationFormat>
  <Paragraphs>508</Paragraphs>
  <Slides>33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7" baseType="lpstr">
      <vt:lpstr>Courier</vt:lpstr>
      <vt:lpstr>ZapfDingbats</vt:lpstr>
      <vt:lpstr>等线</vt:lpstr>
      <vt:lpstr>等线 Light</vt:lpstr>
      <vt:lpstr>微软雅黑</vt:lpstr>
      <vt:lpstr>Arial</vt:lpstr>
      <vt:lpstr>Calibri</vt:lpstr>
      <vt:lpstr>Comic Sans MS</vt:lpstr>
      <vt:lpstr>Gill Sans MT</vt:lpstr>
      <vt:lpstr>Times New Roman</vt:lpstr>
      <vt:lpstr>Wingdings</vt:lpstr>
      <vt:lpstr>Office 主题​​</vt:lpstr>
      <vt:lpstr>Chart</vt:lpstr>
      <vt:lpstr>Clip</vt:lpstr>
      <vt:lpstr>计算机网络</vt:lpstr>
      <vt:lpstr>PowerPoint 演示文稿</vt:lpstr>
      <vt:lpstr>2.6 P2P应用</vt:lpstr>
      <vt:lpstr>2.6 P2P应用</vt:lpstr>
      <vt:lpstr>2.6 P2P应用</vt:lpstr>
      <vt:lpstr>2.6 P2P应用</vt:lpstr>
      <vt:lpstr>2.6 P2P应用</vt:lpstr>
      <vt:lpstr>2.6 P2P应用</vt:lpstr>
      <vt:lpstr>2.6 P2P应用</vt:lpstr>
      <vt:lpstr>2.6 P2P应用</vt:lpstr>
      <vt:lpstr>2.6 P2P应用</vt:lpstr>
      <vt:lpstr>2.6 P2P应用</vt:lpstr>
      <vt:lpstr>2.6 P2P应用</vt:lpstr>
      <vt:lpstr>2.6 P2P应用</vt:lpstr>
      <vt:lpstr>2.6 P2P应用</vt:lpstr>
      <vt:lpstr>2.6 P2P应用</vt:lpstr>
      <vt:lpstr>2.6 P2P应用</vt:lpstr>
      <vt:lpstr>2.6 P2P应用</vt:lpstr>
      <vt:lpstr>2.6 P2P应用</vt:lpstr>
      <vt:lpstr>PowerPoint 演示文稿</vt:lpstr>
      <vt:lpstr>第2章 复习总结</vt:lpstr>
      <vt:lpstr>第2章 复习总结</vt:lpstr>
      <vt:lpstr>第2章 复习总结</vt:lpstr>
      <vt:lpstr>第2章 复习总结</vt:lpstr>
      <vt:lpstr>第2章 复习总结</vt:lpstr>
      <vt:lpstr>第2章 复习总结</vt:lpstr>
      <vt:lpstr>第2章 复习总结</vt:lpstr>
      <vt:lpstr>第2章 复习总结</vt:lpstr>
      <vt:lpstr>第2章 复习总结</vt:lpstr>
      <vt:lpstr>Problems of Lab 1?</vt:lpstr>
      <vt:lpstr>Reminder</vt:lpstr>
      <vt:lpstr>第2章 复习总结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</dc:title>
  <dc:creator>CPS525</dc:creator>
  <cp:lastModifiedBy>cistecoram</cp:lastModifiedBy>
  <cp:revision>40</cp:revision>
  <dcterms:created xsi:type="dcterms:W3CDTF">2020-03-03T12:50:39Z</dcterms:created>
  <dcterms:modified xsi:type="dcterms:W3CDTF">2025-03-12T02:44:41Z</dcterms:modified>
</cp:coreProperties>
</file>