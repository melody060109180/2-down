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3" r:id="rId1"/>
  </p:sldMasterIdLst>
  <p:notesMasterIdLst>
    <p:notesMasterId r:id="rId48"/>
  </p:notesMasterIdLst>
  <p:handoutMasterIdLst>
    <p:handoutMasterId r:id="rId49"/>
  </p:handoutMasterIdLst>
  <p:sldIdLst>
    <p:sldId id="319" r:id="rId2"/>
    <p:sldId id="449" r:id="rId3"/>
    <p:sldId id="321" r:id="rId4"/>
    <p:sldId id="289" r:id="rId5"/>
    <p:sldId id="290" r:id="rId6"/>
    <p:sldId id="291" r:id="rId7"/>
    <p:sldId id="292" r:id="rId8"/>
    <p:sldId id="293" r:id="rId9"/>
    <p:sldId id="294" r:id="rId10"/>
    <p:sldId id="295" r:id="rId11"/>
    <p:sldId id="439" r:id="rId12"/>
    <p:sldId id="297" r:id="rId13"/>
    <p:sldId id="298" r:id="rId14"/>
    <p:sldId id="299" r:id="rId15"/>
    <p:sldId id="300" r:id="rId16"/>
    <p:sldId id="301" r:id="rId17"/>
    <p:sldId id="302" r:id="rId18"/>
    <p:sldId id="444" r:id="rId19"/>
    <p:sldId id="440" r:id="rId20"/>
    <p:sldId id="261" r:id="rId21"/>
    <p:sldId id="441" r:id="rId22"/>
    <p:sldId id="262" r:id="rId23"/>
    <p:sldId id="450" r:id="rId24"/>
    <p:sldId id="445" r:id="rId25"/>
    <p:sldId id="264" r:id="rId26"/>
    <p:sldId id="265" r:id="rId27"/>
    <p:sldId id="266" r:id="rId28"/>
    <p:sldId id="267" r:id="rId29"/>
    <p:sldId id="268" r:id="rId30"/>
    <p:sldId id="269" r:id="rId31"/>
    <p:sldId id="270" r:id="rId32"/>
    <p:sldId id="271" r:id="rId33"/>
    <p:sldId id="446" r:id="rId34"/>
    <p:sldId id="447" r:id="rId35"/>
    <p:sldId id="272" r:id="rId36"/>
    <p:sldId id="273" r:id="rId37"/>
    <p:sldId id="274" r:id="rId38"/>
    <p:sldId id="275" r:id="rId39"/>
    <p:sldId id="276" r:id="rId40"/>
    <p:sldId id="277" r:id="rId41"/>
    <p:sldId id="278" r:id="rId42"/>
    <p:sldId id="279" r:id="rId43"/>
    <p:sldId id="280" r:id="rId44"/>
    <p:sldId id="281" r:id="rId45"/>
    <p:sldId id="448" r:id="rId46"/>
    <p:sldId id="296" r:id="rId47"/>
  </p:sldIdLst>
  <p:sldSz cx="9144000" cy="5143500" type="screen16x9"/>
  <p:notesSz cx="7099300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C00000"/>
    </p:penClr>
    <p:extLst>
      <p:ext uri="{EC167BDD-8182-4AB7-AECC-EB403E3ABB37}">
        <p14:laserClr xmlns:p14="http://schemas.microsoft.com/office/powerpoint/2010/main">
          <a:srgbClr val="0000FF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3399"/>
    <a:srgbClr val="FF3300"/>
    <a:srgbClr val="008000"/>
    <a:srgbClr val="E18601"/>
    <a:srgbClr val="FF6600"/>
    <a:srgbClr val="FFFFCC"/>
    <a:srgbClr val="FFFFE7"/>
    <a:srgbClr val="800000"/>
    <a:srgbClr val="D430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15" autoAdjust="0"/>
  </p:normalViewPr>
  <p:slideViewPr>
    <p:cSldViewPr>
      <p:cViewPr varScale="1">
        <p:scale>
          <a:sx n="160" d="100"/>
          <a:sy n="160" d="100"/>
        </p:scale>
        <p:origin x="480" y="106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4" d="100"/>
          <a:sy n="84" d="100"/>
        </p:scale>
        <p:origin x="4234" y="101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24.wmf"/><Relationship Id="rId1" Type="http://schemas.openxmlformats.org/officeDocument/2006/relationships/image" Target="../media/image2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18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r>
              <a:rPr lang="en-US" altLang="zh-CN"/>
              <a:t>page</a:t>
            </a:r>
            <a:fld id="{104E4446-F78E-4DEC-964D-F019287DCEF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4100" name="Rectangle 6"/>
          <p:cNvSpPr>
            <a:spLocks noChangeArrowheads="1"/>
          </p:cNvSpPr>
          <p:nvPr/>
        </p:nvSpPr>
        <p:spPr bwMode="auto">
          <a:xfrm>
            <a:off x="1604963" y="292100"/>
            <a:ext cx="4027487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计算机网络与通信</a:t>
            </a:r>
          </a:p>
          <a:p>
            <a:pPr algn="ctr" eaLnBrk="1" hangingPunct="1">
              <a:defRPr/>
            </a:pPr>
            <a:r>
              <a:rPr lang="zh-CN" altLang="en-US" sz="1400" b="1">
                <a:solidFill>
                  <a:srgbClr val="0000FF"/>
                </a:solidFill>
              </a:rPr>
              <a:t>第</a:t>
            </a:r>
            <a:r>
              <a:rPr lang="en-US" altLang="zh-CN" sz="1400" b="1">
                <a:solidFill>
                  <a:srgbClr val="0000FF"/>
                </a:solidFill>
              </a:rPr>
              <a:t>1</a:t>
            </a:r>
            <a:r>
              <a:rPr lang="zh-CN" altLang="en-US" sz="1400" b="1">
                <a:solidFill>
                  <a:srgbClr val="0000FF"/>
                </a:solidFill>
              </a:rPr>
              <a:t>讲 </a:t>
            </a:r>
          </a:p>
        </p:txBody>
      </p:sp>
    </p:spTree>
    <p:extLst>
      <p:ext uri="{BB962C8B-B14F-4D97-AF65-F5344CB8AC3E}">
        <p14:creationId xmlns:p14="http://schemas.microsoft.com/office/powerpoint/2010/main" val="29795305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62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8025" y="4859338"/>
            <a:ext cx="5683250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62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defTabSz="992188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62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4987" cy="5095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29" tIns="49513" rIns="99029" bIns="49513" numCol="1" anchor="b" anchorCtr="0" compatLnSpc="1">
            <a:prstTxWarp prst="textNoShape">
              <a:avLst/>
            </a:prstTxWarp>
          </a:bodyPr>
          <a:lstStyle>
            <a:lvl1pPr algn="r" defTabSz="992188" eaLnBrk="1" hangingPunct="1">
              <a:defRPr sz="1200"/>
            </a:lvl1pPr>
          </a:lstStyle>
          <a:p>
            <a:pPr>
              <a:defRPr/>
            </a:pPr>
            <a:fld id="{D3D3C561-59FF-437A-A798-9F59A60F1967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2610157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3429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6858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0287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371600" algn="l" rtl="0" eaLnBrk="0" fontAlgn="base" hangingPunct="0">
      <a:spcBef>
        <a:spcPct val="30000"/>
      </a:spcBef>
      <a:spcAft>
        <a:spcPct val="0"/>
      </a:spcAft>
      <a:defRPr sz="9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16035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3D3C561-59FF-437A-A798-9F59A60F1967}" type="slidenum">
              <a:rPr lang="en-US" altLang="zh-CN" smtClean="0"/>
              <a:pPr>
                <a:defRPr/>
              </a:pPr>
              <a:t>46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98930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Relationship Id="rId4" Type="http://schemas.openxmlformats.org/officeDocument/2006/relationships/audio" Target="../media/audio1.wav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Master" Target="../slideMasters/slideMaster1.xml"/><Relationship Id="rId1" Type="http://schemas.openxmlformats.org/officeDocument/2006/relationships/audio" Target="../media/audio1.wav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DBF73F6-FC25-43EE-BD37-B234601ED84A}"/>
              </a:ext>
            </a:extLst>
          </p:cNvPr>
          <p:cNvSpPr/>
          <p:nvPr userDrawn="1"/>
        </p:nvSpPr>
        <p:spPr>
          <a:xfrm>
            <a:off x="0" y="1419622"/>
            <a:ext cx="9144000" cy="2421313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2B9ECC-60CE-4B04-9BDA-A9A978A5B8C8}"/>
              </a:ext>
            </a:extLst>
          </p:cNvPr>
          <p:cNvSpPr/>
          <p:nvPr userDrawn="1"/>
        </p:nvSpPr>
        <p:spPr>
          <a:xfrm>
            <a:off x="2875107" y="2956135"/>
            <a:ext cx="3281070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Computer Networks</a:t>
            </a:r>
            <a:endParaRPr lang="zh-CN" altLang="en-US" sz="1400" b="1" spc="3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E66C9EA2-02EF-49B6-884B-FE28F4050007}"/>
              </a:ext>
            </a:extLst>
          </p:cNvPr>
          <p:cNvCxnSpPr>
            <a:cxnSpLocks/>
          </p:cNvCxnSpPr>
          <p:nvPr userDrawn="1"/>
        </p:nvCxnSpPr>
        <p:spPr>
          <a:xfrm>
            <a:off x="2919723" y="3318203"/>
            <a:ext cx="3236453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4324CC51-87DB-4BE4-8BAE-8B55B1365D96}"/>
              </a:ext>
            </a:extLst>
          </p:cNvPr>
          <p:cNvGrpSpPr/>
          <p:nvPr userDrawn="1"/>
        </p:nvGrpSpPr>
        <p:grpSpPr>
          <a:xfrm>
            <a:off x="3491880" y="244697"/>
            <a:ext cx="1841761" cy="1841761"/>
            <a:chOff x="3569703" y="132129"/>
            <a:chExt cx="1841761" cy="1841761"/>
          </a:xfrm>
        </p:grpSpPr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9516295A-1591-4010-96FF-5F1923C2DE28}"/>
                </a:ext>
              </a:extLst>
            </p:cNvPr>
            <p:cNvSpPr/>
            <p:nvPr userDrawn="1"/>
          </p:nvSpPr>
          <p:spPr>
            <a:xfrm>
              <a:off x="3569703" y="132129"/>
              <a:ext cx="1841761" cy="184176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101600" dist="1016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/>
            </a:p>
          </p:txBody>
        </p:sp>
        <p:pic>
          <p:nvPicPr>
            <p:cNvPr id="7" name="Picture 22" descr="Network Globe">
              <a:extLst>
                <a:ext uri="{FF2B5EF4-FFF2-40B4-BE49-F238E27FC236}">
                  <a16:creationId xmlns:a16="http://schemas.microsoft.com/office/drawing/2014/main" id="{2D1886B6-7E23-4412-A0B1-4CCECA07B7AF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59842" y="318612"/>
              <a:ext cx="1722315" cy="1468794"/>
            </a:xfrm>
            <a:prstGeom prst="ellipse">
              <a:avLst/>
            </a:prstGeom>
            <a:ln>
              <a:noFill/>
            </a:ln>
            <a:effectLst>
              <a:softEdge rad="112500"/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91E4BF40-3BEE-476D-BE93-57533435535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919723" y="2113604"/>
            <a:ext cx="3191838" cy="74207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algn="ctr">
              <a:defRPr sz="45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计算机网络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2CE977E-FA0E-4577-BD81-986F98C75317}"/>
              </a:ext>
            </a:extLst>
          </p:cNvPr>
          <p:cNvSpPr/>
          <p:nvPr userDrawn="1"/>
        </p:nvSpPr>
        <p:spPr>
          <a:xfrm>
            <a:off x="3019123" y="3448764"/>
            <a:ext cx="2993038" cy="307777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algn="ctr"/>
            <a:r>
              <a:rPr lang="en-US" altLang="zh-CN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Lecture 13:</a:t>
            </a:r>
            <a:r>
              <a:rPr lang="zh-CN" altLang="en-US" sz="14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网际协议</a:t>
            </a:r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AD4BB677-D21E-436A-910D-78E4C2565801}"/>
              </a:ext>
            </a:extLst>
          </p:cNvPr>
          <p:cNvSpPr txBox="1">
            <a:spLocks noChangeArrowheads="1"/>
          </p:cNvSpPr>
          <p:nvPr userDrawn="1"/>
        </p:nvSpPr>
        <p:spPr>
          <a:xfrm>
            <a:off x="4644008" y="4227934"/>
            <a:ext cx="2520280" cy="549859"/>
          </a:xfrm>
          <a:prstGeom prst="rect">
            <a:avLst/>
          </a:prstGeom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重庆大学大数据与软件学院</a:t>
            </a:r>
            <a:endParaRPr lang="en-US" altLang="zh-CN" sz="140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defRPr/>
            </a:pP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开课时间：</a:t>
            </a:r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年春季</a:t>
            </a:r>
          </a:p>
        </p:txBody>
      </p:sp>
    </p:spTree>
    <p:extLst>
      <p:ext uri="{BB962C8B-B14F-4D97-AF65-F5344CB8AC3E}">
        <p14:creationId xmlns:p14="http://schemas.microsoft.com/office/powerpoint/2010/main" val="30364104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892817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15200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9E6EDCF5-1A0A-4487-9F7F-7541297824A8}"/>
              </a:ext>
            </a:extLst>
          </p:cNvPr>
          <p:cNvSpPr/>
          <p:nvPr userDrawn="1"/>
        </p:nvSpPr>
        <p:spPr>
          <a:xfrm>
            <a:off x="1" y="-14015"/>
            <a:ext cx="9144000" cy="99741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B31F689-8CAB-4D55-94CB-B849C4F1C9B8}"/>
              </a:ext>
            </a:extLst>
          </p:cNvPr>
          <p:cNvSpPr/>
          <p:nvPr userDrawn="1"/>
        </p:nvSpPr>
        <p:spPr bwMode="auto">
          <a:xfrm>
            <a:off x="1308893" y="277606"/>
            <a:ext cx="1877437" cy="46166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altLang="zh-CN" sz="24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CONTENTS</a:t>
            </a:r>
            <a:endParaRPr lang="zh-CN" altLang="en-US" sz="2400" kern="1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CAE735-22F4-4DD9-A6E9-4FE9156B2BEA}"/>
              </a:ext>
            </a:extLst>
          </p:cNvPr>
          <p:cNvSpPr/>
          <p:nvPr userDrawn="1"/>
        </p:nvSpPr>
        <p:spPr bwMode="auto">
          <a:xfrm>
            <a:off x="53980" y="185273"/>
            <a:ext cx="1236237" cy="6463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zh-CN" altLang="en-US" sz="3600" kern="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目 录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942F7023-66D6-46EC-973C-E47B2962AC43}"/>
              </a:ext>
            </a:extLst>
          </p:cNvPr>
          <p:cNvCxnSpPr/>
          <p:nvPr userDrawn="1"/>
        </p:nvCxnSpPr>
        <p:spPr>
          <a:xfrm>
            <a:off x="1302612" y="314499"/>
            <a:ext cx="0" cy="345998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内容占位符 2">
            <a:extLst>
              <a:ext uri="{FF2B5EF4-FFF2-40B4-BE49-F238E27FC236}">
                <a16:creationId xmlns:a16="http://schemas.microsoft.com/office/drawing/2014/main" id="{D0361D10-56FC-4A8F-B9ED-A7F17A40456A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3491880" y="2298872"/>
            <a:ext cx="3068060" cy="4320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anchor="ctr">
            <a:noAutofit/>
          </a:bodyPr>
          <a:lstStyle>
            <a:lvl1pPr>
              <a:lnSpc>
                <a:spcPct val="100000"/>
              </a:lnSpc>
              <a:spcBef>
                <a:spcPts val="0"/>
              </a:spcBef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en-US" altLang="zh-CN" dirty="0"/>
              <a:t>4.3 </a:t>
            </a:r>
            <a:r>
              <a:rPr lang="zh-CN" altLang="en-US" dirty="0"/>
              <a:t>网际协议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F0BD16B8-5620-4656-80AA-13BDFE28D31C}"/>
              </a:ext>
            </a:extLst>
          </p:cNvPr>
          <p:cNvSpPr/>
          <p:nvPr userDrawn="1"/>
        </p:nvSpPr>
        <p:spPr>
          <a:xfrm>
            <a:off x="2751195" y="2287608"/>
            <a:ext cx="457200" cy="457200"/>
          </a:xfrm>
          <a:prstGeom prst="ellipse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25" name="Picture 46" descr="j0433868">
            <a:extLst>
              <a:ext uri="{FF2B5EF4-FFF2-40B4-BE49-F238E27FC236}">
                <a16:creationId xmlns:a16="http://schemas.microsoft.com/office/drawing/2014/main" id="{5927D490-4D90-4B32-B7A0-4E810E7B38F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2161866"/>
            <a:ext cx="1383196" cy="13831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450471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E5D018-5CA9-42AB-B04C-E5D792F25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35" y="273844"/>
            <a:ext cx="3964825" cy="4051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>
            <a:noAutofit/>
          </a:bodyPr>
          <a:lstStyle>
            <a:lvl1pPr>
              <a:defRPr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9A6774-B625-4A77-88AA-BF23D6B62D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377968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>
            <a:lvl1pPr>
              <a:lnSpc>
                <a:spcPct val="100000"/>
              </a:lnSpc>
              <a:spcBef>
                <a:spcPts val="600"/>
              </a:spcBef>
              <a:defRPr sz="20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lnSpc>
                <a:spcPct val="100000"/>
              </a:lnSpc>
              <a:spcBef>
                <a:spcPts val="600"/>
              </a:spcBef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lnSpc>
                <a:spcPct val="100000"/>
              </a:lnSpc>
              <a:spcBef>
                <a:spcPts val="600"/>
              </a:spcBef>
              <a:defRPr sz="14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lnSpc>
                <a:spcPct val="100000"/>
              </a:lnSpc>
              <a:spcBef>
                <a:spcPts val="600"/>
              </a:spcBef>
              <a:defRPr sz="120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9BED9F-E5A6-4EF7-80FE-B8356C74EAC1}"/>
              </a:ext>
            </a:extLst>
          </p:cNvPr>
          <p:cNvGrpSpPr/>
          <p:nvPr userDrawn="1"/>
        </p:nvGrpSpPr>
        <p:grpSpPr>
          <a:xfrm>
            <a:off x="247135" y="747537"/>
            <a:ext cx="7745928" cy="45719"/>
            <a:chOff x="247135" y="747537"/>
            <a:chExt cx="7745928" cy="45719"/>
          </a:xfrm>
        </p:grpSpPr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1E5E038-C064-48F4-9197-7B3927A54CDF}"/>
                </a:ext>
              </a:extLst>
            </p:cNvPr>
            <p:cNvCxnSpPr/>
            <p:nvPr/>
          </p:nvCxnSpPr>
          <p:spPr>
            <a:xfrm flipH="1">
              <a:off x="247135" y="770396"/>
              <a:ext cx="7745928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A268A80-61BE-457A-A682-AB6A311B9ED1}"/>
                </a:ext>
              </a:extLst>
            </p:cNvPr>
            <p:cNvSpPr/>
            <p:nvPr/>
          </p:nvSpPr>
          <p:spPr>
            <a:xfrm>
              <a:off x="247135" y="747537"/>
              <a:ext cx="3123921" cy="4571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1" name="Picture 22" descr="Network Globe">
            <a:extLst>
              <a:ext uri="{FF2B5EF4-FFF2-40B4-BE49-F238E27FC236}">
                <a16:creationId xmlns:a16="http://schemas.microsoft.com/office/drawing/2014/main" id="{0544B4F2-9604-4A85-9A47-7A07F704B0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81101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0213-035A-4D7B-9DD8-F23D679018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82278"/>
            <a:ext cx="6535638" cy="57730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Autofit/>
          </a:bodyPr>
          <a:lstStyle>
            <a:lvl1pPr>
              <a:defRPr lang="zh-CN" altLang="en-US" sz="2400" b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/>
              <a:t>单击此处编辑母版标题样式</a:t>
            </a:r>
          </a:p>
        </p:txBody>
      </p:sp>
      <p:pic>
        <p:nvPicPr>
          <p:cNvPr id="9" name="Picture 22" descr="Network Globe">
            <a:extLst>
              <a:ext uri="{FF2B5EF4-FFF2-40B4-BE49-F238E27FC236}">
                <a16:creationId xmlns:a16="http://schemas.microsoft.com/office/drawing/2014/main" id="{8F91DDCF-4DE7-43B0-913B-3D2AF42940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887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22" descr="Network Globe">
            <a:extLst>
              <a:ext uri="{FF2B5EF4-FFF2-40B4-BE49-F238E27FC236}">
                <a16:creationId xmlns:a16="http://schemas.microsoft.com/office/drawing/2014/main" id="{77EB77E8-8B3F-4748-B4DF-C40AD5D905B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2400" y="130642"/>
            <a:ext cx="891494" cy="760269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006902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10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BD829-0573-405D-84C6-2587D0D6172D}" type="datetime1">
              <a:rPr lang="zh-CN" altLang="en-US" smtClean="0"/>
              <a:t>2025/4/2</a:t>
            </a:fld>
            <a:endParaRPr lang="en-US" altLang="zh-CN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计算机网络与通信</a:t>
            </a:r>
            <a:endParaRPr lang="zh-CN" altLang="en-US" dirty="0"/>
          </a:p>
        </p:txBody>
      </p:sp>
      <p:sp>
        <p:nvSpPr>
          <p:cNvPr id="6" name="Rectangle 12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page</a:t>
            </a:r>
            <a:fld id="{18C5F776-3165-4A28-A3A9-1F88A1A482A7}" type="slidenum">
              <a:rPr lang="en-US" altLang="zh-CN"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75299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1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audio" Target="../media/audio1.wav"/><Relationship Id="rId4" Type="http://schemas.openxmlformats.org/officeDocument/2006/relationships/slideLayout" Target="../slideLayouts/slideLayout4.xml"/><Relationship Id="rId9" Type="http://schemas.openxmlformats.org/officeDocument/2006/relationships/audio" Target="../media/audio1.wav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3A653AA-5300-4340-BCBA-3AE3C81B9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D5259C-52C1-4225-899D-5C122DDF0B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92B90B-5705-4B4F-9FB6-FDC7563CD5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page</a:t>
            </a:r>
            <a:fld id="{50171BA0-784D-4217-A2ED-70CAB0E5FD24}" type="slidenum">
              <a:rPr lang="en-US" altLang="zh-CN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3185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47" r:id="rId2"/>
    <p:sldLayoutId id="2147483735" r:id="rId3"/>
    <p:sldLayoutId id="2147483737" r:id="rId4"/>
    <p:sldLayoutId id="2147483739" r:id="rId5"/>
    <p:sldLayoutId id="2147483740" r:id="rId6"/>
    <p:sldLayoutId id="2147483749" r:id="rId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9" name="arrow.wav"/>
          </p:stSnd>
        </p:sndAc>
      </p:transition>
    </mc:Choice>
    <mc:Fallback xmlns="">
      <p:transition spd="slow">
        <p:fade/>
        <p:sndAc>
          <p:stSnd>
            <p:snd r:embed="rId10" name="arrow.wav"/>
          </p:stSnd>
        </p:sndAc>
      </p:transition>
    </mc:Fallback>
  </mc:AlternateContent>
  <p:hf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audio" Target="../media/audio1.wav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6" Type="http://schemas.openxmlformats.org/officeDocument/2006/relationships/audio" Target="../media/audio1.wav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cann.org/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4" Type="http://schemas.openxmlformats.org/officeDocument/2006/relationships/audio" Target="../media/audio1.wav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24.wmf"/><Relationship Id="rId3" Type="http://schemas.openxmlformats.org/officeDocument/2006/relationships/audio" Target="../media/audio1.wav"/><Relationship Id="rId7" Type="http://schemas.openxmlformats.org/officeDocument/2006/relationships/oleObject" Target="../embeddings/oleObject3.bin"/><Relationship Id="rId12" Type="http://schemas.openxmlformats.org/officeDocument/2006/relationships/oleObject" Target="../embeddings/oleObject8.bin"/><Relationship Id="rId2" Type="http://schemas.openxmlformats.org/officeDocument/2006/relationships/slideLayout" Target="../slideLayouts/slideLayout4.xml"/><Relationship Id="rId16" Type="http://schemas.openxmlformats.org/officeDocument/2006/relationships/audio" Target="../media/audio1.wav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11" Type="http://schemas.openxmlformats.org/officeDocument/2006/relationships/oleObject" Target="../embeddings/oleObject7.bin"/><Relationship Id="rId5" Type="http://schemas.openxmlformats.org/officeDocument/2006/relationships/image" Target="../media/image23.wmf"/><Relationship Id="rId15" Type="http://schemas.openxmlformats.org/officeDocument/2006/relationships/image" Target="../media/image25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1.bin"/><Relationship Id="rId9" Type="http://schemas.openxmlformats.org/officeDocument/2006/relationships/oleObject" Target="../embeddings/oleObject5.bin"/><Relationship Id="rId14" Type="http://schemas.openxmlformats.org/officeDocument/2006/relationships/oleObject" Target="../embeddings/oleObject9.bin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audio" Target="../media/audio1.wav"/><Relationship Id="rId3" Type="http://schemas.openxmlformats.org/officeDocument/2006/relationships/audio" Target="../media/audio1.wav"/><Relationship Id="rId7" Type="http://schemas.openxmlformats.org/officeDocument/2006/relationships/image" Target="../media/image25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24.wmf"/><Relationship Id="rId4" Type="http://schemas.openxmlformats.org/officeDocument/2006/relationships/oleObject" Target="../embeddings/oleObject10.bin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4.xml"/><Relationship Id="rId5" Type="http://schemas.openxmlformats.org/officeDocument/2006/relationships/audio" Target="../media/audio1.wav"/><Relationship Id="rId4" Type="http://schemas.openxmlformats.org/officeDocument/2006/relationships/image" Target="../media/image29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audio" Target="../media/audio1.wav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C4FB47-84C8-4C76-9EB1-A57108491D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计算机网络</a:t>
            </a:r>
          </a:p>
        </p:txBody>
      </p:sp>
    </p:spTree>
    <p:extLst>
      <p:ext uri="{BB962C8B-B14F-4D97-AF65-F5344CB8AC3E}">
        <p14:creationId xmlns:p14="http://schemas.microsoft.com/office/powerpoint/2010/main" val="3154207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404DEEE-9E71-426E-A003-0B9382506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知识回顾 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7705C5-97C8-4DA7-BEC5-1C567DBC15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网络层服务和协议  </a:t>
            </a:r>
            <a:endParaRPr lang="en-US" altLang="zh-CN" dirty="0"/>
          </a:p>
          <a:p>
            <a:pPr lvl="1"/>
            <a:r>
              <a:rPr lang="zh-CN" altLang="en-US" dirty="0"/>
              <a:t>提供</a:t>
            </a:r>
            <a:r>
              <a:rPr lang="zh-CN" altLang="en-US" dirty="0">
                <a:solidFill>
                  <a:srgbClr val="FF0000"/>
                </a:solidFill>
              </a:rPr>
              <a:t>主机之间</a:t>
            </a:r>
            <a:r>
              <a:rPr lang="zh-CN" altLang="en-US" dirty="0"/>
              <a:t>的逻辑通信</a:t>
            </a:r>
            <a:endParaRPr lang="en-US" altLang="zh-CN" dirty="0"/>
          </a:p>
          <a:p>
            <a:pPr lvl="1"/>
            <a:r>
              <a:rPr lang="zh-CN" altLang="en-US" dirty="0"/>
              <a:t>分组转发和路由选择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路由器工作原理</a:t>
            </a:r>
            <a:endParaRPr lang="en-US" altLang="zh-CN" dirty="0"/>
          </a:p>
          <a:p>
            <a:endParaRPr lang="en-US" altLang="zh-CN" dirty="0"/>
          </a:p>
          <a:p>
            <a:endParaRPr lang="zh-CN" altLang="en-US" dirty="0"/>
          </a:p>
        </p:txBody>
      </p:sp>
      <p:pic>
        <p:nvPicPr>
          <p:cNvPr id="181" name="图片 180">
            <a:extLst>
              <a:ext uri="{FF2B5EF4-FFF2-40B4-BE49-F238E27FC236}">
                <a16:creationId xmlns:a16="http://schemas.microsoft.com/office/drawing/2014/main" id="{291B29B4-4F09-40F7-8C78-C06F3C870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406" y="1005969"/>
            <a:ext cx="2843688" cy="2548291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84" name="图片 283">
            <a:extLst>
              <a:ext uri="{FF2B5EF4-FFF2-40B4-BE49-F238E27FC236}">
                <a16:creationId xmlns:a16="http://schemas.microsoft.com/office/drawing/2014/main" id="{702FFC64-E8E5-4C06-A94B-E45B930E42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425" y="2938681"/>
            <a:ext cx="5126981" cy="2002442"/>
          </a:xfrm>
          <a:prstGeom prst="rect">
            <a:avLst/>
          </a:prstGeom>
        </p:spPr>
      </p:pic>
      <p:sp>
        <p:nvSpPr>
          <p:cNvPr id="285" name="灯片编号占位符 2">
            <a:extLst>
              <a:ext uri="{FF2B5EF4-FFF2-40B4-BE49-F238E27FC236}">
                <a16:creationId xmlns:a16="http://schemas.microsoft.com/office/drawing/2014/main" id="{C6064E69-B7FC-46CE-B306-32130538AE7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</a:t>
            </a:fld>
            <a:endParaRPr lang="en-US" altLang="zh-CN" dirty="0"/>
          </a:p>
        </p:txBody>
      </p:sp>
      <p:sp>
        <p:nvSpPr>
          <p:cNvPr id="286" name="AutoShape 5">
            <a:extLst>
              <a:ext uri="{FF2B5EF4-FFF2-40B4-BE49-F238E27FC236}">
                <a16:creationId xmlns:a16="http://schemas.microsoft.com/office/drawing/2014/main" id="{8F04AB41-774D-4888-BAC5-79BA903CBD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5528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8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" grpId="0" animBg="1"/>
      <p:bldP spid="286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内容占位符 4">
            <a:extLst>
              <a:ext uri="{FF2B5EF4-FFF2-40B4-BE49-F238E27FC236}">
                <a16:creationId xmlns:a16="http://schemas.microsoft.com/office/drawing/2014/main" id="{51B92F35-EC4C-4273-898B-4D5509D7449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400" dirty="0"/>
              <a:t>4.3 IP: </a:t>
            </a:r>
            <a:r>
              <a:rPr lang="zh-CN" altLang="en-US" sz="2400" dirty="0"/>
              <a:t>网际协议</a:t>
            </a:r>
          </a:p>
        </p:txBody>
      </p:sp>
    </p:spTree>
    <p:extLst>
      <p:ext uri="{BB962C8B-B14F-4D97-AF65-F5344CB8AC3E}">
        <p14:creationId xmlns:p14="http://schemas.microsoft.com/office/powerpoint/2010/main" val="7194804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pPr>
              <a:spcBef>
                <a:spcPts val="450"/>
              </a:spcBef>
            </a:pPr>
            <a:r>
              <a:rPr lang="zh-CN" altLang="en-US" dirty="0">
                <a:effectLst/>
              </a:rPr>
              <a:t>网络层的协议族</a:t>
            </a:r>
            <a:endParaRPr lang="en-US" altLang="zh-CN" dirty="0">
              <a:effectLst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946388" y="1437624"/>
            <a:ext cx="4379919" cy="3057525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3"/>
          <p:cNvSpPr>
            <a:spLocks noChangeArrowheads="1"/>
          </p:cNvSpPr>
          <p:nvPr/>
        </p:nvSpPr>
        <p:spPr bwMode="auto">
          <a:xfrm>
            <a:off x="2896381" y="1493584"/>
            <a:ext cx="4379919" cy="3057525"/>
          </a:xfrm>
          <a:prstGeom prst="rect">
            <a:avLst/>
          </a:prstGeom>
          <a:solidFill>
            <a:srgbClr val="FF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Group 6"/>
          <p:cNvGrpSpPr>
            <a:grpSpLocks/>
          </p:cNvGrpSpPr>
          <p:nvPr/>
        </p:nvGrpSpPr>
        <p:grpSpPr bwMode="auto">
          <a:xfrm>
            <a:off x="4496788" y="2711593"/>
            <a:ext cx="938004" cy="910829"/>
            <a:chOff x="3996" y="2883"/>
            <a:chExt cx="609" cy="765"/>
          </a:xfrm>
        </p:grpSpPr>
        <p:sp>
          <p:nvSpPr>
            <p:cNvPr id="32" name="Rectangle 7"/>
            <p:cNvSpPr>
              <a:spLocks noChangeArrowheads="1"/>
            </p:cNvSpPr>
            <p:nvPr/>
          </p:nvSpPr>
          <p:spPr bwMode="auto">
            <a:xfrm>
              <a:off x="4023" y="2883"/>
              <a:ext cx="582" cy="73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3" name="Rectangle 8"/>
            <p:cNvSpPr>
              <a:spLocks noChangeArrowheads="1"/>
            </p:cNvSpPr>
            <p:nvPr/>
          </p:nvSpPr>
          <p:spPr bwMode="auto">
            <a:xfrm>
              <a:off x="3996" y="2910"/>
              <a:ext cx="582" cy="73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4" name="Text Box 9"/>
            <p:cNvSpPr txBox="1">
              <a:spLocks noChangeArrowheads="1"/>
            </p:cNvSpPr>
            <p:nvPr/>
          </p:nvSpPr>
          <p:spPr bwMode="auto">
            <a:xfrm>
              <a:off x="4067" y="3154"/>
              <a:ext cx="457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ea typeface="ＭＳ Ｐゴシック" charset="0"/>
                </a:defRPr>
              </a:lvl9pPr>
            </a:lstStyle>
            <a:p>
              <a:pPr algn="ctr">
                <a:defRPr/>
              </a:pPr>
              <a:r>
                <a:rPr lang="zh-CN" altLang="en-US" sz="135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转发表</a:t>
              </a:r>
              <a:endParaRPr lang="en-US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" name="Line 10"/>
            <p:cNvSpPr>
              <a:spLocks noChangeShapeType="1"/>
            </p:cNvSpPr>
            <p:nvPr/>
          </p:nvSpPr>
          <p:spPr bwMode="auto">
            <a:xfrm>
              <a:off x="4065" y="2994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" name="Line 11"/>
            <p:cNvSpPr>
              <a:spLocks noChangeShapeType="1"/>
            </p:cNvSpPr>
            <p:nvPr/>
          </p:nvSpPr>
          <p:spPr bwMode="auto">
            <a:xfrm>
              <a:off x="4071" y="3048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Line 12"/>
            <p:cNvSpPr>
              <a:spLocks noChangeShapeType="1"/>
            </p:cNvSpPr>
            <p:nvPr/>
          </p:nvSpPr>
          <p:spPr bwMode="auto">
            <a:xfrm>
              <a:off x="4074" y="3102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" name="Line 13"/>
            <p:cNvSpPr>
              <a:spLocks noChangeShapeType="1"/>
            </p:cNvSpPr>
            <p:nvPr/>
          </p:nvSpPr>
          <p:spPr bwMode="auto">
            <a:xfrm>
              <a:off x="4065" y="3477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9" name="Line 14"/>
            <p:cNvSpPr>
              <a:spLocks noChangeShapeType="1"/>
            </p:cNvSpPr>
            <p:nvPr/>
          </p:nvSpPr>
          <p:spPr bwMode="auto">
            <a:xfrm>
              <a:off x="4068" y="3528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0" name="Line 15"/>
            <p:cNvSpPr>
              <a:spLocks noChangeShapeType="1"/>
            </p:cNvSpPr>
            <p:nvPr/>
          </p:nvSpPr>
          <p:spPr bwMode="auto">
            <a:xfrm>
              <a:off x="4071" y="3579"/>
              <a:ext cx="4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2" name="Line 17"/>
          <p:cNvSpPr>
            <a:spLocks noChangeShapeType="1"/>
          </p:cNvSpPr>
          <p:nvPr/>
        </p:nvSpPr>
        <p:spPr bwMode="auto">
          <a:xfrm flipV="1">
            <a:off x="2889238" y="4165344"/>
            <a:ext cx="4394207" cy="1192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Line 18"/>
          <p:cNvSpPr>
            <a:spLocks noChangeShapeType="1"/>
          </p:cNvSpPr>
          <p:nvPr/>
        </p:nvSpPr>
        <p:spPr bwMode="auto">
          <a:xfrm flipV="1">
            <a:off x="2910669" y="3773630"/>
            <a:ext cx="437277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3103550" y="2101993"/>
            <a:ext cx="1357313" cy="614363"/>
          </a:xfrm>
          <a:prstGeom prst="rect">
            <a:avLst/>
          </a:prstGeom>
          <a:solidFill>
            <a:srgbClr val="000099"/>
          </a:solidFill>
          <a:ln>
            <a:noFill/>
          </a:ln>
          <a:effectLst/>
          <a:extLst>
            <a:ext uri="{91240B29-F687-4f45-9708-019B960494DF}">
              <a14:hiddenLine xmlns="" xmlns:a14="http://schemas.microsoft.com/office/drawing/2010/main" w="1905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3053544" y="2151999"/>
            <a:ext cx="1357313" cy="614363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 Box 22"/>
          <p:cNvSpPr txBox="1">
            <a:spLocks noChangeArrowheads="1"/>
          </p:cNvSpPr>
          <p:nvPr/>
        </p:nvSpPr>
        <p:spPr bwMode="auto">
          <a:xfrm>
            <a:off x="3045210" y="2137712"/>
            <a:ext cx="1355949" cy="6694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路由协议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路径选择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buFontTx/>
              <a:buChar char="•"/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RIP, OSPF, BGP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Freeform 23"/>
          <p:cNvSpPr>
            <a:spLocks/>
          </p:cNvSpPr>
          <p:nvPr/>
        </p:nvSpPr>
        <p:spPr bwMode="auto">
          <a:xfrm>
            <a:off x="4025094" y="2844943"/>
            <a:ext cx="471488" cy="292894"/>
          </a:xfrm>
          <a:custGeom>
            <a:avLst/>
            <a:gdLst>
              <a:gd name="T0" fmla="*/ 0 w 396"/>
              <a:gd name="T1" fmla="*/ 0 h 246"/>
              <a:gd name="T2" fmla="*/ 2147483647 w 396"/>
              <a:gd name="T3" fmla="*/ 2147483647 h 246"/>
              <a:gd name="T4" fmla="*/ 2147483647 w 396"/>
              <a:gd name="T5" fmla="*/ 2147483647 h 24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396" h="246">
                <a:moveTo>
                  <a:pt x="0" y="0"/>
                </a:moveTo>
                <a:cubicBezTo>
                  <a:pt x="30" y="16"/>
                  <a:pt x="42" y="126"/>
                  <a:pt x="150" y="186"/>
                </a:cubicBezTo>
                <a:cubicBezTo>
                  <a:pt x="258" y="246"/>
                  <a:pt x="345" y="205"/>
                  <a:pt x="396" y="210"/>
                </a:cubicBezTo>
              </a:path>
            </a:pathLst>
          </a:custGeom>
          <a:noFill/>
          <a:ln w="38100" cap="flat" cmpd="sng">
            <a:solidFill>
              <a:srgbClr val="000099"/>
            </a:solidFill>
            <a:prstDash val="solid"/>
            <a:round/>
            <a:headEnd type="triangl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8" name="Group 24"/>
          <p:cNvGrpSpPr>
            <a:grpSpLocks/>
          </p:cNvGrpSpPr>
          <p:nvPr/>
        </p:nvGrpSpPr>
        <p:grpSpPr bwMode="auto">
          <a:xfrm>
            <a:off x="5487182" y="2800911"/>
            <a:ext cx="1543050" cy="895350"/>
            <a:chOff x="102" y="1272"/>
            <a:chExt cx="1296" cy="752"/>
          </a:xfrm>
        </p:grpSpPr>
        <p:sp>
          <p:nvSpPr>
            <p:cNvPr id="29" name="Rectangle 25"/>
            <p:cNvSpPr>
              <a:spLocks noChangeArrowheads="1"/>
            </p:cNvSpPr>
            <p:nvPr/>
          </p:nvSpPr>
          <p:spPr bwMode="auto">
            <a:xfrm>
              <a:off x="144" y="1272"/>
              <a:ext cx="1254" cy="690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Rectangle 26"/>
            <p:cNvSpPr>
              <a:spLocks noChangeArrowheads="1"/>
            </p:cNvSpPr>
            <p:nvPr/>
          </p:nvSpPr>
          <p:spPr bwMode="auto">
            <a:xfrm>
              <a:off x="102" y="1314"/>
              <a:ext cx="1254" cy="70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Text Box 27"/>
            <p:cNvSpPr txBox="1">
              <a:spLocks noChangeArrowheads="1"/>
            </p:cNvSpPr>
            <p:nvPr/>
          </p:nvSpPr>
          <p:spPr bwMode="auto">
            <a:xfrm>
              <a:off x="116" y="1287"/>
              <a:ext cx="1002" cy="7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protocol</a:t>
              </a:r>
            </a:p>
            <a:p>
              <a:pPr>
                <a:buFontTx/>
                <a:buChar char="•"/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网络编址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Tx/>
                <a:buChar char="•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数据报封装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Tx/>
                <a:buChar char="•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处理分组</a:t>
              </a:r>
              <a:endPara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322E8AA8-1278-4DFA-A52B-344FB0D802AC}"/>
              </a:ext>
            </a:extLst>
          </p:cNvPr>
          <p:cNvGrpSpPr/>
          <p:nvPr/>
        </p:nvGrpSpPr>
        <p:grpSpPr>
          <a:xfrm>
            <a:off x="5530044" y="2013273"/>
            <a:ext cx="1643061" cy="717500"/>
            <a:chOff x="5530044" y="3010440"/>
            <a:chExt cx="1643061" cy="717500"/>
          </a:xfrm>
        </p:grpSpPr>
        <p:sp>
          <p:nvSpPr>
            <p:cNvPr id="19" name="Rectangle 29"/>
            <p:cNvSpPr>
              <a:spLocks noChangeArrowheads="1"/>
            </p:cNvSpPr>
            <p:nvPr/>
          </p:nvSpPr>
          <p:spPr bwMode="auto">
            <a:xfrm>
              <a:off x="5580050" y="3010440"/>
              <a:ext cx="1450181" cy="635794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Rectangle 30"/>
            <p:cNvSpPr>
              <a:spLocks noChangeArrowheads="1"/>
            </p:cNvSpPr>
            <p:nvPr/>
          </p:nvSpPr>
          <p:spPr bwMode="auto">
            <a:xfrm>
              <a:off x="5530044" y="3061637"/>
              <a:ext cx="1450181" cy="635794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" name="Text Box 31"/>
            <p:cNvSpPr txBox="1">
              <a:spLocks noChangeArrowheads="1"/>
            </p:cNvSpPr>
            <p:nvPr/>
          </p:nvSpPr>
          <p:spPr bwMode="auto">
            <a:xfrm>
              <a:off x="5539569" y="3035443"/>
              <a:ext cx="1633536" cy="69249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ICMP protocol</a:t>
              </a:r>
            </a:p>
            <a:p>
              <a:pPr>
                <a:buFontTx/>
                <a:buChar char="•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错误报告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buFontTx/>
                <a:buChar char="•"/>
              </a:pPr>
              <a:r>
                <a:rPr lang="en-US" altLang="zh-CN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 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路由器</a:t>
              </a:r>
              <a:r>
                <a:rPr lang="en-US" altLang="zh-CN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ja-JP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“</a:t>
              </a: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信令</a:t>
              </a:r>
              <a:r>
                <a:rPr lang="ja-JP" altLang="en-US" sz="1200" dirty="0">
                  <a:latin typeface="宋体" panose="02010600030101010101" pitchFamily="2" charset="-122"/>
                  <a:ea typeface="宋体" panose="02010600030101010101" pitchFamily="2" charset="-122"/>
                </a:rPr>
                <a:t>”</a:t>
              </a:r>
              <a:endParaRPr lang="en-US" altLang="zh-CN" sz="1350" dirty="0"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</p:grpSp>
      <p:sp>
        <p:nvSpPr>
          <p:cNvPr id="22" name="Line 32"/>
          <p:cNvSpPr>
            <a:spLocks noChangeShapeType="1"/>
          </p:cNvSpPr>
          <p:nvPr/>
        </p:nvSpPr>
        <p:spPr bwMode="auto">
          <a:xfrm>
            <a:off x="2910670" y="1959117"/>
            <a:ext cx="4365632" cy="714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Text Box 33"/>
          <p:cNvSpPr txBox="1">
            <a:spLocks noChangeArrowheads="1"/>
          </p:cNvSpPr>
          <p:nvPr/>
        </p:nvSpPr>
        <p:spPr bwMode="auto">
          <a:xfrm>
            <a:off x="4385599" y="1617355"/>
            <a:ext cx="1539524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运输层</a:t>
            </a:r>
            <a:r>
              <a:rPr lang="en-US" altLang="zh-CN" sz="1350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TCP, UDP</a:t>
            </a:r>
          </a:p>
        </p:txBody>
      </p:sp>
      <p:sp>
        <p:nvSpPr>
          <p:cNvPr id="24" name="Text Box 34"/>
          <p:cNvSpPr txBox="1">
            <a:spLocks noChangeArrowheads="1"/>
          </p:cNvSpPr>
          <p:nvPr/>
        </p:nvSpPr>
        <p:spPr bwMode="auto">
          <a:xfrm>
            <a:off x="4827575" y="3822446"/>
            <a:ext cx="70403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链路层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Text Box 35"/>
          <p:cNvSpPr txBox="1">
            <a:spLocks noChangeArrowheads="1"/>
          </p:cNvSpPr>
          <p:nvPr/>
        </p:nvSpPr>
        <p:spPr bwMode="auto">
          <a:xfrm>
            <a:off x="4827575" y="4207654"/>
            <a:ext cx="704039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物理层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Text Box 36"/>
          <p:cNvSpPr txBox="1">
            <a:spLocks noChangeArrowheads="1"/>
          </p:cNvSpPr>
          <p:nvPr/>
        </p:nvSpPr>
        <p:spPr bwMode="auto">
          <a:xfrm>
            <a:off x="2130005" y="2675309"/>
            <a:ext cx="704040" cy="3000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r"/>
            <a:r>
              <a:rPr lang="zh-CN" altLang="en-US" sz="135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网络层</a:t>
            </a:r>
            <a:endParaRPr lang="en-US" altLang="zh-CN" sz="135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Line 37"/>
          <p:cNvSpPr>
            <a:spLocks noChangeShapeType="1"/>
          </p:cNvSpPr>
          <p:nvPr/>
        </p:nvSpPr>
        <p:spPr bwMode="auto">
          <a:xfrm flipV="1">
            <a:off x="2703500" y="1966262"/>
            <a:ext cx="0" cy="55721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Line 38"/>
          <p:cNvSpPr>
            <a:spLocks noChangeShapeType="1"/>
          </p:cNvSpPr>
          <p:nvPr/>
        </p:nvSpPr>
        <p:spPr bwMode="auto">
          <a:xfrm>
            <a:off x="2703500" y="3216418"/>
            <a:ext cx="0" cy="557213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灯片编号占位符 2">
            <a:extLst>
              <a:ext uri="{FF2B5EF4-FFF2-40B4-BE49-F238E27FC236}">
                <a16:creationId xmlns:a16="http://schemas.microsoft.com/office/drawing/2014/main" id="{F6015835-1072-4D34-A723-A090EED0EB7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</a:t>
            </a:fld>
            <a:endParaRPr lang="en-US" altLang="zh-CN" dirty="0"/>
          </a:p>
        </p:txBody>
      </p:sp>
      <p:sp>
        <p:nvSpPr>
          <p:cNvPr id="42" name="AutoShape 5">
            <a:extLst>
              <a:ext uri="{FF2B5EF4-FFF2-40B4-BE49-F238E27FC236}">
                <a16:creationId xmlns:a16="http://schemas.microsoft.com/office/drawing/2014/main" id="{948AD527-A221-4494-B4E7-57DD5CC055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29088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2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17BD139F-F077-4829-A8A8-60336E8DC6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CE94D031-D1FD-4D64-B5AF-24FC9892281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5</a:t>
            </a:fld>
            <a:endParaRPr lang="en-US" altLang="zh-CN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251E08A4-A7EF-4545-B830-5955A8316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735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Rectangle 86">
            <a:extLst>
              <a:ext uri="{FF2B5EF4-FFF2-40B4-BE49-F238E27FC236}">
                <a16:creationId xmlns:a16="http://schemas.microsoft.com/office/drawing/2014/main" id="{65321177-693D-4F0F-B207-8C64B3F1FF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07" y="3861489"/>
            <a:ext cx="787090" cy="368456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98B1D44-E73C-47BA-A114-F6F8C99DB053}"/>
              </a:ext>
            </a:extLst>
          </p:cNvPr>
          <p:cNvSpPr/>
          <p:nvPr/>
        </p:nvSpPr>
        <p:spPr>
          <a:xfrm>
            <a:off x="3787596" y="3861230"/>
            <a:ext cx="3736721" cy="368432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6446383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endParaRPr lang="en-US" altLang="zh-CN" sz="20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网络层协议数据单元</a:t>
            </a:r>
            <a:r>
              <a:rPr lang="en-US" altLang="zh-CN" dirty="0">
                <a:effectLst/>
              </a:rPr>
              <a:t>(PDU)</a:t>
            </a:r>
            <a:r>
              <a:rPr lang="zh-CN" altLang="en-US" dirty="0"/>
              <a:t>：</a:t>
            </a:r>
            <a:r>
              <a:rPr lang="en-US" altLang="zh-CN" dirty="0">
                <a:effectLst/>
              </a:rPr>
              <a:t>IP</a:t>
            </a:r>
            <a:r>
              <a:rPr lang="zh-CN" altLang="en-US" dirty="0">
                <a:effectLst/>
              </a:rPr>
              <a:t>数据报</a:t>
            </a:r>
            <a:r>
              <a:rPr lang="en-US" altLang="zh-CN" dirty="0">
                <a:effectLst/>
              </a:rPr>
              <a:t>(Datagram)</a:t>
            </a:r>
          </a:p>
          <a:p>
            <a:pPr lvl="2"/>
            <a:r>
              <a:rPr lang="zh-CN" altLang="en-US" dirty="0"/>
              <a:t>可封装运输层的报文段</a:t>
            </a:r>
            <a:r>
              <a:rPr lang="en-US" altLang="zh-CN" dirty="0"/>
              <a:t>(Segment)</a:t>
            </a:r>
          </a:p>
          <a:p>
            <a:pPr lvl="3"/>
            <a:r>
              <a:rPr lang="zh-CN" altLang="en-US" dirty="0"/>
              <a:t>为上层提供服务</a:t>
            </a:r>
            <a:r>
              <a:rPr lang="en-US" altLang="zh-CN" dirty="0"/>
              <a:t>( </a:t>
            </a:r>
            <a:r>
              <a:rPr lang="en-US" altLang="zh-CN" dirty="0">
                <a:effectLst/>
              </a:rPr>
              <a:t>TCP / </a:t>
            </a:r>
            <a:r>
              <a:rPr lang="en-US" altLang="zh-CN" dirty="0"/>
              <a:t>UDP )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也可封装</a:t>
            </a:r>
            <a:r>
              <a:rPr lang="en-US" altLang="zh-CN" dirty="0"/>
              <a:t>ICMP/IGMP</a:t>
            </a:r>
            <a:r>
              <a:rPr lang="zh-CN" altLang="en-US" dirty="0"/>
              <a:t>控制报文</a:t>
            </a:r>
            <a:r>
              <a:rPr lang="en-US" altLang="zh-CN" dirty="0"/>
              <a:t>(</a:t>
            </a:r>
            <a:r>
              <a:rPr lang="zh-CN" altLang="en-US" dirty="0"/>
              <a:t>工作在网络层</a:t>
            </a:r>
            <a:r>
              <a:rPr lang="en-US" altLang="zh-CN" dirty="0"/>
              <a:t>)</a:t>
            </a:r>
          </a:p>
          <a:p>
            <a:pPr lvl="3"/>
            <a:endParaRPr lang="en-US" altLang="zh-CN" dirty="0">
              <a:effectLst/>
            </a:endParaRPr>
          </a:p>
        </p:txBody>
      </p:sp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2162744" y="4526489"/>
            <a:ext cx="835325" cy="277509"/>
          </a:xfrm>
          <a:prstGeom prst="rect">
            <a:avLst/>
          </a:prstGeom>
          <a:solidFill>
            <a:srgbClr val="CCFF99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AutoShape 8"/>
          <p:cNvSpPr>
            <a:spLocks noChangeArrowheads="1"/>
          </p:cNvSpPr>
          <p:nvPr/>
        </p:nvSpPr>
        <p:spPr bwMode="auto">
          <a:xfrm>
            <a:off x="1619672" y="4595430"/>
            <a:ext cx="432811" cy="138755"/>
          </a:xfrm>
          <a:prstGeom prst="leftArrow">
            <a:avLst>
              <a:gd name="adj1" fmla="val 50000"/>
              <a:gd name="adj2" fmla="val 62893"/>
            </a:avLst>
          </a:prstGeom>
          <a:solidFill>
            <a:schemeClr val="bg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Rectangle 86"/>
          <p:cNvSpPr>
            <a:spLocks noChangeArrowheads="1"/>
          </p:cNvSpPr>
          <p:nvPr/>
        </p:nvSpPr>
        <p:spPr bwMode="auto">
          <a:xfrm>
            <a:off x="3965402" y="3906093"/>
            <a:ext cx="2118759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Line 87"/>
          <p:cNvSpPr>
            <a:spLocks noChangeShapeType="1"/>
          </p:cNvSpPr>
          <p:nvPr/>
        </p:nvSpPr>
        <p:spPr bwMode="auto">
          <a:xfrm flipH="1">
            <a:off x="3965403" y="3912203"/>
            <a:ext cx="0" cy="2722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Rectangle 88"/>
          <p:cNvSpPr>
            <a:spLocks noChangeArrowheads="1"/>
          </p:cNvSpPr>
          <p:nvPr/>
        </p:nvSpPr>
        <p:spPr bwMode="auto">
          <a:xfrm>
            <a:off x="3139815" y="3932176"/>
            <a:ext cx="491240" cy="14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Rectangle 89"/>
          <p:cNvSpPr>
            <a:spLocks noChangeArrowheads="1"/>
          </p:cNvSpPr>
          <p:nvPr/>
        </p:nvSpPr>
        <p:spPr bwMode="auto">
          <a:xfrm>
            <a:off x="3145226" y="3939902"/>
            <a:ext cx="515366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98" name="Rectangle 90"/>
          <p:cNvSpPr>
            <a:spLocks noChangeArrowheads="1"/>
          </p:cNvSpPr>
          <p:nvPr/>
        </p:nvSpPr>
        <p:spPr bwMode="auto">
          <a:xfrm>
            <a:off x="2312786" y="3882912"/>
            <a:ext cx="69394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99" name="Rectangle 91"/>
          <p:cNvSpPr>
            <a:spLocks noChangeArrowheads="1"/>
          </p:cNvSpPr>
          <p:nvPr/>
        </p:nvSpPr>
        <p:spPr bwMode="auto">
          <a:xfrm>
            <a:off x="2998070" y="4526489"/>
            <a:ext cx="4526247" cy="277509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Rectangle 92"/>
          <p:cNvSpPr>
            <a:spLocks noChangeArrowheads="1"/>
          </p:cNvSpPr>
          <p:nvPr/>
        </p:nvSpPr>
        <p:spPr bwMode="auto">
          <a:xfrm>
            <a:off x="4375490" y="4558778"/>
            <a:ext cx="714139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101" name="Rectangle 93"/>
          <p:cNvSpPr>
            <a:spLocks noChangeArrowheads="1"/>
          </p:cNvSpPr>
          <p:nvPr/>
        </p:nvSpPr>
        <p:spPr bwMode="auto">
          <a:xfrm>
            <a:off x="2323966" y="4558778"/>
            <a:ext cx="541014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帧首部</a:t>
            </a:r>
          </a:p>
        </p:txBody>
      </p:sp>
      <p:sp>
        <p:nvSpPr>
          <p:cNvPr id="108" name="Rectangle 100"/>
          <p:cNvSpPr>
            <a:spLocks noChangeArrowheads="1"/>
          </p:cNvSpPr>
          <p:nvPr/>
        </p:nvSpPr>
        <p:spPr bwMode="auto">
          <a:xfrm>
            <a:off x="1475656" y="4376391"/>
            <a:ext cx="67566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发送在前</a:t>
            </a:r>
          </a:p>
        </p:txBody>
      </p:sp>
      <p:sp>
        <p:nvSpPr>
          <p:cNvPr id="126" name="Line 87"/>
          <p:cNvSpPr>
            <a:spLocks noChangeShapeType="1"/>
          </p:cNvSpPr>
          <p:nvPr/>
        </p:nvSpPr>
        <p:spPr bwMode="auto">
          <a:xfrm flipH="1">
            <a:off x="4764930" y="3459613"/>
            <a:ext cx="0" cy="31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Line 87"/>
          <p:cNvSpPr>
            <a:spLocks noChangeShapeType="1"/>
          </p:cNvSpPr>
          <p:nvPr/>
        </p:nvSpPr>
        <p:spPr bwMode="auto">
          <a:xfrm flipH="1">
            <a:off x="3021139" y="3499140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8" name="Line 87"/>
          <p:cNvSpPr>
            <a:spLocks noChangeShapeType="1"/>
          </p:cNvSpPr>
          <p:nvPr/>
        </p:nvSpPr>
        <p:spPr bwMode="auto">
          <a:xfrm flipH="1">
            <a:off x="3787597" y="3459613"/>
            <a:ext cx="0" cy="31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30" name="直接箭头连接符 129"/>
          <p:cNvCxnSpPr>
            <a:cxnSpLocks/>
          </p:cNvCxnSpPr>
          <p:nvPr/>
        </p:nvCxnSpPr>
        <p:spPr>
          <a:xfrm>
            <a:off x="3021139" y="3579862"/>
            <a:ext cx="766458" cy="0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直接箭头连接符 130"/>
          <p:cNvCxnSpPr>
            <a:cxnSpLocks/>
          </p:cNvCxnSpPr>
          <p:nvPr/>
        </p:nvCxnSpPr>
        <p:spPr>
          <a:xfrm>
            <a:off x="3965403" y="3600506"/>
            <a:ext cx="799527" cy="1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Line 87"/>
          <p:cNvSpPr>
            <a:spLocks noChangeShapeType="1"/>
          </p:cNvSpPr>
          <p:nvPr/>
        </p:nvSpPr>
        <p:spPr bwMode="auto">
          <a:xfrm flipH="1">
            <a:off x="4764930" y="3905834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6" name="Rectangle 90"/>
          <p:cNvSpPr>
            <a:spLocks noChangeArrowheads="1"/>
          </p:cNvSpPr>
          <p:nvPr/>
        </p:nvSpPr>
        <p:spPr bwMode="auto">
          <a:xfrm>
            <a:off x="2968171" y="3307674"/>
            <a:ext cx="869475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bytes</a:t>
            </a:r>
            <a:endParaRPr kumimoji="1" lang="zh-CN" altLang="en-US" sz="105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9" name="Rectangle 89"/>
          <p:cNvSpPr>
            <a:spLocks noChangeArrowheads="1"/>
          </p:cNvSpPr>
          <p:nvPr/>
        </p:nvSpPr>
        <p:spPr bwMode="auto">
          <a:xfrm>
            <a:off x="4012444" y="3950599"/>
            <a:ext cx="714139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90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报文段首部</a:t>
            </a:r>
          </a:p>
        </p:txBody>
      </p:sp>
      <p:sp>
        <p:nvSpPr>
          <p:cNvPr id="140" name="Rectangle 90"/>
          <p:cNvSpPr>
            <a:spLocks noChangeArrowheads="1"/>
          </p:cNvSpPr>
          <p:nvPr/>
        </p:nvSpPr>
        <p:spPr bwMode="auto">
          <a:xfrm>
            <a:off x="3929327" y="3246045"/>
            <a:ext cx="128898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≥</a:t>
            </a:r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bytes TCP</a:t>
            </a:r>
            <a:endParaRPr kumimoji="1" lang="zh-CN" altLang="en-US" sz="105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Rectangle 84">
            <a:extLst>
              <a:ext uri="{FF2B5EF4-FFF2-40B4-BE49-F238E27FC236}">
                <a16:creationId xmlns:a16="http://schemas.microsoft.com/office/drawing/2014/main" id="{4ABE1780-51F0-4209-9A14-9DD767D32E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778" y="3945426"/>
            <a:ext cx="105237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TCP/UDP </a:t>
            </a:r>
            <a:r>
              <a:rPr kumimoji="1" lang="zh-CN" altLang="en-US" sz="900" b="1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C17A9A52-F644-423F-9FC3-778D1E638BDE}"/>
              </a:ext>
            </a:extLst>
          </p:cNvPr>
          <p:cNvGrpSpPr/>
          <p:nvPr/>
        </p:nvGrpSpPr>
        <p:grpSpPr>
          <a:xfrm>
            <a:off x="6156175" y="1779662"/>
            <a:ext cx="2364045" cy="1264758"/>
            <a:chOff x="6156175" y="1779662"/>
            <a:chExt cx="2364045" cy="1264758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71C226E-44B9-4CAC-993B-8787396BC326}"/>
                </a:ext>
              </a:extLst>
            </p:cNvPr>
            <p:cNvSpPr/>
            <p:nvPr/>
          </p:nvSpPr>
          <p:spPr>
            <a:xfrm>
              <a:off x="6156175" y="1779662"/>
              <a:ext cx="1368153" cy="277509"/>
            </a:xfrm>
            <a:prstGeom prst="rect">
              <a:avLst/>
            </a:prstGeom>
            <a:solidFill>
              <a:schemeClr val="accent6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TCP / UDP</a:t>
              </a:r>
              <a:endParaRPr lang="zh-CN" altLang="en-US" dirty="0"/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9BF44B33-BF0B-46D6-9DA4-24DFBA059D3F}"/>
                </a:ext>
              </a:extLst>
            </p:cNvPr>
            <p:cNvSpPr/>
            <p:nvPr/>
          </p:nvSpPr>
          <p:spPr>
            <a:xfrm>
              <a:off x="6931240" y="2766911"/>
              <a:ext cx="1588980" cy="277509"/>
            </a:xfrm>
            <a:prstGeom prst="rect">
              <a:avLst/>
            </a:prstGeom>
            <a:ln w="190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IP</a:t>
              </a:r>
              <a:endParaRPr lang="zh-CN" altLang="en-US" dirty="0"/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D696C41E-C92F-47B8-A11E-EF1185EBCA3D}"/>
                </a:ext>
              </a:extLst>
            </p:cNvPr>
            <p:cNvSpPr/>
            <p:nvPr/>
          </p:nvSpPr>
          <p:spPr>
            <a:xfrm>
              <a:off x="7725730" y="2274046"/>
              <a:ext cx="794490" cy="277509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ICMP</a:t>
              </a:r>
              <a:endParaRPr lang="zh-CN" altLang="en-US" dirty="0"/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36B4845A-7C47-48CB-B2F4-C5D0BB54713B}"/>
                </a:ext>
              </a:extLst>
            </p:cNvPr>
            <p:cNvSpPr/>
            <p:nvPr/>
          </p:nvSpPr>
          <p:spPr>
            <a:xfrm>
              <a:off x="6156175" y="2766911"/>
              <a:ext cx="723411" cy="277509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/>
                <a:t>ATM</a:t>
              </a:r>
              <a:endParaRPr lang="zh-CN" altLang="en-US" dirty="0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02BA92F9-6E00-41D1-954C-820592F57499}"/>
                </a:ext>
              </a:extLst>
            </p:cNvPr>
            <p:cNvCxnSpPr/>
            <p:nvPr/>
          </p:nvCxnSpPr>
          <p:spPr>
            <a:xfrm>
              <a:off x="7164288" y="2139702"/>
              <a:ext cx="0" cy="576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>
              <a:extLst>
                <a:ext uri="{FF2B5EF4-FFF2-40B4-BE49-F238E27FC236}">
                  <a16:creationId xmlns:a16="http://schemas.microsoft.com/office/drawing/2014/main" id="{75AE5081-8CAC-48F1-B695-22E6279D285C}"/>
                </a:ext>
              </a:extLst>
            </p:cNvPr>
            <p:cNvCxnSpPr/>
            <p:nvPr/>
          </p:nvCxnSpPr>
          <p:spPr>
            <a:xfrm>
              <a:off x="6588224" y="2139702"/>
              <a:ext cx="0" cy="576064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10699F86-6E6F-48A7-A3BF-65F20C5967AD}"/>
                </a:ext>
              </a:extLst>
            </p:cNvPr>
            <p:cNvCxnSpPr>
              <a:cxnSpLocks/>
            </p:cNvCxnSpPr>
            <p:nvPr/>
          </p:nvCxnSpPr>
          <p:spPr>
            <a:xfrm>
              <a:off x="8100392" y="2590133"/>
              <a:ext cx="0" cy="12563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F569153-9ED5-4E76-B855-3A9C3420DDEE}"/>
              </a:ext>
            </a:extLst>
          </p:cNvPr>
          <p:cNvSpPr/>
          <p:nvPr/>
        </p:nvSpPr>
        <p:spPr>
          <a:xfrm>
            <a:off x="7545626" y="3044339"/>
            <a:ext cx="764153" cy="1633782"/>
          </a:xfrm>
          <a:custGeom>
            <a:avLst/>
            <a:gdLst>
              <a:gd name="connsiteX0" fmla="*/ 1211580 w 1271581"/>
              <a:gd name="connsiteY0" fmla="*/ 0 h 1577340"/>
              <a:gd name="connsiteX1" fmla="*/ 1234440 w 1271581"/>
              <a:gd name="connsiteY1" fmla="*/ 807720 h 1577340"/>
              <a:gd name="connsiteX2" fmla="*/ 777240 w 1271581"/>
              <a:gd name="connsiteY2" fmla="*/ 1440180 h 1577340"/>
              <a:gd name="connsiteX3" fmla="*/ 0 w 1271581"/>
              <a:gd name="connsiteY3" fmla="*/ 1577340 h 1577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1581" h="1577340">
                <a:moveTo>
                  <a:pt x="1211580" y="0"/>
                </a:moveTo>
                <a:cubicBezTo>
                  <a:pt x="1259205" y="283845"/>
                  <a:pt x="1306830" y="567690"/>
                  <a:pt x="1234440" y="807720"/>
                </a:cubicBezTo>
                <a:cubicBezTo>
                  <a:pt x="1162050" y="1047750"/>
                  <a:pt x="982980" y="1311910"/>
                  <a:pt x="777240" y="1440180"/>
                </a:cubicBezTo>
                <a:cubicBezTo>
                  <a:pt x="571500" y="1568450"/>
                  <a:pt x="285750" y="1572895"/>
                  <a:pt x="0" y="1577340"/>
                </a:cubicBezTo>
              </a:path>
            </a:pathLst>
          </a:custGeom>
          <a:noFill/>
          <a:ln w="25400">
            <a:headEnd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AutoShape 94">
            <a:extLst>
              <a:ext uri="{FF2B5EF4-FFF2-40B4-BE49-F238E27FC236}">
                <a16:creationId xmlns:a16="http://schemas.microsoft.com/office/drawing/2014/main" id="{60071A3B-C48A-4D30-8228-86B3956AC4E8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25149" y="4322201"/>
            <a:ext cx="187968" cy="129670"/>
          </a:xfrm>
          <a:prstGeom prst="leftArrow">
            <a:avLst>
              <a:gd name="adj1" fmla="val 50000"/>
              <a:gd name="adj2" fmla="val 70710"/>
            </a:avLst>
          </a:prstGeom>
          <a:solidFill>
            <a:schemeClr val="tx1">
              <a:lumMod val="50000"/>
              <a:lumOff val="50000"/>
              <a:alpha val="42999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灯片编号占位符 2">
            <a:extLst>
              <a:ext uri="{FF2B5EF4-FFF2-40B4-BE49-F238E27FC236}">
                <a16:creationId xmlns:a16="http://schemas.microsoft.com/office/drawing/2014/main" id="{24E5A2E6-564D-4057-8F11-FD92BF65AAF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6</a:t>
            </a:fld>
            <a:endParaRPr lang="en-US" altLang="zh-CN" dirty="0"/>
          </a:p>
        </p:txBody>
      </p:sp>
      <p:sp>
        <p:nvSpPr>
          <p:cNvPr id="45" name="AutoShape 5">
            <a:extLst>
              <a:ext uri="{FF2B5EF4-FFF2-40B4-BE49-F238E27FC236}">
                <a16:creationId xmlns:a16="http://schemas.microsoft.com/office/drawing/2014/main" id="{5396275C-AACC-4010-96B3-328F621A1B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39" name="Rectangle 90">
            <a:extLst>
              <a:ext uri="{FF2B5EF4-FFF2-40B4-BE49-F238E27FC236}">
                <a16:creationId xmlns:a16="http://schemas.microsoft.com/office/drawing/2014/main" id="{EEC48E87-1844-4BD4-87DE-54E673D08D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743" y="3030248"/>
            <a:ext cx="128898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=8 bytes UDP</a:t>
            </a:r>
            <a:endParaRPr kumimoji="1" lang="zh-CN" altLang="en-US" sz="1050" b="1" dirty="0">
              <a:solidFill>
                <a:srgbClr val="333399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Rectangle 82">
            <a:extLst>
              <a:ext uri="{FF2B5EF4-FFF2-40B4-BE49-F238E27FC236}">
                <a16:creationId xmlns:a16="http://schemas.microsoft.com/office/drawing/2014/main" id="{60972BA8-4F2D-4B4C-898F-92F24A256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1" y="3920056"/>
            <a:ext cx="970817" cy="2714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altLang="zh-CN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ICMP </a:t>
            </a:r>
            <a:r>
              <a:rPr lang="zh-CN" altLang="en-US" sz="9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50" name="Rectangle 86">
            <a:extLst>
              <a:ext uri="{FF2B5EF4-FFF2-40B4-BE49-F238E27FC236}">
                <a16:creationId xmlns:a16="http://schemas.microsoft.com/office/drawing/2014/main" id="{51DFD0B2-D609-4062-9BEC-09D288D8E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756" y="3906093"/>
            <a:ext cx="976342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Line 87">
            <a:extLst>
              <a:ext uri="{FF2B5EF4-FFF2-40B4-BE49-F238E27FC236}">
                <a16:creationId xmlns:a16="http://schemas.microsoft.com/office/drawing/2014/main" id="{AFD44FC5-585F-4917-8786-C9AA56B86F1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5402" y="3459613"/>
            <a:ext cx="0" cy="311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Rectangle 90">
            <a:extLst>
              <a:ext uri="{FF2B5EF4-FFF2-40B4-BE49-F238E27FC236}">
                <a16:creationId xmlns:a16="http://schemas.microsoft.com/office/drawing/2014/main" id="{CBF87E76-FFE6-405C-B664-87E43F45F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423" y="3920056"/>
            <a:ext cx="334758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endParaRPr kumimoji="1" lang="zh-CN" altLang="en-US" sz="105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074624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8000" y="936000"/>
            <a:ext cx="4296930" cy="56046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0" name="Line 3"/>
          <p:cNvSpPr>
            <a:spLocks noChangeShapeType="1"/>
          </p:cNvSpPr>
          <p:nvPr/>
        </p:nvSpPr>
        <p:spPr bwMode="auto">
          <a:xfrm flipH="1">
            <a:off x="1941480" y="1901863"/>
            <a:ext cx="10820" cy="1515827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 bwMode="auto">
          <a:xfrm>
            <a:off x="1436322" y="2518545"/>
            <a:ext cx="521778" cy="20582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12" name="Line 5"/>
          <p:cNvSpPr>
            <a:spLocks noChangeShapeType="1"/>
          </p:cNvSpPr>
          <p:nvPr/>
        </p:nvSpPr>
        <p:spPr bwMode="auto">
          <a:xfrm>
            <a:off x="7070293" y="1898372"/>
            <a:ext cx="0" cy="1273225"/>
          </a:xfrm>
          <a:prstGeom prst="line">
            <a:avLst/>
          </a:prstGeom>
          <a:noFill/>
          <a:ln w="635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Rectangle 6"/>
          <p:cNvSpPr>
            <a:spLocks noChangeArrowheads="1"/>
          </p:cNvSpPr>
          <p:nvPr/>
        </p:nvSpPr>
        <p:spPr bwMode="auto">
          <a:xfrm>
            <a:off x="7027213" y="2357541"/>
            <a:ext cx="650018" cy="34432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0" hangingPunct="0">
              <a:lnSpc>
                <a:spcPct val="90000"/>
              </a:lnSpc>
            </a:pPr>
            <a:r>
              <a:rPr kumimoji="1" lang="en-US" altLang="zh-CN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 </a:t>
            </a: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</a:p>
          <a:p>
            <a:pPr algn="ctr" eaLnBrk="0" hangingPunct="0">
              <a:lnSpc>
                <a:spcPct val="90000"/>
              </a:lnSpc>
            </a:pPr>
            <a:r>
              <a:rPr kumimoji="1" lang="zh-CN" altLang="en-US" sz="1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固定首部</a:t>
            </a:r>
          </a:p>
        </p:txBody>
      </p:sp>
      <p:sp>
        <p:nvSpPr>
          <p:cNvPr id="14" name="Rectangle 7"/>
          <p:cNvSpPr>
            <a:spLocks noChangeArrowheads="1"/>
          </p:cNvSpPr>
          <p:nvPr/>
        </p:nvSpPr>
        <p:spPr bwMode="auto">
          <a:xfrm>
            <a:off x="2138409" y="1900990"/>
            <a:ext cx="4641900" cy="1519318"/>
          </a:xfrm>
          <a:prstGeom prst="rect">
            <a:avLst/>
          </a:prstGeom>
          <a:solidFill>
            <a:srgbClr val="FFFFCC"/>
          </a:solidFill>
          <a:ln w="254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Freeform 9"/>
          <p:cNvSpPr>
            <a:spLocks/>
          </p:cNvSpPr>
          <p:nvPr/>
        </p:nvSpPr>
        <p:spPr bwMode="auto">
          <a:xfrm>
            <a:off x="2144901" y="3453948"/>
            <a:ext cx="4652720" cy="382623"/>
          </a:xfrm>
          <a:custGeom>
            <a:avLst/>
            <a:gdLst>
              <a:gd name="T0" fmla="*/ 0 w 4626"/>
              <a:gd name="T1" fmla="*/ 0 h 544"/>
              <a:gd name="T2" fmla="*/ 861 w 4626"/>
              <a:gd name="T3" fmla="*/ 544 h 544"/>
              <a:gd name="T4" fmla="*/ 1814 w 4626"/>
              <a:gd name="T5" fmla="*/ 544 h 544"/>
              <a:gd name="T6" fmla="*/ 4626 w 4626"/>
              <a:gd name="T7" fmla="*/ 0 h 544"/>
              <a:gd name="T8" fmla="*/ 0 w 4626"/>
              <a:gd name="T9" fmla="*/ 0 h 5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626" h="544">
                <a:moveTo>
                  <a:pt x="0" y="0"/>
                </a:moveTo>
                <a:lnTo>
                  <a:pt x="861" y="544"/>
                </a:lnTo>
                <a:lnTo>
                  <a:pt x="1814" y="544"/>
                </a:lnTo>
                <a:lnTo>
                  <a:pt x="4626" y="0"/>
                </a:lnTo>
                <a:lnTo>
                  <a:pt x="0" y="0"/>
                </a:lnTo>
                <a:close/>
              </a:path>
            </a:pathLst>
          </a:custGeom>
          <a:gradFill rotWithShape="1">
            <a:gsLst>
              <a:gs pos="0">
                <a:srgbClr val="FFFFCC">
                  <a:gamma/>
                  <a:shade val="69804"/>
                  <a:invGamma/>
                </a:srgbClr>
              </a:gs>
              <a:gs pos="100000">
                <a:srgbClr val="FFFFCC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 cap="flat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Line 10"/>
          <p:cNvSpPr>
            <a:spLocks noChangeShapeType="1"/>
          </p:cNvSpPr>
          <p:nvPr/>
        </p:nvSpPr>
        <p:spPr bwMode="auto">
          <a:xfrm>
            <a:off x="2134081" y="2159300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Line 11"/>
          <p:cNvSpPr>
            <a:spLocks noChangeShapeType="1"/>
          </p:cNvSpPr>
          <p:nvPr/>
        </p:nvSpPr>
        <p:spPr bwMode="auto">
          <a:xfrm>
            <a:off x="2142738" y="2414993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Line 12"/>
          <p:cNvSpPr>
            <a:spLocks noChangeShapeType="1"/>
          </p:cNvSpPr>
          <p:nvPr/>
        </p:nvSpPr>
        <p:spPr bwMode="auto">
          <a:xfrm>
            <a:off x="2134081" y="266981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Line 13"/>
          <p:cNvSpPr>
            <a:spLocks noChangeShapeType="1"/>
          </p:cNvSpPr>
          <p:nvPr/>
        </p:nvSpPr>
        <p:spPr bwMode="auto">
          <a:xfrm>
            <a:off x="2134081" y="2924632"/>
            <a:ext cx="464947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Line 14"/>
          <p:cNvSpPr>
            <a:spLocks noChangeShapeType="1"/>
          </p:cNvSpPr>
          <p:nvPr/>
        </p:nvSpPr>
        <p:spPr bwMode="auto">
          <a:xfrm>
            <a:off x="2142738" y="3180324"/>
            <a:ext cx="464081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Line 15"/>
          <p:cNvSpPr>
            <a:spLocks noChangeShapeType="1"/>
          </p:cNvSpPr>
          <p:nvPr/>
        </p:nvSpPr>
        <p:spPr bwMode="auto">
          <a:xfrm>
            <a:off x="446044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Line 35"/>
          <p:cNvSpPr>
            <a:spLocks noChangeShapeType="1"/>
          </p:cNvSpPr>
          <p:nvPr/>
        </p:nvSpPr>
        <p:spPr bwMode="auto">
          <a:xfrm>
            <a:off x="2145983" y="1564139"/>
            <a:ext cx="46310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 type="triangle" w="med" len="lg"/>
            <a:tailEnd type="triangle" w="med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Rectangle 36"/>
          <p:cNvSpPr>
            <a:spLocks noChangeArrowheads="1"/>
          </p:cNvSpPr>
          <p:nvPr/>
        </p:nvSpPr>
        <p:spPr bwMode="auto">
          <a:xfrm>
            <a:off x="4188551" y="1371446"/>
            <a:ext cx="595516" cy="228910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 bits</a:t>
            </a: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1C7C30D-3ACB-4B6B-B0D2-9B128E487053}"/>
              </a:ext>
            </a:extLst>
          </p:cNvPr>
          <p:cNvGrpSpPr/>
          <p:nvPr/>
        </p:nvGrpSpPr>
        <p:grpSpPr>
          <a:xfrm>
            <a:off x="1765733" y="1606091"/>
            <a:ext cx="5078416" cy="206822"/>
            <a:chOff x="1765733" y="1636571"/>
            <a:chExt cx="5078416" cy="206822"/>
          </a:xfrm>
        </p:grpSpPr>
        <p:sp>
          <p:nvSpPr>
            <p:cNvPr id="44" name="Line 37"/>
            <p:cNvSpPr>
              <a:spLocks noChangeShapeType="1"/>
            </p:cNvSpPr>
            <p:nvPr/>
          </p:nvSpPr>
          <p:spPr bwMode="auto">
            <a:xfrm>
              <a:off x="2136246" y="1843393"/>
              <a:ext cx="4635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Line 38"/>
            <p:cNvSpPr>
              <a:spLocks noChangeShapeType="1"/>
            </p:cNvSpPr>
            <p:nvPr/>
          </p:nvSpPr>
          <p:spPr bwMode="auto">
            <a:xfrm>
              <a:off x="2136246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Line 39"/>
            <p:cNvSpPr>
              <a:spLocks noChangeShapeType="1"/>
            </p:cNvSpPr>
            <p:nvPr/>
          </p:nvSpPr>
          <p:spPr bwMode="auto">
            <a:xfrm>
              <a:off x="2281237" y="1799982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" name="Line 40"/>
            <p:cNvSpPr>
              <a:spLocks noChangeShapeType="1"/>
            </p:cNvSpPr>
            <p:nvPr/>
          </p:nvSpPr>
          <p:spPr bwMode="auto">
            <a:xfrm>
              <a:off x="242622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Line 41"/>
            <p:cNvSpPr>
              <a:spLocks noChangeShapeType="1"/>
            </p:cNvSpPr>
            <p:nvPr/>
          </p:nvSpPr>
          <p:spPr bwMode="auto">
            <a:xfrm>
              <a:off x="257122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9" name="Line 42"/>
            <p:cNvSpPr>
              <a:spLocks noChangeShapeType="1"/>
            </p:cNvSpPr>
            <p:nvPr/>
          </p:nvSpPr>
          <p:spPr bwMode="auto">
            <a:xfrm>
              <a:off x="271621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0" name="Line 43"/>
            <p:cNvSpPr>
              <a:spLocks noChangeShapeType="1"/>
            </p:cNvSpPr>
            <p:nvPr/>
          </p:nvSpPr>
          <p:spPr bwMode="auto">
            <a:xfrm>
              <a:off x="286120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Line 44"/>
            <p:cNvSpPr>
              <a:spLocks noChangeShapeType="1"/>
            </p:cNvSpPr>
            <p:nvPr/>
          </p:nvSpPr>
          <p:spPr bwMode="auto">
            <a:xfrm>
              <a:off x="300511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2" name="Line 45"/>
            <p:cNvSpPr>
              <a:spLocks noChangeShapeType="1"/>
            </p:cNvSpPr>
            <p:nvPr/>
          </p:nvSpPr>
          <p:spPr bwMode="auto">
            <a:xfrm>
              <a:off x="315010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3" name="Line 46"/>
            <p:cNvSpPr>
              <a:spLocks noChangeShapeType="1"/>
            </p:cNvSpPr>
            <p:nvPr/>
          </p:nvSpPr>
          <p:spPr bwMode="auto">
            <a:xfrm>
              <a:off x="3295097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4" name="Line 47"/>
            <p:cNvSpPr>
              <a:spLocks noChangeShapeType="1"/>
            </p:cNvSpPr>
            <p:nvPr/>
          </p:nvSpPr>
          <p:spPr bwMode="auto">
            <a:xfrm>
              <a:off x="344008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5" name="Line 48"/>
            <p:cNvSpPr>
              <a:spLocks noChangeShapeType="1"/>
            </p:cNvSpPr>
            <p:nvPr/>
          </p:nvSpPr>
          <p:spPr bwMode="auto">
            <a:xfrm>
              <a:off x="358508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Line 49"/>
            <p:cNvSpPr>
              <a:spLocks noChangeShapeType="1"/>
            </p:cNvSpPr>
            <p:nvPr/>
          </p:nvSpPr>
          <p:spPr bwMode="auto">
            <a:xfrm>
              <a:off x="3730072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Line 50"/>
            <p:cNvSpPr>
              <a:spLocks noChangeShapeType="1"/>
            </p:cNvSpPr>
            <p:nvPr/>
          </p:nvSpPr>
          <p:spPr bwMode="auto">
            <a:xfrm>
              <a:off x="387506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Line 51"/>
            <p:cNvSpPr>
              <a:spLocks noChangeShapeType="1"/>
            </p:cNvSpPr>
            <p:nvPr/>
          </p:nvSpPr>
          <p:spPr bwMode="auto">
            <a:xfrm>
              <a:off x="402005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Line 52"/>
            <p:cNvSpPr>
              <a:spLocks noChangeShapeType="1"/>
            </p:cNvSpPr>
            <p:nvPr/>
          </p:nvSpPr>
          <p:spPr bwMode="auto">
            <a:xfrm>
              <a:off x="4163965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Line 53"/>
            <p:cNvSpPr>
              <a:spLocks noChangeShapeType="1"/>
            </p:cNvSpPr>
            <p:nvPr/>
          </p:nvSpPr>
          <p:spPr bwMode="auto">
            <a:xfrm>
              <a:off x="430895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1" name="Line 54"/>
            <p:cNvSpPr>
              <a:spLocks noChangeShapeType="1"/>
            </p:cNvSpPr>
            <p:nvPr/>
          </p:nvSpPr>
          <p:spPr bwMode="auto">
            <a:xfrm>
              <a:off x="4453949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2" name="Line 55"/>
            <p:cNvSpPr>
              <a:spLocks noChangeShapeType="1"/>
            </p:cNvSpPr>
            <p:nvPr/>
          </p:nvSpPr>
          <p:spPr bwMode="auto">
            <a:xfrm>
              <a:off x="459894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Line 56"/>
            <p:cNvSpPr>
              <a:spLocks noChangeShapeType="1"/>
            </p:cNvSpPr>
            <p:nvPr/>
          </p:nvSpPr>
          <p:spPr bwMode="auto">
            <a:xfrm>
              <a:off x="474393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4" name="Line 57"/>
            <p:cNvSpPr>
              <a:spLocks noChangeShapeType="1"/>
            </p:cNvSpPr>
            <p:nvPr/>
          </p:nvSpPr>
          <p:spPr bwMode="auto">
            <a:xfrm>
              <a:off x="488892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5" name="Line 58"/>
            <p:cNvSpPr>
              <a:spLocks noChangeShapeType="1"/>
            </p:cNvSpPr>
            <p:nvPr/>
          </p:nvSpPr>
          <p:spPr bwMode="auto">
            <a:xfrm>
              <a:off x="503391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6" name="Line 59"/>
            <p:cNvSpPr>
              <a:spLocks noChangeShapeType="1"/>
            </p:cNvSpPr>
            <p:nvPr/>
          </p:nvSpPr>
          <p:spPr bwMode="auto">
            <a:xfrm>
              <a:off x="5178908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Line 60"/>
            <p:cNvSpPr>
              <a:spLocks noChangeShapeType="1"/>
            </p:cNvSpPr>
            <p:nvPr/>
          </p:nvSpPr>
          <p:spPr bwMode="auto">
            <a:xfrm>
              <a:off x="532281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Line 61"/>
            <p:cNvSpPr>
              <a:spLocks noChangeShapeType="1"/>
            </p:cNvSpPr>
            <p:nvPr/>
          </p:nvSpPr>
          <p:spPr bwMode="auto">
            <a:xfrm>
              <a:off x="5467809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9" name="Line 62"/>
            <p:cNvSpPr>
              <a:spLocks noChangeShapeType="1"/>
            </p:cNvSpPr>
            <p:nvPr/>
          </p:nvSpPr>
          <p:spPr bwMode="auto">
            <a:xfrm>
              <a:off x="5612801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0" name="Line 63"/>
            <p:cNvSpPr>
              <a:spLocks noChangeShapeType="1"/>
            </p:cNvSpPr>
            <p:nvPr/>
          </p:nvSpPr>
          <p:spPr bwMode="auto">
            <a:xfrm>
              <a:off x="5757793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1" name="Line 64"/>
            <p:cNvSpPr>
              <a:spLocks noChangeShapeType="1"/>
            </p:cNvSpPr>
            <p:nvPr/>
          </p:nvSpPr>
          <p:spPr bwMode="auto">
            <a:xfrm>
              <a:off x="5902784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2" name="Line 65"/>
            <p:cNvSpPr>
              <a:spLocks noChangeShapeType="1"/>
            </p:cNvSpPr>
            <p:nvPr/>
          </p:nvSpPr>
          <p:spPr bwMode="auto">
            <a:xfrm>
              <a:off x="6047776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3" name="Line 66"/>
            <p:cNvSpPr>
              <a:spLocks noChangeShapeType="1"/>
            </p:cNvSpPr>
            <p:nvPr/>
          </p:nvSpPr>
          <p:spPr bwMode="auto">
            <a:xfrm>
              <a:off x="6192767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4" name="Line 67"/>
            <p:cNvSpPr>
              <a:spLocks noChangeShapeType="1"/>
            </p:cNvSpPr>
            <p:nvPr/>
          </p:nvSpPr>
          <p:spPr bwMode="auto">
            <a:xfrm>
              <a:off x="633776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5" name="Line 68"/>
            <p:cNvSpPr>
              <a:spLocks noChangeShapeType="1"/>
            </p:cNvSpPr>
            <p:nvPr/>
          </p:nvSpPr>
          <p:spPr bwMode="auto">
            <a:xfrm>
              <a:off x="6481670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6" name="Line 69"/>
            <p:cNvSpPr>
              <a:spLocks noChangeShapeType="1"/>
            </p:cNvSpPr>
            <p:nvPr/>
          </p:nvSpPr>
          <p:spPr bwMode="auto">
            <a:xfrm>
              <a:off x="6626661" y="1799477"/>
              <a:ext cx="0" cy="360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77" name="Line 70"/>
            <p:cNvSpPr>
              <a:spLocks noChangeShapeType="1"/>
            </p:cNvSpPr>
            <p:nvPr/>
          </p:nvSpPr>
          <p:spPr bwMode="auto">
            <a:xfrm>
              <a:off x="6771653" y="1770089"/>
              <a:ext cx="0" cy="73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8" name="Rectangle 80"/>
            <p:cNvSpPr>
              <a:spLocks noChangeArrowheads="1"/>
            </p:cNvSpPr>
            <p:nvPr/>
          </p:nvSpPr>
          <p:spPr bwMode="auto">
            <a:xfrm>
              <a:off x="1765733" y="1636571"/>
              <a:ext cx="5078416" cy="2058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比特    </a:t>
              </a:r>
              <a:r>
                <a:rPr kumimoji="1" lang="en-US" altLang="zh-CN" sz="9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0                                8                                16                              24                          31</a:t>
              </a:r>
            </a:p>
          </p:txBody>
        </p:sp>
      </p:grpSp>
      <p:sp>
        <p:nvSpPr>
          <p:cNvPr id="104" name="Line 96"/>
          <p:cNvSpPr>
            <a:spLocks noChangeShapeType="1"/>
          </p:cNvSpPr>
          <p:nvPr/>
        </p:nvSpPr>
        <p:spPr bwMode="auto">
          <a:xfrm>
            <a:off x="6844149" y="1892263"/>
            <a:ext cx="32014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Line 97"/>
          <p:cNvSpPr>
            <a:spLocks noChangeShapeType="1"/>
          </p:cNvSpPr>
          <p:nvPr/>
        </p:nvSpPr>
        <p:spPr bwMode="auto">
          <a:xfrm>
            <a:off x="6844148" y="3176833"/>
            <a:ext cx="320141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Line 98"/>
          <p:cNvSpPr>
            <a:spLocks noChangeShapeType="1"/>
          </p:cNvSpPr>
          <p:nvPr/>
        </p:nvSpPr>
        <p:spPr bwMode="auto">
          <a:xfrm>
            <a:off x="1779176" y="1906226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Line 99"/>
          <p:cNvSpPr>
            <a:spLocks noChangeShapeType="1"/>
          </p:cNvSpPr>
          <p:nvPr/>
        </p:nvSpPr>
        <p:spPr bwMode="auto">
          <a:xfrm>
            <a:off x="1787832" y="3413327"/>
            <a:ext cx="320280" cy="0"/>
          </a:xfrm>
          <a:prstGeom prst="line">
            <a:avLst/>
          </a:prstGeom>
          <a:noFill/>
          <a:ln w="12700">
            <a:solidFill>
              <a:schemeClr val="tx1">
                <a:lumMod val="50000"/>
                <a:lumOff val="50000"/>
              </a:schemeClr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9" name="Line 15"/>
          <p:cNvSpPr>
            <a:spLocks noChangeShapeType="1"/>
          </p:cNvSpPr>
          <p:nvPr/>
        </p:nvSpPr>
        <p:spPr bwMode="auto">
          <a:xfrm>
            <a:off x="2718801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2" name="Line 15"/>
          <p:cNvSpPr>
            <a:spLocks noChangeShapeType="1"/>
          </p:cNvSpPr>
          <p:nvPr/>
        </p:nvSpPr>
        <p:spPr bwMode="auto">
          <a:xfrm>
            <a:off x="4460441" y="2159290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3" name="Line 15"/>
          <p:cNvSpPr>
            <a:spLocks noChangeShapeType="1"/>
          </p:cNvSpPr>
          <p:nvPr/>
        </p:nvSpPr>
        <p:spPr bwMode="auto">
          <a:xfrm>
            <a:off x="4903967" y="2153056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4" name="Line 15"/>
          <p:cNvSpPr>
            <a:spLocks noChangeShapeType="1"/>
          </p:cNvSpPr>
          <p:nvPr/>
        </p:nvSpPr>
        <p:spPr bwMode="auto">
          <a:xfrm>
            <a:off x="3293874" y="190360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5" name="Line 15"/>
          <p:cNvSpPr>
            <a:spLocks noChangeShapeType="1"/>
          </p:cNvSpPr>
          <p:nvPr/>
        </p:nvSpPr>
        <p:spPr bwMode="auto">
          <a:xfrm>
            <a:off x="3293874" y="2414993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7" name="Line 15"/>
          <p:cNvSpPr>
            <a:spLocks noChangeShapeType="1"/>
          </p:cNvSpPr>
          <p:nvPr/>
        </p:nvSpPr>
        <p:spPr bwMode="auto">
          <a:xfrm>
            <a:off x="4460441" y="2410504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4" name="Line 15"/>
          <p:cNvSpPr>
            <a:spLocks noChangeShapeType="1"/>
          </p:cNvSpPr>
          <p:nvPr/>
        </p:nvSpPr>
        <p:spPr bwMode="auto">
          <a:xfrm>
            <a:off x="5938157" y="3171598"/>
            <a:ext cx="0" cy="26092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D566D547-94FC-4EB1-B396-4204343844FC}"/>
              </a:ext>
            </a:extLst>
          </p:cNvPr>
          <p:cNvGrpSpPr/>
          <p:nvPr/>
        </p:nvGrpSpPr>
        <p:grpSpPr>
          <a:xfrm>
            <a:off x="2149674" y="1919559"/>
            <a:ext cx="4459415" cy="1500658"/>
            <a:chOff x="2149674" y="1919559"/>
            <a:chExt cx="4459415" cy="1500658"/>
          </a:xfrm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</p:grpSpPr>
        <p:sp>
          <p:nvSpPr>
            <p:cNvPr id="23" name="Rectangle 16"/>
            <p:cNvSpPr>
              <a:spLocks noChangeArrowheads="1"/>
            </p:cNvSpPr>
            <p:nvPr/>
          </p:nvSpPr>
          <p:spPr bwMode="auto">
            <a:xfrm>
              <a:off x="4975005" y="1919559"/>
              <a:ext cx="1185422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数据报长度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(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)</a:t>
              </a:r>
              <a:endPara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5" name="Rectangle 18"/>
            <p:cNvSpPr>
              <a:spLocks noChangeArrowheads="1"/>
            </p:cNvSpPr>
            <p:nvPr/>
          </p:nvSpPr>
          <p:spPr bwMode="auto">
            <a:xfrm>
              <a:off x="5191891" y="2438983"/>
              <a:ext cx="810319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首部检验和</a:t>
              </a:r>
            </a:p>
          </p:txBody>
        </p:sp>
        <p:sp>
          <p:nvSpPr>
            <p:cNvPr id="26" name="Rectangle 19"/>
            <p:cNvSpPr>
              <a:spLocks noChangeArrowheads="1"/>
            </p:cNvSpPr>
            <p:nvPr/>
          </p:nvSpPr>
          <p:spPr bwMode="auto">
            <a:xfrm>
              <a:off x="3512043" y="3185291"/>
              <a:ext cx="1931421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选项字段（如果有的话）</a:t>
              </a:r>
            </a:p>
          </p:txBody>
        </p:sp>
        <p:sp>
          <p:nvSpPr>
            <p:cNvPr id="27" name="Rectangle 20"/>
            <p:cNvSpPr>
              <a:spLocks noChangeArrowheads="1"/>
            </p:cNvSpPr>
            <p:nvPr/>
          </p:nvSpPr>
          <p:spPr bwMode="auto">
            <a:xfrm>
              <a:off x="3528892" y="1919559"/>
              <a:ext cx="71920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服务类型</a:t>
              </a:r>
            </a:p>
          </p:txBody>
        </p:sp>
        <p:sp>
          <p:nvSpPr>
            <p:cNvPr id="28" name="Rectangle 21"/>
            <p:cNvSpPr>
              <a:spLocks noChangeArrowheads="1"/>
            </p:cNvSpPr>
            <p:nvPr/>
          </p:nvSpPr>
          <p:spPr bwMode="auto">
            <a:xfrm>
              <a:off x="4423490" y="2172088"/>
              <a:ext cx="534870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标志</a:t>
              </a:r>
            </a:p>
          </p:txBody>
        </p:sp>
        <p:sp>
          <p:nvSpPr>
            <p:cNvPr id="32" name="Rectangle 25"/>
            <p:cNvSpPr>
              <a:spLocks noChangeArrowheads="1"/>
            </p:cNvSpPr>
            <p:nvPr/>
          </p:nvSpPr>
          <p:spPr bwMode="auto">
            <a:xfrm>
              <a:off x="2331010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生存次数</a:t>
              </a:r>
            </a:p>
          </p:txBody>
        </p:sp>
        <p:sp>
          <p:nvSpPr>
            <p:cNvPr id="110" name="Rectangle 21"/>
            <p:cNvSpPr>
              <a:spLocks noChangeArrowheads="1"/>
            </p:cNvSpPr>
            <p:nvPr/>
          </p:nvSpPr>
          <p:spPr bwMode="auto">
            <a:xfrm>
              <a:off x="2921436" y="2171760"/>
              <a:ext cx="8086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16bit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标识</a:t>
              </a:r>
            </a:p>
          </p:txBody>
        </p:sp>
        <p:sp>
          <p:nvSpPr>
            <p:cNvPr id="116" name="Rectangle 25"/>
            <p:cNvSpPr>
              <a:spLocks noChangeArrowheads="1"/>
            </p:cNvSpPr>
            <p:nvPr/>
          </p:nvSpPr>
          <p:spPr bwMode="auto">
            <a:xfrm>
              <a:off x="3435149" y="2431740"/>
              <a:ext cx="884017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上层协议</a:t>
              </a:r>
            </a:p>
          </p:txBody>
        </p:sp>
        <p:sp>
          <p:nvSpPr>
            <p:cNvPr id="118" name="Rectangle 18"/>
            <p:cNvSpPr>
              <a:spLocks noChangeArrowheads="1"/>
            </p:cNvSpPr>
            <p:nvPr/>
          </p:nvSpPr>
          <p:spPr bwMode="auto">
            <a:xfrm>
              <a:off x="3907525" y="2693751"/>
              <a:ext cx="113252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源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119" name="Rectangle 18"/>
            <p:cNvSpPr>
              <a:spLocks noChangeArrowheads="1"/>
            </p:cNvSpPr>
            <p:nvPr/>
          </p:nvSpPr>
          <p:spPr bwMode="auto">
            <a:xfrm>
              <a:off x="3845067" y="2943502"/>
              <a:ext cx="1267175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32bits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目的</a:t>
              </a:r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地址</a:t>
              </a:r>
            </a:p>
          </p:txBody>
        </p:sp>
        <p:sp>
          <p:nvSpPr>
            <p:cNvPr id="121" name="Rectangle 20"/>
            <p:cNvSpPr>
              <a:spLocks noChangeArrowheads="1"/>
            </p:cNvSpPr>
            <p:nvPr/>
          </p:nvSpPr>
          <p:spPr bwMode="auto">
            <a:xfrm>
              <a:off x="2149674" y="1926029"/>
              <a:ext cx="577108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版本</a:t>
              </a:r>
            </a:p>
          </p:txBody>
        </p:sp>
        <p:sp>
          <p:nvSpPr>
            <p:cNvPr id="122" name="Rectangle 20"/>
            <p:cNvSpPr>
              <a:spLocks noChangeArrowheads="1"/>
            </p:cNvSpPr>
            <p:nvPr/>
          </p:nvSpPr>
          <p:spPr bwMode="auto">
            <a:xfrm>
              <a:off x="2642444" y="1926029"/>
              <a:ext cx="710363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首部长度</a:t>
              </a:r>
            </a:p>
          </p:txBody>
        </p:sp>
        <p:sp>
          <p:nvSpPr>
            <p:cNvPr id="125" name="Rectangle 21"/>
            <p:cNvSpPr>
              <a:spLocks noChangeArrowheads="1"/>
            </p:cNvSpPr>
            <p:nvPr/>
          </p:nvSpPr>
          <p:spPr bwMode="auto">
            <a:xfrm>
              <a:off x="6074219" y="3191307"/>
              <a:ext cx="534870" cy="228910"/>
            </a:xfrm>
            <a:prstGeom prst="rect">
              <a:avLst/>
            </a:prstGeom>
            <a:noFill/>
            <a:ln>
              <a:noFill/>
            </a:ln>
            <a:effectLst>
              <a:glow rad="63500">
                <a:schemeClr val="accent3">
                  <a:satMod val="175000"/>
                  <a:alpha val="40000"/>
                </a:schemeClr>
              </a:glow>
            </a:effectLst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  充</a:t>
              </a:r>
            </a:p>
          </p:txBody>
        </p:sp>
        <p:sp>
          <p:nvSpPr>
            <p:cNvPr id="123" name="Rectangle 21"/>
            <p:cNvSpPr>
              <a:spLocks noChangeArrowheads="1"/>
            </p:cNvSpPr>
            <p:nvPr/>
          </p:nvSpPr>
          <p:spPr bwMode="auto">
            <a:xfrm>
              <a:off x="5250037" y="2171760"/>
              <a:ext cx="1174174" cy="228910"/>
            </a:xfrm>
            <a:prstGeom prst="rect">
              <a:avLst/>
            </a:prstGeom>
            <a:noFill/>
            <a:ln>
              <a:noFill/>
            </a:ln>
            <a:effectLst/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13bit </a:t>
              </a:r>
              <a:r>
                <a:rPr kumimoji="1" lang="zh-CN" altLang="en-US" sz="1050" b="1" dirty="0">
                  <a:solidFill>
                    <a:srgbClr val="333399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片偏移</a:t>
              </a:r>
            </a:p>
          </p:txBody>
        </p:sp>
      </p:grpSp>
      <p:sp>
        <p:nvSpPr>
          <p:cNvPr id="150" name="灯片编号占位符 2">
            <a:extLst>
              <a:ext uri="{FF2B5EF4-FFF2-40B4-BE49-F238E27FC236}">
                <a16:creationId xmlns:a16="http://schemas.microsoft.com/office/drawing/2014/main" id="{4C3E1F7F-BDC1-4194-97E8-5909DF6EF03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7</a:t>
            </a:fld>
            <a:endParaRPr lang="en-US" altLang="zh-CN" dirty="0"/>
          </a:p>
        </p:txBody>
      </p:sp>
      <p:sp>
        <p:nvSpPr>
          <p:cNvPr id="151" name="AutoShape 5">
            <a:extLst>
              <a:ext uri="{FF2B5EF4-FFF2-40B4-BE49-F238E27FC236}">
                <a16:creationId xmlns:a16="http://schemas.microsoft.com/office/drawing/2014/main" id="{F2874952-0402-42F2-AB06-70B5796227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96" name="Rectangle 86">
            <a:extLst>
              <a:ext uri="{FF2B5EF4-FFF2-40B4-BE49-F238E27FC236}">
                <a16:creationId xmlns:a16="http://schemas.microsoft.com/office/drawing/2014/main" id="{59B6BDC5-8B2C-4D9F-BA76-4FD99E52E4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507" y="3861489"/>
            <a:ext cx="787090" cy="3684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E620A1DA-79E0-4474-B6B1-EE6A51017B68}"/>
              </a:ext>
            </a:extLst>
          </p:cNvPr>
          <p:cNvSpPr/>
          <p:nvPr/>
        </p:nvSpPr>
        <p:spPr>
          <a:xfrm>
            <a:off x="3787596" y="3861230"/>
            <a:ext cx="3736721" cy="368432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9" name="Rectangle 2">
            <a:extLst>
              <a:ext uri="{FF2B5EF4-FFF2-40B4-BE49-F238E27FC236}">
                <a16:creationId xmlns:a16="http://schemas.microsoft.com/office/drawing/2014/main" id="{4E8F4D5B-8C45-433F-91D9-C732B2EEB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2744" y="4526489"/>
            <a:ext cx="835325" cy="277509"/>
          </a:xfrm>
          <a:prstGeom prst="rect">
            <a:avLst/>
          </a:prstGeom>
          <a:solidFill>
            <a:srgbClr val="CCFF99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0" name="Rectangle 86">
            <a:extLst>
              <a:ext uri="{FF2B5EF4-FFF2-40B4-BE49-F238E27FC236}">
                <a16:creationId xmlns:a16="http://schemas.microsoft.com/office/drawing/2014/main" id="{12E285EE-A8EB-43F2-B453-01121D1D7E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5402" y="3906093"/>
            <a:ext cx="2118759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1" name="Line 87">
            <a:extLst>
              <a:ext uri="{FF2B5EF4-FFF2-40B4-BE49-F238E27FC236}">
                <a16:creationId xmlns:a16="http://schemas.microsoft.com/office/drawing/2014/main" id="{55FE7E61-1F0B-4B22-B7C9-0E2D6DDB65C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65403" y="3912203"/>
            <a:ext cx="0" cy="27227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2" name="Rectangle 88">
            <a:extLst>
              <a:ext uri="{FF2B5EF4-FFF2-40B4-BE49-F238E27FC236}">
                <a16:creationId xmlns:a16="http://schemas.microsoft.com/office/drawing/2014/main" id="{7D8FEC96-925C-4B8C-8351-97FEE220BB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9815" y="3932176"/>
            <a:ext cx="491240" cy="1483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3" name="Rectangle 89">
            <a:extLst>
              <a:ext uri="{FF2B5EF4-FFF2-40B4-BE49-F238E27FC236}">
                <a16:creationId xmlns:a16="http://schemas.microsoft.com/office/drawing/2014/main" id="{82288D8F-0467-48C0-8997-FFE0181E92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5226" y="3939902"/>
            <a:ext cx="579486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</a:t>
            </a:r>
          </a:p>
        </p:txBody>
      </p:sp>
      <p:sp>
        <p:nvSpPr>
          <p:cNvPr id="108" name="Rectangle 90">
            <a:extLst>
              <a:ext uri="{FF2B5EF4-FFF2-40B4-BE49-F238E27FC236}">
                <a16:creationId xmlns:a16="http://schemas.microsoft.com/office/drawing/2014/main" id="{E92CE5D0-1134-418E-B90A-DE3A043FA3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9495" y="3920056"/>
            <a:ext cx="693940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kumimoji="1" lang="zh-CN" altLang="en-US" sz="1050" b="1" dirty="0">
                <a:solidFill>
                  <a:srgbClr val="3333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111" name="Rectangle 91">
            <a:extLst>
              <a:ext uri="{FF2B5EF4-FFF2-40B4-BE49-F238E27FC236}">
                <a16:creationId xmlns:a16="http://schemas.microsoft.com/office/drawing/2014/main" id="{7DA50639-0AF1-4933-B992-C760DBCA5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070" y="4526489"/>
            <a:ext cx="4526247" cy="277509"/>
          </a:xfrm>
          <a:prstGeom prst="rect">
            <a:avLst/>
          </a:prstGeom>
          <a:solidFill>
            <a:srgbClr val="FFCCFF"/>
          </a:solidFill>
          <a:ln w="38100">
            <a:solidFill>
              <a:srgbClr val="333399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7" name="Rectangle 92">
            <a:extLst>
              <a:ext uri="{FF2B5EF4-FFF2-40B4-BE49-F238E27FC236}">
                <a16:creationId xmlns:a16="http://schemas.microsoft.com/office/drawing/2014/main" id="{BDE1439E-0C91-485E-A24F-883D3F826D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5490" y="4558778"/>
            <a:ext cx="714139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 </a:t>
            </a:r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</a:t>
            </a:r>
          </a:p>
        </p:txBody>
      </p:sp>
      <p:sp>
        <p:nvSpPr>
          <p:cNvPr id="129" name="Rectangle 93">
            <a:extLst>
              <a:ext uri="{FF2B5EF4-FFF2-40B4-BE49-F238E27FC236}">
                <a16:creationId xmlns:a16="http://schemas.microsoft.com/office/drawing/2014/main" id="{0781DDB4-D005-4364-9D2B-3C88BFB6A6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3966" y="4558778"/>
            <a:ext cx="541014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帧首部</a:t>
            </a:r>
          </a:p>
        </p:txBody>
      </p:sp>
      <p:sp>
        <p:nvSpPr>
          <p:cNvPr id="131" name="Line 87">
            <a:extLst>
              <a:ext uri="{FF2B5EF4-FFF2-40B4-BE49-F238E27FC236}">
                <a16:creationId xmlns:a16="http://schemas.microsoft.com/office/drawing/2014/main" id="{E523A07D-83D9-4657-B837-505CBA2CDED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764930" y="3905834"/>
            <a:ext cx="0" cy="27227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2" name="Rectangle 89">
            <a:extLst>
              <a:ext uri="{FF2B5EF4-FFF2-40B4-BE49-F238E27FC236}">
                <a16:creationId xmlns:a16="http://schemas.microsoft.com/office/drawing/2014/main" id="{FEADC8E7-2721-446B-9BBF-3890E6287E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12444" y="3950599"/>
            <a:ext cx="714139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报文段首部</a:t>
            </a:r>
          </a:p>
        </p:txBody>
      </p:sp>
      <p:sp>
        <p:nvSpPr>
          <p:cNvPr id="133" name="Rectangle 84">
            <a:extLst>
              <a:ext uri="{FF2B5EF4-FFF2-40B4-BE49-F238E27FC236}">
                <a16:creationId xmlns:a16="http://schemas.microsoft.com/office/drawing/2014/main" id="{4A012BB3-2BC3-45CA-8D59-6088B2449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9778" y="3945426"/>
            <a:ext cx="1052373" cy="2058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DDDDDD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TCP/UDP </a:t>
            </a:r>
            <a:r>
              <a:rPr kumimoji="1"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报文段</a:t>
            </a:r>
          </a:p>
        </p:txBody>
      </p:sp>
      <p:sp>
        <p:nvSpPr>
          <p:cNvPr id="140" name="AutoShape 94">
            <a:extLst>
              <a:ext uri="{FF2B5EF4-FFF2-40B4-BE49-F238E27FC236}">
                <a16:creationId xmlns:a16="http://schemas.microsoft.com/office/drawing/2014/main" id="{3FB1B01E-92D6-469A-A89F-6F78B133D2D2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4125149" y="4322201"/>
            <a:ext cx="187968" cy="129670"/>
          </a:xfrm>
          <a:prstGeom prst="leftArrow">
            <a:avLst>
              <a:gd name="adj1" fmla="val 50000"/>
              <a:gd name="adj2" fmla="val 70710"/>
            </a:avLst>
          </a:prstGeom>
          <a:solidFill>
            <a:schemeClr val="tx1">
              <a:lumMod val="50000"/>
              <a:lumOff val="50000"/>
              <a:alpha val="42999"/>
            </a:schemeClr>
          </a:solidFill>
          <a:ln w="12700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1" name="Rectangle 82">
            <a:extLst>
              <a:ext uri="{FF2B5EF4-FFF2-40B4-BE49-F238E27FC236}">
                <a16:creationId xmlns:a16="http://schemas.microsoft.com/office/drawing/2014/main" id="{295B569D-08AD-40E8-97CD-8222A40C55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1281" y="3920056"/>
            <a:ext cx="970817" cy="27140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 anchor="ctr"/>
          <a:lstStyle/>
          <a:p>
            <a:pPr algn="ctr"/>
            <a:r>
              <a:rPr lang="en-US" altLang="zh-CN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ICMP </a:t>
            </a:r>
            <a:r>
              <a:rPr lang="zh-CN" altLang="en-US" sz="90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报文</a:t>
            </a:r>
          </a:p>
        </p:txBody>
      </p:sp>
      <p:sp>
        <p:nvSpPr>
          <p:cNvPr id="142" name="Rectangle 86">
            <a:extLst>
              <a:ext uri="{FF2B5EF4-FFF2-40B4-BE49-F238E27FC236}">
                <a16:creationId xmlns:a16="http://schemas.microsoft.com/office/drawing/2014/main" id="{EAE3853A-8947-42E2-BE96-B22D908F6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5756" y="3906093"/>
            <a:ext cx="976342" cy="278382"/>
          </a:xfrm>
          <a:prstGeom prst="rect">
            <a:avLst/>
          </a:prstGeom>
          <a:noFill/>
          <a:ln w="15875">
            <a:solidFill>
              <a:srgbClr val="333399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05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3" name="Rectangle 90">
            <a:extLst>
              <a:ext uri="{FF2B5EF4-FFF2-40B4-BE49-F238E27FC236}">
                <a16:creationId xmlns:a16="http://schemas.microsoft.com/office/drawing/2014/main" id="{15BD165D-CD95-4FBA-A164-D689CAAD43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9423" y="3920056"/>
            <a:ext cx="334758" cy="228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67866" tIns="33338" rIns="67866" bIns="33338">
            <a:spAutoFit/>
          </a:bodyPr>
          <a:lstStyle>
            <a:lvl1pPr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286000" defTabSz="762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7432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2004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6576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114800" defTabSz="7620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1050" b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or</a:t>
            </a:r>
            <a:endParaRPr kumimoji="1" lang="zh-CN" altLang="en-US" sz="1050" b="1" dirty="0">
              <a:solidFill>
                <a:schemeClr val="bg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590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5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" grpId="0" animBg="1"/>
      <p:bldP spid="15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5999"/>
            <a:ext cx="5616624" cy="163068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4356496" cy="116955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协议版本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协议的版本号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v4 {0100}</a:t>
            </a:r>
            <a:r>
              <a:rPr lang="en-US" altLang="zh-CN" sz="1400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或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v6 {0110}</a:t>
            </a:r>
            <a:r>
              <a:rPr lang="en-US" altLang="zh-CN" sz="1400" baseline="-250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不同版本的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数据包首部字段不同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路由器能确定如何解释剩余字段</a:t>
            </a:r>
          </a:p>
        </p:txBody>
      </p:sp>
      <p:grpSp>
        <p:nvGrpSpPr>
          <p:cNvPr id="356" name="组合 355">
            <a:extLst>
              <a:ext uri="{FF2B5EF4-FFF2-40B4-BE49-F238E27FC236}">
                <a16:creationId xmlns:a16="http://schemas.microsoft.com/office/drawing/2014/main" id="{BEF0DB2B-C7CF-4639-9C05-E77067E39C07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357" name="Line 3">
              <a:extLst>
                <a:ext uri="{FF2B5EF4-FFF2-40B4-BE49-F238E27FC236}">
                  <a16:creationId xmlns:a16="http://schemas.microsoft.com/office/drawing/2014/main" id="{FC6FE0AA-0CC4-4DAA-8755-3E8E7D3593B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58" name="Rectangle 4">
              <a:extLst>
                <a:ext uri="{FF2B5EF4-FFF2-40B4-BE49-F238E27FC236}">
                  <a16:creationId xmlns:a16="http://schemas.microsoft.com/office/drawing/2014/main" id="{4F91E0EE-8FE4-4D25-BC79-BA6D267E96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359" name="Line 5">
              <a:extLst>
                <a:ext uri="{FF2B5EF4-FFF2-40B4-BE49-F238E27FC236}">
                  <a16:creationId xmlns:a16="http://schemas.microsoft.com/office/drawing/2014/main" id="{A3A229DE-DBB5-43F6-A3D3-3A80172357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0" name="Rectangle 6">
              <a:extLst>
                <a:ext uri="{FF2B5EF4-FFF2-40B4-BE49-F238E27FC236}">
                  <a16:creationId xmlns:a16="http://schemas.microsoft.com/office/drawing/2014/main" id="{DC812B50-1856-4B33-9A89-B43732B19C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361" name="Rectangle 7">
              <a:extLst>
                <a:ext uri="{FF2B5EF4-FFF2-40B4-BE49-F238E27FC236}">
                  <a16:creationId xmlns:a16="http://schemas.microsoft.com/office/drawing/2014/main" id="{824DB9B5-5CF3-4A74-A3D1-3F24405D1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2" name="Freeform 9">
              <a:extLst>
                <a:ext uri="{FF2B5EF4-FFF2-40B4-BE49-F238E27FC236}">
                  <a16:creationId xmlns:a16="http://schemas.microsoft.com/office/drawing/2014/main" id="{75442037-4B2F-49CC-B00E-2A1B26A5A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3" name="Line 10">
              <a:extLst>
                <a:ext uri="{FF2B5EF4-FFF2-40B4-BE49-F238E27FC236}">
                  <a16:creationId xmlns:a16="http://schemas.microsoft.com/office/drawing/2014/main" id="{B567208E-AD8D-4CA5-87E3-734EF2174B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4" name="Line 11">
              <a:extLst>
                <a:ext uri="{FF2B5EF4-FFF2-40B4-BE49-F238E27FC236}">
                  <a16:creationId xmlns:a16="http://schemas.microsoft.com/office/drawing/2014/main" id="{0BF85B1B-CEA3-45AF-B641-01AC325FE0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5" name="Line 12">
              <a:extLst>
                <a:ext uri="{FF2B5EF4-FFF2-40B4-BE49-F238E27FC236}">
                  <a16:creationId xmlns:a16="http://schemas.microsoft.com/office/drawing/2014/main" id="{D77C09BD-3D5A-4DD4-BF40-8B76D9C3A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6" name="Line 13">
              <a:extLst>
                <a:ext uri="{FF2B5EF4-FFF2-40B4-BE49-F238E27FC236}">
                  <a16:creationId xmlns:a16="http://schemas.microsoft.com/office/drawing/2014/main" id="{66330122-6901-4BBA-B440-D34855AD7D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7" name="Line 14">
              <a:extLst>
                <a:ext uri="{FF2B5EF4-FFF2-40B4-BE49-F238E27FC236}">
                  <a16:creationId xmlns:a16="http://schemas.microsoft.com/office/drawing/2014/main" id="{E5BDF5E4-90D0-4DE8-9A5B-84DCB4769F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8" name="Line 15">
              <a:extLst>
                <a:ext uri="{FF2B5EF4-FFF2-40B4-BE49-F238E27FC236}">
                  <a16:creationId xmlns:a16="http://schemas.microsoft.com/office/drawing/2014/main" id="{D980E14B-DE50-4396-AF8F-3369FF9FD6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69" name="Line 35">
              <a:extLst>
                <a:ext uri="{FF2B5EF4-FFF2-40B4-BE49-F238E27FC236}">
                  <a16:creationId xmlns:a16="http://schemas.microsoft.com/office/drawing/2014/main" id="{80DD8B43-810E-4BB0-AF3D-DC1B36CF6B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0" name="Rectangle 36">
              <a:extLst>
                <a:ext uri="{FF2B5EF4-FFF2-40B4-BE49-F238E27FC236}">
                  <a16:creationId xmlns:a16="http://schemas.microsoft.com/office/drawing/2014/main" id="{C253DB9E-32B1-4830-9914-3C900A3FD6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371" name="组合 370">
              <a:extLst>
                <a:ext uri="{FF2B5EF4-FFF2-40B4-BE49-F238E27FC236}">
                  <a16:creationId xmlns:a16="http://schemas.microsoft.com/office/drawing/2014/main" id="{743E8FF2-959D-4C3A-A264-69294A614E1A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400" name="Line 37">
                <a:extLst>
                  <a:ext uri="{FF2B5EF4-FFF2-40B4-BE49-F238E27FC236}">
                    <a16:creationId xmlns:a16="http://schemas.microsoft.com/office/drawing/2014/main" id="{36C9BFA1-95B6-4F10-AA67-15B38E60B3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1" name="Line 38">
                <a:extLst>
                  <a:ext uri="{FF2B5EF4-FFF2-40B4-BE49-F238E27FC236}">
                    <a16:creationId xmlns:a16="http://schemas.microsoft.com/office/drawing/2014/main" id="{DDE28620-47FD-4C32-AF0F-09ED745410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2" name="Line 39">
                <a:extLst>
                  <a:ext uri="{FF2B5EF4-FFF2-40B4-BE49-F238E27FC236}">
                    <a16:creationId xmlns:a16="http://schemas.microsoft.com/office/drawing/2014/main" id="{739609E7-73EC-43CD-B78F-82611B86C9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3" name="Line 40">
                <a:extLst>
                  <a:ext uri="{FF2B5EF4-FFF2-40B4-BE49-F238E27FC236}">
                    <a16:creationId xmlns:a16="http://schemas.microsoft.com/office/drawing/2014/main" id="{776592DF-DFFF-4E2C-83A0-67C78F8BB1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4" name="Line 41">
                <a:extLst>
                  <a:ext uri="{FF2B5EF4-FFF2-40B4-BE49-F238E27FC236}">
                    <a16:creationId xmlns:a16="http://schemas.microsoft.com/office/drawing/2014/main" id="{796A52F3-D051-484D-B151-C7F91733B7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5" name="Line 42">
                <a:extLst>
                  <a:ext uri="{FF2B5EF4-FFF2-40B4-BE49-F238E27FC236}">
                    <a16:creationId xmlns:a16="http://schemas.microsoft.com/office/drawing/2014/main" id="{446FED09-0903-436B-A75C-6BC8364839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6" name="Line 43">
                <a:extLst>
                  <a:ext uri="{FF2B5EF4-FFF2-40B4-BE49-F238E27FC236}">
                    <a16:creationId xmlns:a16="http://schemas.microsoft.com/office/drawing/2014/main" id="{0EBB5445-D5DA-44CE-843F-445CED19B8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7" name="Line 44">
                <a:extLst>
                  <a:ext uri="{FF2B5EF4-FFF2-40B4-BE49-F238E27FC236}">
                    <a16:creationId xmlns:a16="http://schemas.microsoft.com/office/drawing/2014/main" id="{1636EB8D-9E32-4F0A-9215-375CC37832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8" name="Line 45">
                <a:extLst>
                  <a:ext uri="{FF2B5EF4-FFF2-40B4-BE49-F238E27FC236}">
                    <a16:creationId xmlns:a16="http://schemas.microsoft.com/office/drawing/2014/main" id="{140E807C-0254-4F9C-B069-97A2FDAFC0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9" name="Line 46">
                <a:extLst>
                  <a:ext uri="{FF2B5EF4-FFF2-40B4-BE49-F238E27FC236}">
                    <a16:creationId xmlns:a16="http://schemas.microsoft.com/office/drawing/2014/main" id="{0FFD465F-A212-43B1-8902-0804571CB0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0" name="Line 47">
                <a:extLst>
                  <a:ext uri="{FF2B5EF4-FFF2-40B4-BE49-F238E27FC236}">
                    <a16:creationId xmlns:a16="http://schemas.microsoft.com/office/drawing/2014/main" id="{01AAE0E7-07B7-4848-AA1E-084F6F3A9C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1" name="Line 48">
                <a:extLst>
                  <a:ext uri="{FF2B5EF4-FFF2-40B4-BE49-F238E27FC236}">
                    <a16:creationId xmlns:a16="http://schemas.microsoft.com/office/drawing/2014/main" id="{F2D50308-7DA5-4017-AA50-4605DD0E55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2" name="Line 49">
                <a:extLst>
                  <a:ext uri="{FF2B5EF4-FFF2-40B4-BE49-F238E27FC236}">
                    <a16:creationId xmlns:a16="http://schemas.microsoft.com/office/drawing/2014/main" id="{5B8B07F9-74E0-4079-A8BC-B69BAB827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3" name="Line 50">
                <a:extLst>
                  <a:ext uri="{FF2B5EF4-FFF2-40B4-BE49-F238E27FC236}">
                    <a16:creationId xmlns:a16="http://schemas.microsoft.com/office/drawing/2014/main" id="{8FCD773F-D396-4AA7-8EF3-45798DDC22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4" name="Line 51">
                <a:extLst>
                  <a:ext uri="{FF2B5EF4-FFF2-40B4-BE49-F238E27FC236}">
                    <a16:creationId xmlns:a16="http://schemas.microsoft.com/office/drawing/2014/main" id="{DE1FD3C7-759A-486B-819B-3B66446CC4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5" name="Line 52">
                <a:extLst>
                  <a:ext uri="{FF2B5EF4-FFF2-40B4-BE49-F238E27FC236}">
                    <a16:creationId xmlns:a16="http://schemas.microsoft.com/office/drawing/2014/main" id="{87FCDB63-8E30-4DBB-958B-8413C1E88B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6" name="Line 53">
                <a:extLst>
                  <a:ext uri="{FF2B5EF4-FFF2-40B4-BE49-F238E27FC236}">
                    <a16:creationId xmlns:a16="http://schemas.microsoft.com/office/drawing/2014/main" id="{765B0C78-6E09-47B4-AB7F-9D0E898FA5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7" name="Line 54">
                <a:extLst>
                  <a:ext uri="{FF2B5EF4-FFF2-40B4-BE49-F238E27FC236}">
                    <a16:creationId xmlns:a16="http://schemas.microsoft.com/office/drawing/2014/main" id="{4C7F28A7-397F-41AB-98B0-832DD52F70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8" name="Line 55">
                <a:extLst>
                  <a:ext uri="{FF2B5EF4-FFF2-40B4-BE49-F238E27FC236}">
                    <a16:creationId xmlns:a16="http://schemas.microsoft.com/office/drawing/2014/main" id="{DEDCEF81-56C8-4E59-BD44-02B58CFBA4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9" name="Line 56">
                <a:extLst>
                  <a:ext uri="{FF2B5EF4-FFF2-40B4-BE49-F238E27FC236}">
                    <a16:creationId xmlns:a16="http://schemas.microsoft.com/office/drawing/2014/main" id="{5A3A4301-D0D2-4A07-8301-EB7FDFC6C0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0" name="Line 57">
                <a:extLst>
                  <a:ext uri="{FF2B5EF4-FFF2-40B4-BE49-F238E27FC236}">
                    <a16:creationId xmlns:a16="http://schemas.microsoft.com/office/drawing/2014/main" id="{84DE09C6-3DA2-4F67-BD47-E6DE16FA79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1" name="Line 58">
                <a:extLst>
                  <a:ext uri="{FF2B5EF4-FFF2-40B4-BE49-F238E27FC236}">
                    <a16:creationId xmlns:a16="http://schemas.microsoft.com/office/drawing/2014/main" id="{D2AE7741-1192-4FD7-896E-6E09C19F68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2" name="Line 59">
                <a:extLst>
                  <a:ext uri="{FF2B5EF4-FFF2-40B4-BE49-F238E27FC236}">
                    <a16:creationId xmlns:a16="http://schemas.microsoft.com/office/drawing/2014/main" id="{C8A4E14A-98B6-4B8C-8D61-29B888282D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3" name="Line 60">
                <a:extLst>
                  <a:ext uri="{FF2B5EF4-FFF2-40B4-BE49-F238E27FC236}">
                    <a16:creationId xmlns:a16="http://schemas.microsoft.com/office/drawing/2014/main" id="{3B1095DA-2033-44EA-95AB-EBE44DF46C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4" name="Line 61">
                <a:extLst>
                  <a:ext uri="{FF2B5EF4-FFF2-40B4-BE49-F238E27FC236}">
                    <a16:creationId xmlns:a16="http://schemas.microsoft.com/office/drawing/2014/main" id="{06D628C4-E6D0-4998-A010-36D17B8696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5" name="Line 62">
                <a:extLst>
                  <a:ext uri="{FF2B5EF4-FFF2-40B4-BE49-F238E27FC236}">
                    <a16:creationId xmlns:a16="http://schemas.microsoft.com/office/drawing/2014/main" id="{3BC034A1-F39D-4926-B3D7-9C01277710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6" name="Line 63">
                <a:extLst>
                  <a:ext uri="{FF2B5EF4-FFF2-40B4-BE49-F238E27FC236}">
                    <a16:creationId xmlns:a16="http://schemas.microsoft.com/office/drawing/2014/main" id="{C9251A3C-5A37-4AB7-B2F6-519C0B2827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7" name="Line 64">
                <a:extLst>
                  <a:ext uri="{FF2B5EF4-FFF2-40B4-BE49-F238E27FC236}">
                    <a16:creationId xmlns:a16="http://schemas.microsoft.com/office/drawing/2014/main" id="{D667B676-0A79-4F62-B4CB-D9D87859FE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8" name="Line 65">
                <a:extLst>
                  <a:ext uri="{FF2B5EF4-FFF2-40B4-BE49-F238E27FC236}">
                    <a16:creationId xmlns:a16="http://schemas.microsoft.com/office/drawing/2014/main" id="{E6EE69B5-F527-4FF5-909E-3539B674B7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29" name="Line 66">
                <a:extLst>
                  <a:ext uri="{FF2B5EF4-FFF2-40B4-BE49-F238E27FC236}">
                    <a16:creationId xmlns:a16="http://schemas.microsoft.com/office/drawing/2014/main" id="{76224EDF-7E8A-4080-80A1-B047F0A9FCC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0" name="Line 67">
                <a:extLst>
                  <a:ext uri="{FF2B5EF4-FFF2-40B4-BE49-F238E27FC236}">
                    <a16:creationId xmlns:a16="http://schemas.microsoft.com/office/drawing/2014/main" id="{CD99E535-C5E0-45B0-BC44-11CA38CBC5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1" name="Line 68">
                <a:extLst>
                  <a:ext uri="{FF2B5EF4-FFF2-40B4-BE49-F238E27FC236}">
                    <a16:creationId xmlns:a16="http://schemas.microsoft.com/office/drawing/2014/main" id="{5DEA3612-8021-4B1C-9782-461B0B9F7B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2" name="Line 69">
                <a:extLst>
                  <a:ext uri="{FF2B5EF4-FFF2-40B4-BE49-F238E27FC236}">
                    <a16:creationId xmlns:a16="http://schemas.microsoft.com/office/drawing/2014/main" id="{F192E814-6976-4C5A-8798-4328E0F30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3" name="Line 70">
                <a:extLst>
                  <a:ext uri="{FF2B5EF4-FFF2-40B4-BE49-F238E27FC236}">
                    <a16:creationId xmlns:a16="http://schemas.microsoft.com/office/drawing/2014/main" id="{2BFDE1D2-26CF-4F7D-9618-790D39551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34" name="Rectangle 80">
                <a:extLst>
                  <a:ext uri="{FF2B5EF4-FFF2-40B4-BE49-F238E27FC236}">
                    <a16:creationId xmlns:a16="http://schemas.microsoft.com/office/drawing/2014/main" id="{B3C467AA-18B5-4201-9F3A-4CACABEEEE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372" name="Line 96">
              <a:extLst>
                <a:ext uri="{FF2B5EF4-FFF2-40B4-BE49-F238E27FC236}">
                  <a16:creationId xmlns:a16="http://schemas.microsoft.com/office/drawing/2014/main" id="{D76D3584-0CC7-44F0-9F0B-384FCCDF57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3" name="Line 97">
              <a:extLst>
                <a:ext uri="{FF2B5EF4-FFF2-40B4-BE49-F238E27FC236}">
                  <a16:creationId xmlns:a16="http://schemas.microsoft.com/office/drawing/2014/main" id="{28A364E5-386F-45BC-9459-5E8B784F25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4" name="Line 98">
              <a:extLst>
                <a:ext uri="{FF2B5EF4-FFF2-40B4-BE49-F238E27FC236}">
                  <a16:creationId xmlns:a16="http://schemas.microsoft.com/office/drawing/2014/main" id="{A675C312-F77D-4763-A751-C4CCC5A31C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5" name="Line 99">
              <a:extLst>
                <a:ext uri="{FF2B5EF4-FFF2-40B4-BE49-F238E27FC236}">
                  <a16:creationId xmlns:a16="http://schemas.microsoft.com/office/drawing/2014/main" id="{C0D95183-4802-4793-9398-D54E476FB1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6" name="Line 15">
              <a:extLst>
                <a:ext uri="{FF2B5EF4-FFF2-40B4-BE49-F238E27FC236}">
                  <a16:creationId xmlns:a16="http://schemas.microsoft.com/office/drawing/2014/main" id="{AFA59CAA-9693-4DFD-BEE0-3A6FCCF7DB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7" name="Line 15">
              <a:extLst>
                <a:ext uri="{FF2B5EF4-FFF2-40B4-BE49-F238E27FC236}">
                  <a16:creationId xmlns:a16="http://schemas.microsoft.com/office/drawing/2014/main" id="{41063AB7-A42F-4DAB-9766-4C057B3DB5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8" name="Line 15">
              <a:extLst>
                <a:ext uri="{FF2B5EF4-FFF2-40B4-BE49-F238E27FC236}">
                  <a16:creationId xmlns:a16="http://schemas.microsoft.com/office/drawing/2014/main" id="{4A65A3D0-9B9E-410D-95EE-422D0502A8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9" name="Line 15">
              <a:extLst>
                <a:ext uri="{FF2B5EF4-FFF2-40B4-BE49-F238E27FC236}">
                  <a16:creationId xmlns:a16="http://schemas.microsoft.com/office/drawing/2014/main" id="{FB62D8DA-7D0C-4BB8-8C67-AF71B3C44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0" name="Line 15">
              <a:extLst>
                <a:ext uri="{FF2B5EF4-FFF2-40B4-BE49-F238E27FC236}">
                  <a16:creationId xmlns:a16="http://schemas.microsoft.com/office/drawing/2014/main" id="{AADB8965-B675-4ED6-A69F-ADB04BBE2B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1" name="Line 15">
              <a:extLst>
                <a:ext uri="{FF2B5EF4-FFF2-40B4-BE49-F238E27FC236}">
                  <a16:creationId xmlns:a16="http://schemas.microsoft.com/office/drawing/2014/main" id="{C1DEFA78-7834-4426-8CAD-D3D112210C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2" name="Line 15">
              <a:extLst>
                <a:ext uri="{FF2B5EF4-FFF2-40B4-BE49-F238E27FC236}">
                  <a16:creationId xmlns:a16="http://schemas.microsoft.com/office/drawing/2014/main" id="{F4988840-4DBE-4DE6-B5DE-4A83ECCEA6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83" name="组合 382">
              <a:extLst>
                <a:ext uri="{FF2B5EF4-FFF2-40B4-BE49-F238E27FC236}">
                  <a16:creationId xmlns:a16="http://schemas.microsoft.com/office/drawing/2014/main" id="{0DE0F321-94AE-4F9C-BEDD-B97CA4DF5643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386" name="Rectangle 16">
                <a:extLst>
                  <a:ext uri="{FF2B5EF4-FFF2-40B4-BE49-F238E27FC236}">
                    <a16:creationId xmlns:a16="http://schemas.microsoft.com/office/drawing/2014/main" id="{7C9AABAB-8B45-4E5D-82B0-BF95FE50DD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87" name="Rectangle 18">
                <a:extLst>
                  <a:ext uri="{FF2B5EF4-FFF2-40B4-BE49-F238E27FC236}">
                    <a16:creationId xmlns:a16="http://schemas.microsoft.com/office/drawing/2014/main" id="{042E9F10-4E76-413B-8819-78331D737C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388" name="Rectangle 19">
                <a:extLst>
                  <a:ext uri="{FF2B5EF4-FFF2-40B4-BE49-F238E27FC236}">
                    <a16:creationId xmlns:a16="http://schemas.microsoft.com/office/drawing/2014/main" id="{01A5F1A1-2DCF-4F82-A0AC-3A0D6732D8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389" name="Rectangle 20">
                <a:extLst>
                  <a:ext uri="{FF2B5EF4-FFF2-40B4-BE49-F238E27FC236}">
                    <a16:creationId xmlns:a16="http://schemas.microsoft.com/office/drawing/2014/main" id="{55CB13CA-C479-46A6-B0C5-8CAF917B40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390" name="Rectangle 21">
                <a:extLst>
                  <a:ext uri="{FF2B5EF4-FFF2-40B4-BE49-F238E27FC236}">
                    <a16:creationId xmlns:a16="http://schemas.microsoft.com/office/drawing/2014/main" id="{B33F2344-16F1-4D51-8BD3-9C386956D1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391" name="Rectangle 25">
                <a:extLst>
                  <a:ext uri="{FF2B5EF4-FFF2-40B4-BE49-F238E27FC236}">
                    <a16:creationId xmlns:a16="http://schemas.microsoft.com/office/drawing/2014/main" id="{600EDF82-5FBC-4B47-B356-4C4FFC0C87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392" name="Rectangle 21">
                <a:extLst>
                  <a:ext uri="{FF2B5EF4-FFF2-40B4-BE49-F238E27FC236}">
                    <a16:creationId xmlns:a16="http://schemas.microsoft.com/office/drawing/2014/main" id="{14557722-B071-4A08-AF20-823E13DB1E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393" name="Rectangle 25">
                <a:extLst>
                  <a:ext uri="{FF2B5EF4-FFF2-40B4-BE49-F238E27FC236}">
                    <a16:creationId xmlns:a16="http://schemas.microsoft.com/office/drawing/2014/main" id="{65E964E0-00C7-4F9C-9027-D36B0072A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394" name="Rectangle 18">
                <a:extLst>
                  <a:ext uri="{FF2B5EF4-FFF2-40B4-BE49-F238E27FC236}">
                    <a16:creationId xmlns:a16="http://schemas.microsoft.com/office/drawing/2014/main" id="{510CC778-86FA-4C57-B8C5-9B47573616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95" name="Rectangle 18">
                <a:extLst>
                  <a:ext uri="{FF2B5EF4-FFF2-40B4-BE49-F238E27FC236}">
                    <a16:creationId xmlns:a16="http://schemas.microsoft.com/office/drawing/2014/main" id="{858DC021-11CE-43AB-BE64-A8347B838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96" name="Rectangle 20">
                <a:extLst>
                  <a:ext uri="{FF2B5EF4-FFF2-40B4-BE49-F238E27FC236}">
                    <a16:creationId xmlns:a16="http://schemas.microsoft.com/office/drawing/2014/main" id="{1B3C4401-6089-43AC-ADBF-500B212CF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397" name="Rectangle 20">
                <a:extLst>
                  <a:ext uri="{FF2B5EF4-FFF2-40B4-BE49-F238E27FC236}">
                    <a16:creationId xmlns:a16="http://schemas.microsoft.com/office/drawing/2014/main" id="{1ABF48B1-929A-4EEB-9592-EF5B48836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398" name="Rectangle 21">
                <a:extLst>
                  <a:ext uri="{FF2B5EF4-FFF2-40B4-BE49-F238E27FC236}">
                    <a16:creationId xmlns:a16="http://schemas.microsoft.com/office/drawing/2014/main" id="{25914D06-AC37-45F7-BAB6-68CFD3BC1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399" name="Rectangle 21">
                <a:extLst>
                  <a:ext uri="{FF2B5EF4-FFF2-40B4-BE49-F238E27FC236}">
                    <a16:creationId xmlns:a16="http://schemas.microsoft.com/office/drawing/2014/main" id="{EED54127-73E8-459B-BAAC-AB369FCA6B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384" name="Rectangle 89">
              <a:extLst>
                <a:ext uri="{FF2B5EF4-FFF2-40B4-BE49-F238E27FC236}">
                  <a16:creationId xmlns:a16="http://schemas.microsoft.com/office/drawing/2014/main" id="{41AD3D01-8EE2-48C8-A08E-3D9261BAFC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85" name="Rectangle 21">
              <a:extLst>
                <a:ext uri="{FF2B5EF4-FFF2-40B4-BE49-F238E27FC236}">
                  <a16:creationId xmlns:a16="http://schemas.microsoft.com/office/drawing/2014/main" id="{487458A9-69AA-44F9-9592-86490C75A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435" name="灯片编号占位符 2">
            <a:extLst>
              <a:ext uri="{FF2B5EF4-FFF2-40B4-BE49-F238E27FC236}">
                <a16:creationId xmlns:a16="http://schemas.microsoft.com/office/drawing/2014/main" id="{A0092793-487F-4BD8-A21F-F43963CE719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8</a:t>
            </a:fld>
            <a:endParaRPr lang="en-US" altLang="zh-CN" dirty="0"/>
          </a:p>
        </p:txBody>
      </p:sp>
      <p:sp>
        <p:nvSpPr>
          <p:cNvPr id="436" name="AutoShape 5">
            <a:extLst>
              <a:ext uri="{FF2B5EF4-FFF2-40B4-BE49-F238E27FC236}">
                <a16:creationId xmlns:a16="http://schemas.microsoft.com/office/drawing/2014/main" id="{50E54B81-4E7B-4A4B-87EE-50BBCDF566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540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43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" grpId="0" animBg="1"/>
      <p:bldP spid="436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95547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4135260" cy="116955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首部长度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bits,  </a:t>
            </a:r>
            <a:r>
              <a:rPr lang="en-US" altLang="zh-CN" sz="14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eg.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{0101}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bin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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20bytes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bytes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个单位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类似于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1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数据偏移</a:t>
            </a:r>
            <a:r>
              <a:rPr lang="zh-CN" altLang="en-US" sz="1400" dirty="0">
                <a:solidFill>
                  <a:srgbClr val="C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字节固定首部长度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扩展首部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选项字段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43" name="组合 442">
            <a:extLst>
              <a:ext uri="{FF2B5EF4-FFF2-40B4-BE49-F238E27FC236}">
                <a16:creationId xmlns:a16="http://schemas.microsoft.com/office/drawing/2014/main" id="{A6C307E1-928B-4544-8CEE-0A0320E32886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444" name="Line 3">
              <a:extLst>
                <a:ext uri="{FF2B5EF4-FFF2-40B4-BE49-F238E27FC236}">
                  <a16:creationId xmlns:a16="http://schemas.microsoft.com/office/drawing/2014/main" id="{BC7FBBD2-7202-4E88-A96B-F274C786DE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5" name="Rectangle 4">
              <a:extLst>
                <a:ext uri="{FF2B5EF4-FFF2-40B4-BE49-F238E27FC236}">
                  <a16:creationId xmlns:a16="http://schemas.microsoft.com/office/drawing/2014/main" id="{1F5A495C-B50C-42FC-B6D0-B768137FB0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446" name="Line 5">
              <a:extLst>
                <a:ext uri="{FF2B5EF4-FFF2-40B4-BE49-F238E27FC236}">
                  <a16:creationId xmlns:a16="http://schemas.microsoft.com/office/drawing/2014/main" id="{602464B6-6F09-474C-BC09-5584AC371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7" name="Rectangle 6">
              <a:extLst>
                <a:ext uri="{FF2B5EF4-FFF2-40B4-BE49-F238E27FC236}">
                  <a16:creationId xmlns:a16="http://schemas.microsoft.com/office/drawing/2014/main" id="{B7E65737-A6FA-4261-93DB-2E7A46FA0E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448" name="Rectangle 7">
              <a:extLst>
                <a:ext uri="{FF2B5EF4-FFF2-40B4-BE49-F238E27FC236}">
                  <a16:creationId xmlns:a16="http://schemas.microsoft.com/office/drawing/2014/main" id="{C9E89A54-5AE8-4163-AC39-318EF3583F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49" name="Freeform 9">
              <a:extLst>
                <a:ext uri="{FF2B5EF4-FFF2-40B4-BE49-F238E27FC236}">
                  <a16:creationId xmlns:a16="http://schemas.microsoft.com/office/drawing/2014/main" id="{0E78EE12-DDB8-429F-BE7D-9DC1A29B3A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0" name="Line 10">
              <a:extLst>
                <a:ext uri="{FF2B5EF4-FFF2-40B4-BE49-F238E27FC236}">
                  <a16:creationId xmlns:a16="http://schemas.microsoft.com/office/drawing/2014/main" id="{2B30019D-EB91-4C9B-9441-8C8C0307B6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1" name="Line 11">
              <a:extLst>
                <a:ext uri="{FF2B5EF4-FFF2-40B4-BE49-F238E27FC236}">
                  <a16:creationId xmlns:a16="http://schemas.microsoft.com/office/drawing/2014/main" id="{11F9C00F-D887-4337-907C-0BFE0AC2B1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2" name="Line 12">
              <a:extLst>
                <a:ext uri="{FF2B5EF4-FFF2-40B4-BE49-F238E27FC236}">
                  <a16:creationId xmlns:a16="http://schemas.microsoft.com/office/drawing/2014/main" id="{46699479-086F-4002-A1F1-9D02EF0A26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3" name="Line 13">
              <a:extLst>
                <a:ext uri="{FF2B5EF4-FFF2-40B4-BE49-F238E27FC236}">
                  <a16:creationId xmlns:a16="http://schemas.microsoft.com/office/drawing/2014/main" id="{CDC97DA8-A4AC-45F1-AE3A-74F962FC3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4" name="Line 14">
              <a:extLst>
                <a:ext uri="{FF2B5EF4-FFF2-40B4-BE49-F238E27FC236}">
                  <a16:creationId xmlns:a16="http://schemas.microsoft.com/office/drawing/2014/main" id="{0BE01625-0FB8-4AB3-9A59-FB8B851724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5" name="Line 15">
              <a:extLst>
                <a:ext uri="{FF2B5EF4-FFF2-40B4-BE49-F238E27FC236}">
                  <a16:creationId xmlns:a16="http://schemas.microsoft.com/office/drawing/2014/main" id="{22F27DD8-0EB4-4FF4-AD90-15C781B365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6" name="Line 35">
              <a:extLst>
                <a:ext uri="{FF2B5EF4-FFF2-40B4-BE49-F238E27FC236}">
                  <a16:creationId xmlns:a16="http://schemas.microsoft.com/office/drawing/2014/main" id="{1178ED9A-CC2F-47E7-AD29-AF309B9C28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7" name="Rectangle 36">
              <a:extLst>
                <a:ext uri="{FF2B5EF4-FFF2-40B4-BE49-F238E27FC236}">
                  <a16:creationId xmlns:a16="http://schemas.microsoft.com/office/drawing/2014/main" id="{EB24A60C-F123-4113-BCC6-28ECF34F09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458" name="组合 457">
              <a:extLst>
                <a:ext uri="{FF2B5EF4-FFF2-40B4-BE49-F238E27FC236}">
                  <a16:creationId xmlns:a16="http://schemas.microsoft.com/office/drawing/2014/main" id="{C1F78F4C-A63B-4855-9A80-BF15276B1514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487" name="Line 37">
                <a:extLst>
                  <a:ext uri="{FF2B5EF4-FFF2-40B4-BE49-F238E27FC236}">
                    <a16:creationId xmlns:a16="http://schemas.microsoft.com/office/drawing/2014/main" id="{99987E93-745A-44A9-A296-39D092A10A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8" name="Line 38">
                <a:extLst>
                  <a:ext uri="{FF2B5EF4-FFF2-40B4-BE49-F238E27FC236}">
                    <a16:creationId xmlns:a16="http://schemas.microsoft.com/office/drawing/2014/main" id="{8AD2967B-E75C-4F76-A84C-4FF10AC6E9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89" name="Line 39">
                <a:extLst>
                  <a:ext uri="{FF2B5EF4-FFF2-40B4-BE49-F238E27FC236}">
                    <a16:creationId xmlns:a16="http://schemas.microsoft.com/office/drawing/2014/main" id="{217A5B6B-A5ED-4F32-9B8D-17D693B95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0" name="Line 40">
                <a:extLst>
                  <a:ext uri="{FF2B5EF4-FFF2-40B4-BE49-F238E27FC236}">
                    <a16:creationId xmlns:a16="http://schemas.microsoft.com/office/drawing/2014/main" id="{47F0B515-B0F6-46ED-8DAC-2D270F59F5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1" name="Line 41">
                <a:extLst>
                  <a:ext uri="{FF2B5EF4-FFF2-40B4-BE49-F238E27FC236}">
                    <a16:creationId xmlns:a16="http://schemas.microsoft.com/office/drawing/2014/main" id="{C771DE84-0829-4A00-90F4-3C046BF866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2" name="Line 42">
                <a:extLst>
                  <a:ext uri="{FF2B5EF4-FFF2-40B4-BE49-F238E27FC236}">
                    <a16:creationId xmlns:a16="http://schemas.microsoft.com/office/drawing/2014/main" id="{2B3A28D9-5FCC-461B-83A6-8FBE5409AF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3" name="Line 43">
                <a:extLst>
                  <a:ext uri="{FF2B5EF4-FFF2-40B4-BE49-F238E27FC236}">
                    <a16:creationId xmlns:a16="http://schemas.microsoft.com/office/drawing/2014/main" id="{328009AC-A035-41D5-A380-F86675D1E6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4" name="Line 44">
                <a:extLst>
                  <a:ext uri="{FF2B5EF4-FFF2-40B4-BE49-F238E27FC236}">
                    <a16:creationId xmlns:a16="http://schemas.microsoft.com/office/drawing/2014/main" id="{46DC768A-35B0-425C-BBD1-D41FEDCA5E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5" name="Line 45">
                <a:extLst>
                  <a:ext uri="{FF2B5EF4-FFF2-40B4-BE49-F238E27FC236}">
                    <a16:creationId xmlns:a16="http://schemas.microsoft.com/office/drawing/2014/main" id="{F3D9277E-65A4-47C7-80E3-794E75DFC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6" name="Line 46">
                <a:extLst>
                  <a:ext uri="{FF2B5EF4-FFF2-40B4-BE49-F238E27FC236}">
                    <a16:creationId xmlns:a16="http://schemas.microsoft.com/office/drawing/2014/main" id="{8E9E481B-70A6-4EB8-8192-358AD0D485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7" name="Line 47">
                <a:extLst>
                  <a:ext uri="{FF2B5EF4-FFF2-40B4-BE49-F238E27FC236}">
                    <a16:creationId xmlns:a16="http://schemas.microsoft.com/office/drawing/2014/main" id="{A96CE21F-3789-4D0B-97F4-657D742E1F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8" name="Line 48">
                <a:extLst>
                  <a:ext uri="{FF2B5EF4-FFF2-40B4-BE49-F238E27FC236}">
                    <a16:creationId xmlns:a16="http://schemas.microsoft.com/office/drawing/2014/main" id="{99F277EB-85C4-4E77-A802-4EAE054EC8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99" name="Line 49">
                <a:extLst>
                  <a:ext uri="{FF2B5EF4-FFF2-40B4-BE49-F238E27FC236}">
                    <a16:creationId xmlns:a16="http://schemas.microsoft.com/office/drawing/2014/main" id="{A367B9B0-D7FE-4958-A218-5AC590C0C7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0" name="Line 50">
                <a:extLst>
                  <a:ext uri="{FF2B5EF4-FFF2-40B4-BE49-F238E27FC236}">
                    <a16:creationId xmlns:a16="http://schemas.microsoft.com/office/drawing/2014/main" id="{19651F6A-8BE3-451F-AA2A-D843458E89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1" name="Line 51">
                <a:extLst>
                  <a:ext uri="{FF2B5EF4-FFF2-40B4-BE49-F238E27FC236}">
                    <a16:creationId xmlns:a16="http://schemas.microsoft.com/office/drawing/2014/main" id="{2B3605BC-0E8F-4BD9-A7E6-F67818BEA9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2" name="Line 52">
                <a:extLst>
                  <a:ext uri="{FF2B5EF4-FFF2-40B4-BE49-F238E27FC236}">
                    <a16:creationId xmlns:a16="http://schemas.microsoft.com/office/drawing/2014/main" id="{698439E0-3D0A-4A53-B172-6D2FB34A08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3" name="Line 53">
                <a:extLst>
                  <a:ext uri="{FF2B5EF4-FFF2-40B4-BE49-F238E27FC236}">
                    <a16:creationId xmlns:a16="http://schemas.microsoft.com/office/drawing/2014/main" id="{2BCBB695-B82D-41BE-915A-725FE14358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4" name="Line 54">
                <a:extLst>
                  <a:ext uri="{FF2B5EF4-FFF2-40B4-BE49-F238E27FC236}">
                    <a16:creationId xmlns:a16="http://schemas.microsoft.com/office/drawing/2014/main" id="{4CADB9D4-3CE9-4E65-96A4-9C4036EA2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5" name="Line 55">
                <a:extLst>
                  <a:ext uri="{FF2B5EF4-FFF2-40B4-BE49-F238E27FC236}">
                    <a16:creationId xmlns:a16="http://schemas.microsoft.com/office/drawing/2014/main" id="{4A531CB0-3C50-4B03-8334-9893CF7874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6" name="Line 56">
                <a:extLst>
                  <a:ext uri="{FF2B5EF4-FFF2-40B4-BE49-F238E27FC236}">
                    <a16:creationId xmlns:a16="http://schemas.microsoft.com/office/drawing/2014/main" id="{788CA7AD-2E7A-488C-B7AF-A59BD86EA7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7" name="Line 57">
                <a:extLst>
                  <a:ext uri="{FF2B5EF4-FFF2-40B4-BE49-F238E27FC236}">
                    <a16:creationId xmlns:a16="http://schemas.microsoft.com/office/drawing/2014/main" id="{E823CC08-2541-4DD8-8B12-A88E9780D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8" name="Line 58">
                <a:extLst>
                  <a:ext uri="{FF2B5EF4-FFF2-40B4-BE49-F238E27FC236}">
                    <a16:creationId xmlns:a16="http://schemas.microsoft.com/office/drawing/2014/main" id="{73CE54D9-9B94-45AF-A3E6-F30C2F190D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09" name="Line 59">
                <a:extLst>
                  <a:ext uri="{FF2B5EF4-FFF2-40B4-BE49-F238E27FC236}">
                    <a16:creationId xmlns:a16="http://schemas.microsoft.com/office/drawing/2014/main" id="{B84C55E6-8A37-475A-B0F9-DA7A8FA02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0" name="Line 60">
                <a:extLst>
                  <a:ext uri="{FF2B5EF4-FFF2-40B4-BE49-F238E27FC236}">
                    <a16:creationId xmlns:a16="http://schemas.microsoft.com/office/drawing/2014/main" id="{C700C9F1-71B1-459D-B474-A8D2F81366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1" name="Line 61">
                <a:extLst>
                  <a:ext uri="{FF2B5EF4-FFF2-40B4-BE49-F238E27FC236}">
                    <a16:creationId xmlns:a16="http://schemas.microsoft.com/office/drawing/2014/main" id="{14666088-B9A5-4EAA-B40D-D7AC97311F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2" name="Line 62">
                <a:extLst>
                  <a:ext uri="{FF2B5EF4-FFF2-40B4-BE49-F238E27FC236}">
                    <a16:creationId xmlns:a16="http://schemas.microsoft.com/office/drawing/2014/main" id="{EDB317E8-94E3-4F4F-81DA-E79B41446F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3" name="Line 63">
                <a:extLst>
                  <a:ext uri="{FF2B5EF4-FFF2-40B4-BE49-F238E27FC236}">
                    <a16:creationId xmlns:a16="http://schemas.microsoft.com/office/drawing/2014/main" id="{0700E8EF-F8E5-4D47-A327-E2E30620F2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4" name="Line 64">
                <a:extLst>
                  <a:ext uri="{FF2B5EF4-FFF2-40B4-BE49-F238E27FC236}">
                    <a16:creationId xmlns:a16="http://schemas.microsoft.com/office/drawing/2014/main" id="{9638851F-063A-4AED-9F3B-F02859926C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5" name="Line 65">
                <a:extLst>
                  <a:ext uri="{FF2B5EF4-FFF2-40B4-BE49-F238E27FC236}">
                    <a16:creationId xmlns:a16="http://schemas.microsoft.com/office/drawing/2014/main" id="{E6421977-15A0-4EA3-84C3-969FC1E3AA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6" name="Line 66">
                <a:extLst>
                  <a:ext uri="{FF2B5EF4-FFF2-40B4-BE49-F238E27FC236}">
                    <a16:creationId xmlns:a16="http://schemas.microsoft.com/office/drawing/2014/main" id="{65469CA8-1553-4183-A7AD-6EAB0AEFE0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7" name="Line 67">
                <a:extLst>
                  <a:ext uri="{FF2B5EF4-FFF2-40B4-BE49-F238E27FC236}">
                    <a16:creationId xmlns:a16="http://schemas.microsoft.com/office/drawing/2014/main" id="{A32252D1-5465-4BD0-97D5-9838495F61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8" name="Line 68">
                <a:extLst>
                  <a:ext uri="{FF2B5EF4-FFF2-40B4-BE49-F238E27FC236}">
                    <a16:creationId xmlns:a16="http://schemas.microsoft.com/office/drawing/2014/main" id="{5F7124CD-11D0-4B69-A3FD-67A7905F9B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19" name="Line 69">
                <a:extLst>
                  <a:ext uri="{FF2B5EF4-FFF2-40B4-BE49-F238E27FC236}">
                    <a16:creationId xmlns:a16="http://schemas.microsoft.com/office/drawing/2014/main" id="{A37AF3CF-AA1D-4DB3-BD7C-CD32811E90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0" name="Line 70">
                <a:extLst>
                  <a:ext uri="{FF2B5EF4-FFF2-40B4-BE49-F238E27FC236}">
                    <a16:creationId xmlns:a16="http://schemas.microsoft.com/office/drawing/2014/main" id="{C2BE3A6C-2666-4669-8B3D-2802227A40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521" name="Rectangle 80">
                <a:extLst>
                  <a:ext uri="{FF2B5EF4-FFF2-40B4-BE49-F238E27FC236}">
                    <a16:creationId xmlns:a16="http://schemas.microsoft.com/office/drawing/2014/main" id="{C11B5283-3F33-441B-950D-B9564B66CF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459" name="Line 96">
              <a:extLst>
                <a:ext uri="{FF2B5EF4-FFF2-40B4-BE49-F238E27FC236}">
                  <a16:creationId xmlns:a16="http://schemas.microsoft.com/office/drawing/2014/main" id="{B770324C-D86E-430C-BD83-453B664DDE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0" name="Line 97">
              <a:extLst>
                <a:ext uri="{FF2B5EF4-FFF2-40B4-BE49-F238E27FC236}">
                  <a16:creationId xmlns:a16="http://schemas.microsoft.com/office/drawing/2014/main" id="{ACDC1EBC-BEE0-4438-96C6-A230394E7D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1" name="Line 98">
              <a:extLst>
                <a:ext uri="{FF2B5EF4-FFF2-40B4-BE49-F238E27FC236}">
                  <a16:creationId xmlns:a16="http://schemas.microsoft.com/office/drawing/2014/main" id="{8B40F991-CE49-40F5-A329-724EFD2EC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2" name="Line 99">
              <a:extLst>
                <a:ext uri="{FF2B5EF4-FFF2-40B4-BE49-F238E27FC236}">
                  <a16:creationId xmlns:a16="http://schemas.microsoft.com/office/drawing/2014/main" id="{662C40EC-7575-44FF-B570-60A5CAB65B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3" name="Line 15">
              <a:extLst>
                <a:ext uri="{FF2B5EF4-FFF2-40B4-BE49-F238E27FC236}">
                  <a16:creationId xmlns:a16="http://schemas.microsoft.com/office/drawing/2014/main" id="{E1E44D64-E647-4BEE-8EF6-AA0AD75638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4" name="Line 15">
              <a:extLst>
                <a:ext uri="{FF2B5EF4-FFF2-40B4-BE49-F238E27FC236}">
                  <a16:creationId xmlns:a16="http://schemas.microsoft.com/office/drawing/2014/main" id="{D750FF5A-C13C-46E0-8FA0-86D53BA9C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5" name="Line 15">
              <a:extLst>
                <a:ext uri="{FF2B5EF4-FFF2-40B4-BE49-F238E27FC236}">
                  <a16:creationId xmlns:a16="http://schemas.microsoft.com/office/drawing/2014/main" id="{BD27BADD-D2F1-4E64-A8D9-6EEE9E4E2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6" name="Line 15">
              <a:extLst>
                <a:ext uri="{FF2B5EF4-FFF2-40B4-BE49-F238E27FC236}">
                  <a16:creationId xmlns:a16="http://schemas.microsoft.com/office/drawing/2014/main" id="{2995B32B-DD5C-430E-919F-C2AE52EFB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7" name="Line 15">
              <a:extLst>
                <a:ext uri="{FF2B5EF4-FFF2-40B4-BE49-F238E27FC236}">
                  <a16:creationId xmlns:a16="http://schemas.microsoft.com/office/drawing/2014/main" id="{F51A8573-ED08-40D2-965C-1A46A100B7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8" name="Line 15">
              <a:extLst>
                <a:ext uri="{FF2B5EF4-FFF2-40B4-BE49-F238E27FC236}">
                  <a16:creationId xmlns:a16="http://schemas.microsoft.com/office/drawing/2014/main" id="{4EB91AFE-743F-495C-AE0A-9E16B126BC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9" name="Line 15">
              <a:extLst>
                <a:ext uri="{FF2B5EF4-FFF2-40B4-BE49-F238E27FC236}">
                  <a16:creationId xmlns:a16="http://schemas.microsoft.com/office/drawing/2014/main" id="{4AA34191-6F13-40F0-A26A-0B5EEF38C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470" name="组合 469">
              <a:extLst>
                <a:ext uri="{FF2B5EF4-FFF2-40B4-BE49-F238E27FC236}">
                  <a16:creationId xmlns:a16="http://schemas.microsoft.com/office/drawing/2014/main" id="{9DE93ACD-DA47-4D6C-B92F-91B78A58CA3B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473" name="Rectangle 16">
                <a:extLst>
                  <a:ext uri="{FF2B5EF4-FFF2-40B4-BE49-F238E27FC236}">
                    <a16:creationId xmlns:a16="http://schemas.microsoft.com/office/drawing/2014/main" id="{1C7CA651-7849-4625-ABE5-3FCAF46399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74" name="Rectangle 18">
                <a:extLst>
                  <a:ext uri="{FF2B5EF4-FFF2-40B4-BE49-F238E27FC236}">
                    <a16:creationId xmlns:a16="http://schemas.microsoft.com/office/drawing/2014/main" id="{649DE33B-EC1B-43DC-86D7-D70B499B6E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475" name="Rectangle 19">
                <a:extLst>
                  <a:ext uri="{FF2B5EF4-FFF2-40B4-BE49-F238E27FC236}">
                    <a16:creationId xmlns:a16="http://schemas.microsoft.com/office/drawing/2014/main" id="{A42940EA-5911-431D-9134-DD0DA0799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476" name="Rectangle 20">
                <a:extLst>
                  <a:ext uri="{FF2B5EF4-FFF2-40B4-BE49-F238E27FC236}">
                    <a16:creationId xmlns:a16="http://schemas.microsoft.com/office/drawing/2014/main" id="{1BB47333-52E5-4F7E-850E-795F4F833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477" name="Rectangle 21">
                <a:extLst>
                  <a:ext uri="{FF2B5EF4-FFF2-40B4-BE49-F238E27FC236}">
                    <a16:creationId xmlns:a16="http://schemas.microsoft.com/office/drawing/2014/main" id="{A35D0F1A-7F99-471D-B48E-45D3D5BA8D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478" name="Rectangle 25">
                <a:extLst>
                  <a:ext uri="{FF2B5EF4-FFF2-40B4-BE49-F238E27FC236}">
                    <a16:creationId xmlns:a16="http://schemas.microsoft.com/office/drawing/2014/main" id="{9F399FFA-80C0-478A-9A85-21BA82444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479" name="Rectangle 21">
                <a:extLst>
                  <a:ext uri="{FF2B5EF4-FFF2-40B4-BE49-F238E27FC236}">
                    <a16:creationId xmlns:a16="http://schemas.microsoft.com/office/drawing/2014/main" id="{D7116EDA-DDE0-4036-9055-E084C58938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480" name="Rectangle 25">
                <a:extLst>
                  <a:ext uri="{FF2B5EF4-FFF2-40B4-BE49-F238E27FC236}">
                    <a16:creationId xmlns:a16="http://schemas.microsoft.com/office/drawing/2014/main" id="{92AE5DC5-AA07-4E71-97DA-5CA44351E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481" name="Rectangle 18">
                <a:extLst>
                  <a:ext uri="{FF2B5EF4-FFF2-40B4-BE49-F238E27FC236}">
                    <a16:creationId xmlns:a16="http://schemas.microsoft.com/office/drawing/2014/main" id="{33986E63-E9A3-4A3F-B064-4CC1C19800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482" name="Rectangle 18">
                <a:extLst>
                  <a:ext uri="{FF2B5EF4-FFF2-40B4-BE49-F238E27FC236}">
                    <a16:creationId xmlns:a16="http://schemas.microsoft.com/office/drawing/2014/main" id="{A3F2B7D2-CD08-4364-BDBA-349EE33E8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483" name="Rectangle 20">
                <a:extLst>
                  <a:ext uri="{FF2B5EF4-FFF2-40B4-BE49-F238E27FC236}">
                    <a16:creationId xmlns:a16="http://schemas.microsoft.com/office/drawing/2014/main" id="{ACBC5D88-6C8B-4C47-AB8C-70B9068E3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484" name="Rectangle 20">
                <a:extLst>
                  <a:ext uri="{FF2B5EF4-FFF2-40B4-BE49-F238E27FC236}">
                    <a16:creationId xmlns:a16="http://schemas.microsoft.com/office/drawing/2014/main" id="{8F645335-3FA9-44B5-A89C-8082FEC00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485" name="Rectangle 21">
                <a:extLst>
                  <a:ext uri="{FF2B5EF4-FFF2-40B4-BE49-F238E27FC236}">
                    <a16:creationId xmlns:a16="http://schemas.microsoft.com/office/drawing/2014/main" id="{C011A7BE-5330-4DD9-A702-FC238E3624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486" name="Rectangle 21">
                <a:extLst>
                  <a:ext uri="{FF2B5EF4-FFF2-40B4-BE49-F238E27FC236}">
                    <a16:creationId xmlns:a16="http://schemas.microsoft.com/office/drawing/2014/main" id="{C483DCBB-2602-4A2D-90E1-BE5277CA30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471" name="Rectangle 89">
              <a:extLst>
                <a:ext uri="{FF2B5EF4-FFF2-40B4-BE49-F238E27FC236}">
                  <a16:creationId xmlns:a16="http://schemas.microsoft.com/office/drawing/2014/main" id="{EE4439E1-E5F9-44D6-82D7-549BF6F5F7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72" name="Rectangle 21">
              <a:extLst>
                <a:ext uri="{FF2B5EF4-FFF2-40B4-BE49-F238E27FC236}">
                  <a16:creationId xmlns:a16="http://schemas.microsoft.com/office/drawing/2014/main" id="{92384A24-BD39-4E28-80E2-F17C0695F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CD20ABD3-3779-4196-92EB-AF5C2F51FA9D}"/>
              </a:ext>
            </a:extLst>
          </p:cNvPr>
          <p:cNvCxnSpPr/>
          <p:nvPr/>
        </p:nvCxnSpPr>
        <p:spPr>
          <a:xfrm flipH="1">
            <a:off x="2642444" y="4572734"/>
            <a:ext cx="2469798" cy="0"/>
          </a:xfrm>
          <a:prstGeom prst="straightConnector1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>
            <a:extLst>
              <a:ext uri="{FF2B5EF4-FFF2-40B4-BE49-F238E27FC236}">
                <a16:creationId xmlns:a16="http://schemas.microsoft.com/office/drawing/2014/main" id="{6BC44A18-9C58-4191-A24D-78A263DA0D7B}"/>
              </a:ext>
            </a:extLst>
          </p:cNvPr>
          <p:cNvGrpSpPr/>
          <p:nvPr/>
        </p:nvGrpSpPr>
        <p:grpSpPr>
          <a:xfrm>
            <a:off x="231895" y="3905995"/>
            <a:ext cx="2435842" cy="943211"/>
            <a:chOff x="231895" y="3905995"/>
            <a:chExt cx="2435842" cy="943211"/>
          </a:xfrm>
        </p:grpSpPr>
        <p:pic>
          <p:nvPicPr>
            <p:cNvPr id="522" name="图片 521">
              <a:extLst>
                <a:ext uri="{FF2B5EF4-FFF2-40B4-BE49-F238E27FC236}">
                  <a16:creationId xmlns:a16="http://schemas.microsoft.com/office/drawing/2014/main" id="{26AE8673-A188-456E-BE2D-1F10C4A1A56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135" y="3905995"/>
              <a:ext cx="2420602" cy="943211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34C06CE0-752D-4B4C-BEF9-8CA320E9D14D}"/>
                </a:ext>
              </a:extLst>
            </p:cNvPr>
            <p:cNvSpPr/>
            <p:nvPr/>
          </p:nvSpPr>
          <p:spPr>
            <a:xfrm>
              <a:off x="231895" y="4415700"/>
              <a:ext cx="383046" cy="195134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523" name="灯片编号占位符 2">
            <a:extLst>
              <a:ext uri="{FF2B5EF4-FFF2-40B4-BE49-F238E27FC236}">
                <a16:creationId xmlns:a16="http://schemas.microsoft.com/office/drawing/2014/main" id="{78E44B43-40E7-46EA-99FC-8C3E460AD30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9</a:t>
            </a:fld>
            <a:endParaRPr lang="en-US" altLang="zh-CN" dirty="0"/>
          </a:p>
        </p:txBody>
      </p:sp>
      <p:sp>
        <p:nvSpPr>
          <p:cNvPr id="524" name="AutoShape 5">
            <a:extLst>
              <a:ext uri="{FF2B5EF4-FFF2-40B4-BE49-F238E27FC236}">
                <a16:creationId xmlns:a16="http://schemas.microsoft.com/office/drawing/2014/main" id="{F97F65C5-55AA-47AF-B94C-19ED9933EE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08477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500"/>
                            </p:stCondLst>
                            <p:childTnLst>
                              <p:par>
                                <p:cTn id="1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52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52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4" grpId="0" animBg="1"/>
      <p:bldP spid="524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4316522" cy="66697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3891852" cy="9541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服务类型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低时延、高吞吐量、实时、可靠性等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告知路由器，以便按需调度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排队、转发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7760" y="3599039"/>
            <a:ext cx="2652496" cy="3504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75DF4E84-C2BA-4D0B-BEBA-D5AE381A6EBB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281" name="Line 3">
              <a:extLst>
                <a:ext uri="{FF2B5EF4-FFF2-40B4-BE49-F238E27FC236}">
                  <a16:creationId xmlns:a16="http://schemas.microsoft.com/office/drawing/2014/main" id="{48A3AD76-3415-4AD5-B135-E5736CEC21E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Rectangle 4">
              <a:extLst>
                <a:ext uri="{FF2B5EF4-FFF2-40B4-BE49-F238E27FC236}">
                  <a16:creationId xmlns:a16="http://schemas.microsoft.com/office/drawing/2014/main" id="{180D369D-8E7F-4D03-BFA7-454284ACCB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283" name="Line 5">
              <a:extLst>
                <a:ext uri="{FF2B5EF4-FFF2-40B4-BE49-F238E27FC236}">
                  <a16:creationId xmlns:a16="http://schemas.microsoft.com/office/drawing/2014/main" id="{40624DBE-D22F-443E-B565-0554CCAD7F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Rectangle 6">
              <a:extLst>
                <a:ext uri="{FF2B5EF4-FFF2-40B4-BE49-F238E27FC236}">
                  <a16:creationId xmlns:a16="http://schemas.microsoft.com/office/drawing/2014/main" id="{D3CE41AE-2CCD-4BA6-A71C-27224FF188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285" name="Rectangle 7">
              <a:extLst>
                <a:ext uri="{FF2B5EF4-FFF2-40B4-BE49-F238E27FC236}">
                  <a16:creationId xmlns:a16="http://schemas.microsoft.com/office/drawing/2014/main" id="{0BA992A1-3565-48E4-A674-1926173E8B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9">
              <a:extLst>
                <a:ext uri="{FF2B5EF4-FFF2-40B4-BE49-F238E27FC236}">
                  <a16:creationId xmlns:a16="http://schemas.microsoft.com/office/drawing/2014/main" id="{D449D771-29FA-470D-B540-84F7E8BC5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Line 10">
              <a:extLst>
                <a:ext uri="{FF2B5EF4-FFF2-40B4-BE49-F238E27FC236}">
                  <a16:creationId xmlns:a16="http://schemas.microsoft.com/office/drawing/2014/main" id="{044A9EE7-9196-492B-9D35-FAD7A61856E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Line 11">
              <a:extLst>
                <a:ext uri="{FF2B5EF4-FFF2-40B4-BE49-F238E27FC236}">
                  <a16:creationId xmlns:a16="http://schemas.microsoft.com/office/drawing/2014/main" id="{B0850052-F50E-48EC-BEBD-F008E85612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Line 12">
              <a:extLst>
                <a:ext uri="{FF2B5EF4-FFF2-40B4-BE49-F238E27FC236}">
                  <a16:creationId xmlns:a16="http://schemas.microsoft.com/office/drawing/2014/main" id="{C9B3A6CB-829D-417A-9A0F-6F830E2C4E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Line 13">
              <a:extLst>
                <a:ext uri="{FF2B5EF4-FFF2-40B4-BE49-F238E27FC236}">
                  <a16:creationId xmlns:a16="http://schemas.microsoft.com/office/drawing/2014/main" id="{193C6BE4-263B-4EEA-AA29-24B6B9AC81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Line 14">
              <a:extLst>
                <a:ext uri="{FF2B5EF4-FFF2-40B4-BE49-F238E27FC236}">
                  <a16:creationId xmlns:a16="http://schemas.microsoft.com/office/drawing/2014/main" id="{DF399ACF-0B45-4460-9DDB-7F058CDA46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Line 15">
              <a:extLst>
                <a:ext uri="{FF2B5EF4-FFF2-40B4-BE49-F238E27FC236}">
                  <a16:creationId xmlns:a16="http://schemas.microsoft.com/office/drawing/2014/main" id="{E42149F3-D76C-4882-B42B-3ECFF33A5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Line 35">
              <a:extLst>
                <a:ext uri="{FF2B5EF4-FFF2-40B4-BE49-F238E27FC236}">
                  <a16:creationId xmlns:a16="http://schemas.microsoft.com/office/drawing/2014/main" id="{1219F9D3-BA7A-42F7-9F32-5A666BC879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Rectangle 36">
              <a:extLst>
                <a:ext uri="{FF2B5EF4-FFF2-40B4-BE49-F238E27FC236}">
                  <a16:creationId xmlns:a16="http://schemas.microsoft.com/office/drawing/2014/main" id="{16099C44-BA70-4991-A816-CE6BA818C9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D957BF61-D426-442E-840D-99B81DA340A9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324" name="Line 37">
                <a:extLst>
                  <a:ext uri="{FF2B5EF4-FFF2-40B4-BE49-F238E27FC236}">
                    <a16:creationId xmlns:a16="http://schemas.microsoft.com/office/drawing/2014/main" id="{A9562A0E-0FDB-47BE-B664-A29A4945DB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Line 38">
                <a:extLst>
                  <a:ext uri="{FF2B5EF4-FFF2-40B4-BE49-F238E27FC236}">
                    <a16:creationId xmlns:a16="http://schemas.microsoft.com/office/drawing/2014/main" id="{2AC4FFC0-92CA-4DFD-AE1A-523B187094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Line 39">
                <a:extLst>
                  <a:ext uri="{FF2B5EF4-FFF2-40B4-BE49-F238E27FC236}">
                    <a16:creationId xmlns:a16="http://schemas.microsoft.com/office/drawing/2014/main" id="{DAF336F5-859F-4F6E-99C6-066036BC48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Line 40">
                <a:extLst>
                  <a:ext uri="{FF2B5EF4-FFF2-40B4-BE49-F238E27FC236}">
                    <a16:creationId xmlns:a16="http://schemas.microsoft.com/office/drawing/2014/main" id="{4ECE15FD-2B4E-40F2-9813-BD037974B3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Line 41">
                <a:extLst>
                  <a:ext uri="{FF2B5EF4-FFF2-40B4-BE49-F238E27FC236}">
                    <a16:creationId xmlns:a16="http://schemas.microsoft.com/office/drawing/2014/main" id="{9B8C0CBA-921D-4434-90E8-CC91C0CD0E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Line 42">
                <a:extLst>
                  <a:ext uri="{FF2B5EF4-FFF2-40B4-BE49-F238E27FC236}">
                    <a16:creationId xmlns:a16="http://schemas.microsoft.com/office/drawing/2014/main" id="{D4400215-50E3-4D1C-B4BC-0BD548169A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0" name="Line 43">
                <a:extLst>
                  <a:ext uri="{FF2B5EF4-FFF2-40B4-BE49-F238E27FC236}">
                    <a16:creationId xmlns:a16="http://schemas.microsoft.com/office/drawing/2014/main" id="{4B59C5E0-311B-4624-85E2-78B3FCF457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Line 44">
                <a:extLst>
                  <a:ext uri="{FF2B5EF4-FFF2-40B4-BE49-F238E27FC236}">
                    <a16:creationId xmlns:a16="http://schemas.microsoft.com/office/drawing/2014/main" id="{7DC64D35-6F9F-4112-96D4-1F04D9EA2E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Line 45">
                <a:extLst>
                  <a:ext uri="{FF2B5EF4-FFF2-40B4-BE49-F238E27FC236}">
                    <a16:creationId xmlns:a16="http://schemas.microsoft.com/office/drawing/2014/main" id="{7335A406-3CE9-43A6-BC3F-4B5D0B17B72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46">
                <a:extLst>
                  <a:ext uri="{FF2B5EF4-FFF2-40B4-BE49-F238E27FC236}">
                    <a16:creationId xmlns:a16="http://schemas.microsoft.com/office/drawing/2014/main" id="{616CD2F4-04A0-4CEF-900E-05D49EFA94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47">
                <a:extLst>
                  <a:ext uri="{FF2B5EF4-FFF2-40B4-BE49-F238E27FC236}">
                    <a16:creationId xmlns:a16="http://schemas.microsoft.com/office/drawing/2014/main" id="{D73869F1-42F5-4033-940E-B06B12F9D2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48">
                <a:extLst>
                  <a:ext uri="{FF2B5EF4-FFF2-40B4-BE49-F238E27FC236}">
                    <a16:creationId xmlns:a16="http://schemas.microsoft.com/office/drawing/2014/main" id="{0971F7F9-D8FE-4149-A0E2-9D1E775B75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49">
                <a:extLst>
                  <a:ext uri="{FF2B5EF4-FFF2-40B4-BE49-F238E27FC236}">
                    <a16:creationId xmlns:a16="http://schemas.microsoft.com/office/drawing/2014/main" id="{D4D61A0A-6A00-43E7-B15F-B923964F69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Line 50">
                <a:extLst>
                  <a:ext uri="{FF2B5EF4-FFF2-40B4-BE49-F238E27FC236}">
                    <a16:creationId xmlns:a16="http://schemas.microsoft.com/office/drawing/2014/main" id="{3A22B6C0-1AEA-470D-BB46-ECFDEEDD5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Line 51">
                <a:extLst>
                  <a:ext uri="{FF2B5EF4-FFF2-40B4-BE49-F238E27FC236}">
                    <a16:creationId xmlns:a16="http://schemas.microsoft.com/office/drawing/2014/main" id="{B1EB0CE2-4559-49DA-A2D2-4C436D3F09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Line 52">
                <a:extLst>
                  <a:ext uri="{FF2B5EF4-FFF2-40B4-BE49-F238E27FC236}">
                    <a16:creationId xmlns:a16="http://schemas.microsoft.com/office/drawing/2014/main" id="{A3AED1D8-1E65-43E3-B891-4E516953D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53">
                <a:extLst>
                  <a:ext uri="{FF2B5EF4-FFF2-40B4-BE49-F238E27FC236}">
                    <a16:creationId xmlns:a16="http://schemas.microsoft.com/office/drawing/2014/main" id="{E9B30CEA-C8F1-4D54-84B5-26950CA2DB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Line 54">
                <a:extLst>
                  <a:ext uri="{FF2B5EF4-FFF2-40B4-BE49-F238E27FC236}">
                    <a16:creationId xmlns:a16="http://schemas.microsoft.com/office/drawing/2014/main" id="{12DA7019-5BE8-428E-A2FE-A286DDD0A0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Line 55">
                <a:extLst>
                  <a:ext uri="{FF2B5EF4-FFF2-40B4-BE49-F238E27FC236}">
                    <a16:creationId xmlns:a16="http://schemas.microsoft.com/office/drawing/2014/main" id="{84080591-90F4-4EB5-853B-CE8FF3D5E3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56">
                <a:extLst>
                  <a:ext uri="{FF2B5EF4-FFF2-40B4-BE49-F238E27FC236}">
                    <a16:creationId xmlns:a16="http://schemas.microsoft.com/office/drawing/2014/main" id="{E876B155-4297-4D70-8781-C916441F03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57">
                <a:extLst>
                  <a:ext uri="{FF2B5EF4-FFF2-40B4-BE49-F238E27FC236}">
                    <a16:creationId xmlns:a16="http://schemas.microsoft.com/office/drawing/2014/main" id="{46DE7D70-EE14-48EB-B55F-2B3D00A56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Line 58">
                <a:extLst>
                  <a:ext uri="{FF2B5EF4-FFF2-40B4-BE49-F238E27FC236}">
                    <a16:creationId xmlns:a16="http://schemas.microsoft.com/office/drawing/2014/main" id="{EB82B272-E9F9-41BA-9DDE-BBEC4808D5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59">
                <a:extLst>
                  <a:ext uri="{FF2B5EF4-FFF2-40B4-BE49-F238E27FC236}">
                    <a16:creationId xmlns:a16="http://schemas.microsoft.com/office/drawing/2014/main" id="{11F06A50-4595-4042-9FF6-70899FE2F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60">
                <a:extLst>
                  <a:ext uri="{FF2B5EF4-FFF2-40B4-BE49-F238E27FC236}">
                    <a16:creationId xmlns:a16="http://schemas.microsoft.com/office/drawing/2014/main" id="{6C162A5D-1ED0-487F-8968-0176DFFCFA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Line 61">
                <a:extLst>
                  <a:ext uri="{FF2B5EF4-FFF2-40B4-BE49-F238E27FC236}">
                    <a16:creationId xmlns:a16="http://schemas.microsoft.com/office/drawing/2014/main" id="{1AB86EBC-1D70-4CC5-AB6C-1EE8AD25EC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62">
                <a:extLst>
                  <a:ext uri="{FF2B5EF4-FFF2-40B4-BE49-F238E27FC236}">
                    <a16:creationId xmlns:a16="http://schemas.microsoft.com/office/drawing/2014/main" id="{55AC034F-50D6-4B61-8DCA-C62B3D2483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Line 63">
                <a:extLst>
                  <a:ext uri="{FF2B5EF4-FFF2-40B4-BE49-F238E27FC236}">
                    <a16:creationId xmlns:a16="http://schemas.microsoft.com/office/drawing/2014/main" id="{1AB7661C-E338-4B4E-9BEF-696C0F1C3D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64">
                <a:extLst>
                  <a:ext uri="{FF2B5EF4-FFF2-40B4-BE49-F238E27FC236}">
                    <a16:creationId xmlns:a16="http://schemas.microsoft.com/office/drawing/2014/main" id="{DB68206D-B78C-482D-9236-25A56709FA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65">
                <a:extLst>
                  <a:ext uri="{FF2B5EF4-FFF2-40B4-BE49-F238E27FC236}">
                    <a16:creationId xmlns:a16="http://schemas.microsoft.com/office/drawing/2014/main" id="{E7E4A06D-52E8-45A9-B02C-88CF2EACB1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Line 66">
                <a:extLst>
                  <a:ext uri="{FF2B5EF4-FFF2-40B4-BE49-F238E27FC236}">
                    <a16:creationId xmlns:a16="http://schemas.microsoft.com/office/drawing/2014/main" id="{FA74FBF5-9D58-4CE2-9F2D-6077F9DFE7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Line 67">
                <a:extLst>
                  <a:ext uri="{FF2B5EF4-FFF2-40B4-BE49-F238E27FC236}">
                    <a16:creationId xmlns:a16="http://schemas.microsoft.com/office/drawing/2014/main" id="{B66D940C-3E3C-4EC3-83FD-38544F8ADA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Line 68">
                <a:extLst>
                  <a:ext uri="{FF2B5EF4-FFF2-40B4-BE49-F238E27FC236}">
                    <a16:creationId xmlns:a16="http://schemas.microsoft.com/office/drawing/2014/main" id="{6B4A3391-134B-4C30-AD2B-FBE1BC35F1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Line 69">
                <a:extLst>
                  <a:ext uri="{FF2B5EF4-FFF2-40B4-BE49-F238E27FC236}">
                    <a16:creationId xmlns:a16="http://schemas.microsoft.com/office/drawing/2014/main" id="{C38BB776-CDC5-4C9C-B2E9-4710080FEC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Line 70">
                <a:extLst>
                  <a:ext uri="{FF2B5EF4-FFF2-40B4-BE49-F238E27FC236}">
                    <a16:creationId xmlns:a16="http://schemas.microsoft.com/office/drawing/2014/main" id="{95008614-1C1B-4B78-B87D-2FCFFA4DD8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Rectangle 80">
                <a:extLst>
                  <a:ext uri="{FF2B5EF4-FFF2-40B4-BE49-F238E27FC236}">
                    <a16:creationId xmlns:a16="http://schemas.microsoft.com/office/drawing/2014/main" id="{982A7653-9DD2-4472-BD6F-BBC43B1542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96" name="Line 96">
              <a:extLst>
                <a:ext uri="{FF2B5EF4-FFF2-40B4-BE49-F238E27FC236}">
                  <a16:creationId xmlns:a16="http://schemas.microsoft.com/office/drawing/2014/main" id="{1873CC51-C134-407A-BBF8-F82DD51684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Line 97">
              <a:extLst>
                <a:ext uri="{FF2B5EF4-FFF2-40B4-BE49-F238E27FC236}">
                  <a16:creationId xmlns:a16="http://schemas.microsoft.com/office/drawing/2014/main" id="{DA074E2B-3679-4FFF-B60E-746E1A5D7E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Line 98">
              <a:extLst>
                <a:ext uri="{FF2B5EF4-FFF2-40B4-BE49-F238E27FC236}">
                  <a16:creationId xmlns:a16="http://schemas.microsoft.com/office/drawing/2014/main" id="{357DED13-B352-42EC-97F7-DB3B8EB7F4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Line 99">
              <a:extLst>
                <a:ext uri="{FF2B5EF4-FFF2-40B4-BE49-F238E27FC236}">
                  <a16:creationId xmlns:a16="http://schemas.microsoft.com/office/drawing/2014/main" id="{2FB452D1-D12E-48DC-96DD-A877DE6E50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Line 15">
              <a:extLst>
                <a:ext uri="{FF2B5EF4-FFF2-40B4-BE49-F238E27FC236}">
                  <a16:creationId xmlns:a16="http://schemas.microsoft.com/office/drawing/2014/main" id="{69ACD149-A0F4-44FC-BABA-C084229EF4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Line 15">
              <a:extLst>
                <a:ext uri="{FF2B5EF4-FFF2-40B4-BE49-F238E27FC236}">
                  <a16:creationId xmlns:a16="http://schemas.microsoft.com/office/drawing/2014/main" id="{D44C0469-5AAD-4A60-8005-7E8D688A55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Line 15">
              <a:extLst>
                <a:ext uri="{FF2B5EF4-FFF2-40B4-BE49-F238E27FC236}">
                  <a16:creationId xmlns:a16="http://schemas.microsoft.com/office/drawing/2014/main" id="{2CAC9DCF-3B60-4A3F-978B-57AC50B980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Line 15">
              <a:extLst>
                <a:ext uri="{FF2B5EF4-FFF2-40B4-BE49-F238E27FC236}">
                  <a16:creationId xmlns:a16="http://schemas.microsoft.com/office/drawing/2014/main" id="{70E9660A-BCB8-4634-9C76-67C1FAF952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Line 15">
              <a:extLst>
                <a:ext uri="{FF2B5EF4-FFF2-40B4-BE49-F238E27FC236}">
                  <a16:creationId xmlns:a16="http://schemas.microsoft.com/office/drawing/2014/main" id="{14BC15DD-D39E-4853-BF4B-1AEFDFD00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Line 15">
              <a:extLst>
                <a:ext uri="{FF2B5EF4-FFF2-40B4-BE49-F238E27FC236}">
                  <a16:creationId xmlns:a16="http://schemas.microsoft.com/office/drawing/2014/main" id="{25E0D9AE-0175-48B1-B5E3-2D4D88D379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Line 15">
              <a:extLst>
                <a:ext uri="{FF2B5EF4-FFF2-40B4-BE49-F238E27FC236}">
                  <a16:creationId xmlns:a16="http://schemas.microsoft.com/office/drawing/2014/main" id="{FC6F3C22-6534-4611-A6D1-E6FA9CD368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25910ED7-B356-40F5-83A5-212243C226AD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310" name="Rectangle 16">
                <a:extLst>
                  <a:ext uri="{FF2B5EF4-FFF2-40B4-BE49-F238E27FC236}">
                    <a16:creationId xmlns:a16="http://schemas.microsoft.com/office/drawing/2014/main" id="{38DEEE45-825C-47C8-AD56-AB60310CE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Rectangle 18">
                <a:extLst>
                  <a:ext uri="{FF2B5EF4-FFF2-40B4-BE49-F238E27FC236}">
                    <a16:creationId xmlns:a16="http://schemas.microsoft.com/office/drawing/2014/main" id="{9E6BF19F-8F53-4E4E-9A09-4F15CDE287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312" name="Rectangle 19">
                <a:extLst>
                  <a:ext uri="{FF2B5EF4-FFF2-40B4-BE49-F238E27FC236}">
                    <a16:creationId xmlns:a16="http://schemas.microsoft.com/office/drawing/2014/main" id="{4F773967-A35A-48BA-9ED3-D24F4E5176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313" name="Rectangle 20">
                <a:extLst>
                  <a:ext uri="{FF2B5EF4-FFF2-40B4-BE49-F238E27FC236}">
                    <a16:creationId xmlns:a16="http://schemas.microsoft.com/office/drawing/2014/main" id="{EB0AE4FC-0DC1-4219-91C5-79E20C128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314" name="Rectangle 21">
                <a:extLst>
                  <a:ext uri="{FF2B5EF4-FFF2-40B4-BE49-F238E27FC236}">
                    <a16:creationId xmlns:a16="http://schemas.microsoft.com/office/drawing/2014/main" id="{0D88F854-3A35-457D-A863-D30F37A2E4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315" name="Rectangle 25">
                <a:extLst>
                  <a:ext uri="{FF2B5EF4-FFF2-40B4-BE49-F238E27FC236}">
                    <a16:creationId xmlns:a16="http://schemas.microsoft.com/office/drawing/2014/main" id="{CCA43CD2-9C3C-47F8-A5BD-EAAB1CD75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316" name="Rectangle 21">
                <a:extLst>
                  <a:ext uri="{FF2B5EF4-FFF2-40B4-BE49-F238E27FC236}">
                    <a16:creationId xmlns:a16="http://schemas.microsoft.com/office/drawing/2014/main" id="{07CE44E3-93DF-4233-BF8E-619313ACB4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317" name="Rectangle 25">
                <a:extLst>
                  <a:ext uri="{FF2B5EF4-FFF2-40B4-BE49-F238E27FC236}">
                    <a16:creationId xmlns:a16="http://schemas.microsoft.com/office/drawing/2014/main" id="{7AD9B540-EC67-4E8F-A50C-267EBF7B8D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318" name="Rectangle 18">
                <a:extLst>
                  <a:ext uri="{FF2B5EF4-FFF2-40B4-BE49-F238E27FC236}">
                    <a16:creationId xmlns:a16="http://schemas.microsoft.com/office/drawing/2014/main" id="{5E43D846-5809-428F-A648-AE60E79DF3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19" name="Rectangle 18">
                <a:extLst>
                  <a:ext uri="{FF2B5EF4-FFF2-40B4-BE49-F238E27FC236}">
                    <a16:creationId xmlns:a16="http://schemas.microsoft.com/office/drawing/2014/main" id="{B1BE62F4-992B-4945-B8DD-C414702C5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20" name="Rectangle 20">
                <a:extLst>
                  <a:ext uri="{FF2B5EF4-FFF2-40B4-BE49-F238E27FC236}">
                    <a16:creationId xmlns:a16="http://schemas.microsoft.com/office/drawing/2014/main" id="{F312DFAB-5DAF-4D7C-AD7F-B21934693B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321" name="Rectangle 20">
                <a:extLst>
                  <a:ext uri="{FF2B5EF4-FFF2-40B4-BE49-F238E27FC236}">
                    <a16:creationId xmlns:a16="http://schemas.microsoft.com/office/drawing/2014/main" id="{8E26DD15-8955-41C3-AB09-8A2B6289D5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322" name="Rectangle 21">
                <a:extLst>
                  <a:ext uri="{FF2B5EF4-FFF2-40B4-BE49-F238E27FC236}">
                    <a16:creationId xmlns:a16="http://schemas.microsoft.com/office/drawing/2014/main" id="{8C2F090A-C9BF-414E-B285-569F4AD5CB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323" name="Rectangle 21">
                <a:extLst>
                  <a:ext uri="{FF2B5EF4-FFF2-40B4-BE49-F238E27FC236}">
                    <a16:creationId xmlns:a16="http://schemas.microsoft.com/office/drawing/2014/main" id="{6EE1DCD0-406C-4164-953D-61ABBA326A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308" name="Rectangle 89">
              <a:extLst>
                <a:ext uri="{FF2B5EF4-FFF2-40B4-BE49-F238E27FC236}">
                  <a16:creationId xmlns:a16="http://schemas.microsoft.com/office/drawing/2014/main" id="{D98E9E4F-05D1-4CEF-9D7A-5BEEBCC11D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Rectangle 21">
              <a:extLst>
                <a:ext uri="{FF2B5EF4-FFF2-40B4-BE49-F238E27FC236}">
                  <a16:creationId xmlns:a16="http://schemas.microsoft.com/office/drawing/2014/main" id="{B0AC3AB9-52F7-4C01-91DF-3659A9E3A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359" name="灯片编号占位符 2">
            <a:extLst>
              <a:ext uri="{FF2B5EF4-FFF2-40B4-BE49-F238E27FC236}">
                <a16:creationId xmlns:a16="http://schemas.microsoft.com/office/drawing/2014/main" id="{5CB690BF-9B87-4535-ACB4-7F8F5A827F4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10</a:t>
            </a:fld>
            <a:endParaRPr lang="en-US" altLang="zh-CN" dirty="0"/>
          </a:p>
        </p:txBody>
      </p:sp>
      <p:sp>
        <p:nvSpPr>
          <p:cNvPr id="360" name="AutoShape 5">
            <a:extLst>
              <a:ext uri="{FF2B5EF4-FFF2-40B4-BE49-F238E27FC236}">
                <a16:creationId xmlns:a16="http://schemas.microsoft.com/office/drawing/2014/main" id="{CA61C1A6-A324-4435-855E-C6ED907F75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37363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" grpId="0" animBg="1"/>
      <p:bldP spid="36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852924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3891852" cy="116955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数据报长度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数据报的总长度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单位为字节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理论：最大长度为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en-US" altLang="zh-CN" sz="14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(65535)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实际：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~1500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字节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因特网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80" name="组合 279">
            <a:extLst>
              <a:ext uri="{FF2B5EF4-FFF2-40B4-BE49-F238E27FC236}">
                <a16:creationId xmlns:a16="http://schemas.microsoft.com/office/drawing/2014/main" id="{EE973356-7EBD-43DD-8F0B-E0F8D416A171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281" name="Line 3">
              <a:extLst>
                <a:ext uri="{FF2B5EF4-FFF2-40B4-BE49-F238E27FC236}">
                  <a16:creationId xmlns:a16="http://schemas.microsoft.com/office/drawing/2014/main" id="{0833B770-39D1-4824-860A-06CB6496A52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Rectangle 4">
              <a:extLst>
                <a:ext uri="{FF2B5EF4-FFF2-40B4-BE49-F238E27FC236}">
                  <a16:creationId xmlns:a16="http://schemas.microsoft.com/office/drawing/2014/main" id="{449E70EB-7C56-4327-BAE3-541CBDCAB4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283" name="Line 5">
              <a:extLst>
                <a:ext uri="{FF2B5EF4-FFF2-40B4-BE49-F238E27FC236}">
                  <a16:creationId xmlns:a16="http://schemas.microsoft.com/office/drawing/2014/main" id="{4521835C-24F3-44EE-9D01-BDD221BDCB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Rectangle 6">
              <a:extLst>
                <a:ext uri="{FF2B5EF4-FFF2-40B4-BE49-F238E27FC236}">
                  <a16:creationId xmlns:a16="http://schemas.microsoft.com/office/drawing/2014/main" id="{C7CAAFA7-767F-42F0-BA96-9D2AAEA0DB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285" name="Rectangle 7">
              <a:extLst>
                <a:ext uri="{FF2B5EF4-FFF2-40B4-BE49-F238E27FC236}">
                  <a16:creationId xmlns:a16="http://schemas.microsoft.com/office/drawing/2014/main" id="{5B6F71A4-F7BD-49C1-BA38-59EFB42283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6" name="Freeform 9">
              <a:extLst>
                <a:ext uri="{FF2B5EF4-FFF2-40B4-BE49-F238E27FC236}">
                  <a16:creationId xmlns:a16="http://schemas.microsoft.com/office/drawing/2014/main" id="{2404D811-C844-480A-AD5E-0A61EDA6FF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Line 10">
              <a:extLst>
                <a:ext uri="{FF2B5EF4-FFF2-40B4-BE49-F238E27FC236}">
                  <a16:creationId xmlns:a16="http://schemas.microsoft.com/office/drawing/2014/main" id="{BD8C750F-F262-47D7-A0A8-F645136DA7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Line 11">
              <a:extLst>
                <a:ext uri="{FF2B5EF4-FFF2-40B4-BE49-F238E27FC236}">
                  <a16:creationId xmlns:a16="http://schemas.microsoft.com/office/drawing/2014/main" id="{C1CF89A5-F786-49FD-90A9-385C276EC8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9" name="Line 12">
              <a:extLst>
                <a:ext uri="{FF2B5EF4-FFF2-40B4-BE49-F238E27FC236}">
                  <a16:creationId xmlns:a16="http://schemas.microsoft.com/office/drawing/2014/main" id="{F9D79045-A4D5-43CE-95D0-F20A8CB158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0" name="Line 13">
              <a:extLst>
                <a:ext uri="{FF2B5EF4-FFF2-40B4-BE49-F238E27FC236}">
                  <a16:creationId xmlns:a16="http://schemas.microsoft.com/office/drawing/2014/main" id="{4AB36166-D44F-42E3-9BE0-28D516FD96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1" name="Line 14">
              <a:extLst>
                <a:ext uri="{FF2B5EF4-FFF2-40B4-BE49-F238E27FC236}">
                  <a16:creationId xmlns:a16="http://schemas.microsoft.com/office/drawing/2014/main" id="{FA8B06F5-4732-47AD-B36C-C0D82355C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2" name="Line 15">
              <a:extLst>
                <a:ext uri="{FF2B5EF4-FFF2-40B4-BE49-F238E27FC236}">
                  <a16:creationId xmlns:a16="http://schemas.microsoft.com/office/drawing/2014/main" id="{B1D9F6E3-0D57-43C9-B53C-C5480EFBD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Line 35">
              <a:extLst>
                <a:ext uri="{FF2B5EF4-FFF2-40B4-BE49-F238E27FC236}">
                  <a16:creationId xmlns:a16="http://schemas.microsoft.com/office/drawing/2014/main" id="{D9A45ED7-DA67-4C96-AD4A-45F1A26B901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Rectangle 36">
              <a:extLst>
                <a:ext uri="{FF2B5EF4-FFF2-40B4-BE49-F238E27FC236}">
                  <a16:creationId xmlns:a16="http://schemas.microsoft.com/office/drawing/2014/main" id="{9749C2C0-A963-4614-8BF9-53C1AFFD33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95" name="组合 294">
              <a:extLst>
                <a:ext uri="{FF2B5EF4-FFF2-40B4-BE49-F238E27FC236}">
                  <a16:creationId xmlns:a16="http://schemas.microsoft.com/office/drawing/2014/main" id="{9A5BC894-3652-4753-B27B-FEBC784E6416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324" name="Line 37">
                <a:extLst>
                  <a:ext uri="{FF2B5EF4-FFF2-40B4-BE49-F238E27FC236}">
                    <a16:creationId xmlns:a16="http://schemas.microsoft.com/office/drawing/2014/main" id="{B3068659-5B84-4827-8DC5-0EF53CB03C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5" name="Line 38">
                <a:extLst>
                  <a:ext uri="{FF2B5EF4-FFF2-40B4-BE49-F238E27FC236}">
                    <a16:creationId xmlns:a16="http://schemas.microsoft.com/office/drawing/2014/main" id="{76AD606E-41B5-45B3-8E8F-A739568E2D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6" name="Line 39">
                <a:extLst>
                  <a:ext uri="{FF2B5EF4-FFF2-40B4-BE49-F238E27FC236}">
                    <a16:creationId xmlns:a16="http://schemas.microsoft.com/office/drawing/2014/main" id="{D43A11BC-2381-48A8-B53E-AA4F082E58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7" name="Line 40">
                <a:extLst>
                  <a:ext uri="{FF2B5EF4-FFF2-40B4-BE49-F238E27FC236}">
                    <a16:creationId xmlns:a16="http://schemas.microsoft.com/office/drawing/2014/main" id="{FF526FE5-16AF-4F42-81C1-8408DBE485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8" name="Line 41">
                <a:extLst>
                  <a:ext uri="{FF2B5EF4-FFF2-40B4-BE49-F238E27FC236}">
                    <a16:creationId xmlns:a16="http://schemas.microsoft.com/office/drawing/2014/main" id="{A8B6B4BD-94A4-48B6-9D63-C4638AAEC8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9" name="Line 42">
                <a:extLst>
                  <a:ext uri="{FF2B5EF4-FFF2-40B4-BE49-F238E27FC236}">
                    <a16:creationId xmlns:a16="http://schemas.microsoft.com/office/drawing/2014/main" id="{BB30D7C7-EB1F-4C28-8FF1-19DDB490C0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0" name="Line 43">
                <a:extLst>
                  <a:ext uri="{FF2B5EF4-FFF2-40B4-BE49-F238E27FC236}">
                    <a16:creationId xmlns:a16="http://schemas.microsoft.com/office/drawing/2014/main" id="{12CE702B-57D1-4414-8B3F-2DF85B795F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1" name="Line 44">
                <a:extLst>
                  <a:ext uri="{FF2B5EF4-FFF2-40B4-BE49-F238E27FC236}">
                    <a16:creationId xmlns:a16="http://schemas.microsoft.com/office/drawing/2014/main" id="{A95296CB-C789-4FDA-810A-A0C518DDA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2" name="Line 45">
                <a:extLst>
                  <a:ext uri="{FF2B5EF4-FFF2-40B4-BE49-F238E27FC236}">
                    <a16:creationId xmlns:a16="http://schemas.microsoft.com/office/drawing/2014/main" id="{EA564FFE-D6F1-4F28-91A6-BB827C8FA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3" name="Line 46">
                <a:extLst>
                  <a:ext uri="{FF2B5EF4-FFF2-40B4-BE49-F238E27FC236}">
                    <a16:creationId xmlns:a16="http://schemas.microsoft.com/office/drawing/2014/main" id="{89D26500-910D-4ED7-B8C7-E40CEF5AC5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4" name="Line 47">
                <a:extLst>
                  <a:ext uri="{FF2B5EF4-FFF2-40B4-BE49-F238E27FC236}">
                    <a16:creationId xmlns:a16="http://schemas.microsoft.com/office/drawing/2014/main" id="{4E527F54-AF99-4A37-870F-37DE7EF68F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5" name="Line 48">
                <a:extLst>
                  <a:ext uri="{FF2B5EF4-FFF2-40B4-BE49-F238E27FC236}">
                    <a16:creationId xmlns:a16="http://schemas.microsoft.com/office/drawing/2014/main" id="{A4BA56F2-6699-45D7-8AFF-C095FAA052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6" name="Line 49">
                <a:extLst>
                  <a:ext uri="{FF2B5EF4-FFF2-40B4-BE49-F238E27FC236}">
                    <a16:creationId xmlns:a16="http://schemas.microsoft.com/office/drawing/2014/main" id="{8801BB25-2210-42F3-B7E1-969367E16D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7" name="Line 50">
                <a:extLst>
                  <a:ext uri="{FF2B5EF4-FFF2-40B4-BE49-F238E27FC236}">
                    <a16:creationId xmlns:a16="http://schemas.microsoft.com/office/drawing/2014/main" id="{604243AC-41CA-44EC-A771-A6DF276EF4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8" name="Line 51">
                <a:extLst>
                  <a:ext uri="{FF2B5EF4-FFF2-40B4-BE49-F238E27FC236}">
                    <a16:creationId xmlns:a16="http://schemas.microsoft.com/office/drawing/2014/main" id="{93252028-85F8-42FE-8512-DA7F47B2F8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9" name="Line 52">
                <a:extLst>
                  <a:ext uri="{FF2B5EF4-FFF2-40B4-BE49-F238E27FC236}">
                    <a16:creationId xmlns:a16="http://schemas.microsoft.com/office/drawing/2014/main" id="{FCFEBAAE-14F7-4B15-B2B9-862D470BD3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0" name="Line 53">
                <a:extLst>
                  <a:ext uri="{FF2B5EF4-FFF2-40B4-BE49-F238E27FC236}">
                    <a16:creationId xmlns:a16="http://schemas.microsoft.com/office/drawing/2014/main" id="{B8F21ADF-7016-4A94-A9B3-107C9CF4DC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1" name="Line 54">
                <a:extLst>
                  <a:ext uri="{FF2B5EF4-FFF2-40B4-BE49-F238E27FC236}">
                    <a16:creationId xmlns:a16="http://schemas.microsoft.com/office/drawing/2014/main" id="{F49A8934-C2C0-4B1C-9FA7-5D98CBC6B1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2" name="Line 55">
                <a:extLst>
                  <a:ext uri="{FF2B5EF4-FFF2-40B4-BE49-F238E27FC236}">
                    <a16:creationId xmlns:a16="http://schemas.microsoft.com/office/drawing/2014/main" id="{054B7EC0-23F5-4584-AEEB-6C90D8320C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3" name="Line 56">
                <a:extLst>
                  <a:ext uri="{FF2B5EF4-FFF2-40B4-BE49-F238E27FC236}">
                    <a16:creationId xmlns:a16="http://schemas.microsoft.com/office/drawing/2014/main" id="{A80CC6F6-BA01-4926-8519-3C5931959B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4" name="Line 57">
                <a:extLst>
                  <a:ext uri="{FF2B5EF4-FFF2-40B4-BE49-F238E27FC236}">
                    <a16:creationId xmlns:a16="http://schemas.microsoft.com/office/drawing/2014/main" id="{B3325EDC-224C-475F-AFCE-8D2A673E6E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5" name="Line 58">
                <a:extLst>
                  <a:ext uri="{FF2B5EF4-FFF2-40B4-BE49-F238E27FC236}">
                    <a16:creationId xmlns:a16="http://schemas.microsoft.com/office/drawing/2014/main" id="{8C20B9B2-8F3A-4FB0-9067-062B73B91A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6" name="Line 59">
                <a:extLst>
                  <a:ext uri="{FF2B5EF4-FFF2-40B4-BE49-F238E27FC236}">
                    <a16:creationId xmlns:a16="http://schemas.microsoft.com/office/drawing/2014/main" id="{8BA0A55B-DA8B-4050-90D8-6DB7A12236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7" name="Line 60">
                <a:extLst>
                  <a:ext uri="{FF2B5EF4-FFF2-40B4-BE49-F238E27FC236}">
                    <a16:creationId xmlns:a16="http://schemas.microsoft.com/office/drawing/2014/main" id="{E9FC00DB-0B1F-4DE6-B350-18C0C8C65B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8" name="Line 61">
                <a:extLst>
                  <a:ext uri="{FF2B5EF4-FFF2-40B4-BE49-F238E27FC236}">
                    <a16:creationId xmlns:a16="http://schemas.microsoft.com/office/drawing/2014/main" id="{4525780A-FEFA-4636-9FAB-B9B7402A8B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9" name="Line 62">
                <a:extLst>
                  <a:ext uri="{FF2B5EF4-FFF2-40B4-BE49-F238E27FC236}">
                    <a16:creationId xmlns:a16="http://schemas.microsoft.com/office/drawing/2014/main" id="{A031997D-0AC2-4817-8432-31504B1E2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0" name="Line 63">
                <a:extLst>
                  <a:ext uri="{FF2B5EF4-FFF2-40B4-BE49-F238E27FC236}">
                    <a16:creationId xmlns:a16="http://schemas.microsoft.com/office/drawing/2014/main" id="{9288B4C4-A357-4387-A455-6928A79327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1" name="Line 64">
                <a:extLst>
                  <a:ext uri="{FF2B5EF4-FFF2-40B4-BE49-F238E27FC236}">
                    <a16:creationId xmlns:a16="http://schemas.microsoft.com/office/drawing/2014/main" id="{D45E2191-C7E4-4B42-B3F1-2C1F4CB0A5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2" name="Line 65">
                <a:extLst>
                  <a:ext uri="{FF2B5EF4-FFF2-40B4-BE49-F238E27FC236}">
                    <a16:creationId xmlns:a16="http://schemas.microsoft.com/office/drawing/2014/main" id="{240C531E-C636-4FE2-A3C7-360F71E731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3" name="Line 66">
                <a:extLst>
                  <a:ext uri="{FF2B5EF4-FFF2-40B4-BE49-F238E27FC236}">
                    <a16:creationId xmlns:a16="http://schemas.microsoft.com/office/drawing/2014/main" id="{04A53E2E-0B61-47D2-996D-FE4D3A9AEC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4" name="Line 67">
                <a:extLst>
                  <a:ext uri="{FF2B5EF4-FFF2-40B4-BE49-F238E27FC236}">
                    <a16:creationId xmlns:a16="http://schemas.microsoft.com/office/drawing/2014/main" id="{2E0988DC-3967-4444-A2B1-FC8AE96E66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5" name="Line 68">
                <a:extLst>
                  <a:ext uri="{FF2B5EF4-FFF2-40B4-BE49-F238E27FC236}">
                    <a16:creationId xmlns:a16="http://schemas.microsoft.com/office/drawing/2014/main" id="{2B93794F-058C-401F-A971-A8CCCD05DB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6" name="Line 69">
                <a:extLst>
                  <a:ext uri="{FF2B5EF4-FFF2-40B4-BE49-F238E27FC236}">
                    <a16:creationId xmlns:a16="http://schemas.microsoft.com/office/drawing/2014/main" id="{23DC8990-0A73-4095-AD53-67F6F294F5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7" name="Line 70">
                <a:extLst>
                  <a:ext uri="{FF2B5EF4-FFF2-40B4-BE49-F238E27FC236}">
                    <a16:creationId xmlns:a16="http://schemas.microsoft.com/office/drawing/2014/main" id="{36DEF535-B96E-41D6-A356-68421A165C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8" name="Rectangle 80">
                <a:extLst>
                  <a:ext uri="{FF2B5EF4-FFF2-40B4-BE49-F238E27FC236}">
                    <a16:creationId xmlns:a16="http://schemas.microsoft.com/office/drawing/2014/main" id="{FBA3780A-EF1F-499F-8344-91132D00DA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96" name="Line 96">
              <a:extLst>
                <a:ext uri="{FF2B5EF4-FFF2-40B4-BE49-F238E27FC236}">
                  <a16:creationId xmlns:a16="http://schemas.microsoft.com/office/drawing/2014/main" id="{53649164-BF78-4BDA-BB76-0B3AF8ADB9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Line 97">
              <a:extLst>
                <a:ext uri="{FF2B5EF4-FFF2-40B4-BE49-F238E27FC236}">
                  <a16:creationId xmlns:a16="http://schemas.microsoft.com/office/drawing/2014/main" id="{2BEE4795-D4CC-48AB-8F9A-E1A5EEDF7E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8" name="Line 98">
              <a:extLst>
                <a:ext uri="{FF2B5EF4-FFF2-40B4-BE49-F238E27FC236}">
                  <a16:creationId xmlns:a16="http://schemas.microsoft.com/office/drawing/2014/main" id="{6CED5E9F-0E71-4C78-A978-7F94DC30F2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9" name="Line 99">
              <a:extLst>
                <a:ext uri="{FF2B5EF4-FFF2-40B4-BE49-F238E27FC236}">
                  <a16:creationId xmlns:a16="http://schemas.microsoft.com/office/drawing/2014/main" id="{E982FA4C-99F8-419A-BA66-38722C5334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0" name="Line 15">
              <a:extLst>
                <a:ext uri="{FF2B5EF4-FFF2-40B4-BE49-F238E27FC236}">
                  <a16:creationId xmlns:a16="http://schemas.microsoft.com/office/drawing/2014/main" id="{50E72652-A9D2-44EE-BEA7-C4BAD98AA8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1" name="Line 15">
              <a:extLst>
                <a:ext uri="{FF2B5EF4-FFF2-40B4-BE49-F238E27FC236}">
                  <a16:creationId xmlns:a16="http://schemas.microsoft.com/office/drawing/2014/main" id="{3CA7FC8E-8F80-4312-AF31-6597B2273EA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2" name="Line 15">
              <a:extLst>
                <a:ext uri="{FF2B5EF4-FFF2-40B4-BE49-F238E27FC236}">
                  <a16:creationId xmlns:a16="http://schemas.microsoft.com/office/drawing/2014/main" id="{20FBE5E9-CE6E-4CE5-9B59-C9E20614AE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3" name="Line 15">
              <a:extLst>
                <a:ext uri="{FF2B5EF4-FFF2-40B4-BE49-F238E27FC236}">
                  <a16:creationId xmlns:a16="http://schemas.microsoft.com/office/drawing/2014/main" id="{03526BA2-3FAF-4FD0-B8B2-A3C42CABAA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4" name="Line 15">
              <a:extLst>
                <a:ext uri="{FF2B5EF4-FFF2-40B4-BE49-F238E27FC236}">
                  <a16:creationId xmlns:a16="http://schemas.microsoft.com/office/drawing/2014/main" id="{53A79D60-A43E-4CC5-869D-D8A9E92C1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5" name="Line 15">
              <a:extLst>
                <a:ext uri="{FF2B5EF4-FFF2-40B4-BE49-F238E27FC236}">
                  <a16:creationId xmlns:a16="http://schemas.microsoft.com/office/drawing/2014/main" id="{657F39EF-5591-47E9-9BEF-ADAC3B1DD2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6" name="Line 15">
              <a:extLst>
                <a:ext uri="{FF2B5EF4-FFF2-40B4-BE49-F238E27FC236}">
                  <a16:creationId xmlns:a16="http://schemas.microsoft.com/office/drawing/2014/main" id="{89CE0BCB-19A1-4D36-9D4D-0D1976F8D5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07" name="组合 306">
              <a:extLst>
                <a:ext uri="{FF2B5EF4-FFF2-40B4-BE49-F238E27FC236}">
                  <a16:creationId xmlns:a16="http://schemas.microsoft.com/office/drawing/2014/main" id="{31B9BF7D-CE4F-40DD-A71E-0825A8B381DA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310" name="Rectangle 16">
                <a:extLst>
                  <a:ext uri="{FF2B5EF4-FFF2-40B4-BE49-F238E27FC236}">
                    <a16:creationId xmlns:a16="http://schemas.microsoft.com/office/drawing/2014/main" id="{BB2B5E8F-1286-468A-8B90-E5B32C8E6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C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1" name="Rectangle 18">
                <a:extLst>
                  <a:ext uri="{FF2B5EF4-FFF2-40B4-BE49-F238E27FC236}">
                    <a16:creationId xmlns:a16="http://schemas.microsoft.com/office/drawing/2014/main" id="{CC1089FF-FB91-4440-84E2-C9AB19CAC2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312" name="Rectangle 19">
                <a:extLst>
                  <a:ext uri="{FF2B5EF4-FFF2-40B4-BE49-F238E27FC236}">
                    <a16:creationId xmlns:a16="http://schemas.microsoft.com/office/drawing/2014/main" id="{4E5EF645-5F43-405A-A132-60F05EB584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313" name="Rectangle 20">
                <a:extLst>
                  <a:ext uri="{FF2B5EF4-FFF2-40B4-BE49-F238E27FC236}">
                    <a16:creationId xmlns:a16="http://schemas.microsoft.com/office/drawing/2014/main" id="{8223F0D8-71E8-4949-B4AE-E07A0DD956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314" name="Rectangle 21">
                <a:extLst>
                  <a:ext uri="{FF2B5EF4-FFF2-40B4-BE49-F238E27FC236}">
                    <a16:creationId xmlns:a16="http://schemas.microsoft.com/office/drawing/2014/main" id="{9FC67613-A1B4-49AC-BDA2-85A965F63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315" name="Rectangle 25">
                <a:extLst>
                  <a:ext uri="{FF2B5EF4-FFF2-40B4-BE49-F238E27FC236}">
                    <a16:creationId xmlns:a16="http://schemas.microsoft.com/office/drawing/2014/main" id="{1C52E0A2-9A26-4231-8F3E-43F795AC0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316" name="Rectangle 21">
                <a:extLst>
                  <a:ext uri="{FF2B5EF4-FFF2-40B4-BE49-F238E27FC236}">
                    <a16:creationId xmlns:a16="http://schemas.microsoft.com/office/drawing/2014/main" id="{71230018-94AE-44C3-8131-50E6883507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317" name="Rectangle 25">
                <a:extLst>
                  <a:ext uri="{FF2B5EF4-FFF2-40B4-BE49-F238E27FC236}">
                    <a16:creationId xmlns:a16="http://schemas.microsoft.com/office/drawing/2014/main" id="{10D6EB14-40C1-4F37-8F38-97ACC7F6F5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318" name="Rectangle 18">
                <a:extLst>
                  <a:ext uri="{FF2B5EF4-FFF2-40B4-BE49-F238E27FC236}">
                    <a16:creationId xmlns:a16="http://schemas.microsoft.com/office/drawing/2014/main" id="{BA4F9347-C739-4729-B6DC-E7CE225BD4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19" name="Rectangle 18">
                <a:extLst>
                  <a:ext uri="{FF2B5EF4-FFF2-40B4-BE49-F238E27FC236}">
                    <a16:creationId xmlns:a16="http://schemas.microsoft.com/office/drawing/2014/main" id="{266F1894-523A-4350-A931-86709FB13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320" name="Rectangle 20">
                <a:extLst>
                  <a:ext uri="{FF2B5EF4-FFF2-40B4-BE49-F238E27FC236}">
                    <a16:creationId xmlns:a16="http://schemas.microsoft.com/office/drawing/2014/main" id="{3FA45D22-ABD1-4DED-86B1-61B33161D7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321" name="Rectangle 20">
                <a:extLst>
                  <a:ext uri="{FF2B5EF4-FFF2-40B4-BE49-F238E27FC236}">
                    <a16:creationId xmlns:a16="http://schemas.microsoft.com/office/drawing/2014/main" id="{409293BE-D4F2-4045-807F-F9876F600E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322" name="Rectangle 21">
                <a:extLst>
                  <a:ext uri="{FF2B5EF4-FFF2-40B4-BE49-F238E27FC236}">
                    <a16:creationId xmlns:a16="http://schemas.microsoft.com/office/drawing/2014/main" id="{511B5DA6-D8F0-46E2-91B4-95F8652847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323" name="Rectangle 21">
                <a:extLst>
                  <a:ext uri="{FF2B5EF4-FFF2-40B4-BE49-F238E27FC236}">
                    <a16:creationId xmlns:a16="http://schemas.microsoft.com/office/drawing/2014/main" id="{6FF763EC-0479-4412-8584-B8516FEB6D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308" name="Rectangle 89">
              <a:extLst>
                <a:ext uri="{FF2B5EF4-FFF2-40B4-BE49-F238E27FC236}">
                  <a16:creationId xmlns:a16="http://schemas.microsoft.com/office/drawing/2014/main" id="{47B634A4-4259-4FC7-B217-94AE6FA1E6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9" name="Rectangle 21">
              <a:extLst>
                <a:ext uri="{FF2B5EF4-FFF2-40B4-BE49-F238E27FC236}">
                  <a16:creationId xmlns:a16="http://schemas.microsoft.com/office/drawing/2014/main" id="{003FE28A-6991-4D88-8DA3-3C8595AB4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359" name="灯片编号占位符 2">
            <a:extLst>
              <a:ext uri="{FF2B5EF4-FFF2-40B4-BE49-F238E27FC236}">
                <a16:creationId xmlns:a16="http://schemas.microsoft.com/office/drawing/2014/main" id="{F2D8F440-D807-4595-A4F3-1487328521A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11</a:t>
            </a:fld>
            <a:endParaRPr lang="en-US" altLang="zh-CN" dirty="0"/>
          </a:p>
        </p:txBody>
      </p:sp>
      <p:sp>
        <p:nvSpPr>
          <p:cNvPr id="360" name="AutoShape 5">
            <a:extLst>
              <a:ext uri="{FF2B5EF4-FFF2-40B4-BE49-F238E27FC236}">
                <a16:creationId xmlns:a16="http://schemas.microsoft.com/office/drawing/2014/main" id="{D65FA8F6-967B-4AF8-88B5-1CE00767FF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2541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6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" grpId="0" animBg="1"/>
      <p:bldP spid="36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4316522" cy="880279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3991244" cy="9541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片偏移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bits + 3 bits + 13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数据报的分片和组装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后面详解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F141043E-B256-425E-8A1A-557233E85CF9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198" name="Line 3">
              <a:extLst>
                <a:ext uri="{FF2B5EF4-FFF2-40B4-BE49-F238E27FC236}">
                  <a16:creationId xmlns:a16="http://schemas.microsoft.com/office/drawing/2014/main" id="{E67674AD-D5E6-4D7B-AE5D-DAB85BE55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">
              <a:extLst>
                <a:ext uri="{FF2B5EF4-FFF2-40B4-BE49-F238E27FC236}">
                  <a16:creationId xmlns:a16="http://schemas.microsoft.com/office/drawing/2014/main" id="{D601F0F5-8A6A-44DD-AA3D-8A2FD35D0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200" name="Line 5">
              <a:extLst>
                <a:ext uri="{FF2B5EF4-FFF2-40B4-BE49-F238E27FC236}">
                  <a16:creationId xmlns:a16="http://schemas.microsoft.com/office/drawing/2014/main" id="{E0B7618C-D5C1-47E6-8EBA-561A0A7E3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Rectangle 6">
              <a:extLst>
                <a:ext uri="{FF2B5EF4-FFF2-40B4-BE49-F238E27FC236}">
                  <a16:creationId xmlns:a16="http://schemas.microsoft.com/office/drawing/2014/main" id="{49CC8E22-1EE4-4CEC-AD7E-383B7C0B4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202" name="Rectangle 7">
              <a:extLst>
                <a:ext uri="{FF2B5EF4-FFF2-40B4-BE49-F238E27FC236}">
                  <a16:creationId xmlns:a16="http://schemas.microsoft.com/office/drawing/2014/main" id="{6DF662E9-ED71-4DF6-935F-11BC1A94D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9">
              <a:extLst>
                <a:ext uri="{FF2B5EF4-FFF2-40B4-BE49-F238E27FC236}">
                  <a16:creationId xmlns:a16="http://schemas.microsoft.com/office/drawing/2014/main" id="{B16F53CF-D18A-4BEC-B157-C71C035F9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10">
              <a:extLst>
                <a:ext uri="{FF2B5EF4-FFF2-40B4-BE49-F238E27FC236}">
                  <a16:creationId xmlns:a16="http://schemas.microsoft.com/office/drawing/2014/main" id="{EE3E80B3-0530-459B-893E-5C34EB12A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11">
              <a:extLst>
                <a:ext uri="{FF2B5EF4-FFF2-40B4-BE49-F238E27FC236}">
                  <a16:creationId xmlns:a16="http://schemas.microsoft.com/office/drawing/2014/main" id="{E33C6099-B6C8-4F66-A434-6EEAA4C84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12">
              <a:extLst>
                <a:ext uri="{FF2B5EF4-FFF2-40B4-BE49-F238E27FC236}">
                  <a16:creationId xmlns:a16="http://schemas.microsoft.com/office/drawing/2014/main" id="{410FA7B6-47E4-4319-94A1-CF33155A8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13">
              <a:extLst>
                <a:ext uri="{FF2B5EF4-FFF2-40B4-BE49-F238E27FC236}">
                  <a16:creationId xmlns:a16="http://schemas.microsoft.com/office/drawing/2014/main" id="{7F63DAEB-BBD0-420F-AD02-B285305B3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14">
              <a:extLst>
                <a:ext uri="{FF2B5EF4-FFF2-40B4-BE49-F238E27FC236}">
                  <a16:creationId xmlns:a16="http://schemas.microsoft.com/office/drawing/2014/main" id="{C7EBF747-EDEF-4123-83FB-C3A0E5E42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15">
              <a:extLst>
                <a:ext uri="{FF2B5EF4-FFF2-40B4-BE49-F238E27FC236}">
                  <a16:creationId xmlns:a16="http://schemas.microsoft.com/office/drawing/2014/main" id="{3964C53E-F86F-452E-965A-B30F250ED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Line 35">
              <a:extLst>
                <a:ext uri="{FF2B5EF4-FFF2-40B4-BE49-F238E27FC236}">
                  <a16:creationId xmlns:a16="http://schemas.microsoft.com/office/drawing/2014/main" id="{34CA7A32-0717-4BD3-A9C4-49EACB765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36">
              <a:extLst>
                <a:ext uri="{FF2B5EF4-FFF2-40B4-BE49-F238E27FC236}">
                  <a16:creationId xmlns:a16="http://schemas.microsoft.com/office/drawing/2014/main" id="{201CB5C1-6316-4791-9D7F-BF1D5C295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FBCD99DF-5525-4BBD-BBF3-7B33A2CD85CF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241" name="Line 37">
                <a:extLst>
                  <a:ext uri="{FF2B5EF4-FFF2-40B4-BE49-F238E27FC236}">
                    <a16:creationId xmlns:a16="http://schemas.microsoft.com/office/drawing/2014/main" id="{5AC50A84-4887-467B-8D82-0DAB1229C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Line 38">
                <a:extLst>
                  <a:ext uri="{FF2B5EF4-FFF2-40B4-BE49-F238E27FC236}">
                    <a16:creationId xmlns:a16="http://schemas.microsoft.com/office/drawing/2014/main" id="{E02B6AD6-C4AD-4846-A263-27E47158D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Line 39">
                <a:extLst>
                  <a:ext uri="{FF2B5EF4-FFF2-40B4-BE49-F238E27FC236}">
                    <a16:creationId xmlns:a16="http://schemas.microsoft.com/office/drawing/2014/main" id="{289F088F-F22E-48A4-9363-6E4FC7919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4" name="Line 40">
                <a:extLst>
                  <a:ext uri="{FF2B5EF4-FFF2-40B4-BE49-F238E27FC236}">
                    <a16:creationId xmlns:a16="http://schemas.microsoft.com/office/drawing/2014/main" id="{BC049E95-7F1C-409A-BD7E-D7AB4D8E1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Line 41">
                <a:extLst>
                  <a:ext uri="{FF2B5EF4-FFF2-40B4-BE49-F238E27FC236}">
                    <a16:creationId xmlns:a16="http://schemas.microsoft.com/office/drawing/2014/main" id="{DD8E9670-66B1-4D0F-9B46-FBCA211A8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42">
                <a:extLst>
                  <a:ext uri="{FF2B5EF4-FFF2-40B4-BE49-F238E27FC236}">
                    <a16:creationId xmlns:a16="http://schemas.microsoft.com/office/drawing/2014/main" id="{9BC5313B-0EB0-43DC-B363-E946ADDEC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43">
                <a:extLst>
                  <a:ext uri="{FF2B5EF4-FFF2-40B4-BE49-F238E27FC236}">
                    <a16:creationId xmlns:a16="http://schemas.microsoft.com/office/drawing/2014/main" id="{AAF3532F-5138-49F9-AD5D-A20C9A470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44">
                <a:extLst>
                  <a:ext uri="{FF2B5EF4-FFF2-40B4-BE49-F238E27FC236}">
                    <a16:creationId xmlns:a16="http://schemas.microsoft.com/office/drawing/2014/main" id="{1EC596C9-1FD8-4F6B-8181-42960E8F2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45">
                <a:extLst>
                  <a:ext uri="{FF2B5EF4-FFF2-40B4-BE49-F238E27FC236}">
                    <a16:creationId xmlns:a16="http://schemas.microsoft.com/office/drawing/2014/main" id="{AB444051-9152-4957-B99D-704B59736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46">
                <a:extLst>
                  <a:ext uri="{FF2B5EF4-FFF2-40B4-BE49-F238E27FC236}">
                    <a16:creationId xmlns:a16="http://schemas.microsoft.com/office/drawing/2014/main" id="{EB25A808-23FB-49B1-9A34-1943D3023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47">
                <a:extLst>
                  <a:ext uri="{FF2B5EF4-FFF2-40B4-BE49-F238E27FC236}">
                    <a16:creationId xmlns:a16="http://schemas.microsoft.com/office/drawing/2014/main" id="{6551B308-5A76-413A-B44D-E2CAF5791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48">
                <a:extLst>
                  <a:ext uri="{FF2B5EF4-FFF2-40B4-BE49-F238E27FC236}">
                    <a16:creationId xmlns:a16="http://schemas.microsoft.com/office/drawing/2014/main" id="{66748250-4FFE-4D3E-BEB0-735B9EAC4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49">
                <a:extLst>
                  <a:ext uri="{FF2B5EF4-FFF2-40B4-BE49-F238E27FC236}">
                    <a16:creationId xmlns:a16="http://schemas.microsoft.com/office/drawing/2014/main" id="{445CBF9A-5C40-406D-8051-B94B7F9F6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50">
                <a:extLst>
                  <a:ext uri="{FF2B5EF4-FFF2-40B4-BE49-F238E27FC236}">
                    <a16:creationId xmlns:a16="http://schemas.microsoft.com/office/drawing/2014/main" id="{5FD31984-7E3D-48AD-B918-BDC4BF8DE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51">
                <a:extLst>
                  <a:ext uri="{FF2B5EF4-FFF2-40B4-BE49-F238E27FC236}">
                    <a16:creationId xmlns:a16="http://schemas.microsoft.com/office/drawing/2014/main" id="{1D7070F3-FADB-44D4-A0E3-9406461F6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52">
                <a:extLst>
                  <a:ext uri="{FF2B5EF4-FFF2-40B4-BE49-F238E27FC236}">
                    <a16:creationId xmlns:a16="http://schemas.microsoft.com/office/drawing/2014/main" id="{E4A54EC5-DE34-43AF-81B9-06B1EB6619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53">
                <a:extLst>
                  <a:ext uri="{FF2B5EF4-FFF2-40B4-BE49-F238E27FC236}">
                    <a16:creationId xmlns:a16="http://schemas.microsoft.com/office/drawing/2014/main" id="{43032885-290E-4811-9E5B-C6DFFD0D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54">
                <a:extLst>
                  <a:ext uri="{FF2B5EF4-FFF2-40B4-BE49-F238E27FC236}">
                    <a16:creationId xmlns:a16="http://schemas.microsoft.com/office/drawing/2014/main" id="{F3291352-6703-48D2-AA77-A1B437F1F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55">
                <a:extLst>
                  <a:ext uri="{FF2B5EF4-FFF2-40B4-BE49-F238E27FC236}">
                    <a16:creationId xmlns:a16="http://schemas.microsoft.com/office/drawing/2014/main" id="{C66E5CE7-9D0D-4877-ADA4-F142DAE98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56">
                <a:extLst>
                  <a:ext uri="{FF2B5EF4-FFF2-40B4-BE49-F238E27FC236}">
                    <a16:creationId xmlns:a16="http://schemas.microsoft.com/office/drawing/2014/main" id="{808F13BA-78BB-4D6F-BC4B-AE8E9673D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57">
                <a:extLst>
                  <a:ext uri="{FF2B5EF4-FFF2-40B4-BE49-F238E27FC236}">
                    <a16:creationId xmlns:a16="http://schemas.microsoft.com/office/drawing/2014/main" id="{BBCE00A7-42FE-423E-B5CD-DABBFC76A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58">
                <a:extLst>
                  <a:ext uri="{FF2B5EF4-FFF2-40B4-BE49-F238E27FC236}">
                    <a16:creationId xmlns:a16="http://schemas.microsoft.com/office/drawing/2014/main" id="{0B7C56F7-BC6C-49AE-BD6A-54FA82B8E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59">
                <a:extLst>
                  <a:ext uri="{FF2B5EF4-FFF2-40B4-BE49-F238E27FC236}">
                    <a16:creationId xmlns:a16="http://schemas.microsoft.com/office/drawing/2014/main" id="{16F32205-538F-4383-8337-7BEDC4D0E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60">
                <a:extLst>
                  <a:ext uri="{FF2B5EF4-FFF2-40B4-BE49-F238E27FC236}">
                    <a16:creationId xmlns:a16="http://schemas.microsoft.com/office/drawing/2014/main" id="{837F48E8-A4DF-4F7B-9768-15C0F0D3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61">
                <a:extLst>
                  <a:ext uri="{FF2B5EF4-FFF2-40B4-BE49-F238E27FC236}">
                    <a16:creationId xmlns:a16="http://schemas.microsoft.com/office/drawing/2014/main" id="{E7035C98-B549-4275-8DBC-392329222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Line 62">
                <a:extLst>
                  <a:ext uri="{FF2B5EF4-FFF2-40B4-BE49-F238E27FC236}">
                    <a16:creationId xmlns:a16="http://schemas.microsoft.com/office/drawing/2014/main" id="{66F3DB38-3BE4-492D-ADF4-ED24DAF26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63">
                <a:extLst>
                  <a:ext uri="{FF2B5EF4-FFF2-40B4-BE49-F238E27FC236}">
                    <a16:creationId xmlns:a16="http://schemas.microsoft.com/office/drawing/2014/main" id="{CA847E47-6917-4362-A1F6-E775CD571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64">
                <a:extLst>
                  <a:ext uri="{FF2B5EF4-FFF2-40B4-BE49-F238E27FC236}">
                    <a16:creationId xmlns:a16="http://schemas.microsoft.com/office/drawing/2014/main" id="{B2DA832B-7DA5-4C95-AC40-3C7844782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Line 65">
                <a:extLst>
                  <a:ext uri="{FF2B5EF4-FFF2-40B4-BE49-F238E27FC236}">
                    <a16:creationId xmlns:a16="http://schemas.microsoft.com/office/drawing/2014/main" id="{4E35D221-028E-4DD9-8A64-BFFCBD82B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Line 66">
                <a:extLst>
                  <a:ext uri="{FF2B5EF4-FFF2-40B4-BE49-F238E27FC236}">
                    <a16:creationId xmlns:a16="http://schemas.microsoft.com/office/drawing/2014/main" id="{3BF1F515-16FD-4234-8146-65360F689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67">
                <a:extLst>
                  <a:ext uri="{FF2B5EF4-FFF2-40B4-BE49-F238E27FC236}">
                    <a16:creationId xmlns:a16="http://schemas.microsoft.com/office/drawing/2014/main" id="{7EBD3F1F-D340-4AA5-81D0-4C47ACD7E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Line 68">
                <a:extLst>
                  <a:ext uri="{FF2B5EF4-FFF2-40B4-BE49-F238E27FC236}">
                    <a16:creationId xmlns:a16="http://schemas.microsoft.com/office/drawing/2014/main" id="{E0360660-0D01-4B0F-BFDA-D3C72DA88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Line 69">
                <a:extLst>
                  <a:ext uri="{FF2B5EF4-FFF2-40B4-BE49-F238E27FC236}">
                    <a16:creationId xmlns:a16="http://schemas.microsoft.com/office/drawing/2014/main" id="{3AF3220C-E221-484C-B186-C379CA8C0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Line 70">
                <a:extLst>
                  <a:ext uri="{FF2B5EF4-FFF2-40B4-BE49-F238E27FC236}">
                    <a16:creationId xmlns:a16="http://schemas.microsoft.com/office/drawing/2014/main" id="{6F730A89-CB17-4A74-88DB-E1D134C64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Rectangle 80">
                <a:extLst>
                  <a:ext uri="{FF2B5EF4-FFF2-40B4-BE49-F238E27FC236}">
                    <a16:creationId xmlns:a16="http://schemas.microsoft.com/office/drawing/2014/main" id="{F6156257-D6E0-49A4-9918-BBC0CE186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13" name="Line 96">
              <a:extLst>
                <a:ext uri="{FF2B5EF4-FFF2-40B4-BE49-F238E27FC236}">
                  <a16:creationId xmlns:a16="http://schemas.microsoft.com/office/drawing/2014/main" id="{61FAA8A2-C9D0-4F81-8BF8-8F2FC8319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97">
              <a:extLst>
                <a:ext uri="{FF2B5EF4-FFF2-40B4-BE49-F238E27FC236}">
                  <a16:creationId xmlns:a16="http://schemas.microsoft.com/office/drawing/2014/main" id="{38D9D460-EF47-4F9C-B3B6-CD248F1F7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98">
              <a:extLst>
                <a:ext uri="{FF2B5EF4-FFF2-40B4-BE49-F238E27FC236}">
                  <a16:creationId xmlns:a16="http://schemas.microsoft.com/office/drawing/2014/main" id="{0F85CF28-062A-446F-9061-EC92A0309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99">
              <a:extLst>
                <a:ext uri="{FF2B5EF4-FFF2-40B4-BE49-F238E27FC236}">
                  <a16:creationId xmlns:a16="http://schemas.microsoft.com/office/drawing/2014/main" id="{FF2DB7CD-528C-40C6-906E-08D754AAE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15">
              <a:extLst>
                <a:ext uri="{FF2B5EF4-FFF2-40B4-BE49-F238E27FC236}">
                  <a16:creationId xmlns:a16="http://schemas.microsoft.com/office/drawing/2014/main" id="{A62919AD-43F0-4AF7-A467-3519553F4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15">
              <a:extLst>
                <a:ext uri="{FF2B5EF4-FFF2-40B4-BE49-F238E27FC236}">
                  <a16:creationId xmlns:a16="http://schemas.microsoft.com/office/drawing/2014/main" id="{822EBD72-CA39-4278-AF0E-E8E21DCCB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15">
              <a:extLst>
                <a:ext uri="{FF2B5EF4-FFF2-40B4-BE49-F238E27FC236}">
                  <a16:creationId xmlns:a16="http://schemas.microsoft.com/office/drawing/2014/main" id="{33B5564A-C2B6-43DD-BAC2-C058C89FB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15">
              <a:extLst>
                <a:ext uri="{FF2B5EF4-FFF2-40B4-BE49-F238E27FC236}">
                  <a16:creationId xmlns:a16="http://schemas.microsoft.com/office/drawing/2014/main" id="{7E02F380-FF65-490D-8FF8-D440FA483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15">
              <a:extLst>
                <a:ext uri="{FF2B5EF4-FFF2-40B4-BE49-F238E27FC236}">
                  <a16:creationId xmlns:a16="http://schemas.microsoft.com/office/drawing/2014/main" id="{104A9E39-3B0A-4A05-B09F-D717E602B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15">
              <a:extLst>
                <a:ext uri="{FF2B5EF4-FFF2-40B4-BE49-F238E27FC236}">
                  <a16:creationId xmlns:a16="http://schemas.microsoft.com/office/drawing/2014/main" id="{A3D72533-9CAD-4FE6-B96F-3F61D807B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15">
              <a:extLst>
                <a:ext uri="{FF2B5EF4-FFF2-40B4-BE49-F238E27FC236}">
                  <a16:creationId xmlns:a16="http://schemas.microsoft.com/office/drawing/2014/main" id="{F8BA1164-9272-4D83-B6F7-FC76832AD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9723BA8A-6DF7-4FA4-913D-3F54761892C9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27" name="Rectangle 16">
                <a:extLst>
                  <a:ext uri="{FF2B5EF4-FFF2-40B4-BE49-F238E27FC236}">
                    <a16:creationId xmlns:a16="http://schemas.microsoft.com/office/drawing/2014/main" id="{BE33C203-05DE-429E-AC02-7BC2CC2BD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Rectangle 18">
                <a:extLst>
                  <a:ext uri="{FF2B5EF4-FFF2-40B4-BE49-F238E27FC236}">
                    <a16:creationId xmlns:a16="http://schemas.microsoft.com/office/drawing/2014/main" id="{379C97BF-5A89-4538-B825-694DB29B4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229" name="Rectangle 19">
                <a:extLst>
                  <a:ext uri="{FF2B5EF4-FFF2-40B4-BE49-F238E27FC236}">
                    <a16:creationId xmlns:a16="http://schemas.microsoft.com/office/drawing/2014/main" id="{04B0C2F1-96C3-418B-B7A4-3277BAD37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230" name="Rectangle 20">
                <a:extLst>
                  <a:ext uri="{FF2B5EF4-FFF2-40B4-BE49-F238E27FC236}">
                    <a16:creationId xmlns:a16="http://schemas.microsoft.com/office/drawing/2014/main" id="{3E602ADD-B3C9-4025-8243-B6F9DDF0C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231" name="Rectangle 21">
                <a:extLst>
                  <a:ext uri="{FF2B5EF4-FFF2-40B4-BE49-F238E27FC236}">
                    <a16:creationId xmlns:a16="http://schemas.microsoft.com/office/drawing/2014/main" id="{F9381401-FCA2-4471-9A8C-DDB3265F4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232" name="Rectangle 25">
                <a:extLst>
                  <a:ext uri="{FF2B5EF4-FFF2-40B4-BE49-F238E27FC236}">
                    <a16:creationId xmlns:a16="http://schemas.microsoft.com/office/drawing/2014/main" id="{676533E0-E91D-4F33-88C9-5E52385F8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233" name="Rectangle 21">
                <a:extLst>
                  <a:ext uri="{FF2B5EF4-FFF2-40B4-BE49-F238E27FC236}">
                    <a16:creationId xmlns:a16="http://schemas.microsoft.com/office/drawing/2014/main" id="{5A3266C7-C41E-4AF5-AF6B-324121AE8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234" name="Rectangle 25">
                <a:extLst>
                  <a:ext uri="{FF2B5EF4-FFF2-40B4-BE49-F238E27FC236}">
                    <a16:creationId xmlns:a16="http://schemas.microsoft.com/office/drawing/2014/main" id="{D019DAE6-3D10-408A-B006-14DD25FAB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235" name="Rectangle 18">
                <a:extLst>
                  <a:ext uri="{FF2B5EF4-FFF2-40B4-BE49-F238E27FC236}">
                    <a16:creationId xmlns:a16="http://schemas.microsoft.com/office/drawing/2014/main" id="{323581DF-F3F1-4082-8079-5F2433A68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6" name="Rectangle 18">
                <a:extLst>
                  <a:ext uri="{FF2B5EF4-FFF2-40B4-BE49-F238E27FC236}">
                    <a16:creationId xmlns:a16="http://schemas.microsoft.com/office/drawing/2014/main" id="{A8EBFA05-C0EE-4C21-9E92-5D3C024FA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7" name="Rectangle 20">
                <a:extLst>
                  <a:ext uri="{FF2B5EF4-FFF2-40B4-BE49-F238E27FC236}">
                    <a16:creationId xmlns:a16="http://schemas.microsoft.com/office/drawing/2014/main" id="{FEDDCED8-66DE-43DE-8F79-59BD5E2E0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238" name="Rectangle 20">
                <a:extLst>
                  <a:ext uri="{FF2B5EF4-FFF2-40B4-BE49-F238E27FC236}">
                    <a16:creationId xmlns:a16="http://schemas.microsoft.com/office/drawing/2014/main" id="{D36AD584-6356-4FFD-BEBA-BBE82CA6D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239" name="Rectangle 21">
                <a:extLst>
                  <a:ext uri="{FF2B5EF4-FFF2-40B4-BE49-F238E27FC236}">
                    <a16:creationId xmlns:a16="http://schemas.microsoft.com/office/drawing/2014/main" id="{68F87114-E940-4EA2-BCF9-0B43F59A9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240" name="Rectangle 21">
                <a:extLst>
                  <a:ext uri="{FF2B5EF4-FFF2-40B4-BE49-F238E27FC236}">
                    <a16:creationId xmlns:a16="http://schemas.microsoft.com/office/drawing/2014/main" id="{A215A736-10BD-4EF0-BBCC-577465110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225" name="Rectangle 89">
              <a:extLst>
                <a:ext uri="{FF2B5EF4-FFF2-40B4-BE49-F238E27FC236}">
                  <a16:creationId xmlns:a16="http://schemas.microsoft.com/office/drawing/2014/main" id="{454CED10-E42A-40A2-82D7-FA6DDCC7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Rectangle 21">
              <a:extLst>
                <a:ext uri="{FF2B5EF4-FFF2-40B4-BE49-F238E27FC236}">
                  <a16:creationId xmlns:a16="http://schemas.microsoft.com/office/drawing/2014/main" id="{BA00A36F-57F7-45EB-8B14-CC10DDDD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276" name="灯片编号占位符 2">
            <a:extLst>
              <a:ext uri="{FF2B5EF4-FFF2-40B4-BE49-F238E27FC236}">
                <a16:creationId xmlns:a16="http://schemas.microsoft.com/office/drawing/2014/main" id="{FF307578-773B-4875-89F1-221E29A350D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12</a:t>
            </a:fld>
            <a:endParaRPr lang="en-US" altLang="zh-CN" dirty="0"/>
          </a:p>
        </p:txBody>
      </p:sp>
      <p:sp>
        <p:nvSpPr>
          <p:cNvPr id="277" name="AutoShape 5">
            <a:extLst>
              <a:ext uri="{FF2B5EF4-FFF2-40B4-BE49-F238E27FC236}">
                <a16:creationId xmlns:a16="http://schemas.microsoft.com/office/drawing/2014/main" id="{B312926B-4D80-4EFA-81C4-B33EFE87F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238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" grpId="0" animBg="1"/>
      <p:bldP spid="277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84327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4351284" cy="138499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生存次数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(time to live, TTL)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bits (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max 255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数据报最多能通过多少个节点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每经过一个路由器转发，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TTL--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TTL=0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时数据分组将被路由器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丢弃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意味着没有为分组找到合适的路径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549BE96A-426A-4F68-98FE-DD121F26AD68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198" name="Line 3">
              <a:extLst>
                <a:ext uri="{FF2B5EF4-FFF2-40B4-BE49-F238E27FC236}">
                  <a16:creationId xmlns:a16="http://schemas.microsoft.com/office/drawing/2014/main" id="{D580335F-E0DA-483A-B5BD-1CA2B4A60E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">
              <a:extLst>
                <a:ext uri="{FF2B5EF4-FFF2-40B4-BE49-F238E27FC236}">
                  <a16:creationId xmlns:a16="http://schemas.microsoft.com/office/drawing/2014/main" id="{C452CCAA-6F5A-4D5B-9A08-3CF1F84EC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200" name="Line 5">
              <a:extLst>
                <a:ext uri="{FF2B5EF4-FFF2-40B4-BE49-F238E27FC236}">
                  <a16:creationId xmlns:a16="http://schemas.microsoft.com/office/drawing/2014/main" id="{AA150B12-6B27-46FB-99BF-41101E85A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Rectangle 6">
              <a:extLst>
                <a:ext uri="{FF2B5EF4-FFF2-40B4-BE49-F238E27FC236}">
                  <a16:creationId xmlns:a16="http://schemas.microsoft.com/office/drawing/2014/main" id="{9D802013-3A6F-427C-A888-97E2B60703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202" name="Rectangle 7">
              <a:extLst>
                <a:ext uri="{FF2B5EF4-FFF2-40B4-BE49-F238E27FC236}">
                  <a16:creationId xmlns:a16="http://schemas.microsoft.com/office/drawing/2014/main" id="{B372DEFE-F166-4058-9DC9-9FFD71C982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9">
              <a:extLst>
                <a:ext uri="{FF2B5EF4-FFF2-40B4-BE49-F238E27FC236}">
                  <a16:creationId xmlns:a16="http://schemas.microsoft.com/office/drawing/2014/main" id="{DCBEED38-4031-4CB6-A362-6A03945BF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10">
              <a:extLst>
                <a:ext uri="{FF2B5EF4-FFF2-40B4-BE49-F238E27FC236}">
                  <a16:creationId xmlns:a16="http://schemas.microsoft.com/office/drawing/2014/main" id="{C8D25EEF-A7AF-4FCB-8508-33057A339F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11">
              <a:extLst>
                <a:ext uri="{FF2B5EF4-FFF2-40B4-BE49-F238E27FC236}">
                  <a16:creationId xmlns:a16="http://schemas.microsoft.com/office/drawing/2014/main" id="{5BE19EEA-AD73-4A85-B1B1-8CD0347EE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12">
              <a:extLst>
                <a:ext uri="{FF2B5EF4-FFF2-40B4-BE49-F238E27FC236}">
                  <a16:creationId xmlns:a16="http://schemas.microsoft.com/office/drawing/2014/main" id="{5B7D8026-87FA-4CE8-97A5-188FDA3D68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13">
              <a:extLst>
                <a:ext uri="{FF2B5EF4-FFF2-40B4-BE49-F238E27FC236}">
                  <a16:creationId xmlns:a16="http://schemas.microsoft.com/office/drawing/2014/main" id="{033964B8-CD03-407C-8719-08B6D7D293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14">
              <a:extLst>
                <a:ext uri="{FF2B5EF4-FFF2-40B4-BE49-F238E27FC236}">
                  <a16:creationId xmlns:a16="http://schemas.microsoft.com/office/drawing/2014/main" id="{F4DC9534-CCA8-4B07-83BD-928CB0A111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15">
              <a:extLst>
                <a:ext uri="{FF2B5EF4-FFF2-40B4-BE49-F238E27FC236}">
                  <a16:creationId xmlns:a16="http://schemas.microsoft.com/office/drawing/2014/main" id="{B6D00F9E-B8C3-4C0D-9B39-61D0D53E00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Line 35">
              <a:extLst>
                <a:ext uri="{FF2B5EF4-FFF2-40B4-BE49-F238E27FC236}">
                  <a16:creationId xmlns:a16="http://schemas.microsoft.com/office/drawing/2014/main" id="{FA75E49F-5F89-426B-97F7-99C591B4E0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36">
              <a:extLst>
                <a:ext uri="{FF2B5EF4-FFF2-40B4-BE49-F238E27FC236}">
                  <a16:creationId xmlns:a16="http://schemas.microsoft.com/office/drawing/2014/main" id="{8A10797A-5EE0-492F-830A-CD29DD0E69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D96D76FE-1D38-412C-B276-5D7AD2E400DC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241" name="Line 37">
                <a:extLst>
                  <a:ext uri="{FF2B5EF4-FFF2-40B4-BE49-F238E27FC236}">
                    <a16:creationId xmlns:a16="http://schemas.microsoft.com/office/drawing/2014/main" id="{41FCD8CB-5C42-4BFD-BD36-C4E56E5175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Line 38">
                <a:extLst>
                  <a:ext uri="{FF2B5EF4-FFF2-40B4-BE49-F238E27FC236}">
                    <a16:creationId xmlns:a16="http://schemas.microsoft.com/office/drawing/2014/main" id="{62D46478-6F0D-4BBD-BA3E-9F4CA31513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Line 39">
                <a:extLst>
                  <a:ext uri="{FF2B5EF4-FFF2-40B4-BE49-F238E27FC236}">
                    <a16:creationId xmlns:a16="http://schemas.microsoft.com/office/drawing/2014/main" id="{0894E368-0711-4759-9C41-1FA558BF96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4" name="Line 40">
                <a:extLst>
                  <a:ext uri="{FF2B5EF4-FFF2-40B4-BE49-F238E27FC236}">
                    <a16:creationId xmlns:a16="http://schemas.microsoft.com/office/drawing/2014/main" id="{2AAA3DCA-07C9-4F34-9B7B-4DBC01289C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Line 41">
                <a:extLst>
                  <a:ext uri="{FF2B5EF4-FFF2-40B4-BE49-F238E27FC236}">
                    <a16:creationId xmlns:a16="http://schemas.microsoft.com/office/drawing/2014/main" id="{C26ABD4E-6444-4734-A24E-BC3E7D8EA98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42">
                <a:extLst>
                  <a:ext uri="{FF2B5EF4-FFF2-40B4-BE49-F238E27FC236}">
                    <a16:creationId xmlns:a16="http://schemas.microsoft.com/office/drawing/2014/main" id="{6AFE209B-FE42-4DFC-B0DB-1C10835DE5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43">
                <a:extLst>
                  <a:ext uri="{FF2B5EF4-FFF2-40B4-BE49-F238E27FC236}">
                    <a16:creationId xmlns:a16="http://schemas.microsoft.com/office/drawing/2014/main" id="{B531F3F7-CD71-4801-8976-CEE3F74EEF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44">
                <a:extLst>
                  <a:ext uri="{FF2B5EF4-FFF2-40B4-BE49-F238E27FC236}">
                    <a16:creationId xmlns:a16="http://schemas.microsoft.com/office/drawing/2014/main" id="{851BED34-C57B-4057-95CB-C518F8293F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45">
                <a:extLst>
                  <a:ext uri="{FF2B5EF4-FFF2-40B4-BE49-F238E27FC236}">
                    <a16:creationId xmlns:a16="http://schemas.microsoft.com/office/drawing/2014/main" id="{175E3FCD-63AA-486F-A5D2-09DA6E3DCE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46">
                <a:extLst>
                  <a:ext uri="{FF2B5EF4-FFF2-40B4-BE49-F238E27FC236}">
                    <a16:creationId xmlns:a16="http://schemas.microsoft.com/office/drawing/2014/main" id="{64228E35-B510-473B-B340-C3A841F06A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47">
                <a:extLst>
                  <a:ext uri="{FF2B5EF4-FFF2-40B4-BE49-F238E27FC236}">
                    <a16:creationId xmlns:a16="http://schemas.microsoft.com/office/drawing/2014/main" id="{3C885812-E2B7-4774-B987-050F52A0F5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48">
                <a:extLst>
                  <a:ext uri="{FF2B5EF4-FFF2-40B4-BE49-F238E27FC236}">
                    <a16:creationId xmlns:a16="http://schemas.microsoft.com/office/drawing/2014/main" id="{0D03C069-4A4A-4240-BA40-97A215F60A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49">
                <a:extLst>
                  <a:ext uri="{FF2B5EF4-FFF2-40B4-BE49-F238E27FC236}">
                    <a16:creationId xmlns:a16="http://schemas.microsoft.com/office/drawing/2014/main" id="{9F4BBD65-ADBB-40D2-8475-F5CAE67F236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50">
                <a:extLst>
                  <a:ext uri="{FF2B5EF4-FFF2-40B4-BE49-F238E27FC236}">
                    <a16:creationId xmlns:a16="http://schemas.microsoft.com/office/drawing/2014/main" id="{39E36C73-608F-4988-85A8-941BFF295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51">
                <a:extLst>
                  <a:ext uri="{FF2B5EF4-FFF2-40B4-BE49-F238E27FC236}">
                    <a16:creationId xmlns:a16="http://schemas.microsoft.com/office/drawing/2014/main" id="{7D808EAB-DA82-4C5D-BBB5-18D7188F03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52">
                <a:extLst>
                  <a:ext uri="{FF2B5EF4-FFF2-40B4-BE49-F238E27FC236}">
                    <a16:creationId xmlns:a16="http://schemas.microsoft.com/office/drawing/2014/main" id="{281EFA30-50C3-4D4F-B71B-A1AD6DB98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53">
                <a:extLst>
                  <a:ext uri="{FF2B5EF4-FFF2-40B4-BE49-F238E27FC236}">
                    <a16:creationId xmlns:a16="http://schemas.microsoft.com/office/drawing/2014/main" id="{6E108135-1C72-487F-B8BD-F00EAC6996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54">
                <a:extLst>
                  <a:ext uri="{FF2B5EF4-FFF2-40B4-BE49-F238E27FC236}">
                    <a16:creationId xmlns:a16="http://schemas.microsoft.com/office/drawing/2014/main" id="{C7897E29-5179-427E-8396-9DAFF665EE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55">
                <a:extLst>
                  <a:ext uri="{FF2B5EF4-FFF2-40B4-BE49-F238E27FC236}">
                    <a16:creationId xmlns:a16="http://schemas.microsoft.com/office/drawing/2014/main" id="{FA3BF2D0-1088-4D0C-B0A0-12B5E81987D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56">
                <a:extLst>
                  <a:ext uri="{FF2B5EF4-FFF2-40B4-BE49-F238E27FC236}">
                    <a16:creationId xmlns:a16="http://schemas.microsoft.com/office/drawing/2014/main" id="{EF885E19-F9B4-4AC6-A391-CEB60AD384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57">
                <a:extLst>
                  <a:ext uri="{FF2B5EF4-FFF2-40B4-BE49-F238E27FC236}">
                    <a16:creationId xmlns:a16="http://schemas.microsoft.com/office/drawing/2014/main" id="{57B21A46-0C37-4D3B-AC3F-F3E61B868D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58">
                <a:extLst>
                  <a:ext uri="{FF2B5EF4-FFF2-40B4-BE49-F238E27FC236}">
                    <a16:creationId xmlns:a16="http://schemas.microsoft.com/office/drawing/2014/main" id="{3C133413-BFFE-4909-866A-373CB46E4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59">
                <a:extLst>
                  <a:ext uri="{FF2B5EF4-FFF2-40B4-BE49-F238E27FC236}">
                    <a16:creationId xmlns:a16="http://schemas.microsoft.com/office/drawing/2014/main" id="{81AB34BE-05CE-4C01-9294-4414C9FB10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60">
                <a:extLst>
                  <a:ext uri="{FF2B5EF4-FFF2-40B4-BE49-F238E27FC236}">
                    <a16:creationId xmlns:a16="http://schemas.microsoft.com/office/drawing/2014/main" id="{62DB78E6-DAF8-4604-A561-55D09B0AC1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61">
                <a:extLst>
                  <a:ext uri="{FF2B5EF4-FFF2-40B4-BE49-F238E27FC236}">
                    <a16:creationId xmlns:a16="http://schemas.microsoft.com/office/drawing/2014/main" id="{B5890C74-4CDC-41B6-A689-717CC2CAC6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Line 62">
                <a:extLst>
                  <a:ext uri="{FF2B5EF4-FFF2-40B4-BE49-F238E27FC236}">
                    <a16:creationId xmlns:a16="http://schemas.microsoft.com/office/drawing/2014/main" id="{AE3E211F-0F76-4B9A-B8AE-14A564953E6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63">
                <a:extLst>
                  <a:ext uri="{FF2B5EF4-FFF2-40B4-BE49-F238E27FC236}">
                    <a16:creationId xmlns:a16="http://schemas.microsoft.com/office/drawing/2014/main" id="{8485A008-1903-418C-8507-A921E672D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64">
                <a:extLst>
                  <a:ext uri="{FF2B5EF4-FFF2-40B4-BE49-F238E27FC236}">
                    <a16:creationId xmlns:a16="http://schemas.microsoft.com/office/drawing/2014/main" id="{10BD48CE-15C6-4FC0-A4CB-7AEC3654E5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Line 65">
                <a:extLst>
                  <a:ext uri="{FF2B5EF4-FFF2-40B4-BE49-F238E27FC236}">
                    <a16:creationId xmlns:a16="http://schemas.microsoft.com/office/drawing/2014/main" id="{53032DE0-9F81-4677-8DFB-C978AE42D4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Line 66">
                <a:extLst>
                  <a:ext uri="{FF2B5EF4-FFF2-40B4-BE49-F238E27FC236}">
                    <a16:creationId xmlns:a16="http://schemas.microsoft.com/office/drawing/2014/main" id="{EFD0C420-6F14-438C-A405-431F82C3BA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67">
                <a:extLst>
                  <a:ext uri="{FF2B5EF4-FFF2-40B4-BE49-F238E27FC236}">
                    <a16:creationId xmlns:a16="http://schemas.microsoft.com/office/drawing/2014/main" id="{9834DAEF-2D03-4A72-9D4D-485DB58C43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Line 68">
                <a:extLst>
                  <a:ext uri="{FF2B5EF4-FFF2-40B4-BE49-F238E27FC236}">
                    <a16:creationId xmlns:a16="http://schemas.microsoft.com/office/drawing/2014/main" id="{11994342-E11A-4C16-85CB-CA2E5E88A7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Line 69">
                <a:extLst>
                  <a:ext uri="{FF2B5EF4-FFF2-40B4-BE49-F238E27FC236}">
                    <a16:creationId xmlns:a16="http://schemas.microsoft.com/office/drawing/2014/main" id="{4CCDCFF4-3766-430F-ADED-B88D146C94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Line 70">
                <a:extLst>
                  <a:ext uri="{FF2B5EF4-FFF2-40B4-BE49-F238E27FC236}">
                    <a16:creationId xmlns:a16="http://schemas.microsoft.com/office/drawing/2014/main" id="{24125840-1545-457A-B9F5-9B7E7E9EDF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Rectangle 80">
                <a:extLst>
                  <a:ext uri="{FF2B5EF4-FFF2-40B4-BE49-F238E27FC236}">
                    <a16:creationId xmlns:a16="http://schemas.microsoft.com/office/drawing/2014/main" id="{3DA57C79-B1A2-4A5F-8CD3-0836E8BD5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13" name="Line 96">
              <a:extLst>
                <a:ext uri="{FF2B5EF4-FFF2-40B4-BE49-F238E27FC236}">
                  <a16:creationId xmlns:a16="http://schemas.microsoft.com/office/drawing/2014/main" id="{83132FF4-065E-443C-905E-708161263C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97">
              <a:extLst>
                <a:ext uri="{FF2B5EF4-FFF2-40B4-BE49-F238E27FC236}">
                  <a16:creationId xmlns:a16="http://schemas.microsoft.com/office/drawing/2014/main" id="{41666D22-04A3-4B95-86EC-B245BCF7B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98">
              <a:extLst>
                <a:ext uri="{FF2B5EF4-FFF2-40B4-BE49-F238E27FC236}">
                  <a16:creationId xmlns:a16="http://schemas.microsoft.com/office/drawing/2014/main" id="{44478149-C38B-4CF6-8A62-8D3D7B3523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99">
              <a:extLst>
                <a:ext uri="{FF2B5EF4-FFF2-40B4-BE49-F238E27FC236}">
                  <a16:creationId xmlns:a16="http://schemas.microsoft.com/office/drawing/2014/main" id="{C4A789D6-BDCE-41CF-A79A-D089AE05A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15">
              <a:extLst>
                <a:ext uri="{FF2B5EF4-FFF2-40B4-BE49-F238E27FC236}">
                  <a16:creationId xmlns:a16="http://schemas.microsoft.com/office/drawing/2014/main" id="{5915C67D-26B1-4525-A5FD-DEB60EAA94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15">
              <a:extLst>
                <a:ext uri="{FF2B5EF4-FFF2-40B4-BE49-F238E27FC236}">
                  <a16:creationId xmlns:a16="http://schemas.microsoft.com/office/drawing/2014/main" id="{E76A88CE-E133-4F49-A60C-63E1FA0198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15">
              <a:extLst>
                <a:ext uri="{FF2B5EF4-FFF2-40B4-BE49-F238E27FC236}">
                  <a16:creationId xmlns:a16="http://schemas.microsoft.com/office/drawing/2014/main" id="{5A98CCF6-DFE4-4312-BF72-8AFB965BDF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15">
              <a:extLst>
                <a:ext uri="{FF2B5EF4-FFF2-40B4-BE49-F238E27FC236}">
                  <a16:creationId xmlns:a16="http://schemas.microsoft.com/office/drawing/2014/main" id="{EABA02FC-1BEA-4669-9DE7-9620F85911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15">
              <a:extLst>
                <a:ext uri="{FF2B5EF4-FFF2-40B4-BE49-F238E27FC236}">
                  <a16:creationId xmlns:a16="http://schemas.microsoft.com/office/drawing/2014/main" id="{A8E8778E-B81F-4E69-B6C4-290E6C77FF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15">
              <a:extLst>
                <a:ext uri="{FF2B5EF4-FFF2-40B4-BE49-F238E27FC236}">
                  <a16:creationId xmlns:a16="http://schemas.microsoft.com/office/drawing/2014/main" id="{D6D66958-EDA1-4D9B-B8E3-94CAEE1E9A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15">
              <a:extLst>
                <a:ext uri="{FF2B5EF4-FFF2-40B4-BE49-F238E27FC236}">
                  <a16:creationId xmlns:a16="http://schemas.microsoft.com/office/drawing/2014/main" id="{E78EEE1F-247C-4290-A517-C49F767325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A467857A-B35D-44EF-8435-980BA4425D4A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27" name="Rectangle 16">
                <a:extLst>
                  <a:ext uri="{FF2B5EF4-FFF2-40B4-BE49-F238E27FC236}">
                    <a16:creationId xmlns:a16="http://schemas.microsoft.com/office/drawing/2014/main" id="{506D2CAD-9B13-4330-8969-6A4DD44F6D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Rectangle 18">
                <a:extLst>
                  <a:ext uri="{FF2B5EF4-FFF2-40B4-BE49-F238E27FC236}">
                    <a16:creationId xmlns:a16="http://schemas.microsoft.com/office/drawing/2014/main" id="{39E4E033-A803-4FDD-BE4F-CCA6893A4F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229" name="Rectangle 19">
                <a:extLst>
                  <a:ext uri="{FF2B5EF4-FFF2-40B4-BE49-F238E27FC236}">
                    <a16:creationId xmlns:a16="http://schemas.microsoft.com/office/drawing/2014/main" id="{BB2A5628-A548-4765-841D-A82C8FE45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230" name="Rectangle 20">
                <a:extLst>
                  <a:ext uri="{FF2B5EF4-FFF2-40B4-BE49-F238E27FC236}">
                    <a16:creationId xmlns:a16="http://schemas.microsoft.com/office/drawing/2014/main" id="{E1B4985A-44E0-4274-B6EA-A3248C560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231" name="Rectangle 21">
                <a:extLst>
                  <a:ext uri="{FF2B5EF4-FFF2-40B4-BE49-F238E27FC236}">
                    <a16:creationId xmlns:a16="http://schemas.microsoft.com/office/drawing/2014/main" id="{4D18AF69-249A-4E17-8A72-A647FD904E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232" name="Rectangle 25">
                <a:extLst>
                  <a:ext uri="{FF2B5EF4-FFF2-40B4-BE49-F238E27FC236}">
                    <a16:creationId xmlns:a16="http://schemas.microsoft.com/office/drawing/2014/main" id="{653808FD-6CEA-46E7-8EB6-5DC4584B1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233" name="Rectangle 21">
                <a:extLst>
                  <a:ext uri="{FF2B5EF4-FFF2-40B4-BE49-F238E27FC236}">
                    <a16:creationId xmlns:a16="http://schemas.microsoft.com/office/drawing/2014/main" id="{0A07D5B7-3F54-4AE1-97A3-24803D39CB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234" name="Rectangle 25">
                <a:extLst>
                  <a:ext uri="{FF2B5EF4-FFF2-40B4-BE49-F238E27FC236}">
                    <a16:creationId xmlns:a16="http://schemas.microsoft.com/office/drawing/2014/main" id="{1E03D4CE-41D7-4CE3-AA2C-BA3B6E528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235" name="Rectangle 18">
                <a:extLst>
                  <a:ext uri="{FF2B5EF4-FFF2-40B4-BE49-F238E27FC236}">
                    <a16:creationId xmlns:a16="http://schemas.microsoft.com/office/drawing/2014/main" id="{41E20C78-4459-43A8-B4B6-73F26202B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6" name="Rectangle 18">
                <a:extLst>
                  <a:ext uri="{FF2B5EF4-FFF2-40B4-BE49-F238E27FC236}">
                    <a16:creationId xmlns:a16="http://schemas.microsoft.com/office/drawing/2014/main" id="{53AD1E03-642B-4993-9351-1112AAD60D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7" name="Rectangle 20">
                <a:extLst>
                  <a:ext uri="{FF2B5EF4-FFF2-40B4-BE49-F238E27FC236}">
                    <a16:creationId xmlns:a16="http://schemas.microsoft.com/office/drawing/2014/main" id="{73A99477-771D-48AF-9B3A-3421C6F1D9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238" name="Rectangle 20">
                <a:extLst>
                  <a:ext uri="{FF2B5EF4-FFF2-40B4-BE49-F238E27FC236}">
                    <a16:creationId xmlns:a16="http://schemas.microsoft.com/office/drawing/2014/main" id="{A056D5E1-BFDC-41ED-BCD8-41217F5B57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239" name="Rectangle 21">
                <a:extLst>
                  <a:ext uri="{FF2B5EF4-FFF2-40B4-BE49-F238E27FC236}">
                    <a16:creationId xmlns:a16="http://schemas.microsoft.com/office/drawing/2014/main" id="{23D02AA0-D1FD-4F6C-A9A3-195E06E3F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240" name="Rectangle 21">
                <a:extLst>
                  <a:ext uri="{FF2B5EF4-FFF2-40B4-BE49-F238E27FC236}">
                    <a16:creationId xmlns:a16="http://schemas.microsoft.com/office/drawing/2014/main" id="{EB11CF17-1216-4355-99CE-40C1AB6946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225" name="Rectangle 89">
              <a:extLst>
                <a:ext uri="{FF2B5EF4-FFF2-40B4-BE49-F238E27FC236}">
                  <a16:creationId xmlns:a16="http://schemas.microsoft.com/office/drawing/2014/main" id="{CA61D760-429E-443E-9B83-C3CA6A8AD6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Rectangle 21">
              <a:extLst>
                <a:ext uri="{FF2B5EF4-FFF2-40B4-BE49-F238E27FC236}">
                  <a16:creationId xmlns:a16="http://schemas.microsoft.com/office/drawing/2014/main" id="{F273BF60-B4CF-4CE2-AC91-201C83AD3C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1C826416-151A-4AA0-9D7A-851E4F31A9DA}"/>
              </a:ext>
            </a:extLst>
          </p:cNvPr>
          <p:cNvCxnSpPr/>
          <p:nvPr/>
        </p:nvCxnSpPr>
        <p:spPr>
          <a:xfrm flipH="1">
            <a:off x="2331010" y="4803998"/>
            <a:ext cx="2702906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AE095E09-E655-4D93-AA52-407B7C451E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5452" y="4365886"/>
            <a:ext cx="457240" cy="463336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1E6FDC7-23D7-435B-A7B8-395B6AE7EF5D}"/>
              </a:ext>
            </a:extLst>
          </p:cNvPr>
          <p:cNvSpPr txBox="1"/>
          <p:nvPr/>
        </p:nvSpPr>
        <p:spPr>
          <a:xfrm>
            <a:off x="485182" y="4446365"/>
            <a:ext cx="1883231" cy="523220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回顾一下数据分组丢失的其他可能情况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6" name="灯片编号占位符 2">
            <a:extLst>
              <a:ext uri="{FF2B5EF4-FFF2-40B4-BE49-F238E27FC236}">
                <a16:creationId xmlns:a16="http://schemas.microsoft.com/office/drawing/2014/main" id="{B5339D77-8955-499D-A3A9-9FA98677D75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13</a:t>
            </a:fld>
            <a:endParaRPr lang="en-US" altLang="zh-CN" dirty="0"/>
          </a:p>
        </p:txBody>
      </p:sp>
      <p:sp>
        <p:nvSpPr>
          <p:cNvPr id="277" name="AutoShape 5">
            <a:extLst>
              <a:ext uri="{FF2B5EF4-FFF2-40B4-BE49-F238E27FC236}">
                <a16:creationId xmlns:a16="http://schemas.microsoft.com/office/drawing/2014/main" id="{03F234E9-3010-440C-85E0-78ACEB0DD9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64102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 tmFilter="0, 0; .2, .5; .8, .5; 1, 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4" dur="250" autoRev="1" fill="hold"/>
                                        <p:tgtEl>
                                          <p:spTgt spid="2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77" grpId="0" animBg="1"/>
      <p:bldP spid="277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038280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79999" y="3780000"/>
            <a:ext cx="4356497" cy="1415772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上层协议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数据报到达终点后才会使用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告诉接收方顶层使用什么协议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{06}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TCP    {17}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UDP    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{01}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ICMP  {02}</a:t>
            </a:r>
            <a:r>
              <a:rPr lang="en-US" altLang="zh-CN" sz="1400" baseline="-2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IGMP  </a:t>
            </a: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0CBB5B03-2BC3-4E77-B69D-07B489A29180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98" name="Line 3">
              <a:extLst>
                <a:ext uri="{FF2B5EF4-FFF2-40B4-BE49-F238E27FC236}">
                  <a16:creationId xmlns:a16="http://schemas.microsoft.com/office/drawing/2014/main" id="{DE076327-8EAF-4618-BC07-BAFB5ABB991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7D182AB1-A181-47DF-A338-030BDADD57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8507D5C9-25A9-42FD-A178-CBDB717F9E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6">
              <a:extLst>
                <a:ext uri="{FF2B5EF4-FFF2-40B4-BE49-F238E27FC236}">
                  <a16:creationId xmlns:a16="http://schemas.microsoft.com/office/drawing/2014/main" id="{4B8DF420-CA9D-4DFE-AD98-A83DEF04B4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10C25B46-ECA4-4683-A1C7-80218DB386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D1BA7D58-53CF-4510-A52E-D9A865539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10">
              <a:extLst>
                <a:ext uri="{FF2B5EF4-FFF2-40B4-BE49-F238E27FC236}">
                  <a16:creationId xmlns:a16="http://schemas.microsoft.com/office/drawing/2014/main" id="{987AA7ED-4D9B-4D88-9776-95D07D2FF2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">
              <a:extLst>
                <a:ext uri="{FF2B5EF4-FFF2-40B4-BE49-F238E27FC236}">
                  <a16:creationId xmlns:a16="http://schemas.microsoft.com/office/drawing/2014/main" id="{382356BE-01CF-4EF5-9857-7D389C4D9A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">
              <a:extLst>
                <a:ext uri="{FF2B5EF4-FFF2-40B4-BE49-F238E27FC236}">
                  <a16:creationId xmlns:a16="http://schemas.microsoft.com/office/drawing/2014/main" id="{D368489B-69F3-4B82-948E-C5B8B4B5990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3">
              <a:extLst>
                <a:ext uri="{FF2B5EF4-FFF2-40B4-BE49-F238E27FC236}">
                  <a16:creationId xmlns:a16="http://schemas.microsoft.com/office/drawing/2014/main" id="{59431590-DD63-4C9E-A4EB-8190EA37F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4">
              <a:extLst>
                <a:ext uri="{FF2B5EF4-FFF2-40B4-BE49-F238E27FC236}">
                  <a16:creationId xmlns:a16="http://schemas.microsoft.com/office/drawing/2014/main" id="{30E68697-2563-4EDB-ABD0-A2C12F073F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5">
              <a:extLst>
                <a:ext uri="{FF2B5EF4-FFF2-40B4-BE49-F238E27FC236}">
                  <a16:creationId xmlns:a16="http://schemas.microsoft.com/office/drawing/2014/main" id="{9512B515-B2C1-45B6-8BAA-808207ACC2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35">
              <a:extLst>
                <a:ext uri="{FF2B5EF4-FFF2-40B4-BE49-F238E27FC236}">
                  <a16:creationId xmlns:a16="http://schemas.microsoft.com/office/drawing/2014/main" id="{FEB5F013-00E0-4958-9EC1-5B29F1B6DC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A0C9CB86-084B-4004-8095-42375C282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8D1E63D6-C3BB-434B-9AA1-2F7840588796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159" name="Line 37">
                <a:extLst>
                  <a:ext uri="{FF2B5EF4-FFF2-40B4-BE49-F238E27FC236}">
                    <a16:creationId xmlns:a16="http://schemas.microsoft.com/office/drawing/2014/main" id="{E44C436E-8EE3-45AE-8CF9-2334A6D078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38">
                <a:extLst>
                  <a:ext uri="{FF2B5EF4-FFF2-40B4-BE49-F238E27FC236}">
                    <a16:creationId xmlns:a16="http://schemas.microsoft.com/office/drawing/2014/main" id="{1E2FB663-E0CE-43ED-98D0-D5814103EF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39">
                <a:extLst>
                  <a:ext uri="{FF2B5EF4-FFF2-40B4-BE49-F238E27FC236}">
                    <a16:creationId xmlns:a16="http://schemas.microsoft.com/office/drawing/2014/main" id="{B75065B1-A0E1-4239-82C0-68E2E9448E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0">
                <a:extLst>
                  <a:ext uri="{FF2B5EF4-FFF2-40B4-BE49-F238E27FC236}">
                    <a16:creationId xmlns:a16="http://schemas.microsoft.com/office/drawing/2014/main" id="{DD847927-5A2A-48AE-9BAF-F81D1EFBE3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41">
                <a:extLst>
                  <a:ext uri="{FF2B5EF4-FFF2-40B4-BE49-F238E27FC236}">
                    <a16:creationId xmlns:a16="http://schemas.microsoft.com/office/drawing/2014/main" id="{66EDC78E-24C2-44D8-9036-D1F76BD48E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81082659-2A1E-41B9-AB78-C12CAE5D44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43">
                <a:extLst>
                  <a:ext uri="{FF2B5EF4-FFF2-40B4-BE49-F238E27FC236}">
                    <a16:creationId xmlns:a16="http://schemas.microsoft.com/office/drawing/2014/main" id="{CE221F4A-9ACD-45FE-9FE3-92C449EBB2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44">
                <a:extLst>
                  <a:ext uri="{FF2B5EF4-FFF2-40B4-BE49-F238E27FC236}">
                    <a16:creationId xmlns:a16="http://schemas.microsoft.com/office/drawing/2014/main" id="{38724ECF-6EA5-441E-965A-7A0377A8F5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45">
                <a:extLst>
                  <a:ext uri="{FF2B5EF4-FFF2-40B4-BE49-F238E27FC236}">
                    <a16:creationId xmlns:a16="http://schemas.microsoft.com/office/drawing/2014/main" id="{6FEE2615-BE64-44CD-BC77-1E14A26C3E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46">
                <a:extLst>
                  <a:ext uri="{FF2B5EF4-FFF2-40B4-BE49-F238E27FC236}">
                    <a16:creationId xmlns:a16="http://schemas.microsoft.com/office/drawing/2014/main" id="{58524C4A-6422-435F-AB95-E73D0C1BC4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47">
                <a:extLst>
                  <a:ext uri="{FF2B5EF4-FFF2-40B4-BE49-F238E27FC236}">
                    <a16:creationId xmlns:a16="http://schemas.microsoft.com/office/drawing/2014/main" id="{D8D1F719-D039-4F61-B3CF-EC6BB9EE10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629E2CF2-66C9-48E3-B0BD-2443B5238C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Line 49">
                <a:extLst>
                  <a:ext uri="{FF2B5EF4-FFF2-40B4-BE49-F238E27FC236}">
                    <a16:creationId xmlns:a16="http://schemas.microsoft.com/office/drawing/2014/main" id="{A4710F00-2F47-4308-A1D4-07E18DD82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Line 50">
                <a:extLst>
                  <a:ext uri="{FF2B5EF4-FFF2-40B4-BE49-F238E27FC236}">
                    <a16:creationId xmlns:a16="http://schemas.microsoft.com/office/drawing/2014/main" id="{13863179-BE11-4A50-AC65-F395582A8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Line 51">
                <a:extLst>
                  <a:ext uri="{FF2B5EF4-FFF2-40B4-BE49-F238E27FC236}">
                    <a16:creationId xmlns:a16="http://schemas.microsoft.com/office/drawing/2014/main" id="{6D35A381-6063-46AB-B7AE-4540FC2881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52">
                <a:extLst>
                  <a:ext uri="{FF2B5EF4-FFF2-40B4-BE49-F238E27FC236}">
                    <a16:creationId xmlns:a16="http://schemas.microsoft.com/office/drawing/2014/main" id="{EAD7FB39-1621-4BA4-BB27-F19ADB92BC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0D323634-EFE7-4BA1-AD0C-3A5D0BA6E1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28767FCD-18D8-4B58-B7FE-ADB734D363D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6D2CE905-78D3-464E-BC5C-B0079B003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56">
                <a:extLst>
                  <a:ext uri="{FF2B5EF4-FFF2-40B4-BE49-F238E27FC236}">
                    <a16:creationId xmlns:a16="http://schemas.microsoft.com/office/drawing/2014/main" id="{D3FB3C72-A046-4A83-9294-F330CCC4D26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57">
                <a:extLst>
                  <a:ext uri="{FF2B5EF4-FFF2-40B4-BE49-F238E27FC236}">
                    <a16:creationId xmlns:a16="http://schemas.microsoft.com/office/drawing/2014/main" id="{2F960E25-28A1-4EDF-A8C1-EA74CE41B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58">
                <a:extLst>
                  <a:ext uri="{FF2B5EF4-FFF2-40B4-BE49-F238E27FC236}">
                    <a16:creationId xmlns:a16="http://schemas.microsoft.com/office/drawing/2014/main" id="{54AE6D7A-3D94-47C2-86E0-E7431D183A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59">
                <a:extLst>
                  <a:ext uri="{FF2B5EF4-FFF2-40B4-BE49-F238E27FC236}">
                    <a16:creationId xmlns:a16="http://schemas.microsoft.com/office/drawing/2014/main" id="{99318C25-5BED-403A-8D84-9AE13DC4B3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60">
                <a:extLst>
                  <a:ext uri="{FF2B5EF4-FFF2-40B4-BE49-F238E27FC236}">
                    <a16:creationId xmlns:a16="http://schemas.microsoft.com/office/drawing/2014/main" id="{CCD371D6-B58E-439E-9C6D-B88B3586B05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Line 61">
                <a:extLst>
                  <a:ext uri="{FF2B5EF4-FFF2-40B4-BE49-F238E27FC236}">
                    <a16:creationId xmlns:a16="http://schemas.microsoft.com/office/drawing/2014/main" id="{7E371C89-3847-416A-8ECA-73E26480A6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62">
                <a:extLst>
                  <a:ext uri="{FF2B5EF4-FFF2-40B4-BE49-F238E27FC236}">
                    <a16:creationId xmlns:a16="http://schemas.microsoft.com/office/drawing/2014/main" id="{F38612EA-09D4-4C72-A8D5-4E19F7400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63">
                <a:extLst>
                  <a:ext uri="{FF2B5EF4-FFF2-40B4-BE49-F238E27FC236}">
                    <a16:creationId xmlns:a16="http://schemas.microsoft.com/office/drawing/2014/main" id="{8F997725-1637-474E-B3D3-6C766B66027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64">
                <a:extLst>
                  <a:ext uri="{FF2B5EF4-FFF2-40B4-BE49-F238E27FC236}">
                    <a16:creationId xmlns:a16="http://schemas.microsoft.com/office/drawing/2014/main" id="{E2AD4A27-B8DF-4782-A1FF-5FB9B5803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65">
                <a:extLst>
                  <a:ext uri="{FF2B5EF4-FFF2-40B4-BE49-F238E27FC236}">
                    <a16:creationId xmlns:a16="http://schemas.microsoft.com/office/drawing/2014/main" id="{F739B714-743F-44F6-BC59-3383B6BB7F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66">
                <a:extLst>
                  <a:ext uri="{FF2B5EF4-FFF2-40B4-BE49-F238E27FC236}">
                    <a16:creationId xmlns:a16="http://schemas.microsoft.com/office/drawing/2014/main" id="{DC7B79CB-DE62-4471-AB38-1AE8FE321B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67">
                <a:extLst>
                  <a:ext uri="{FF2B5EF4-FFF2-40B4-BE49-F238E27FC236}">
                    <a16:creationId xmlns:a16="http://schemas.microsoft.com/office/drawing/2014/main" id="{E1F154BE-B563-4FF4-9E4B-137FC91431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Line 68">
                <a:extLst>
                  <a:ext uri="{FF2B5EF4-FFF2-40B4-BE49-F238E27FC236}">
                    <a16:creationId xmlns:a16="http://schemas.microsoft.com/office/drawing/2014/main" id="{0C047437-CAED-4793-8F61-CCA28B8A1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Line 69">
                <a:extLst>
                  <a:ext uri="{FF2B5EF4-FFF2-40B4-BE49-F238E27FC236}">
                    <a16:creationId xmlns:a16="http://schemas.microsoft.com/office/drawing/2014/main" id="{26E4030E-5829-44D7-81BF-A0109892F4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70">
                <a:extLst>
                  <a:ext uri="{FF2B5EF4-FFF2-40B4-BE49-F238E27FC236}">
                    <a16:creationId xmlns:a16="http://schemas.microsoft.com/office/drawing/2014/main" id="{AC0D040E-A416-4E47-BCCB-FE61AD7E67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Rectangle 80">
                <a:extLst>
                  <a:ext uri="{FF2B5EF4-FFF2-40B4-BE49-F238E27FC236}">
                    <a16:creationId xmlns:a16="http://schemas.microsoft.com/office/drawing/2014/main" id="{BB18CC88-C027-4335-8CB8-66A4460242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131" name="Line 96">
              <a:extLst>
                <a:ext uri="{FF2B5EF4-FFF2-40B4-BE49-F238E27FC236}">
                  <a16:creationId xmlns:a16="http://schemas.microsoft.com/office/drawing/2014/main" id="{C956FAF0-0655-4BAA-AD5D-F77060CD19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97">
              <a:extLst>
                <a:ext uri="{FF2B5EF4-FFF2-40B4-BE49-F238E27FC236}">
                  <a16:creationId xmlns:a16="http://schemas.microsoft.com/office/drawing/2014/main" id="{7F1D9F63-441F-4636-B144-62027DB406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98">
              <a:extLst>
                <a:ext uri="{FF2B5EF4-FFF2-40B4-BE49-F238E27FC236}">
                  <a16:creationId xmlns:a16="http://schemas.microsoft.com/office/drawing/2014/main" id="{0FBC0B94-5FF5-4F17-9E49-432B51754D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99">
              <a:extLst>
                <a:ext uri="{FF2B5EF4-FFF2-40B4-BE49-F238E27FC236}">
                  <a16:creationId xmlns:a16="http://schemas.microsoft.com/office/drawing/2014/main" id="{E5CBF9A5-5E59-4568-AA28-51494D5E5A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5">
              <a:extLst>
                <a:ext uri="{FF2B5EF4-FFF2-40B4-BE49-F238E27FC236}">
                  <a16:creationId xmlns:a16="http://schemas.microsoft.com/office/drawing/2014/main" id="{A726C52A-60DE-468D-A5AE-41A570642F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5">
              <a:extLst>
                <a:ext uri="{FF2B5EF4-FFF2-40B4-BE49-F238E27FC236}">
                  <a16:creationId xmlns:a16="http://schemas.microsoft.com/office/drawing/2014/main" id="{E3893552-38D5-4B56-B25A-DC4012D1F3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5">
              <a:extLst>
                <a:ext uri="{FF2B5EF4-FFF2-40B4-BE49-F238E27FC236}">
                  <a16:creationId xmlns:a16="http://schemas.microsoft.com/office/drawing/2014/main" id="{EB1C0F4F-2BBF-4329-A64F-BE2D488835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5">
              <a:extLst>
                <a:ext uri="{FF2B5EF4-FFF2-40B4-BE49-F238E27FC236}">
                  <a16:creationId xmlns:a16="http://schemas.microsoft.com/office/drawing/2014/main" id="{7E9AFB32-D73C-4CB5-AE40-1FAD784BC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5">
              <a:extLst>
                <a:ext uri="{FF2B5EF4-FFF2-40B4-BE49-F238E27FC236}">
                  <a16:creationId xmlns:a16="http://schemas.microsoft.com/office/drawing/2014/main" id="{303DD6EE-F99F-4A46-BF90-FBAA79A5EA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5">
              <a:extLst>
                <a:ext uri="{FF2B5EF4-FFF2-40B4-BE49-F238E27FC236}">
                  <a16:creationId xmlns:a16="http://schemas.microsoft.com/office/drawing/2014/main" id="{B071716A-AB78-4CF6-8E54-45D5F5ED6F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5">
              <a:extLst>
                <a:ext uri="{FF2B5EF4-FFF2-40B4-BE49-F238E27FC236}">
                  <a16:creationId xmlns:a16="http://schemas.microsoft.com/office/drawing/2014/main" id="{A69DA765-AB7B-4416-B72D-F08D7674DE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9E4C3042-9509-4234-A1C5-22C960A6ACA1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45" name="Rectangle 16">
                <a:extLst>
                  <a:ext uri="{FF2B5EF4-FFF2-40B4-BE49-F238E27FC236}">
                    <a16:creationId xmlns:a16="http://schemas.microsoft.com/office/drawing/2014/main" id="{88A96554-7B69-4368-AF32-56DD43D5EF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18">
                <a:extLst>
                  <a:ext uri="{FF2B5EF4-FFF2-40B4-BE49-F238E27FC236}">
                    <a16:creationId xmlns:a16="http://schemas.microsoft.com/office/drawing/2014/main" id="{32B6B185-E638-48CE-841B-EE02AAA518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147" name="Rectangle 19">
                <a:extLst>
                  <a:ext uri="{FF2B5EF4-FFF2-40B4-BE49-F238E27FC236}">
                    <a16:creationId xmlns:a16="http://schemas.microsoft.com/office/drawing/2014/main" id="{165BA52C-1348-45A6-B50A-D53D127A1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77E36955-B129-4DBC-8E0C-ECC72F08EC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149" name="Rectangle 21">
                <a:extLst>
                  <a:ext uri="{FF2B5EF4-FFF2-40B4-BE49-F238E27FC236}">
                    <a16:creationId xmlns:a16="http://schemas.microsoft.com/office/drawing/2014/main" id="{438821A1-0B6E-45F5-AE4D-378762881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150" name="Rectangle 25">
                <a:extLst>
                  <a:ext uri="{FF2B5EF4-FFF2-40B4-BE49-F238E27FC236}">
                    <a16:creationId xmlns:a16="http://schemas.microsoft.com/office/drawing/2014/main" id="{F9D95A23-AB3E-41A6-BAD9-D8278D86ED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151" name="Rectangle 21">
                <a:extLst>
                  <a:ext uri="{FF2B5EF4-FFF2-40B4-BE49-F238E27FC236}">
                    <a16:creationId xmlns:a16="http://schemas.microsoft.com/office/drawing/2014/main" id="{3BA703A1-4453-4EBC-9882-6922663FFB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152" name="Rectangle 25">
                <a:extLst>
                  <a:ext uri="{FF2B5EF4-FFF2-40B4-BE49-F238E27FC236}">
                    <a16:creationId xmlns:a16="http://schemas.microsoft.com/office/drawing/2014/main" id="{1440FEC5-4477-494E-B089-38394CFD37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153" name="Rectangle 18">
                <a:extLst>
                  <a:ext uri="{FF2B5EF4-FFF2-40B4-BE49-F238E27FC236}">
                    <a16:creationId xmlns:a16="http://schemas.microsoft.com/office/drawing/2014/main" id="{D2AA0C1C-4532-4958-89A6-5427B8ABB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4" name="Rectangle 18">
                <a:extLst>
                  <a:ext uri="{FF2B5EF4-FFF2-40B4-BE49-F238E27FC236}">
                    <a16:creationId xmlns:a16="http://schemas.microsoft.com/office/drawing/2014/main" id="{7B3B42CA-8CC3-402B-B494-E143246943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5" name="Rectangle 20">
                <a:extLst>
                  <a:ext uri="{FF2B5EF4-FFF2-40B4-BE49-F238E27FC236}">
                    <a16:creationId xmlns:a16="http://schemas.microsoft.com/office/drawing/2014/main" id="{A7576F2B-11A9-4E9F-BCBE-3A42B4D23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156" name="Rectangle 20">
                <a:extLst>
                  <a:ext uri="{FF2B5EF4-FFF2-40B4-BE49-F238E27FC236}">
                    <a16:creationId xmlns:a16="http://schemas.microsoft.com/office/drawing/2014/main" id="{B1BF0D55-078B-47CB-A2F6-76906C4715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157" name="Rectangle 21">
                <a:extLst>
                  <a:ext uri="{FF2B5EF4-FFF2-40B4-BE49-F238E27FC236}">
                    <a16:creationId xmlns:a16="http://schemas.microsoft.com/office/drawing/2014/main" id="{B916A7F7-253F-4055-B784-13989C22A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158" name="Rectangle 21">
                <a:extLst>
                  <a:ext uri="{FF2B5EF4-FFF2-40B4-BE49-F238E27FC236}">
                    <a16:creationId xmlns:a16="http://schemas.microsoft.com/office/drawing/2014/main" id="{FDF1C6C9-25A9-4C7E-BED1-36C91E8EB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143" name="Rectangle 89">
              <a:extLst>
                <a:ext uri="{FF2B5EF4-FFF2-40B4-BE49-F238E27FC236}">
                  <a16:creationId xmlns:a16="http://schemas.microsoft.com/office/drawing/2014/main" id="{7373D532-D404-4F0E-A7E4-BE6BE4B4B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3D65BF3F-D89F-43DA-AC42-65461F8A7B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194" name="灯片编号占位符 2">
            <a:extLst>
              <a:ext uri="{FF2B5EF4-FFF2-40B4-BE49-F238E27FC236}">
                <a16:creationId xmlns:a16="http://schemas.microsoft.com/office/drawing/2014/main" id="{7509D2E3-9761-4F68-938D-0A6321B7946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14</a:t>
            </a:fld>
            <a:endParaRPr lang="en-US" altLang="zh-CN" dirty="0"/>
          </a:p>
        </p:txBody>
      </p:sp>
      <p:sp>
        <p:nvSpPr>
          <p:cNvPr id="195" name="AutoShape 5">
            <a:extLst>
              <a:ext uri="{FF2B5EF4-FFF2-40B4-BE49-F238E27FC236}">
                <a16:creationId xmlns:a16="http://schemas.microsoft.com/office/drawing/2014/main" id="{8B546D61-06BA-4AA0-B4B1-0687EF186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636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5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1177156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4068464" cy="1169551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首部检验和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bits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RFC-1071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只对首部字段检验，每个路由器都要检验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TTL--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，则每跳后，首部检验和都会变化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为啥又要做检验和？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9F314E20-04E7-41D9-8F0F-44A3D398917E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98" name="Line 3">
              <a:extLst>
                <a:ext uri="{FF2B5EF4-FFF2-40B4-BE49-F238E27FC236}">
                  <a16:creationId xmlns:a16="http://schemas.microsoft.com/office/drawing/2014/main" id="{5DCF1DE3-6B0E-471E-8916-677F45A2CAE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35CDD5C9-E1DA-4C97-96C8-44F1B751F7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9D5C36D5-3721-41D0-BF7D-5A250460BB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6">
              <a:extLst>
                <a:ext uri="{FF2B5EF4-FFF2-40B4-BE49-F238E27FC236}">
                  <a16:creationId xmlns:a16="http://schemas.microsoft.com/office/drawing/2014/main" id="{A5836909-AA86-487E-B999-5AE3913AAB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BA1F85DE-12A0-4328-9B59-DBCB352A74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89F19615-A7BD-4AE8-A453-3EA2AF9CE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10">
              <a:extLst>
                <a:ext uri="{FF2B5EF4-FFF2-40B4-BE49-F238E27FC236}">
                  <a16:creationId xmlns:a16="http://schemas.microsoft.com/office/drawing/2014/main" id="{A963124E-05A2-4540-91E9-67E8B2694B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">
              <a:extLst>
                <a:ext uri="{FF2B5EF4-FFF2-40B4-BE49-F238E27FC236}">
                  <a16:creationId xmlns:a16="http://schemas.microsoft.com/office/drawing/2014/main" id="{DF24D1C7-5D58-4E22-87A0-8A5DA2ED9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">
              <a:extLst>
                <a:ext uri="{FF2B5EF4-FFF2-40B4-BE49-F238E27FC236}">
                  <a16:creationId xmlns:a16="http://schemas.microsoft.com/office/drawing/2014/main" id="{988A5E22-81BC-419A-9BD5-CAC88E21B1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3">
              <a:extLst>
                <a:ext uri="{FF2B5EF4-FFF2-40B4-BE49-F238E27FC236}">
                  <a16:creationId xmlns:a16="http://schemas.microsoft.com/office/drawing/2014/main" id="{8F6D8F5B-7337-4003-9874-87DD880993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4">
              <a:extLst>
                <a:ext uri="{FF2B5EF4-FFF2-40B4-BE49-F238E27FC236}">
                  <a16:creationId xmlns:a16="http://schemas.microsoft.com/office/drawing/2014/main" id="{9C05A3FA-C0CE-4609-B694-533B38E3A5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5">
              <a:extLst>
                <a:ext uri="{FF2B5EF4-FFF2-40B4-BE49-F238E27FC236}">
                  <a16:creationId xmlns:a16="http://schemas.microsoft.com/office/drawing/2014/main" id="{95F51500-B32B-4AD9-91BC-784B48255D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35">
              <a:extLst>
                <a:ext uri="{FF2B5EF4-FFF2-40B4-BE49-F238E27FC236}">
                  <a16:creationId xmlns:a16="http://schemas.microsoft.com/office/drawing/2014/main" id="{9FFD6062-ECE8-4D1D-A6EA-B67667498A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B1B1F2E5-C263-431C-BF53-ACAF5DF047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E55044CC-A3C4-4D3B-9D58-DE8B5726117D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159" name="Line 37">
                <a:extLst>
                  <a:ext uri="{FF2B5EF4-FFF2-40B4-BE49-F238E27FC236}">
                    <a16:creationId xmlns:a16="http://schemas.microsoft.com/office/drawing/2014/main" id="{F7B64097-0112-4BA8-ACAB-F97AA288C8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38">
                <a:extLst>
                  <a:ext uri="{FF2B5EF4-FFF2-40B4-BE49-F238E27FC236}">
                    <a16:creationId xmlns:a16="http://schemas.microsoft.com/office/drawing/2014/main" id="{8E5A8AD0-02C0-4D1B-8C21-6DE460F3C0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39">
                <a:extLst>
                  <a:ext uri="{FF2B5EF4-FFF2-40B4-BE49-F238E27FC236}">
                    <a16:creationId xmlns:a16="http://schemas.microsoft.com/office/drawing/2014/main" id="{523935AC-8395-41A1-9AF9-225E904BE3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0">
                <a:extLst>
                  <a:ext uri="{FF2B5EF4-FFF2-40B4-BE49-F238E27FC236}">
                    <a16:creationId xmlns:a16="http://schemas.microsoft.com/office/drawing/2014/main" id="{E017BE23-F9C0-4526-A2E0-864F195125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41">
                <a:extLst>
                  <a:ext uri="{FF2B5EF4-FFF2-40B4-BE49-F238E27FC236}">
                    <a16:creationId xmlns:a16="http://schemas.microsoft.com/office/drawing/2014/main" id="{8F64691A-6569-401E-B305-673A346240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16AEC2F1-574E-4B73-9091-F9A8625D090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43">
                <a:extLst>
                  <a:ext uri="{FF2B5EF4-FFF2-40B4-BE49-F238E27FC236}">
                    <a16:creationId xmlns:a16="http://schemas.microsoft.com/office/drawing/2014/main" id="{F00BBE93-DD39-4F8E-BDD7-FDE615272E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44">
                <a:extLst>
                  <a:ext uri="{FF2B5EF4-FFF2-40B4-BE49-F238E27FC236}">
                    <a16:creationId xmlns:a16="http://schemas.microsoft.com/office/drawing/2014/main" id="{7A8D8E68-1287-4FCA-93AB-EF9EE0CF38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45">
                <a:extLst>
                  <a:ext uri="{FF2B5EF4-FFF2-40B4-BE49-F238E27FC236}">
                    <a16:creationId xmlns:a16="http://schemas.microsoft.com/office/drawing/2014/main" id="{EE25A876-04B7-4876-A97E-BEAAF68257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46">
                <a:extLst>
                  <a:ext uri="{FF2B5EF4-FFF2-40B4-BE49-F238E27FC236}">
                    <a16:creationId xmlns:a16="http://schemas.microsoft.com/office/drawing/2014/main" id="{1C2C4D4E-E456-4AB4-9059-AA74C3B4D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47">
                <a:extLst>
                  <a:ext uri="{FF2B5EF4-FFF2-40B4-BE49-F238E27FC236}">
                    <a16:creationId xmlns:a16="http://schemas.microsoft.com/office/drawing/2014/main" id="{91E31759-EADF-468D-BD4C-5B4987F52DD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82F8865A-3C4B-410A-8117-2591C6FC09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Line 49">
                <a:extLst>
                  <a:ext uri="{FF2B5EF4-FFF2-40B4-BE49-F238E27FC236}">
                    <a16:creationId xmlns:a16="http://schemas.microsoft.com/office/drawing/2014/main" id="{77086B1F-7DFB-4681-A0FC-FB2773CB09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Line 50">
                <a:extLst>
                  <a:ext uri="{FF2B5EF4-FFF2-40B4-BE49-F238E27FC236}">
                    <a16:creationId xmlns:a16="http://schemas.microsoft.com/office/drawing/2014/main" id="{B5CCABE7-FE80-400A-B267-03A7E0B33C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Line 51">
                <a:extLst>
                  <a:ext uri="{FF2B5EF4-FFF2-40B4-BE49-F238E27FC236}">
                    <a16:creationId xmlns:a16="http://schemas.microsoft.com/office/drawing/2014/main" id="{1EE94074-AE71-4698-B207-7B76D33F7A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52">
                <a:extLst>
                  <a:ext uri="{FF2B5EF4-FFF2-40B4-BE49-F238E27FC236}">
                    <a16:creationId xmlns:a16="http://schemas.microsoft.com/office/drawing/2014/main" id="{2ABCC74C-26AC-4798-94CA-DF6C6B2076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39C3D86F-92D9-4BFC-82E4-E7F0628428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217F57A1-51DD-477E-BF75-031234EA28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D56E022D-F38C-4431-82E6-FBA201884A0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56">
                <a:extLst>
                  <a:ext uri="{FF2B5EF4-FFF2-40B4-BE49-F238E27FC236}">
                    <a16:creationId xmlns:a16="http://schemas.microsoft.com/office/drawing/2014/main" id="{BDE74C0E-1B9D-466F-8B7E-9CE1AD1DDA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57">
                <a:extLst>
                  <a:ext uri="{FF2B5EF4-FFF2-40B4-BE49-F238E27FC236}">
                    <a16:creationId xmlns:a16="http://schemas.microsoft.com/office/drawing/2014/main" id="{88829EF1-02AE-40A3-B2A0-6CABA98158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58">
                <a:extLst>
                  <a:ext uri="{FF2B5EF4-FFF2-40B4-BE49-F238E27FC236}">
                    <a16:creationId xmlns:a16="http://schemas.microsoft.com/office/drawing/2014/main" id="{06F965D7-6D12-4FD9-BC0F-9FD3F0BA0C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59">
                <a:extLst>
                  <a:ext uri="{FF2B5EF4-FFF2-40B4-BE49-F238E27FC236}">
                    <a16:creationId xmlns:a16="http://schemas.microsoft.com/office/drawing/2014/main" id="{3A93A35C-0749-4923-BEEF-C3556780620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60">
                <a:extLst>
                  <a:ext uri="{FF2B5EF4-FFF2-40B4-BE49-F238E27FC236}">
                    <a16:creationId xmlns:a16="http://schemas.microsoft.com/office/drawing/2014/main" id="{B8F5862A-F285-4578-9F45-0323355D4AA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Line 61">
                <a:extLst>
                  <a:ext uri="{FF2B5EF4-FFF2-40B4-BE49-F238E27FC236}">
                    <a16:creationId xmlns:a16="http://schemas.microsoft.com/office/drawing/2014/main" id="{84809409-2C63-49B8-AF00-0635B687C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62">
                <a:extLst>
                  <a:ext uri="{FF2B5EF4-FFF2-40B4-BE49-F238E27FC236}">
                    <a16:creationId xmlns:a16="http://schemas.microsoft.com/office/drawing/2014/main" id="{0D833ECA-827A-4479-9B01-2E6C92152E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63">
                <a:extLst>
                  <a:ext uri="{FF2B5EF4-FFF2-40B4-BE49-F238E27FC236}">
                    <a16:creationId xmlns:a16="http://schemas.microsoft.com/office/drawing/2014/main" id="{89753FD5-00A3-4923-9A12-28111055B7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64">
                <a:extLst>
                  <a:ext uri="{FF2B5EF4-FFF2-40B4-BE49-F238E27FC236}">
                    <a16:creationId xmlns:a16="http://schemas.microsoft.com/office/drawing/2014/main" id="{A6203E87-5355-41BB-BF81-2DA95A890C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65">
                <a:extLst>
                  <a:ext uri="{FF2B5EF4-FFF2-40B4-BE49-F238E27FC236}">
                    <a16:creationId xmlns:a16="http://schemas.microsoft.com/office/drawing/2014/main" id="{1DB1287E-716B-4853-A237-8AC04CECB8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66">
                <a:extLst>
                  <a:ext uri="{FF2B5EF4-FFF2-40B4-BE49-F238E27FC236}">
                    <a16:creationId xmlns:a16="http://schemas.microsoft.com/office/drawing/2014/main" id="{91CB273E-59E0-4A18-B8DE-712D541DFD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67">
                <a:extLst>
                  <a:ext uri="{FF2B5EF4-FFF2-40B4-BE49-F238E27FC236}">
                    <a16:creationId xmlns:a16="http://schemas.microsoft.com/office/drawing/2014/main" id="{B9C449AB-8165-4B96-A1DA-112B6C21F0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Line 68">
                <a:extLst>
                  <a:ext uri="{FF2B5EF4-FFF2-40B4-BE49-F238E27FC236}">
                    <a16:creationId xmlns:a16="http://schemas.microsoft.com/office/drawing/2014/main" id="{CF5CE2E4-1B21-488A-B230-40AE9A67CD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Line 69">
                <a:extLst>
                  <a:ext uri="{FF2B5EF4-FFF2-40B4-BE49-F238E27FC236}">
                    <a16:creationId xmlns:a16="http://schemas.microsoft.com/office/drawing/2014/main" id="{E097A743-1237-4AD1-9E5D-957427F72B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70">
                <a:extLst>
                  <a:ext uri="{FF2B5EF4-FFF2-40B4-BE49-F238E27FC236}">
                    <a16:creationId xmlns:a16="http://schemas.microsoft.com/office/drawing/2014/main" id="{81FCD5F7-CA74-4804-BD19-B58F38FC78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Rectangle 80">
                <a:extLst>
                  <a:ext uri="{FF2B5EF4-FFF2-40B4-BE49-F238E27FC236}">
                    <a16:creationId xmlns:a16="http://schemas.microsoft.com/office/drawing/2014/main" id="{6E78EC3F-BDBB-481E-8485-2325250F52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131" name="Line 96">
              <a:extLst>
                <a:ext uri="{FF2B5EF4-FFF2-40B4-BE49-F238E27FC236}">
                  <a16:creationId xmlns:a16="http://schemas.microsoft.com/office/drawing/2014/main" id="{9697B2E7-C523-4FF5-AB4A-9D03F2F5B5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97">
              <a:extLst>
                <a:ext uri="{FF2B5EF4-FFF2-40B4-BE49-F238E27FC236}">
                  <a16:creationId xmlns:a16="http://schemas.microsoft.com/office/drawing/2014/main" id="{9EF04EB7-D224-417D-A2CA-DF54774B30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98">
              <a:extLst>
                <a:ext uri="{FF2B5EF4-FFF2-40B4-BE49-F238E27FC236}">
                  <a16:creationId xmlns:a16="http://schemas.microsoft.com/office/drawing/2014/main" id="{0BE0FB06-ECED-4F8E-9E43-2FBA2FEDE4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99">
              <a:extLst>
                <a:ext uri="{FF2B5EF4-FFF2-40B4-BE49-F238E27FC236}">
                  <a16:creationId xmlns:a16="http://schemas.microsoft.com/office/drawing/2014/main" id="{248F2E9C-9110-4A6E-80A9-A0D8C7648B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5">
              <a:extLst>
                <a:ext uri="{FF2B5EF4-FFF2-40B4-BE49-F238E27FC236}">
                  <a16:creationId xmlns:a16="http://schemas.microsoft.com/office/drawing/2014/main" id="{3CF7EF03-F2B4-4C0C-9DEC-5E74E9E441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5">
              <a:extLst>
                <a:ext uri="{FF2B5EF4-FFF2-40B4-BE49-F238E27FC236}">
                  <a16:creationId xmlns:a16="http://schemas.microsoft.com/office/drawing/2014/main" id="{8971341E-BBEC-4BDA-B4BE-7B8BE3BAB8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5">
              <a:extLst>
                <a:ext uri="{FF2B5EF4-FFF2-40B4-BE49-F238E27FC236}">
                  <a16:creationId xmlns:a16="http://schemas.microsoft.com/office/drawing/2014/main" id="{BB01D44E-A6BC-4B62-A53E-64A286BE8F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5">
              <a:extLst>
                <a:ext uri="{FF2B5EF4-FFF2-40B4-BE49-F238E27FC236}">
                  <a16:creationId xmlns:a16="http://schemas.microsoft.com/office/drawing/2014/main" id="{A9D05268-F5EF-4928-A78A-4839384EDB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5">
              <a:extLst>
                <a:ext uri="{FF2B5EF4-FFF2-40B4-BE49-F238E27FC236}">
                  <a16:creationId xmlns:a16="http://schemas.microsoft.com/office/drawing/2014/main" id="{268DA83D-B377-4FC8-B6C1-3D7A6D25CF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5">
              <a:extLst>
                <a:ext uri="{FF2B5EF4-FFF2-40B4-BE49-F238E27FC236}">
                  <a16:creationId xmlns:a16="http://schemas.microsoft.com/office/drawing/2014/main" id="{37A49D73-82BF-4120-BDFB-E4C5FB8B8A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5">
              <a:extLst>
                <a:ext uri="{FF2B5EF4-FFF2-40B4-BE49-F238E27FC236}">
                  <a16:creationId xmlns:a16="http://schemas.microsoft.com/office/drawing/2014/main" id="{525BE229-8E31-4E2A-8CD5-FC41275FB0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C7CB9C80-9389-41AA-A20F-05547971167D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45" name="Rectangle 16">
                <a:extLst>
                  <a:ext uri="{FF2B5EF4-FFF2-40B4-BE49-F238E27FC236}">
                    <a16:creationId xmlns:a16="http://schemas.microsoft.com/office/drawing/2014/main" id="{06D275DD-2C54-478A-AF9C-4FF4897FC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18">
                <a:extLst>
                  <a:ext uri="{FF2B5EF4-FFF2-40B4-BE49-F238E27FC236}">
                    <a16:creationId xmlns:a16="http://schemas.microsoft.com/office/drawing/2014/main" id="{E8EAEF54-4739-42D4-AF41-3B049FD3F9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147" name="Rectangle 19">
                <a:extLst>
                  <a:ext uri="{FF2B5EF4-FFF2-40B4-BE49-F238E27FC236}">
                    <a16:creationId xmlns:a16="http://schemas.microsoft.com/office/drawing/2014/main" id="{54529BC5-3C13-45FD-B965-B163B2D50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1D4F46C7-2743-4D1B-8BB8-EB0A5E5C4A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149" name="Rectangle 21">
                <a:extLst>
                  <a:ext uri="{FF2B5EF4-FFF2-40B4-BE49-F238E27FC236}">
                    <a16:creationId xmlns:a16="http://schemas.microsoft.com/office/drawing/2014/main" id="{365B9F6B-C089-42FB-AE31-EAF614DC1E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150" name="Rectangle 25">
                <a:extLst>
                  <a:ext uri="{FF2B5EF4-FFF2-40B4-BE49-F238E27FC236}">
                    <a16:creationId xmlns:a16="http://schemas.microsoft.com/office/drawing/2014/main" id="{CA47156A-45A2-4FB0-B86E-ABD8EFA9F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151" name="Rectangle 21">
                <a:extLst>
                  <a:ext uri="{FF2B5EF4-FFF2-40B4-BE49-F238E27FC236}">
                    <a16:creationId xmlns:a16="http://schemas.microsoft.com/office/drawing/2014/main" id="{27FD6492-9986-4338-9704-E11368F967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152" name="Rectangle 25">
                <a:extLst>
                  <a:ext uri="{FF2B5EF4-FFF2-40B4-BE49-F238E27FC236}">
                    <a16:creationId xmlns:a16="http://schemas.microsoft.com/office/drawing/2014/main" id="{46212CDF-451E-4E30-903D-E8F3A6681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153" name="Rectangle 18">
                <a:extLst>
                  <a:ext uri="{FF2B5EF4-FFF2-40B4-BE49-F238E27FC236}">
                    <a16:creationId xmlns:a16="http://schemas.microsoft.com/office/drawing/2014/main" id="{1224F813-7462-4880-968B-9B9F1D680F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4" name="Rectangle 18">
                <a:extLst>
                  <a:ext uri="{FF2B5EF4-FFF2-40B4-BE49-F238E27FC236}">
                    <a16:creationId xmlns:a16="http://schemas.microsoft.com/office/drawing/2014/main" id="{86F34304-DDDE-441F-9A00-D541061E45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5" name="Rectangle 20">
                <a:extLst>
                  <a:ext uri="{FF2B5EF4-FFF2-40B4-BE49-F238E27FC236}">
                    <a16:creationId xmlns:a16="http://schemas.microsoft.com/office/drawing/2014/main" id="{CB6962BB-86E9-4AD7-AA7E-7B1B579593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156" name="Rectangle 20">
                <a:extLst>
                  <a:ext uri="{FF2B5EF4-FFF2-40B4-BE49-F238E27FC236}">
                    <a16:creationId xmlns:a16="http://schemas.microsoft.com/office/drawing/2014/main" id="{F19C3BC8-4910-409A-AAD5-A1A38C410A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157" name="Rectangle 21">
                <a:extLst>
                  <a:ext uri="{FF2B5EF4-FFF2-40B4-BE49-F238E27FC236}">
                    <a16:creationId xmlns:a16="http://schemas.microsoft.com/office/drawing/2014/main" id="{CB052938-3623-4B75-8727-A1CCBA9F97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158" name="Rectangle 21">
                <a:extLst>
                  <a:ext uri="{FF2B5EF4-FFF2-40B4-BE49-F238E27FC236}">
                    <a16:creationId xmlns:a16="http://schemas.microsoft.com/office/drawing/2014/main" id="{C6540E13-3BEB-4A64-9302-E019F05BF8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143" name="Rectangle 89">
              <a:extLst>
                <a:ext uri="{FF2B5EF4-FFF2-40B4-BE49-F238E27FC236}">
                  <a16:creationId xmlns:a16="http://schemas.microsoft.com/office/drawing/2014/main" id="{FE510A1F-E9F1-4AE3-BA9C-6DDBEDEF67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7508BD9F-9051-4408-9C9D-A202266EE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32772039-1DF9-4FAE-980A-A553ADFB4A13}"/>
              </a:ext>
            </a:extLst>
          </p:cNvPr>
          <p:cNvGrpSpPr/>
          <p:nvPr/>
        </p:nvGrpSpPr>
        <p:grpSpPr>
          <a:xfrm>
            <a:off x="247135" y="3651870"/>
            <a:ext cx="2124461" cy="1362857"/>
            <a:chOff x="247135" y="3651870"/>
            <a:chExt cx="2124461" cy="1362857"/>
          </a:xfrm>
        </p:grpSpPr>
        <p:sp>
          <p:nvSpPr>
            <p:cNvPr id="9" name="矩形: 圆角 8">
              <a:extLst>
                <a:ext uri="{FF2B5EF4-FFF2-40B4-BE49-F238E27FC236}">
                  <a16:creationId xmlns:a16="http://schemas.microsoft.com/office/drawing/2014/main" id="{4CC1CB17-CB5C-41C9-986D-573E5213985F}"/>
                </a:ext>
              </a:extLst>
            </p:cNvPr>
            <p:cNvSpPr/>
            <p:nvPr/>
          </p:nvSpPr>
          <p:spPr>
            <a:xfrm>
              <a:off x="247135" y="3651870"/>
              <a:ext cx="2124461" cy="136285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6643D988-26C7-4682-A742-92416916A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7383" y="3843218"/>
              <a:ext cx="1653236" cy="1026436"/>
            </a:xfrm>
            <a:prstGeom prst="rect">
              <a:avLst/>
            </a:prstGeom>
          </p:spPr>
        </p:pic>
      </p:grp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35A5ECC-E01D-4F01-BE68-E9CAAA27A53C}"/>
              </a:ext>
            </a:extLst>
          </p:cNvPr>
          <p:cNvCxnSpPr>
            <a:cxnSpLocks/>
          </p:cNvCxnSpPr>
          <p:nvPr/>
        </p:nvCxnSpPr>
        <p:spPr>
          <a:xfrm flipH="1">
            <a:off x="2426229" y="4803998"/>
            <a:ext cx="2308422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prstDash val="sysDash"/>
            <a:tailEnd type="triangl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图片 203">
            <a:extLst>
              <a:ext uri="{FF2B5EF4-FFF2-40B4-BE49-F238E27FC236}">
                <a16:creationId xmlns:a16="http://schemas.microsoft.com/office/drawing/2014/main" id="{7E0A8295-1046-4CF6-9190-7810D1C6AC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4651" y="4592895"/>
            <a:ext cx="457240" cy="463336"/>
          </a:xfrm>
          <a:prstGeom prst="rect">
            <a:avLst/>
          </a:prstGeom>
        </p:spPr>
      </p:pic>
      <p:sp>
        <p:nvSpPr>
          <p:cNvPr id="205" name="灯片编号占位符 2">
            <a:extLst>
              <a:ext uri="{FF2B5EF4-FFF2-40B4-BE49-F238E27FC236}">
                <a16:creationId xmlns:a16="http://schemas.microsoft.com/office/drawing/2014/main" id="{99484B56-B6DC-41F2-8161-E6E7BC1A922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15</a:t>
            </a:fld>
            <a:endParaRPr lang="en-US" altLang="zh-CN" dirty="0"/>
          </a:p>
        </p:txBody>
      </p:sp>
      <p:sp>
        <p:nvSpPr>
          <p:cNvPr id="206" name="AutoShape 5">
            <a:extLst>
              <a:ext uri="{FF2B5EF4-FFF2-40B4-BE49-F238E27FC236}">
                <a16:creationId xmlns:a16="http://schemas.microsoft.com/office/drawing/2014/main" id="{9A91E7B1-5CE6-4B3F-B6E7-DDF045BC9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346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500"/>
                            </p:stCondLst>
                            <p:childTnLst>
                              <p:par>
                                <p:cTn id="2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 tmFilter="0, 0; .2, .5; .8, .5; 1, 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0" dur="250" autoRev="1" fill="hold"/>
                                        <p:tgtEl>
                                          <p:spTgt spid="20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6" grpId="0" animBg="1"/>
      <p:bldP spid="206" grpId="1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066852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4212480" cy="95410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字段长度：源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地址、目的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地址各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32bits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用于对主机、路由器进行网络标识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网络编址：后面详解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893B8433-1D56-4BD7-A984-13F92A84A52A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98" name="Line 3">
              <a:extLst>
                <a:ext uri="{FF2B5EF4-FFF2-40B4-BE49-F238E27FC236}">
                  <a16:creationId xmlns:a16="http://schemas.microsoft.com/office/drawing/2014/main" id="{0186BD8D-645C-4A9A-8F7C-03D653C4E36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94D5C1F4-E108-4385-9735-84F4E0CCFB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353AD380-8633-4817-9427-372830B50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6">
              <a:extLst>
                <a:ext uri="{FF2B5EF4-FFF2-40B4-BE49-F238E27FC236}">
                  <a16:creationId xmlns:a16="http://schemas.microsoft.com/office/drawing/2014/main" id="{C122FA78-BE17-4E65-8C47-1669C85A5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C356EC35-03DE-4860-9094-D3D61D30B8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EFE1AF39-A17E-4A1D-8A3D-577F4992E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10">
              <a:extLst>
                <a:ext uri="{FF2B5EF4-FFF2-40B4-BE49-F238E27FC236}">
                  <a16:creationId xmlns:a16="http://schemas.microsoft.com/office/drawing/2014/main" id="{5CF9EF56-9EF0-4D7B-AE17-046D37BB4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">
              <a:extLst>
                <a:ext uri="{FF2B5EF4-FFF2-40B4-BE49-F238E27FC236}">
                  <a16:creationId xmlns:a16="http://schemas.microsoft.com/office/drawing/2014/main" id="{6E2A7F56-2770-4FA9-89CE-4575BEBB50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">
              <a:extLst>
                <a:ext uri="{FF2B5EF4-FFF2-40B4-BE49-F238E27FC236}">
                  <a16:creationId xmlns:a16="http://schemas.microsoft.com/office/drawing/2014/main" id="{E4076878-2411-4D20-92DE-39D6C95129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3">
              <a:extLst>
                <a:ext uri="{FF2B5EF4-FFF2-40B4-BE49-F238E27FC236}">
                  <a16:creationId xmlns:a16="http://schemas.microsoft.com/office/drawing/2014/main" id="{08C4AE39-E85F-496D-8B39-35C0AA5C53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4">
              <a:extLst>
                <a:ext uri="{FF2B5EF4-FFF2-40B4-BE49-F238E27FC236}">
                  <a16:creationId xmlns:a16="http://schemas.microsoft.com/office/drawing/2014/main" id="{B911B063-E6A5-4AAE-ABF9-1DF0C16082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5">
              <a:extLst>
                <a:ext uri="{FF2B5EF4-FFF2-40B4-BE49-F238E27FC236}">
                  <a16:creationId xmlns:a16="http://schemas.microsoft.com/office/drawing/2014/main" id="{18067243-F74E-4A3F-91AC-1D26C9F20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35">
              <a:extLst>
                <a:ext uri="{FF2B5EF4-FFF2-40B4-BE49-F238E27FC236}">
                  <a16:creationId xmlns:a16="http://schemas.microsoft.com/office/drawing/2014/main" id="{EA5F5869-BA9B-4B57-A101-ADF8A2F60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1B83CAE8-430C-4E29-86D1-856FEB7F1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7F24A6A1-BC8D-4340-AB14-0612CFF7A3B7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159" name="Line 37">
                <a:extLst>
                  <a:ext uri="{FF2B5EF4-FFF2-40B4-BE49-F238E27FC236}">
                    <a16:creationId xmlns:a16="http://schemas.microsoft.com/office/drawing/2014/main" id="{6B499A27-236B-4111-AB5E-CE96A75E73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38">
                <a:extLst>
                  <a:ext uri="{FF2B5EF4-FFF2-40B4-BE49-F238E27FC236}">
                    <a16:creationId xmlns:a16="http://schemas.microsoft.com/office/drawing/2014/main" id="{6E8E3E6B-CF60-4029-B5CB-021FA84F37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39">
                <a:extLst>
                  <a:ext uri="{FF2B5EF4-FFF2-40B4-BE49-F238E27FC236}">
                    <a16:creationId xmlns:a16="http://schemas.microsoft.com/office/drawing/2014/main" id="{5E7E56D1-2646-49A7-A2F9-94D6E71C68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0">
                <a:extLst>
                  <a:ext uri="{FF2B5EF4-FFF2-40B4-BE49-F238E27FC236}">
                    <a16:creationId xmlns:a16="http://schemas.microsoft.com/office/drawing/2014/main" id="{15B90F9E-D13C-40DF-9C99-75FE5D362C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41">
                <a:extLst>
                  <a:ext uri="{FF2B5EF4-FFF2-40B4-BE49-F238E27FC236}">
                    <a16:creationId xmlns:a16="http://schemas.microsoft.com/office/drawing/2014/main" id="{ADF8E795-3DFD-4A30-9410-E571A4B71D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A6C3CB6D-CF72-44B0-91E6-83A917B5D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43">
                <a:extLst>
                  <a:ext uri="{FF2B5EF4-FFF2-40B4-BE49-F238E27FC236}">
                    <a16:creationId xmlns:a16="http://schemas.microsoft.com/office/drawing/2014/main" id="{899158B0-A12C-4332-9938-35B2C9E9FC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44">
                <a:extLst>
                  <a:ext uri="{FF2B5EF4-FFF2-40B4-BE49-F238E27FC236}">
                    <a16:creationId xmlns:a16="http://schemas.microsoft.com/office/drawing/2014/main" id="{974CE946-9616-4EC2-AE8F-0F9D90FA15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45">
                <a:extLst>
                  <a:ext uri="{FF2B5EF4-FFF2-40B4-BE49-F238E27FC236}">
                    <a16:creationId xmlns:a16="http://schemas.microsoft.com/office/drawing/2014/main" id="{7819B745-8EFB-4DF5-8229-85B89792E87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46">
                <a:extLst>
                  <a:ext uri="{FF2B5EF4-FFF2-40B4-BE49-F238E27FC236}">
                    <a16:creationId xmlns:a16="http://schemas.microsoft.com/office/drawing/2014/main" id="{81F06DDC-03D2-47A7-93F9-EE754891BA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47">
                <a:extLst>
                  <a:ext uri="{FF2B5EF4-FFF2-40B4-BE49-F238E27FC236}">
                    <a16:creationId xmlns:a16="http://schemas.microsoft.com/office/drawing/2014/main" id="{A29AD7DF-937B-49EC-8115-EAA6282295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99B64082-DEA8-4154-8104-7D12C8B5C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Line 49">
                <a:extLst>
                  <a:ext uri="{FF2B5EF4-FFF2-40B4-BE49-F238E27FC236}">
                    <a16:creationId xmlns:a16="http://schemas.microsoft.com/office/drawing/2014/main" id="{30D6A9BB-E9BD-41BB-82D9-13D4F517F4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Line 50">
                <a:extLst>
                  <a:ext uri="{FF2B5EF4-FFF2-40B4-BE49-F238E27FC236}">
                    <a16:creationId xmlns:a16="http://schemas.microsoft.com/office/drawing/2014/main" id="{D5E32762-E9BE-4D03-B8F7-DA4639A41E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Line 51">
                <a:extLst>
                  <a:ext uri="{FF2B5EF4-FFF2-40B4-BE49-F238E27FC236}">
                    <a16:creationId xmlns:a16="http://schemas.microsoft.com/office/drawing/2014/main" id="{C523A124-3AF8-46E7-9B91-05C40D6C0B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52">
                <a:extLst>
                  <a:ext uri="{FF2B5EF4-FFF2-40B4-BE49-F238E27FC236}">
                    <a16:creationId xmlns:a16="http://schemas.microsoft.com/office/drawing/2014/main" id="{9A26737E-95E6-430D-921F-5A909F1948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85C8DD6A-DBD1-4179-80A6-D6A9C21014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07B4B92E-92C9-458D-BC6C-1A72EE3D21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1DE43F91-F54F-498E-8641-8C913D6C2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56">
                <a:extLst>
                  <a:ext uri="{FF2B5EF4-FFF2-40B4-BE49-F238E27FC236}">
                    <a16:creationId xmlns:a16="http://schemas.microsoft.com/office/drawing/2014/main" id="{7117A7F0-FC32-4494-A4AF-8166210D411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57">
                <a:extLst>
                  <a:ext uri="{FF2B5EF4-FFF2-40B4-BE49-F238E27FC236}">
                    <a16:creationId xmlns:a16="http://schemas.microsoft.com/office/drawing/2014/main" id="{1D36F8DD-5044-4048-9AA6-98F4AAA020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58">
                <a:extLst>
                  <a:ext uri="{FF2B5EF4-FFF2-40B4-BE49-F238E27FC236}">
                    <a16:creationId xmlns:a16="http://schemas.microsoft.com/office/drawing/2014/main" id="{33C833E9-23E2-4926-83E5-FA7DBBEA36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59">
                <a:extLst>
                  <a:ext uri="{FF2B5EF4-FFF2-40B4-BE49-F238E27FC236}">
                    <a16:creationId xmlns:a16="http://schemas.microsoft.com/office/drawing/2014/main" id="{2D8E442C-1E41-489B-89A2-014CA6040C2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60">
                <a:extLst>
                  <a:ext uri="{FF2B5EF4-FFF2-40B4-BE49-F238E27FC236}">
                    <a16:creationId xmlns:a16="http://schemas.microsoft.com/office/drawing/2014/main" id="{00C20EB9-61E0-4271-895E-7D152BE5F9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Line 61">
                <a:extLst>
                  <a:ext uri="{FF2B5EF4-FFF2-40B4-BE49-F238E27FC236}">
                    <a16:creationId xmlns:a16="http://schemas.microsoft.com/office/drawing/2014/main" id="{96C542FC-EBCD-470E-8DF1-0D17B8BA7E3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62">
                <a:extLst>
                  <a:ext uri="{FF2B5EF4-FFF2-40B4-BE49-F238E27FC236}">
                    <a16:creationId xmlns:a16="http://schemas.microsoft.com/office/drawing/2014/main" id="{131EA1FA-E225-49ED-9FD4-443FBB8452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63">
                <a:extLst>
                  <a:ext uri="{FF2B5EF4-FFF2-40B4-BE49-F238E27FC236}">
                    <a16:creationId xmlns:a16="http://schemas.microsoft.com/office/drawing/2014/main" id="{88FA2161-A0DB-42C4-8CA3-9BB68DAEED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64">
                <a:extLst>
                  <a:ext uri="{FF2B5EF4-FFF2-40B4-BE49-F238E27FC236}">
                    <a16:creationId xmlns:a16="http://schemas.microsoft.com/office/drawing/2014/main" id="{BD1EFC0E-BCB6-438A-93AE-939A0312B3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65">
                <a:extLst>
                  <a:ext uri="{FF2B5EF4-FFF2-40B4-BE49-F238E27FC236}">
                    <a16:creationId xmlns:a16="http://schemas.microsoft.com/office/drawing/2014/main" id="{60CC8316-1F9C-43A1-8F2A-4E6DD44AE3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66">
                <a:extLst>
                  <a:ext uri="{FF2B5EF4-FFF2-40B4-BE49-F238E27FC236}">
                    <a16:creationId xmlns:a16="http://schemas.microsoft.com/office/drawing/2014/main" id="{76ED7219-9A77-4933-B92F-3DF62BF9E2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67">
                <a:extLst>
                  <a:ext uri="{FF2B5EF4-FFF2-40B4-BE49-F238E27FC236}">
                    <a16:creationId xmlns:a16="http://schemas.microsoft.com/office/drawing/2014/main" id="{631D0EB9-6477-4198-A682-F7E5E296C3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Line 68">
                <a:extLst>
                  <a:ext uri="{FF2B5EF4-FFF2-40B4-BE49-F238E27FC236}">
                    <a16:creationId xmlns:a16="http://schemas.microsoft.com/office/drawing/2014/main" id="{7B49FD78-C20E-4AA8-9CE5-7D901FDB69A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Line 69">
                <a:extLst>
                  <a:ext uri="{FF2B5EF4-FFF2-40B4-BE49-F238E27FC236}">
                    <a16:creationId xmlns:a16="http://schemas.microsoft.com/office/drawing/2014/main" id="{80A1D579-8D5A-4669-A3D8-AC68026B6D4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70">
                <a:extLst>
                  <a:ext uri="{FF2B5EF4-FFF2-40B4-BE49-F238E27FC236}">
                    <a16:creationId xmlns:a16="http://schemas.microsoft.com/office/drawing/2014/main" id="{FA7D27F7-1EA9-4D85-B2E6-8E93F24F75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Rectangle 80">
                <a:extLst>
                  <a:ext uri="{FF2B5EF4-FFF2-40B4-BE49-F238E27FC236}">
                    <a16:creationId xmlns:a16="http://schemas.microsoft.com/office/drawing/2014/main" id="{B28E7FC3-72B1-4894-A9A9-847672E1FC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131" name="Line 96">
              <a:extLst>
                <a:ext uri="{FF2B5EF4-FFF2-40B4-BE49-F238E27FC236}">
                  <a16:creationId xmlns:a16="http://schemas.microsoft.com/office/drawing/2014/main" id="{60C088DB-0341-48D0-838E-45B75A6979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97">
              <a:extLst>
                <a:ext uri="{FF2B5EF4-FFF2-40B4-BE49-F238E27FC236}">
                  <a16:creationId xmlns:a16="http://schemas.microsoft.com/office/drawing/2014/main" id="{9B909053-7334-46CC-A6AD-0084F5E2A8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98">
              <a:extLst>
                <a:ext uri="{FF2B5EF4-FFF2-40B4-BE49-F238E27FC236}">
                  <a16:creationId xmlns:a16="http://schemas.microsoft.com/office/drawing/2014/main" id="{7614CB3D-6E5F-4C78-B484-9F7AD8D253C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99">
              <a:extLst>
                <a:ext uri="{FF2B5EF4-FFF2-40B4-BE49-F238E27FC236}">
                  <a16:creationId xmlns:a16="http://schemas.microsoft.com/office/drawing/2014/main" id="{28892419-8E1D-403F-873C-C6E0D1092B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5">
              <a:extLst>
                <a:ext uri="{FF2B5EF4-FFF2-40B4-BE49-F238E27FC236}">
                  <a16:creationId xmlns:a16="http://schemas.microsoft.com/office/drawing/2014/main" id="{02B49042-5042-46A2-82A8-74FAA2ED91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5">
              <a:extLst>
                <a:ext uri="{FF2B5EF4-FFF2-40B4-BE49-F238E27FC236}">
                  <a16:creationId xmlns:a16="http://schemas.microsoft.com/office/drawing/2014/main" id="{35FB2F3E-B40B-4928-A394-00B46994F9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5">
              <a:extLst>
                <a:ext uri="{FF2B5EF4-FFF2-40B4-BE49-F238E27FC236}">
                  <a16:creationId xmlns:a16="http://schemas.microsoft.com/office/drawing/2014/main" id="{EE732075-37C5-4E3F-BC0F-9A91EE8FAE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5">
              <a:extLst>
                <a:ext uri="{FF2B5EF4-FFF2-40B4-BE49-F238E27FC236}">
                  <a16:creationId xmlns:a16="http://schemas.microsoft.com/office/drawing/2014/main" id="{91504113-6FCF-498C-B912-997F8886EB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5">
              <a:extLst>
                <a:ext uri="{FF2B5EF4-FFF2-40B4-BE49-F238E27FC236}">
                  <a16:creationId xmlns:a16="http://schemas.microsoft.com/office/drawing/2014/main" id="{EA0EFAD3-BC15-4694-A507-89D80C659B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5">
              <a:extLst>
                <a:ext uri="{FF2B5EF4-FFF2-40B4-BE49-F238E27FC236}">
                  <a16:creationId xmlns:a16="http://schemas.microsoft.com/office/drawing/2014/main" id="{F5C3D844-EE64-4EDD-9217-8C941E679C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5">
              <a:extLst>
                <a:ext uri="{FF2B5EF4-FFF2-40B4-BE49-F238E27FC236}">
                  <a16:creationId xmlns:a16="http://schemas.microsoft.com/office/drawing/2014/main" id="{E942B072-DB08-4BBF-82B6-01CD33F112F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23A498A3-4946-43F3-A683-56DEC39A9643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45" name="Rectangle 16">
                <a:extLst>
                  <a:ext uri="{FF2B5EF4-FFF2-40B4-BE49-F238E27FC236}">
                    <a16:creationId xmlns:a16="http://schemas.microsoft.com/office/drawing/2014/main" id="{3D99A219-90DA-43A8-B131-4626126040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18">
                <a:extLst>
                  <a:ext uri="{FF2B5EF4-FFF2-40B4-BE49-F238E27FC236}">
                    <a16:creationId xmlns:a16="http://schemas.microsoft.com/office/drawing/2014/main" id="{FE070E82-B8B7-41E5-9E68-154CEFB64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147" name="Rectangle 19">
                <a:extLst>
                  <a:ext uri="{FF2B5EF4-FFF2-40B4-BE49-F238E27FC236}">
                    <a16:creationId xmlns:a16="http://schemas.microsoft.com/office/drawing/2014/main" id="{A6C9AD9B-3963-4EF3-A656-EB8D26008F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63688834-0AE5-431F-90E4-640E85B3D2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149" name="Rectangle 21">
                <a:extLst>
                  <a:ext uri="{FF2B5EF4-FFF2-40B4-BE49-F238E27FC236}">
                    <a16:creationId xmlns:a16="http://schemas.microsoft.com/office/drawing/2014/main" id="{A874E16D-FF74-4C81-A265-404EAAEDC2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150" name="Rectangle 25">
                <a:extLst>
                  <a:ext uri="{FF2B5EF4-FFF2-40B4-BE49-F238E27FC236}">
                    <a16:creationId xmlns:a16="http://schemas.microsoft.com/office/drawing/2014/main" id="{6ADF982B-878B-4579-992B-60BC66D82A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151" name="Rectangle 21">
                <a:extLst>
                  <a:ext uri="{FF2B5EF4-FFF2-40B4-BE49-F238E27FC236}">
                    <a16:creationId xmlns:a16="http://schemas.microsoft.com/office/drawing/2014/main" id="{1A9E9993-25D4-4018-8ECD-AD469B6D45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152" name="Rectangle 25">
                <a:extLst>
                  <a:ext uri="{FF2B5EF4-FFF2-40B4-BE49-F238E27FC236}">
                    <a16:creationId xmlns:a16="http://schemas.microsoft.com/office/drawing/2014/main" id="{22414CFC-DE47-42BC-AA35-797D1E1777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153" name="Rectangle 18">
                <a:extLst>
                  <a:ext uri="{FF2B5EF4-FFF2-40B4-BE49-F238E27FC236}">
                    <a16:creationId xmlns:a16="http://schemas.microsoft.com/office/drawing/2014/main" id="{AB30C482-7F1B-427C-AACF-570D5F8EF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4" name="Rectangle 18">
                <a:extLst>
                  <a:ext uri="{FF2B5EF4-FFF2-40B4-BE49-F238E27FC236}">
                    <a16:creationId xmlns:a16="http://schemas.microsoft.com/office/drawing/2014/main" id="{D5B54815-4A9F-4D19-90A5-3E777A3B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5" name="Rectangle 20">
                <a:extLst>
                  <a:ext uri="{FF2B5EF4-FFF2-40B4-BE49-F238E27FC236}">
                    <a16:creationId xmlns:a16="http://schemas.microsoft.com/office/drawing/2014/main" id="{FF999E72-B603-47B8-B97F-CE3F9D94C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156" name="Rectangle 20">
                <a:extLst>
                  <a:ext uri="{FF2B5EF4-FFF2-40B4-BE49-F238E27FC236}">
                    <a16:creationId xmlns:a16="http://schemas.microsoft.com/office/drawing/2014/main" id="{C149B698-AFA8-46D4-9D7A-52F12D4849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157" name="Rectangle 21">
                <a:extLst>
                  <a:ext uri="{FF2B5EF4-FFF2-40B4-BE49-F238E27FC236}">
                    <a16:creationId xmlns:a16="http://schemas.microsoft.com/office/drawing/2014/main" id="{39CA3BB5-FC7C-45F2-9824-637B036545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158" name="Rectangle 21">
                <a:extLst>
                  <a:ext uri="{FF2B5EF4-FFF2-40B4-BE49-F238E27FC236}">
                    <a16:creationId xmlns:a16="http://schemas.microsoft.com/office/drawing/2014/main" id="{496CE5E9-9F7F-4593-AD28-BC547B19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143" name="Rectangle 89">
              <a:extLst>
                <a:ext uri="{FF2B5EF4-FFF2-40B4-BE49-F238E27FC236}">
                  <a16:creationId xmlns:a16="http://schemas.microsoft.com/office/drawing/2014/main" id="{A03BDD89-D592-4351-8F7B-88C02CD331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A7B935B2-3F24-49FF-B63D-084ACE57DF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194" name="灯片编号占位符 2">
            <a:extLst>
              <a:ext uri="{FF2B5EF4-FFF2-40B4-BE49-F238E27FC236}">
                <a16:creationId xmlns:a16="http://schemas.microsoft.com/office/drawing/2014/main" id="{9F67B27B-2A23-4D1B-9FE1-2CECCB0F9AA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16</a:t>
            </a:fld>
            <a:endParaRPr lang="en-US" altLang="zh-CN" dirty="0"/>
          </a:p>
        </p:txBody>
      </p:sp>
      <p:sp>
        <p:nvSpPr>
          <p:cNvPr id="195" name="AutoShape 5">
            <a:extLst>
              <a:ext uri="{FF2B5EF4-FFF2-40B4-BE49-F238E27FC236}">
                <a16:creationId xmlns:a16="http://schemas.microsoft.com/office/drawing/2014/main" id="{C0356720-7D48-4DF7-A852-ADF4F58977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79964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5" grpId="0" animBg="1"/>
      <p:bldP spid="195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88674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3891852" cy="73866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选项字段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填充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字段长度可变，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bytes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的整数倍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用于对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协议的扩展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2616DD32-21BD-46C1-9889-A242E047F97C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98" name="Line 3">
              <a:extLst>
                <a:ext uri="{FF2B5EF4-FFF2-40B4-BE49-F238E27FC236}">
                  <a16:creationId xmlns:a16="http://schemas.microsoft.com/office/drawing/2014/main" id="{AAFAD1FC-DF3A-4425-92C9-B8DB0A9B16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Rectangle 4">
              <a:extLst>
                <a:ext uri="{FF2B5EF4-FFF2-40B4-BE49-F238E27FC236}">
                  <a16:creationId xmlns:a16="http://schemas.microsoft.com/office/drawing/2014/main" id="{0C8551B2-DCFB-46C8-9417-EAB6E0208F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100" name="Line 5">
              <a:extLst>
                <a:ext uri="{FF2B5EF4-FFF2-40B4-BE49-F238E27FC236}">
                  <a16:creationId xmlns:a16="http://schemas.microsoft.com/office/drawing/2014/main" id="{8A52468A-B571-468E-81C8-E63D924EBC6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Rectangle 6">
              <a:extLst>
                <a:ext uri="{FF2B5EF4-FFF2-40B4-BE49-F238E27FC236}">
                  <a16:creationId xmlns:a16="http://schemas.microsoft.com/office/drawing/2014/main" id="{F34A7593-11B6-45FF-9F75-CE7BD760D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102" name="Rectangle 7">
              <a:extLst>
                <a:ext uri="{FF2B5EF4-FFF2-40B4-BE49-F238E27FC236}">
                  <a16:creationId xmlns:a16="http://schemas.microsoft.com/office/drawing/2014/main" id="{E29FFF8C-4259-4C8B-8D77-0FD713169A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9">
              <a:extLst>
                <a:ext uri="{FF2B5EF4-FFF2-40B4-BE49-F238E27FC236}">
                  <a16:creationId xmlns:a16="http://schemas.microsoft.com/office/drawing/2014/main" id="{D30DA44F-9846-4DA5-B841-2A0E42482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Line 10">
              <a:extLst>
                <a:ext uri="{FF2B5EF4-FFF2-40B4-BE49-F238E27FC236}">
                  <a16:creationId xmlns:a16="http://schemas.microsoft.com/office/drawing/2014/main" id="{DD2A3D3A-296C-4B66-9F1F-8FEC94E29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Line 11">
              <a:extLst>
                <a:ext uri="{FF2B5EF4-FFF2-40B4-BE49-F238E27FC236}">
                  <a16:creationId xmlns:a16="http://schemas.microsoft.com/office/drawing/2014/main" id="{C7D0F438-0941-4801-BFE7-D15A0A8DBE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Line 12">
              <a:extLst>
                <a:ext uri="{FF2B5EF4-FFF2-40B4-BE49-F238E27FC236}">
                  <a16:creationId xmlns:a16="http://schemas.microsoft.com/office/drawing/2014/main" id="{D7B645E6-E6CD-4861-9A15-995615D0F4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Line 13">
              <a:extLst>
                <a:ext uri="{FF2B5EF4-FFF2-40B4-BE49-F238E27FC236}">
                  <a16:creationId xmlns:a16="http://schemas.microsoft.com/office/drawing/2014/main" id="{EC1E28C3-3F95-4F85-9403-F9A903F2CA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Line 14">
              <a:extLst>
                <a:ext uri="{FF2B5EF4-FFF2-40B4-BE49-F238E27FC236}">
                  <a16:creationId xmlns:a16="http://schemas.microsoft.com/office/drawing/2014/main" id="{B0DE8C8E-435A-45FA-909E-10291FF095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Line 15">
              <a:extLst>
                <a:ext uri="{FF2B5EF4-FFF2-40B4-BE49-F238E27FC236}">
                  <a16:creationId xmlns:a16="http://schemas.microsoft.com/office/drawing/2014/main" id="{ABB16981-1A8E-478B-AA02-B216DED628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8" name="Line 35">
              <a:extLst>
                <a:ext uri="{FF2B5EF4-FFF2-40B4-BE49-F238E27FC236}">
                  <a16:creationId xmlns:a16="http://schemas.microsoft.com/office/drawing/2014/main" id="{BF532377-A089-44FF-A002-6A22218380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9" name="Rectangle 36">
              <a:extLst>
                <a:ext uri="{FF2B5EF4-FFF2-40B4-BE49-F238E27FC236}">
                  <a16:creationId xmlns:a16="http://schemas.microsoft.com/office/drawing/2014/main" id="{644BD9A3-7732-4A7F-909B-686209274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130" name="组合 129">
              <a:extLst>
                <a:ext uri="{FF2B5EF4-FFF2-40B4-BE49-F238E27FC236}">
                  <a16:creationId xmlns:a16="http://schemas.microsoft.com/office/drawing/2014/main" id="{FC565790-F156-4BA0-99A6-26E8BB0021E7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159" name="Line 37">
                <a:extLst>
                  <a:ext uri="{FF2B5EF4-FFF2-40B4-BE49-F238E27FC236}">
                    <a16:creationId xmlns:a16="http://schemas.microsoft.com/office/drawing/2014/main" id="{A6231CDD-DC36-45DF-BF62-E841DECD10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0" name="Line 38">
                <a:extLst>
                  <a:ext uri="{FF2B5EF4-FFF2-40B4-BE49-F238E27FC236}">
                    <a16:creationId xmlns:a16="http://schemas.microsoft.com/office/drawing/2014/main" id="{7B81C14D-1957-4705-960A-D630451D03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1" name="Line 39">
                <a:extLst>
                  <a:ext uri="{FF2B5EF4-FFF2-40B4-BE49-F238E27FC236}">
                    <a16:creationId xmlns:a16="http://schemas.microsoft.com/office/drawing/2014/main" id="{6184C9D0-7F5F-4B48-86A7-6490B6F80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2" name="Line 40">
                <a:extLst>
                  <a:ext uri="{FF2B5EF4-FFF2-40B4-BE49-F238E27FC236}">
                    <a16:creationId xmlns:a16="http://schemas.microsoft.com/office/drawing/2014/main" id="{654DA82E-768C-4C02-B22B-79F59F5490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3" name="Line 41">
                <a:extLst>
                  <a:ext uri="{FF2B5EF4-FFF2-40B4-BE49-F238E27FC236}">
                    <a16:creationId xmlns:a16="http://schemas.microsoft.com/office/drawing/2014/main" id="{7A545DBC-E84D-4152-830F-2796FF9592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4" name="Line 42">
                <a:extLst>
                  <a:ext uri="{FF2B5EF4-FFF2-40B4-BE49-F238E27FC236}">
                    <a16:creationId xmlns:a16="http://schemas.microsoft.com/office/drawing/2014/main" id="{28F199D8-1B8D-4548-8C58-AC2DE8D29BF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5" name="Line 43">
                <a:extLst>
                  <a:ext uri="{FF2B5EF4-FFF2-40B4-BE49-F238E27FC236}">
                    <a16:creationId xmlns:a16="http://schemas.microsoft.com/office/drawing/2014/main" id="{25079E4F-9119-4B1D-94AA-64F3149C785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6" name="Line 44">
                <a:extLst>
                  <a:ext uri="{FF2B5EF4-FFF2-40B4-BE49-F238E27FC236}">
                    <a16:creationId xmlns:a16="http://schemas.microsoft.com/office/drawing/2014/main" id="{D2AAFC9A-F8CE-49B8-BEA8-5D3227E14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7" name="Line 45">
                <a:extLst>
                  <a:ext uri="{FF2B5EF4-FFF2-40B4-BE49-F238E27FC236}">
                    <a16:creationId xmlns:a16="http://schemas.microsoft.com/office/drawing/2014/main" id="{0A86DA67-3F27-4949-A95C-FCBF105B16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8" name="Line 46">
                <a:extLst>
                  <a:ext uri="{FF2B5EF4-FFF2-40B4-BE49-F238E27FC236}">
                    <a16:creationId xmlns:a16="http://schemas.microsoft.com/office/drawing/2014/main" id="{E48F57B8-1F2C-4F5C-B153-A3594C9E83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69" name="Line 47">
                <a:extLst>
                  <a:ext uri="{FF2B5EF4-FFF2-40B4-BE49-F238E27FC236}">
                    <a16:creationId xmlns:a16="http://schemas.microsoft.com/office/drawing/2014/main" id="{622D37AD-3739-4B75-B809-2EA1C7240E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0" name="Line 48">
                <a:extLst>
                  <a:ext uri="{FF2B5EF4-FFF2-40B4-BE49-F238E27FC236}">
                    <a16:creationId xmlns:a16="http://schemas.microsoft.com/office/drawing/2014/main" id="{91EC0AA7-0F17-4D58-8A7F-7D4B998335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1" name="Line 49">
                <a:extLst>
                  <a:ext uri="{FF2B5EF4-FFF2-40B4-BE49-F238E27FC236}">
                    <a16:creationId xmlns:a16="http://schemas.microsoft.com/office/drawing/2014/main" id="{1AACC9EB-99D4-47B5-A326-5F4D79C0EF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2" name="Line 50">
                <a:extLst>
                  <a:ext uri="{FF2B5EF4-FFF2-40B4-BE49-F238E27FC236}">
                    <a16:creationId xmlns:a16="http://schemas.microsoft.com/office/drawing/2014/main" id="{02648470-9017-4D7D-B421-28AACD9AF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3" name="Line 51">
                <a:extLst>
                  <a:ext uri="{FF2B5EF4-FFF2-40B4-BE49-F238E27FC236}">
                    <a16:creationId xmlns:a16="http://schemas.microsoft.com/office/drawing/2014/main" id="{B8D0C2DA-55AA-44BD-8B0B-044095638D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4" name="Line 52">
                <a:extLst>
                  <a:ext uri="{FF2B5EF4-FFF2-40B4-BE49-F238E27FC236}">
                    <a16:creationId xmlns:a16="http://schemas.microsoft.com/office/drawing/2014/main" id="{B530C8EB-BC9F-4B31-9BDD-253CDE24E3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5" name="Line 53">
                <a:extLst>
                  <a:ext uri="{FF2B5EF4-FFF2-40B4-BE49-F238E27FC236}">
                    <a16:creationId xmlns:a16="http://schemas.microsoft.com/office/drawing/2014/main" id="{DBFA35FC-AC98-4A7B-86D0-8730E4EDB9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6" name="Line 54">
                <a:extLst>
                  <a:ext uri="{FF2B5EF4-FFF2-40B4-BE49-F238E27FC236}">
                    <a16:creationId xmlns:a16="http://schemas.microsoft.com/office/drawing/2014/main" id="{6A8D63FC-523B-40FE-B0EB-F17104C435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7" name="Line 55">
                <a:extLst>
                  <a:ext uri="{FF2B5EF4-FFF2-40B4-BE49-F238E27FC236}">
                    <a16:creationId xmlns:a16="http://schemas.microsoft.com/office/drawing/2014/main" id="{143492CA-A6B8-4A32-97A1-3DC1FD1EAE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8" name="Line 56">
                <a:extLst>
                  <a:ext uri="{FF2B5EF4-FFF2-40B4-BE49-F238E27FC236}">
                    <a16:creationId xmlns:a16="http://schemas.microsoft.com/office/drawing/2014/main" id="{DD6236FF-BC3B-4907-81E9-86FBB88779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79" name="Line 57">
                <a:extLst>
                  <a:ext uri="{FF2B5EF4-FFF2-40B4-BE49-F238E27FC236}">
                    <a16:creationId xmlns:a16="http://schemas.microsoft.com/office/drawing/2014/main" id="{9C7C0C66-52D8-4CA6-96E2-57F37D91ED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0" name="Line 58">
                <a:extLst>
                  <a:ext uri="{FF2B5EF4-FFF2-40B4-BE49-F238E27FC236}">
                    <a16:creationId xmlns:a16="http://schemas.microsoft.com/office/drawing/2014/main" id="{257940F4-E6B0-48F5-8527-F1F2AA73F8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1" name="Line 59">
                <a:extLst>
                  <a:ext uri="{FF2B5EF4-FFF2-40B4-BE49-F238E27FC236}">
                    <a16:creationId xmlns:a16="http://schemas.microsoft.com/office/drawing/2014/main" id="{D5BD609F-0128-4956-96AE-AFE663B5DD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2" name="Line 60">
                <a:extLst>
                  <a:ext uri="{FF2B5EF4-FFF2-40B4-BE49-F238E27FC236}">
                    <a16:creationId xmlns:a16="http://schemas.microsoft.com/office/drawing/2014/main" id="{CC878354-9451-4AD6-83C2-074E0BDC79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3" name="Line 61">
                <a:extLst>
                  <a:ext uri="{FF2B5EF4-FFF2-40B4-BE49-F238E27FC236}">
                    <a16:creationId xmlns:a16="http://schemas.microsoft.com/office/drawing/2014/main" id="{E42B78AB-65B7-4B74-B148-DECAD1504F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4" name="Line 62">
                <a:extLst>
                  <a:ext uri="{FF2B5EF4-FFF2-40B4-BE49-F238E27FC236}">
                    <a16:creationId xmlns:a16="http://schemas.microsoft.com/office/drawing/2014/main" id="{571CBAF2-2E5A-4503-9B99-2F4A6FE19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5" name="Line 63">
                <a:extLst>
                  <a:ext uri="{FF2B5EF4-FFF2-40B4-BE49-F238E27FC236}">
                    <a16:creationId xmlns:a16="http://schemas.microsoft.com/office/drawing/2014/main" id="{C4D7C52F-B0DD-4494-881D-4F91D8ADBE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6" name="Line 64">
                <a:extLst>
                  <a:ext uri="{FF2B5EF4-FFF2-40B4-BE49-F238E27FC236}">
                    <a16:creationId xmlns:a16="http://schemas.microsoft.com/office/drawing/2014/main" id="{9CBF70A2-93AF-4397-8B86-DBA38CE29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7" name="Line 65">
                <a:extLst>
                  <a:ext uri="{FF2B5EF4-FFF2-40B4-BE49-F238E27FC236}">
                    <a16:creationId xmlns:a16="http://schemas.microsoft.com/office/drawing/2014/main" id="{8FCD9383-EF14-4C05-8F94-DC3B26FFEF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8" name="Line 66">
                <a:extLst>
                  <a:ext uri="{FF2B5EF4-FFF2-40B4-BE49-F238E27FC236}">
                    <a16:creationId xmlns:a16="http://schemas.microsoft.com/office/drawing/2014/main" id="{5556604F-DFA9-4D51-A73C-EFD548610E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9" name="Line 67">
                <a:extLst>
                  <a:ext uri="{FF2B5EF4-FFF2-40B4-BE49-F238E27FC236}">
                    <a16:creationId xmlns:a16="http://schemas.microsoft.com/office/drawing/2014/main" id="{5FE75894-9FCE-46B2-A987-F0CFA179B3C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0" name="Line 68">
                <a:extLst>
                  <a:ext uri="{FF2B5EF4-FFF2-40B4-BE49-F238E27FC236}">
                    <a16:creationId xmlns:a16="http://schemas.microsoft.com/office/drawing/2014/main" id="{C1E38F11-AA9D-4D6D-965D-63A3B8D239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1" name="Line 69">
                <a:extLst>
                  <a:ext uri="{FF2B5EF4-FFF2-40B4-BE49-F238E27FC236}">
                    <a16:creationId xmlns:a16="http://schemas.microsoft.com/office/drawing/2014/main" id="{6A062FE4-673F-4FAB-A632-A81ADF84D5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2" name="Line 70">
                <a:extLst>
                  <a:ext uri="{FF2B5EF4-FFF2-40B4-BE49-F238E27FC236}">
                    <a16:creationId xmlns:a16="http://schemas.microsoft.com/office/drawing/2014/main" id="{416604C5-4AFC-48D7-BA16-29DDBB80D0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3" name="Rectangle 80">
                <a:extLst>
                  <a:ext uri="{FF2B5EF4-FFF2-40B4-BE49-F238E27FC236}">
                    <a16:creationId xmlns:a16="http://schemas.microsoft.com/office/drawing/2014/main" id="{BBD9EA44-8BE0-4732-9777-33DE3EBE98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131" name="Line 96">
              <a:extLst>
                <a:ext uri="{FF2B5EF4-FFF2-40B4-BE49-F238E27FC236}">
                  <a16:creationId xmlns:a16="http://schemas.microsoft.com/office/drawing/2014/main" id="{75159707-1FDE-4120-88EA-6A1BA50BFE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2" name="Line 97">
              <a:extLst>
                <a:ext uri="{FF2B5EF4-FFF2-40B4-BE49-F238E27FC236}">
                  <a16:creationId xmlns:a16="http://schemas.microsoft.com/office/drawing/2014/main" id="{9D8A5ED1-2C9B-4707-83D9-765D4B2E52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Line 98">
              <a:extLst>
                <a:ext uri="{FF2B5EF4-FFF2-40B4-BE49-F238E27FC236}">
                  <a16:creationId xmlns:a16="http://schemas.microsoft.com/office/drawing/2014/main" id="{31CED845-8547-4245-803F-8A7060F5B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Line 99">
              <a:extLst>
                <a:ext uri="{FF2B5EF4-FFF2-40B4-BE49-F238E27FC236}">
                  <a16:creationId xmlns:a16="http://schemas.microsoft.com/office/drawing/2014/main" id="{91B0DE2C-5B6D-4C89-82EE-67833335B5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Line 15">
              <a:extLst>
                <a:ext uri="{FF2B5EF4-FFF2-40B4-BE49-F238E27FC236}">
                  <a16:creationId xmlns:a16="http://schemas.microsoft.com/office/drawing/2014/main" id="{14145144-4B55-4159-A19B-C3325B1C23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Line 15">
              <a:extLst>
                <a:ext uri="{FF2B5EF4-FFF2-40B4-BE49-F238E27FC236}">
                  <a16:creationId xmlns:a16="http://schemas.microsoft.com/office/drawing/2014/main" id="{DB0980C2-CAC7-4CC1-9978-6E7980E16C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7" name="Line 15">
              <a:extLst>
                <a:ext uri="{FF2B5EF4-FFF2-40B4-BE49-F238E27FC236}">
                  <a16:creationId xmlns:a16="http://schemas.microsoft.com/office/drawing/2014/main" id="{30049FC4-BD33-4CBF-A897-2872DE9D2B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8" name="Line 15">
              <a:extLst>
                <a:ext uri="{FF2B5EF4-FFF2-40B4-BE49-F238E27FC236}">
                  <a16:creationId xmlns:a16="http://schemas.microsoft.com/office/drawing/2014/main" id="{66648887-25CF-425D-9FB9-93B522622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9" name="Line 15">
              <a:extLst>
                <a:ext uri="{FF2B5EF4-FFF2-40B4-BE49-F238E27FC236}">
                  <a16:creationId xmlns:a16="http://schemas.microsoft.com/office/drawing/2014/main" id="{F9890938-20AB-4454-B8DE-BFEC9D22DA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0" name="Line 15">
              <a:extLst>
                <a:ext uri="{FF2B5EF4-FFF2-40B4-BE49-F238E27FC236}">
                  <a16:creationId xmlns:a16="http://schemas.microsoft.com/office/drawing/2014/main" id="{0514EA50-BF92-4E9B-A702-F402A05659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1" name="Line 15">
              <a:extLst>
                <a:ext uri="{FF2B5EF4-FFF2-40B4-BE49-F238E27FC236}">
                  <a16:creationId xmlns:a16="http://schemas.microsoft.com/office/drawing/2014/main" id="{DC1C04A5-6BD9-48F7-B3C6-EB6BA3ABDD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42" name="组合 141">
              <a:extLst>
                <a:ext uri="{FF2B5EF4-FFF2-40B4-BE49-F238E27FC236}">
                  <a16:creationId xmlns:a16="http://schemas.microsoft.com/office/drawing/2014/main" id="{9E2BFBAD-E1CA-4386-8BCC-1B5F29F69EF9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145" name="Rectangle 16">
                <a:extLst>
                  <a:ext uri="{FF2B5EF4-FFF2-40B4-BE49-F238E27FC236}">
                    <a16:creationId xmlns:a16="http://schemas.microsoft.com/office/drawing/2014/main" id="{86207DC3-E1F6-486A-94F0-3B859A3043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46" name="Rectangle 18">
                <a:extLst>
                  <a:ext uri="{FF2B5EF4-FFF2-40B4-BE49-F238E27FC236}">
                    <a16:creationId xmlns:a16="http://schemas.microsoft.com/office/drawing/2014/main" id="{784450A9-B59F-46A3-9C07-80514FA892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147" name="Rectangle 19">
                <a:extLst>
                  <a:ext uri="{FF2B5EF4-FFF2-40B4-BE49-F238E27FC236}">
                    <a16:creationId xmlns:a16="http://schemas.microsoft.com/office/drawing/2014/main" id="{AEEF3C08-2B09-44E9-B085-E82C405A5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148" name="Rectangle 20">
                <a:extLst>
                  <a:ext uri="{FF2B5EF4-FFF2-40B4-BE49-F238E27FC236}">
                    <a16:creationId xmlns:a16="http://schemas.microsoft.com/office/drawing/2014/main" id="{910C5B50-54D6-44EA-8C24-40234F2D07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149" name="Rectangle 21">
                <a:extLst>
                  <a:ext uri="{FF2B5EF4-FFF2-40B4-BE49-F238E27FC236}">
                    <a16:creationId xmlns:a16="http://schemas.microsoft.com/office/drawing/2014/main" id="{6BC74B2A-4082-452C-B1A3-CDFB001D28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150" name="Rectangle 25">
                <a:extLst>
                  <a:ext uri="{FF2B5EF4-FFF2-40B4-BE49-F238E27FC236}">
                    <a16:creationId xmlns:a16="http://schemas.microsoft.com/office/drawing/2014/main" id="{50C9022F-4320-4092-AA6B-140A7F085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151" name="Rectangle 21">
                <a:extLst>
                  <a:ext uri="{FF2B5EF4-FFF2-40B4-BE49-F238E27FC236}">
                    <a16:creationId xmlns:a16="http://schemas.microsoft.com/office/drawing/2014/main" id="{60751D1D-2592-4CFC-8B88-8FBE7B4AF4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152" name="Rectangle 25">
                <a:extLst>
                  <a:ext uri="{FF2B5EF4-FFF2-40B4-BE49-F238E27FC236}">
                    <a16:creationId xmlns:a16="http://schemas.microsoft.com/office/drawing/2014/main" id="{C1C31961-BE63-47CC-B817-5E1FF29ABE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153" name="Rectangle 18">
                <a:extLst>
                  <a:ext uri="{FF2B5EF4-FFF2-40B4-BE49-F238E27FC236}">
                    <a16:creationId xmlns:a16="http://schemas.microsoft.com/office/drawing/2014/main" id="{DDDA2B8D-8995-47A1-A3DE-EAEB2604D2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4" name="Rectangle 18">
                <a:extLst>
                  <a:ext uri="{FF2B5EF4-FFF2-40B4-BE49-F238E27FC236}">
                    <a16:creationId xmlns:a16="http://schemas.microsoft.com/office/drawing/2014/main" id="{4941273F-761B-4BD5-B108-4B3EAF948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155" name="Rectangle 20">
                <a:extLst>
                  <a:ext uri="{FF2B5EF4-FFF2-40B4-BE49-F238E27FC236}">
                    <a16:creationId xmlns:a16="http://schemas.microsoft.com/office/drawing/2014/main" id="{5946387F-FA29-415F-9495-CC00AA9D2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156" name="Rectangle 20">
                <a:extLst>
                  <a:ext uri="{FF2B5EF4-FFF2-40B4-BE49-F238E27FC236}">
                    <a16:creationId xmlns:a16="http://schemas.microsoft.com/office/drawing/2014/main" id="{E4C36953-C1A2-4290-B65A-94A750D997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157" name="Rectangle 21">
                <a:extLst>
                  <a:ext uri="{FF2B5EF4-FFF2-40B4-BE49-F238E27FC236}">
                    <a16:creationId xmlns:a16="http://schemas.microsoft.com/office/drawing/2014/main" id="{E0F3C246-F7CB-48C9-BC99-A1A56FD314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158" name="Rectangle 21">
                <a:extLst>
                  <a:ext uri="{FF2B5EF4-FFF2-40B4-BE49-F238E27FC236}">
                    <a16:creationId xmlns:a16="http://schemas.microsoft.com/office/drawing/2014/main" id="{CBA608CF-8FFC-4BD1-8C31-D3BAEBE3C3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143" name="Rectangle 89">
              <a:extLst>
                <a:ext uri="{FF2B5EF4-FFF2-40B4-BE49-F238E27FC236}">
                  <a16:creationId xmlns:a16="http://schemas.microsoft.com/office/drawing/2014/main" id="{BBE34EC9-3400-465F-A328-0EA3B964F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4" name="Rectangle 21">
              <a:extLst>
                <a:ext uri="{FF2B5EF4-FFF2-40B4-BE49-F238E27FC236}">
                  <a16:creationId xmlns:a16="http://schemas.microsoft.com/office/drawing/2014/main" id="{7C4BA83B-F902-45C4-A70B-54C147060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194" name="灯片编号占位符 2">
            <a:extLst>
              <a:ext uri="{FF2B5EF4-FFF2-40B4-BE49-F238E27FC236}">
                <a16:creationId xmlns:a16="http://schemas.microsoft.com/office/drawing/2014/main" id="{F87C496F-660C-4EA0-8B15-82AA511E493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17</a:t>
            </a:fld>
            <a:endParaRPr lang="en-US" altLang="zh-CN" dirty="0"/>
          </a:p>
        </p:txBody>
      </p:sp>
      <p:sp>
        <p:nvSpPr>
          <p:cNvPr id="195" name="AutoShape 5">
            <a:extLst>
              <a:ext uri="{FF2B5EF4-FFF2-40B4-BE49-F238E27FC236}">
                <a16:creationId xmlns:a16="http://schemas.microsoft.com/office/drawing/2014/main" id="{BFD1D3A1-2DAB-41C2-9C10-6F21DD0C7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81191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1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195" grpId="0" animBg="1"/>
      <p:bldP spid="195" grpId="1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  <a:p>
            <a:pPr lvl="1"/>
            <a:r>
              <a:rPr lang="zh-CN" altLang="en-US" dirty="0"/>
              <a:t>看个实例</a:t>
            </a:r>
            <a:endParaRPr lang="en-US" altLang="zh-CN" dirty="0"/>
          </a:p>
          <a:p>
            <a:pPr lvl="1"/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4500 0235 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ea5b</a:t>
            </a:r>
            <a:r>
              <a: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4000</a:t>
            </a:r>
            <a:r>
              <a:rPr lang="zh-CN" alt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zh-CN" b="1" dirty="0">
              <a:solidFill>
                <a:srgbClr val="C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1"/>
            <a:r>
              <a:rPr lang="en-US" altLang="zh-CN" b="1" u="sng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8006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d6cc 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c0a8 016e</a:t>
            </a:r>
          </a:p>
          <a:p>
            <a:pPr lvl="1"/>
            <a:r>
              <a:rPr lang="en-US" altLang="zh-CN" b="1" dirty="0">
                <a:solidFill>
                  <a:srgbClr val="C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8077 f50</a:t>
            </a:r>
            <a:r>
              <a:rPr lang="en-US" altLang="zh-CN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</a:t>
            </a:r>
            <a:endParaRPr lang="en-US" altLang="zh-CN" b="1" dirty="0">
              <a:solidFill>
                <a:srgbClr val="C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48F335B-FC0C-461E-855F-1D72B8877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936000"/>
            <a:ext cx="4172599" cy="403351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DC15BA40-5683-45D2-BE9A-39F0162070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496" y="3569198"/>
            <a:ext cx="3592151" cy="1502404"/>
          </a:xfrm>
          <a:prstGeom prst="rect">
            <a:avLst/>
          </a:prstGeom>
          <a:effectLst/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C1DFCBD8-23AD-4106-A610-09BDBF945D4D}"/>
              </a:ext>
            </a:extLst>
          </p:cNvPr>
          <p:cNvCxnSpPr/>
          <p:nvPr/>
        </p:nvCxnSpPr>
        <p:spPr>
          <a:xfrm>
            <a:off x="1755731" y="1929434"/>
            <a:ext cx="5677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11D7CA7-32F6-4807-AFBD-29AC612D7F04}"/>
              </a:ext>
            </a:extLst>
          </p:cNvPr>
          <p:cNvSpPr txBox="1"/>
          <p:nvPr/>
        </p:nvSpPr>
        <p:spPr>
          <a:xfrm>
            <a:off x="2400684" y="1693060"/>
            <a:ext cx="1667260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{565}</a:t>
            </a:r>
            <a:r>
              <a:rPr lang="en-US" altLang="zh-CN" sz="16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bytes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34" name="直接箭头连接符 233">
            <a:extLst>
              <a:ext uri="{FF2B5EF4-FFF2-40B4-BE49-F238E27FC236}">
                <a16:creationId xmlns:a16="http://schemas.microsoft.com/office/drawing/2014/main" id="{8E587BF6-D2B8-429E-A0BA-6302F5069175}"/>
              </a:ext>
            </a:extLst>
          </p:cNvPr>
          <p:cNvCxnSpPr>
            <a:cxnSpLocks/>
          </p:cNvCxnSpPr>
          <p:nvPr/>
        </p:nvCxnSpPr>
        <p:spPr>
          <a:xfrm>
            <a:off x="1043608" y="2715766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文本框 236">
            <a:extLst>
              <a:ext uri="{FF2B5EF4-FFF2-40B4-BE49-F238E27FC236}">
                <a16:creationId xmlns:a16="http://schemas.microsoft.com/office/drawing/2014/main" id="{479E5755-851D-4405-A59E-13005B0267CD}"/>
              </a:ext>
            </a:extLst>
          </p:cNvPr>
          <p:cNvSpPr txBox="1"/>
          <p:nvPr/>
        </p:nvSpPr>
        <p:spPr>
          <a:xfrm>
            <a:off x="2397572" y="2083322"/>
            <a:ext cx="2102420" cy="3385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{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 0000 …}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bin</a:t>
            </a:r>
            <a:endParaRPr lang="zh-CN" altLang="en-US" sz="1600" baseline="-25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2AC3DD4-50FD-4113-BA98-ED12F10E70C3}"/>
              </a:ext>
            </a:extLst>
          </p:cNvPr>
          <p:cNvSpPr/>
          <p:nvPr/>
        </p:nvSpPr>
        <p:spPr>
          <a:xfrm>
            <a:off x="4772784" y="2836922"/>
            <a:ext cx="2232248" cy="43204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F09B6DB4-D6D2-4AB3-B400-FB8127F26D54}"/>
              </a:ext>
            </a:extLst>
          </p:cNvPr>
          <p:cNvCxnSpPr>
            <a:cxnSpLocks/>
          </p:cNvCxnSpPr>
          <p:nvPr/>
        </p:nvCxnSpPr>
        <p:spPr>
          <a:xfrm flipH="1" flipV="1">
            <a:off x="2756560" y="2332866"/>
            <a:ext cx="2016224" cy="48561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25EB9B29-6C64-4AAC-B897-809A46BE4FC1}"/>
              </a:ext>
            </a:extLst>
          </p:cNvPr>
          <p:cNvSpPr/>
          <p:nvPr/>
        </p:nvSpPr>
        <p:spPr>
          <a:xfrm>
            <a:off x="2397758" y="2459680"/>
            <a:ext cx="2102234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TTL:{128}</a:t>
            </a:r>
            <a:r>
              <a:rPr lang="en-US" altLang="zh-CN" sz="16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600" baseline="-25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TCP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AF5DF3E1-D307-40D0-B5CF-A0ECDA37E1E3}"/>
              </a:ext>
            </a:extLst>
          </p:cNvPr>
          <p:cNvCxnSpPr>
            <a:cxnSpLocks/>
          </p:cNvCxnSpPr>
          <p:nvPr/>
        </p:nvCxnSpPr>
        <p:spPr>
          <a:xfrm>
            <a:off x="1043608" y="3052946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0" name="矩形 239">
            <a:extLst>
              <a:ext uri="{FF2B5EF4-FFF2-40B4-BE49-F238E27FC236}">
                <a16:creationId xmlns:a16="http://schemas.microsoft.com/office/drawing/2014/main" id="{347E0EAB-C025-4FF9-8215-A7D6D5E43F37}"/>
              </a:ext>
            </a:extLst>
          </p:cNvPr>
          <p:cNvSpPr/>
          <p:nvPr/>
        </p:nvSpPr>
        <p:spPr>
          <a:xfrm>
            <a:off x="2397758" y="2856284"/>
            <a:ext cx="2174242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IP{192.168.1.110}</a:t>
            </a:r>
            <a:r>
              <a:rPr lang="en-US" altLang="zh-CN" sz="16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AB718450-6048-4BF7-B28F-3B9DD0264C0E}"/>
              </a:ext>
            </a:extLst>
          </p:cNvPr>
          <p:cNvCxnSpPr>
            <a:cxnSpLocks/>
          </p:cNvCxnSpPr>
          <p:nvPr/>
        </p:nvCxnSpPr>
        <p:spPr>
          <a:xfrm>
            <a:off x="1043608" y="3363838"/>
            <a:ext cx="144016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2" name="矩形 241">
            <a:extLst>
              <a:ext uri="{FF2B5EF4-FFF2-40B4-BE49-F238E27FC236}">
                <a16:creationId xmlns:a16="http://schemas.microsoft.com/office/drawing/2014/main" id="{62F46C66-D67A-4706-8AE8-8A298CD228E8}"/>
              </a:ext>
            </a:extLst>
          </p:cNvPr>
          <p:cNvSpPr/>
          <p:nvPr/>
        </p:nvSpPr>
        <p:spPr>
          <a:xfrm>
            <a:off x="2397758" y="3193463"/>
            <a:ext cx="2318258" cy="3385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IP{128.119.245.12}</a:t>
            </a:r>
            <a:r>
              <a:rPr lang="en-US" altLang="zh-CN" sz="1600" baseline="-25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dec</a:t>
            </a:r>
            <a:r>
              <a:rPr lang="en-US" altLang="zh-CN" sz="1600" baseline="30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sz="1600" dirty="0"/>
          </a:p>
        </p:txBody>
      </p: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E3E9B44B-7F7C-4B63-A61E-BCD181D89C66}"/>
              </a:ext>
            </a:extLst>
          </p:cNvPr>
          <p:cNvCxnSpPr>
            <a:cxnSpLocks/>
          </p:cNvCxnSpPr>
          <p:nvPr/>
        </p:nvCxnSpPr>
        <p:spPr>
          <a:xfrm>
            <a:off x="1755731" y="2283718"/>
            <a:ext cx="7280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4" name="灯片编号占位符 2">
            <a:extLst>
              <a:ext uri="{FF2B5EF4-FFF2-40B4-BE49-F238E27FC236}">
                <a16:creationId xmlns:a16="http://schemas.microsoft.com/office/drawing/2014/main" id="{6DC82FDF-0444-450F-BCAB-55E5C66F51A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18</a:t>
            </a:fld>
            <a:endParaRPr lang="en-US" altLang="zh-CN" dirty="0"/>
          </a:p>
        </p:txBody>
      </p:sp>
      <p:sp>
        <p:nvSpPr>
          <p:cNvPr id="245" name="AutoShape 5">
            <a:extLst>
              <a:ext uri="{FF2B5EF4-FFF2-40B4-BE49-F238E27FC236}">
                <a16:creationId xmlns:a16="http://schemas.microsoft.com/office/drawing/2014/main" id="{7E77368B-984A-427C-8451-0237989160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01963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000"/>
                            </p:stCondLst>
                            <p:childTnLst>
                              <p:par>
                                <p:cTn id="9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2" dur="500" tmFilter="0, 0; .2, .5; .8, .5; 1, 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93" dur="250" autoRev="1" fill="hold"/>
                                        <p:tgtEl>
                                          <p:spTgt spid="24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237" grpId="0"/>
      <p:bldP spid="9" grpId="0" animBg="1"/>
      <p:bldP spid="12" grpId="0"/>
      <p:bldP spid="240" grpId="0"/>
      <p:bldP spid="242" grpId="0"/>
      <p:bldP spid="245" grpId="0" animBg="1"/>
      <p:bldP spid="245" grpId="1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D7AE3-9C09-4C3B-BC7A-887ECA6785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A6A02AF0-2A07-42B3-9EDE-5BF5DE4CE01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19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6878883B-EF42-46D2-8876-E18620D9FC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74509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effectLst/>
              </a:rPr>
              <a:t>4.3.2 IP</a:t>
            </a:r>
            <a:r>
              <a:rPr lang="zh-CN" altLang="en-US" dirty="0">
                <a:effectLst/>
              </a:rPr>
              <a:t>数据报的分片和组装</a:t>
            </a:r>
            <a:endParaRPr lang="en-US" altLang="zh-CN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网络链路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最大传输单元</a:t>
            </a:r>
            <a:r>
              <a:rPr lang="en-US" altLang="zh-CN" dirty="0">
                <a:solidFill>
                  <a:srgbClr val="FF0000"/>
                </a:solidFill>
                <a:effectLst/>
              </a:rPr>
              <a:t>(MTU) </a:t>
            </a:r>
          </a:p>
          <a:p>
            <a:pPr lvl="2"/>
            <a:r>
              <a:rPr lang="zh-CN" altLang="en-US" dirty="0">
                <a:effectLst/>
              </a:rPr>
              <a:t>链路中能传送数据分组</a:t>
            </a:r>
            <a:r>
              <a:rPr lang="zh-CN" altLang="en-US" dirty="0"/>
              <a:t>最大</a:t>
            </a:r>
            <a:r>
              <a:rPr lang="zh-CN" altLang="en-US" dirty="0">
                <a:effectLst/>
              </a:rPr>
              <a:t>尺寸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不同链路 </a:t>
            </a:r>
            <a:r>
              <a:rPr lang="en-US" altLang="zh-CN" dirty="0"/>
              <a:t>(</a:t>
            </a:r>
            <a:r>
              <a:rPr lang="zh-CN" altLang="en-US" dirty="0"/>
              <a:t>子网</a:t>
            </a:r>
            <a:r>
              <a:rPr lang="en-US" altLang="zh-CN" dirty="0"/>
              <a:t>) </a:t>
            </a:r>
            <a:r>
              <a:rPr lang="zh-CN" altLang="en-US" dirty="0"/>
              <a:t>的</a:t>
            </a:r>
            <a:r>
              <a:rPr lang="en-US" altLang="zh-CN" dirty="0"/>
              <a:t>MTU</a:t>
            </a:r>
            <a:r>
              <a:rPr lang="zh-CN" altLang="en-US" dirty="0"/>
              <a:t>不同</a:t>
            </a:r>
            <a:endParaRPr lang="en-US" altLang="zh-CN" dirty="0"/>
          </a:p>
          <a:p>
            <a:pPr lvl="1"/>
            <a:r>
              <a:rPr lang="zh-CN" altLang="en-US" dirty="0">
                <a:effectLst/>
              </a:rPr>
              <a:t>跨越不同网络时，需要将大数据报分片</a:t>
            </a:r>
            <a:endParaRPr lang="en-US" altLang="ja-JP" dirty="0">
              <a:effectLst/>
            </a:endParaRPr>
          </a:p>
          <a:p>
            <a:pPr lvl="2"/>
            <a:r>
              <a:rPr lang="zh-CN" altLang="en-US" dirty="0"/>
              <a:t>在边界路由器拆分成片</a:t>
            </a:r>
            <a:endParaRPr lang="en-US" altLang="zh-CN" dirty="0"/>
          </a:p>
          <a:p>
            <a:pPr lvl="2"/>
            <a:r>
              <a:rPr lang="zh-CN" altLang="en-US" dirty="0"/>
              <a:t>到目的地后将分片组装</a:t>
            </a:r>
            <a:endParaRPr lang="en-US" altLang="zh-CN" dirty="0"/>
          </a:p>
          <a:p>
            <a:pPr lvl="2"/>
            <a:r>
              <a:rPr lang="en-US" altLang="zh-CN" dirty="0"/>
              <a:t>IP </a:t>
            </a:r>
            <a:r>
              <a:rPr lang="zh-CN" altLang="en-US" dirty="0"/>
              <a:t>首部中有</a:t>
            </a:r>
            <a:r>
              <a:rPr lang="en-US" altLang="zh-CN" dirty="0"/>
              <a:t>3</a:t>
            </a:r>
            <a:r>
              <a:rPr lang="zh-CN" altLang="en-US" dirty="0"/>
              <a:t>个字段</a:t>
            </a:r>
            <a:endParaRPr lang="en-US" altLang="zh-CN" dirty="0"/>
          </a:p>
          <a:p>
            <a:pPr lvl="3"/>
            <a:r>
              <a:rPr lang="zh-CN" altLang="en-US" dirty="0"/>
              <a:t>是否分片</a:t>
            </a:r>
            <a:endParaRPr lang="en-US" altLang="zh-CN" dirty="0"/>
          </a:p>
          <a:p>
            <a:pPr lvl="3"/>
            <a:r>
              <a:rPr lang="zh-CN" altLang="en-US" dirty="0"/>
              <a:t>如何组装</a:t>
            </a:r>
            <a:endParaRPr lang="en-US" altLang="zh-CN" dirty="0"/>
          </a:p>
          <a:p>
            <a:pPr lvl="3"/>
            <a:r>
              <a:rPr lang="en-US" altLang="zh-CN" dirty="0"/>
              <a:t>IP</a:t>
            </a:r>
            <a:r>
              <a:rPr lang="zh-CN" altLang="en-US" dirty="0"/>
              <a:t>层也应该设置缓存</a:t>
            </a:r>
            <a:endParaRPr lang="en-US" altLang="zh-CN" dirty="0"/>
          </a:p>
        </p:txBody>
      </p:sp>
      <p:sp>
        <p:nvSpPr>
          <p:cNvPr id="92" name="Freeform 4"/>
          <p:cNvSpPr/>
          <p:nvPr/>
        </p:nvSpPr>
        <p:spPr bwMode="auto">
          <a:xfrm>
            <a:off x="6165453" y="1275606"/>
            <a:ext cx="1827610" cy="1691879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5" name="Freeform 5"/>
          <p:cNvSpPr/>
          <p:nvPr/>
        </p:nvSpPr>
        <p:spPr bwMode="auto">
          <a:xfrm>
            <a:off x="6165453" y="3077022"/>
            <a:ext cx="1482329" cy="1490663"/>
          </a:xfrm>
          <a:custGeom>
            <a:avLst/>
            <a:gdLst>
              <a:gd name="T0" fmla="*/ 2147483647 w 873"/>
              <a:gd name="T1" fmla="*/ 2147483647 h 940"/>
              <a:gd name="T2" fmla="*/ 2147483647 w 873"/>
              <a:gd name="T3" fmla="*/ 2147483647 h 940"/>
              <a:gd name="T4" fmla="*/ 2147483647 w 873"/>
              <a:gd name="T5" fmla="*/ 2147483647 h 940"/>
              <a:gd name="T6" fmla="*/ 2147483647 w 873"/>
              <a:gd name="T7" fmla="*/ 2147483647 h 940"/>
              <a:gd name="T8" fmla="*/ 2147483647 w 873"/>
              <a:gd name="T9" fmla="*/ 2147483647 h 940"/>
              <a:gd name="T10" fmla="*/ 2147483647 w 873"/>
              <a:gd name="T11" fmla="*/ 2147483647 h 940"/>
              <a:gd name="T12" fmla="*/ 2147483647 w 873"/>
              <a:gd name="T13" fmla="*/ 2147483647 h 940"/>
              <a:gd name="T14" fmla="*/ 2147483647 w 873"/>
              <a:gd name="T15" fmla="*/ 2147483647 h 940"/>
              <a:gd name="T16" fmla="*/ 2147483647 w 873"/>
              <a:gd name="T17" fmla="*/ 2147483647 h 940"/>
              <a:gd name="T18" fmla="*/ 2147483647 w 873"/>
              <a:gd name="T19" fmla="*/ 2147483647 h 940"/>
              <a:gd name="T20" fmla="*/ 2147483647 w 873"/>
              <a:gd name="T21" fmla="*/ 2147483647 h 94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73" h="940">
                <a:moveTo>
                  <a:pt x="2" y="405"/>
                </a:moveTo>
                <a:cubicBezTo>
                  <a:pt x="17" y="290"/>
                  <a:pt x="138" y="129"/>
                  <a:pt x="230" y="65"/>
                </a:cubicBezTo>
                <a:cubicBezTo>
                  <a:pt x="322" y="1"/>
                  <a:pt x="460" y="0"/>
                  <a:pt x="555" y="22"/>
                </a:cubicBezTo>
                <a:cubicBezTo>
                  <a:pt x="650" y="44"/>
                  <a:pt x="748" y="143"/>
                  <a:pt x="800" y="197"/>
                </a:cubicBezTo>
                <a:cubicBezTo>
                  <a:pt x="852" y="251"/>
                  <a:pt x="859" y="292"/>
                  <a:pt x="866" y="347"/>
                </a:cubicBezTo>
                <a:cubicBezTo>
                  <a:pt x="873" y="402"/>
                  <a:pt x="855" y="457"/>
                  <a:pt x="842" y="527"/>
                </a:cubicBezTo>
                <a:cubicBezTo>
                  <a:pt x="829" y="597"/>
                  <a:pt x="827" y="714"/>
                  <a:pt x="788" y="767"/>
                </a:cubicBezTo>
                <a:cubicBezTo>
                  <a:pt x="749" y="820"/>
                  <a:pt x="670" y="819"/>
                  <a:pt x="608" y="845"/>
                </a:cubicBezTo>
                <a:cubicBezTo>
                  <a:pt x="546" y="871"/>
                  <a:pt x="496" y="940"/>
                  <a:pt x="418" y="925"/>
                </a:cubicBezTo>
                <a:cubicBezTo>
                  <a:pt x="340" y="910"/>
                  <a:pt x="208" y="840"/>
                  <a:pt x="139" y="754"/>
                </a:cubicBezTo>
                <a:cubicBezTo>
                  <a:pt x="69" y="667"/>
                  <a:pt x="0" y="546"/>
                  <a:pt x="2" y="405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8" name="Line 16"/>
          <p:cNvSpPr>
            <a:spLocks noChangeShapeType="1"/>
          </p:cNvSpPr>
          <p:nvPr/>
        </p:nvSpPr>
        <p:spPr bwMode="auto">
          <a:xfrm flipV="1">
            <a:off x="6220222" y="1992363"/>
            <a:ext cx="95250" cy="23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99" name="Line 17"/>
          <p:cNvSpPr>
            <a:spLocks noChangeShapeType="1"/>
          </p:cNvSpPr>
          <p:nvPr/>
        </p:nvSpPr>
        <p:spPr bwMode="auto">
          <a:xfrm>
            <a:off x="6652419" y="1486347"/>
            <a:ext cx="494109" cy="2095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0" name="Line 18"/>
          <p:cNvSpPr>
            <a:spLocks noChangeShapeType="1"/>
          </p:cNvSpPr>
          <p:nvPr/>
        </p:nvSpPr>
        <p:spPr bwMode="auto">
          <a:xfrm>
            <a:off x="7287022" y="1738760"/>
            <a:ext cx="147638" cy="5024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1" name="Line 19"/>
          <p:cNvSpPr>
            <a:spLocks noChangeShapeType="1"/>
          </p:cNvSpPr>
          <p:nvPr/>
        </p:nvSpPr>
        <p:spPr bwMode="auto">
          <a:xfrm>
            <a:off x="6464301" y="1570882"/>
            <a:ext cx="1190" cy="43696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2" name="Line 20"/>
          <p:cNvSpPr>
            <a:spLocks noChangeShapeType="1"/>
          </p:cNvSpPr>
          <p:nvPr/>
        </p:nvSpPr>
        <p:spPr bwMode="auto">
          <a:xfrm>
            <a:off x="6640513" y="2061419"/>
            <a:ext cx="728663" cy="301229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3" name="Line 21"/>
          <p:cNvSpPr>
            <a:spLocks noChangeShapeType="1"/>
          </p:cNvSpPr>
          <p:nvPr/>
        </p:nvSpPr>
        <p:spPr bwMode="auto">
          <a:xfrm flipH="1" flipV="1">
            <a:off x="7595394" y="2459088"/>
            <a:ext cx="357188" cy="51554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08" name="Line 22"/>
          <p:cNvSpPr>
            <a:spLocks noChangeShapeType="1"/>
          </p:cNvSpPr>
          <p:nvPr/>
        </p:nvSpPr>
        <p:spPr bwMode="auto">
          <a:xfrm flipH="1">
            <a:off x="6658372" y="1714948"/>
            <a:ext cx="569119" cy="388144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11" name="Line 23"/>
          <p:cNvSpPr>
            <a:spLocks noChangeShapeType="1"/>
          </p:cNvSpPr>
          <p:nvPr/>
        </p:nvSpPr>
        <p:spPr bwMode="auto">
          <a:xfrm flipH="1">
            <a:off x="6665515" y="1294656"/>
            <a:ext cx="357188" cy="257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20" name="Line 24"/>
          <p:cNvSpPr>
            <a:spLocks noChangeShapeType="1"/>
          </p:cNvSpPr>
          <p:nvPr/>
        </p:nvSpPr>
        <p:spPr bwMode="auto">
          <a:xfrm flipH="1">
            <a:off x="7203678" y="1426816"/>
            <a:ext cx="204788" cy="17740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24" name="Line 119"/>
          <p:cNvSpPr>
            <a:spLocks noChangeShapeType="1"/>
          </p:cNvSpPr>
          <p:nvPr/>
        </p:nvSpPr>
        <p:spPr bwMode="auto">
          <a:xfrm flipH="1">
            <a:off x="7563247" y="3209181"/>
            <a:ext cx="477441" cy="658416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25" name="Group 199"/>
          <p:cNvGrpSpPr/>
          <p:nvPr/>
        </p:nvGrpSpPr>
        <p:grpSpPr bwMode="auto">
          <a:xfrm>
            <a:off x="6470254" y="2270969"/>
            <a:ext cx="916781" cy="302419"/>
            <a:chOff x="3152" y="1862"/>
            <a:chExt cx="770" cy="254"/>
          </a:xfrm>
        </p:grpSpPr>
        <p:grpSp>
          <p:nvGrpSpPr>
            <p:cNvPr id="126" name="Group 120"/>
            <p:cNvGrpSpPr/>
            <p:nvPr/>
          </p:nvGrpSpPr>
          <p:grpSpPr bwMode="auto">
            <a:xfrm rot="1433392">
              <a:off x="3152" y="1862"/>
              <a:ext cx="648" cy="108"/>
              <a:chOff x="4712" y="1742"/>
              <a:chExt cx="648" cy="108"/>
            </a:xfrm>
          </p:grpSpPr>
          <p:sp>
            <p:nvSpPr>
              <p:cNvPr id="128" name="Rectangle 121"/>
              <p:cNvSpPr>
                <a:spLocks noChangeArrowheads="1"/>
              </p:cNvSpPr>
              <p:nvPr/>
            </p:nvSpPr>
            <p:spPr bwMode="auto">
              <a:xfrm>
                <a:off x="4712" y="1742"/>
                <a:ext cx="648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29" name="Rectangle 122"/>
              <p:cNvSpPr>
                <a:spLocks noChangeArrowheads="1"/>
              </p:cNvSpPr>
              <p:nvPr/>
            </p:nvSpPr>
            <p:spPr bwMode="auto">
              <a:xfrm>
                <a:off x="4710" y="1742"/>
                <a:ext cx="534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27" name="Line 132"/>
            <p:cNvSpPr>
              <a:spLocks noChangeShapeType="1"/>
            </p:cNvSpPr>
            <p:nvPr/>
          </p:nvSpPr>
          <p:spPr bwMode="auto">
            <a:xfrm>
              <a:off x="3784" y="2060"/>
              <a:ext cx="138" cy="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130" name="Text Box 136"/>
          <p:cNvSpPr txBox="1">
            <a:spLocks noChangeArrowheads="1"/>
          </p:cNvSpPr>
          <p:nvPr/>
        </p:nvSpPr>
        <p:spPr bwMode="auto">
          <a:xfrm>
            <a:off x="7690319" y="1610997"/>
            <a:ext cx="1226599" cy="64633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zh-CN" altLang="en-US" sz="12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分片</a:t>
            </a:r>
            <a:r>
              <a:rPr lang="en-US" altLang="zh-CN" sz="120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  <a:p>
            <a:r>
              <a:rPr lang="en-US" altLang="zh-CN" sz="1200" b="1" i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in: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1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个长报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200" b="1" i="1" dirty="0">
                <a:solidFill>
                  <a:srgbClr val="000099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out: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个短报</a:t>
            </a:r>
            <a:endParaRPr lang="en-US" altLang="zh-CN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1" name="Line 118"/>
          <p:cNvSpPr>
            <a:spLocks noChangeShapeType="1"/>
          </p:cNvSpPr>
          <p:nvPr/>
        </p:nvSpPr>
        <p:spPr bwMode="auto">
          <a:xfrm>
            <a:off x="6831013" y="3937844"/>
            <a:ext cx="215503" cy="2381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grpSp>
        <p:nvGrpSpPr>
          <p:cNvPr id="132" name="Group 220"/>
          <p:cNvGrpSpPr/>
          <p:nvPr/>
        </p:nvGrpSpPr>
        <p:grpSpPr bwMode="auto">
          <a:xfrm>
            <a:off x="6779816" y="3318716"/>
            <a:ext cx="744141" cy="417909"/>
            <a:chOff x="3412" y="2742"/>
            <a:chExt cx="625" cy="351"/>
          </a:xfrm>
        </p:grpSpPr>
        <p:grpSp>
          <p:nvGrpSpPr>
            <p:cNvPr id="133" name="Group 137"/>
            <p:cNvGrpSpPr/>
            <p:nvPr/>
          </p:nvGrpSpPr>
          <p:grpSpPr bwMode="auto">
            <a:xfrm rot="-10773343">
              <a:off x="3566" y="2742"/>
              <a:ext cx="282" cy="108"/>
              <a:chOff x="5078" y="1860"/>
              <a:chExt cx="282" cy="108"/>
            </a:xfrm>
          </p:grpSpPr>
          <p:sp>
            <p:nvSpPr>
              <p:cNvPr id="143" name="Rectangle 138"/>
              <p:cNvSpPr>
                <a:spLocks noChangeArrowheads="1"/>
              </p:cNvSpPr>
              <p:nvPr/>
            </p:nvSpPr>
            <p:spPr bwMode="auto">
              <a:xfrm>
                <a:off x="5216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4" name="Rectangle 139"/>
              <p:cNvSpPr>
                <a:spLocks noChangeArrowheads="1"/>
              </p:cNvSpPr>
              <p:nvPr/>
            </p:nvSpPr>
            <p:spPr bwMode="auto">
              <a:xfrm>
                <a:off x="5080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grpSp>
          <p:nvGrpSpPr>
            <p:cNvPr id="134" name="Group 140"/>
            <p:cNvGrpSpPr/>
            <p:nvPr/>
          </p:nvGrpSpPr>
          <p:grpSpPr bwMode="auto">
            <a:xfrm rot="-10773343">
              <a:off x="3636" y="2864"/>
              <a:ext cx="280" cy="108"/>
              <a:chOff x="5012" y="1860"/>
              <a:chExt cx="280" cy="108"/>
            </a:xfrm>
          </p:grpSpPr>
          <p:sp>
            <p:nvSpPr>
              <p:cNvPr id="141" name="Rectangle 141"/>
              <p:cNvSpPr>
                <a:spLocks noChangeArrowheads="1"/>
              </p:cNvSpPr>
              <p:nvPr/>
            </p:nvSpPr>
            <p:spPr bwMode="auto">
              <a:xfrm>
                <a:off x="5148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2" name="Rectangle 142"/>
              <p:cNvSpPr>
                <a:spLocks noChangeArrowheads="1"/>
              </p:cNvSpPr>
              <p:nvPr/>
            </p:nvSpPr>
            <p:spPr bwMode="auto">
              <a:xfrm>
                <a:off x="5012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grpSp>
          <p:nvGrpSpPr>
            <p:cNvPr id="135" name="Group 143"/>
            <p:cNvGrpSpPr/>
            <p:nvPr/>
          </p:nvGrpSpPr>
          <p:grpSpPr bwMode="auto">
            <a:xfrm rot="-10773343">
              <a:off x="3757" y="2985"/>
              <a:ext cx="280" cy="108"/>
              <a:chOff x="4893" y="1861"/>
              <a:chExt cx="280" cy="108"/>
            </a:xfrm>
          </p:grpSpPr>
          <p:sp>
            <p:nvSpPr>
              <p:cNvPr id="139" name="Rectangle 144"/>
              <p:cNvSpPr>
                <a:spLocks noChangeArrowheads="1"/>
              </p:cNvSpPr>
              <p:nvPr/>
            </p:nvSpPr>
            <p:spPr bwMode="auto">
              <a:xfrm>
                <a:off x="5029" y="1861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" name="Rectangle 145"/>
              <p:cNvSpPr>
                <a:spLocks noChangeArrowheads="1"/>
              </p:cNvSpPr>
              <p:nvPr/>
            </p:nvSpPr>
            <p:spPr bwMode="auto">
              <a:xfrm>
                <a:off x="4893" y="1861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36" name="Line 146"/>
            <p:cNvSpPr>
              <a:spLocks noChangeShapeType="1"/>
            </p:cNvSpPr>
            <p:nvPr/>
          </p:nvSpPr>
          <p:spPr bwMode="auto">
            <a:xfrm rot="9691848">
              <a:off x="3412" y="2778"/>
              <a:ext cx="138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37" name="Line 147"/>
            <p:cNvSpPr>
              <a:spLocks noChangeShapeType="1"/>
            </p:cNvSpPr>
            <p:nvPr/>
          </p:nvSpPr>
          <p:spPr bwMode="auto">
            <a:xfrm rot="9691848">
              <a:off x="3496" y="2888"/>
              <a:ext cx="138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38" name="Line 148"/>
            <p:cNvSpPr>
              <a:spLocks noChangeShapeType="1"/>
            </p:cNvSpPr>
            <p:nvPr/>
          </p:nvSpPr>
          <p:spPr bwMode="auto">
            <a:xfrm rot="9691848">
              <a:off x="3593" y="3018"/>
              <a:ext cx="138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45" name="Group 233"/>
          <p:cNvGrpSpPr/>
          <p:nvPr/>
        </p:nvGrpSpPr>
        <p:grpSpPr bwMode="auto">
          <a:xfrm>
            <a:off x="5752013" y="2949075"/>
            <a:ext cx="959644" cy="367903"/>
            <a:chOff x="2701" y="2439"/>
            <a:chExt cx="806" cy="309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46" name="Group 232"/>
            <p:cNvGrpSpPr/>
            <p:nvPr/>
          </p:nvGrpSpPr>
          <p:grpSpPr bwMode="auto">
            <a:xfrm>
              <a:off x="2701" y="2639"/>
              <a:ext cx="806" cy="109"/>
              <a:chOff x="2540" y="2639"/>
              <a:chExt cx="806" cy="109"/>
            </a:xfrm>
          </p:grpSpPr>
          <p:grpSp>
            <p:nvGrpSpPr>
              <p:cNvPr id="148" name="Group 149"/>
              <p:cNvGrpSpPr/>
              <p:nvPr/>
            </p:nvGrpSpPr>
            <p:grpSpPr bwMode="auto">
              <a:xfrm rot="10793026">
                <a:off x="2697" y="2639"/>
                <a:ext cx="649" cy="109"/>
                <a:chOff x="4712" y="1742"/>
                <a:chExt cx="648" cy="108"/>
              </a:xfrm>
            </p:grpSpPr>
            <p:sp>
              <p:nvSpPr>
                <p:cNvPr id="150" name="Rectangle 150"/>
                <p:cNvSpPr>
                  <a:spLocks noChangeArrowheads="1"/>
                </p:cNvSpPr>
                <p:nvPr/>
              </p:nvSpPr>
              <p:spPr bwMode="auto">
                <a:xfrm>
                  <a:off x="4712" y="1742"/>
                  <a:ext cx="648" cy="108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151" name="Rectangle 151"/>
                <p:cNvSpPr>
                  <a:spLocks noChangeArrowheads="1"/>
                </p:cNvSpPr>
                <p:nvPr/>
              </p:nvSpPr>
              <p:spPr bwMode="auto">
                <a:xfrm>
                  <a:off x="4714" y="1744"/>
                  <a:ext cx="534" cy="108"/>
                </a:xfrm>
                <a:prstGeom prst="rect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35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</p:grpSp>
          <p:sp>
            <p:nvSpPr>
              <p:cNvPr id="149" name="Line 152"/>
              <p:cNvSpPr>
                <a:spLocks noChangeShapeType="1"/>
              </p:cNvSpPr>
              <p:nvPr/>
            </p:nvSpPr>
            <p:spPr bwMode="auto">
              <a:xfrm rot="9691848">
                <a:off x="2540" y="2666"/>
                <a:ext cx="138" cy="4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tailEnd type="triangle" w="med" len="med"/>
              </a:ln>
              <a:effectLst/>
            </p:spPr>
            <p:txBody>
              <a:bodyPr wrap="none" anchor="ctr"/>
              <a:lstStyle/>
              <a:p>
                <a:pPr>
                  <a:defRPr/>
                </a:pPr>
                <a:endParaRPr lang="en-US" sz="135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47" name="Text Box 153"/>
            <p:cNvSpPr txBox="1">
              <a:spLocks noChangeArrowheads="1"/>
            </p:cNvSpPr>
            <p:nvPr/>
          </p:nvSpPr>
          <p:spPr bwMode="auto">
            <a:xfrm>
              <a:off x="2810" y="2439"/>
              <a:ext cx="446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zh-CN" altLang="en-US" sz="1350" i="1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组装</a:t>
              </a:r>
              <a:endParaRPr lang="en-US" altLang="zh-CN" sz="1350" i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52" name="Group 162"/>
          <p:cNvGrpSpPr/>
          <p:nvPr/>
        </p:nvGrpSpPr>
        <p:grpSpPr bwMode="auto">
          <a:xfrm>
            <a:off x="5604669" y="1335137"/>
            <a:ext cx="628650" cy="1290638"/>
            <a:chOff x="2345" y="1140"/>
            <a:chExt cx="528" cy="1084"/>
          </a:xfrm>
        </p:grpSpPr>
        <p:sp>
          <p:nvSpPr>
            <p:cNvPr id="153" name="Line 8"/>
            <p:cNvSpPr>
              <a:spLocks noChangeShapeType="1"/>
            </p:cNvSpPr>
            <p:nvPr/>
          </p:nvSpPr>
          <p:spPr bwMode="auto">
            <a:xfrm flipV="1">
              <a:off x="2811" y="1459"/>
              <a:ext cx="6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4" name="Line 10"/>
            <p:cNvSpPr>
              <a:spLocks noChangeShapeType="1"/>
            </p:cNvSpPr>
            <p:nvPr/>
          </p:nvSpPr>
          <p:spPr bwMode="auto">
            <a:xfrm flipV="1">
              <a:off x="2811" y="1967"/>
              <a:ext cx="6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5" name="Line 15"/>
            <p:cNvSpPr>
              <a:spLocks noChangeShapeType="1"/>
            </p:cNvSpPr>
            <p:nvPr/>
          </p:nvSpPr>
          <p:spPr bwMode="auto">
            <a:xfrm>
              <a:off x="2868" y="1456"/>
              <a:ext cx="0" cy="5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156" name="Group 155"/>
            <p:cNvGrpSpPr/>
            <p:nvPr/>
          </p:nvGrpSpPr>
          <p:grpSpPr bwMode="auto">
            <a:xfrm>
              <a:off x="2345" y="1140"/>
              <a:ext cx="503" cy="444"/>
              <a:chOff x="-44" y="1473"/>
              <a:chExt cx="981" cy="1105"/>
            </a:xfrm>
          </p:grpSpPr>
          <p:pic>
            <p:nvPicPr>
              <p:cNvPr id="161" name="Picture 15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2" name="Freeform 157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157" name="Text Box 158"/>
            <p:cNvSpPr txBox="1">
              <a:spLocks noChangeArrowheads="1"/>
            </p:cNvSpPr>
            <p:nvPr/>
          </p:nvSpPr>
          <p:spPr bwMode="auto">
            <a:xfrm rot="5400000">
              <a:off x="2505" y="1499"/>
              <a:ext cx="381" cy="34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2100"/>
                <a:t>…</a:t>
              </a:r>
            </a:p>
          </p:txBody>
        </p:sp>
        <p:grpSp>
          <p:nvGrpSpPr>
            <p:cNvPr id="158" name="Group 159"/>
            <p:cNvGrpSpPr/>
            <p:nvPr/>
          </p:nvGrpSpPr>
          <p:grpSpPr bwMode="auto">
            <a:xfrm>
              <a:off x="2357" y="1780"/>
              <a:ext cx="503" cy="444"/>
              <a:chOff x="-44" y="1473"/>
              <a:chExt cx="981" cy="1105"/>
            </a:xfrm>
          </p:grpSpPr>
          <p:pic>
            <p:nvPicPr>
              <p:cNvPr id="159" name="Picture 16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0" name="Freeform 16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grpSp>
        <p:nvGrpSpPr>
          <p:cNvPr id="163" name="Group 163"/>
          <p:cNvGrpSpPr/>
          <p:nvPr/>
        </p:nvGrpSpPr>
        <p:grpSpPr bwMode="auto">
          <a:xfrm>
            <a:off x="7195344" y="2225725"/>
            <a:ext cx="523875" cy="266700"/>
            <a:chOff x="4396" y="1245"/>
            <a:chExt cx="672" cy="248"/>
          </a:xfrm>
        </p:grpSpPr>
        <p:sp>
          <p:nvSpPr>
            <p:cNvPr id="164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65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66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67" name="Group 167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70" name="Freeform 168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1" name="Freeform 169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68" name="Line 170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69" name="Line 171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72" name="Group 172"/>
          <p:cNvGrpSpPr/>
          <p:nvPr/>
        </p:nvGrpSpPr>
        <p:grpSpPr bwMode="auto">
          <a:xfrm>
            <a:off x="6285707" y="1397050"/>
            <a:ext cx="523875" cy="266700"/>
            <a:chOff x="4396" y="1245"/>
            <a:chExt cx="672" cy="248"/>
          </a:xfrm>
        </p:grpSpPr>
        <p:sp>
          <p:nvSpPr>
            <p:cNvPr id="17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76" name="Group 17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79" name="Freeform 17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0" name="Freeform 17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77" name="Line 17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78" name="Line 180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81" name="Group 181"/>
          <p:cNvGrpSpPr/>
          <p:nvPr/>
        </p:nvGrpSpPr>
        <p:grpSpPr bwMode="auto">
          <a:xfrm>
            <a:off x="6290469" y="1873300"/>
            <a:ext cx="523875" cy="266700"/>
            <a:chOff x="4396" y="1245"/>
            <a:chExt cx="672" cy="248"/>
          </a:xfrm>
        </p:grpSpPr>
        <p:sp>
          <p:nvSpPr>
            <p:cNvPr id="18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8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85" name="Group 185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88" name="Freeform 186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89" name="Freeform 187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86" name="Line 188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87" name="Line 189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90" name="Group 190"/>
          <p:cNvGrpSpPr/>
          <p:nvPr/>
        </p:nvGrpSpPr>
        <p:grpSpPr bwMode="auto">
          <a:xfrm>
            <a:off x="6914357" y="1554213"/>
            <a:ext cx="523875" cy="266700"/>
            <a:chOff x="4396" y="1245"/>
            <a:chExt cx="672" cy="248"/>
          </a:xfrm>
        </p:grpSpPr>
        <p:sp>
          <p:nvSpPr>
            <p:cNvPr id="191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2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93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94" name="Group 194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97" name="Freeform 195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98" name="Freeform 196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95" name="Line 197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96" name="Line 198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199" name="Group 200"/>
          <p:cNvGrpSpPr/>
          <p:nvPr/>
        </p:nvGrpSpPr>
        <p:grpSpPr bwMode="auto">
          <a:xfrm>
            <a:off x="7533481" y="2381698"/>
            <a:ext cx="775097" cy="601265"/>
            <a:chOff x="4045" y="1955"/>
            <a:chExt cx="651" cy="505"/>
          </a:xfrm>
        </p:grpSpPr>
        <p:grpSp>
          <p:nvGrpSpPr>
            <p:cNvPr id="200" name="Group 123"/>
            <p:cNvGrpSpPr/>
            <p:nvPr/>
          </p:nvGrpSpPr>
          <p:grpSpPr bwMode="auto">
            <a:xfrm rot="3346875">
              <a:off x="3958" y="2042"/>
              <a:ext cx="282" cy="108"/>
              <a:chOff x="5078" y="1860"/>
              <a:chExt cx="282" cy="108"/>
            </a:xfrm>
          </p:grpSpPr>
          <p:sp>
            <p:nvSpPr>
              <p:cNvPr id="210" name="Rectangle 124"/>
              <p:cNvSpPr>
                <a:spLocks noChangeArrowheads="1"/>
              </p:cNvSpPr>
              <p:nvPr/>
            </p:nvSpPr>
            <p:spPr bwMode="auto">
              <a:xfrm>
                <a:off x="5215" y="1861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211" name="Rectangle 125"/>
              <p:cNvSpPr>
                <a:spLocks noChangeArrowheads="1"/>
              </p:cNvSpPr>
              <p:nvPr/>
            </p:nvSpPr>
            <p:spPr bwMode="auto">
              <a:xfrm>
                <a:off x="5078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grpSp>
          <p:nvGrpSpPr>
            <p:cNvPr id="201" name="Group 126"/>
            <p:cNvGrpSpPr/>
            <p:nvPr/>
          </p:nvGrpSpPr>
          <p:grpSpPr bwMode="auto">
            <a:xfrm rot="3215306">
              <a:off x="4158" y="2108"/>
              <a:ext cx="282" cy="108"/>
              <a:chOff x="5078" y="1860"/>
              <a:chExt cx="282" cy="108"/>
            </a:xfrm>
          </p:grpSpPr>
          <p:sp>
            <p:nvSpPr>
              <p:cNvPr id="208" name="Rectangle 127"/>
              <p:cNvSpPr>
                <a:spLocks noChangeArrowheads="1"/>
              </p:cNvSpPr>
              <p:nvPr/>
            </p:nvSpPr>
            <p:spPr bwMode="auto">
              <a:xfrm>
                <a:off x="5214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209" name="Rectangle 128"/>
              <p:cNvSpPr>
                <a:spLocks noChangeArrowheads="1"/>
              </p:cNvSpPr>
              <p:nvPr/>
            </p:nvSpPr>
            <p:spPr bwMode="auto">
              <a:xfrm>
                <a:off x="5076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grpSp>
          <p:nvGrpSpPr>
            <p:cNvPr id="202" name="Group 129"/>
            <p:cNvGrpSpPr/>
            <p:nvPr/>
          </p:nvGrpSpPr>
          <p:grpSpPr bwMode="auto">
            <a:xfrm rot="3051000">
              <a:off x="4380" y="2184"/>
              <a:ext cx="282" cy="108"/>
              <a:chOff x="5078" y="1860"/>
              <a:chExt cx="282" cy="108"/>
            </a:xfrm>
          </p:grpSpPr>
          <p:sp>
            <p:nvSpPr>
              <p:cNvPr id="206" name="Rectangle 130"/>
              <p:cNvSpPr>
                <a:spLocks noChangeArrowheads="1"/>
              </p:cNvSpPr>
              <p:nvPr/>
            </p:nvSpPr>
            <p:spPr bwMode="auto">
              <a:xfrm>
                <a:off x="5214" y="1860"/>
                <a:ext cx="144" cy="108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207" name="Rectangle 131"/>
              <p:cNvSpPr>
                <a:spLocks noChangeArrowheads="1"/>
              </p:cNvSpPr>
              <p:nvPr/>
            </p:nvSpPr>
            <p:spPr bwMode="auto">
              <a:xfrm>
                <a:off x="5078" y="1860"/>
                <a:ext cx="166" cy="108"/>
              </a:xfrm>
              <a:prstGeom prst="rect">
                <a:avLst/>
              </a:prstGeom>
              <a:solidFill>
                <a:srgbClr val="FF0000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203" name="Line 133"/>
            <p:cNvSpPr>
              <a:spLocks noChangeShapeType="1"/>
            </p:cNvSpPr>
            <p:nvPr/>
          </p:nvSpPr>
          <p:spPr bwMode="auto">
            <a:xfrm>
              <a:off x="4184" y="2216"/>
              <a:ext cx="84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04" name="Line 134"/>
            <p:cNvSpPr>
              <a:spLocks noChangeShapeType="1"/>
            </p:cNvSpPr>
            <p:nvPr/>
          </p:nvSpPr>
          <p:spPr bwMode="auto">
            <a:xfrm>
              <a:off x="4388" y="2278"/>
              <a:ext cx="82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05" name="Line 135"/>
            <p:cNvSpPr>
              <a:spLocks noChangeShapeType="1"/>
            </p:cNvSpPr>
            <p:nvPr/>
          </p:nvSpPr>
          <p:spPr bwMode="auto">
            <a:xfrm>
              <a:off x="4620" y="2350"/>
              <a:ext cx="76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212" name="Group 201"/>
          <p:cNvGrpSpPr/>
          <p:nvPr/>
        </p:nvGrpSpPr>
        <p:grpSpPr bwMode="auto">
          <a:xfrm>
            <a:off x="7738269" y="2968675"/>
            <a:ext cx="523875" cy="266700"/>
            <a:chOff x="4396" y="1245"/>
            <a:chExt cx="672" cy="248"/>
          </a:xfrm>
        </p:grpSpPr>
        <p:sp>
          <p:nvSpPr>
            <p:cNvPr id="213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4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15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16" name="Group 205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19" name="Freeform 206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0" name="Freeform 207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17" name="Line 208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18" name="Line 209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221" name="Group 210"/>
          <p:cNvGrpSpPr/>
          <p:nvPr/>
        </p:nvGrpSpPr>
        <p:grpSpPr bwMode="auto">
          <a:xfrm>
            <a:off x="7060803" y="3769966"/>
            <a:ext cx="523875" cy="266700"/>
            <a:chOff x="4396" y="1245"/>
            <a:chExt cx="672" cy="248"/>
          </a:xfrm>
        </p:grpSpPr>
        <p:sp>
          <p:nvSpPr>
            <p:cNvPr id="2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25" name="Group 214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28" name="Freeform 215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29" name="Freeform 216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26" name="Line 217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27" name="Line 218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230" name="Group 221"/>
          <p:cNvGrpSpPr/>
          <p:nvPr/>
        </p:nvGrpSpPr>
        <p:grpSpPr bwMode="auto">
          <a:xfrm>
            <a:off x="6282134" y="3354438"/>
            <a:ext cx="553641" cy="1039416"/>
            <a:chOff x="2345" y="1140"/>
            <a:chExt cx="528" cy="1084"/>
          </a:xfrm>
        </p:grpSpPr>
        <p:sp>
          <p:nvSpPr>
            <p:cNvPr id="231" name="Line 222"/>
            <p:cNvSpPr>
              <a:spLocks noChangeShapeType="1"/>
            </p:cNvSpPr>
            <p:nvPr/>
          </p:nvSpPr>
          <p:spPr bwMode="auto">
            <a:xfrm flipV="1">
              <a:off x="2811" y="1459"/>
              <a:ext cx="62" cy="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32" name="Line 223"/>
            <p:cNvSpPr>
              <a:spLocks noChangeShapeType="1"/>
            </p:cNvSpPr>
            <p:nvPr/>
          </p:nvSpPr>
          <p:spPr bwMode="auto">
            <a:xfrm flipV="1">
              <a:off x="2811" y="1967"/>
              <a:ext cx="62" cy="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33" name="Line 224"/>
            <p:cNvSpPr>
              <a:spLocks noChangeShapeType="1"/>
            </p:cNvSpPr>
            <p:nvPr/>
          </p:nvSpPr>
          <p:spPr bwMode="auto">
            <a:xfrm>
              <a:off x="2868" y="1455"/>
              <a:ext cx="0" cy="5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grpSp>
          <p:nvGrpSpPr>
            <p:cNvPr id="234" name="Group 225"/>
            <p:cNvGrpSpPr/>
            <p:nvPr/>
          </p:nvGrpSpPr>
          <p:grpSpPr bwMode="auto">
            <a:xfrm>
              <a:off x="2345" y="1140"/>
              <a:ext cx="503" cy="444"/>
              <a:chOff x="-44" y="1473"/>
              <a:chExt cx="981" cy="1105"/>
            </a:xfrm>
          </p:grpSpPr>
          <p:pic>
            <p:nvPicPr>
              <p:cNvPr id="239" name="Picture 22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0" name="Freeform 227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sp>
          <p:nvSpPr>
            <p:cNvPr id="235" name="Text Box 228"/>
            <p:cNvSpPr txBox="1">
              <a:spLocks noChangeArrowheads="1"/>
            </p:cNvSpPr>
            <p:nvPr/>
          </p:nvSpPr>
          <p:spPr bwMode="auto">
            <a:xfrm rot="5400000">
              <a:off x="2437" y="1516"/>
              <a:ext cx="473" cy="39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2100"/>
                <a:t>…</a:t>
              </a:r>
            </a:p>
          </p:txBody>
        </p:sp>
        <p:grpSp>
          <p:nvGrpSpPr>
            <p:cNvPr id="236" name="Group 229"/>
            <p:cNvGrpSpPr/>
            <p:nvPr/>
          </p:nvGrpSpPr>
          <p:grpSpPr bwMode="auto">
            <a:xfrm>
              <a:off x="2357" y="1780"/>
              <a:ext cx="503" cy="444"/>
              <a:chOff x="-44" y="1473"/>
              <a:chExt cx="981" cy="1105"/>
            </a:xfrm>
          </p:grpSpPr>
          <p:pic>
            <p:nvPicPr>
              <p:cNvPr id="237" name="Picture 23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23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</p:grpSp>
      <p:sp>
        <p:nvSpPr>
          <p:cNvPr id="241" name="灯片编号占位符 2">
            <a:extLst>
              <a:ext uri="{FF2B5EF4-FFF2-40B4-BE49-F238E27FC236}">
                <a16:creationId xmlns:a16="http://schemas.microsoft.com/office/drawing/2014/main" id="{733E063F-E863-4332-9814-9398A5DB526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20</a:t>
            </a:fld>
            <a:endParaRPr lang="en-US" altLang="zh-CN" dirty="0"/>
          </a:p>
        </p:txBody>
      </p:sp>
      <p:sp>
        <p:nvSpPr>
          <p:cNvPr id="242" name="AutoShape 5">
            <a:extLst>
              <a:ext uri="{FF2B5EF4-FFF2-40B4-BE49-F238E27FC236}">
                <a16:creationId xmlns:a16="http://schemas.microsoft.com/office/drawing/2014/main" id="{AD8A72D5-FCB6-41CE-B123-DE433260AE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 tmFilter="0, 0; .2, .5; .8, .5; 1, 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1" dur="250" autoRev="1" fill="hold"/>
                                        <p:tgtEl>
                                          <p:spTgt spid="2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2" grpId="0" animBg="1"/>
      <p:bldP spid="242" grpId="1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5616624" cy="449575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zh-CN" sz="2000" dirty="0">
                <a:effectLst/>
              </a:rPr>
              <a:t>4.3.1 IP</a:t>
            </a:r>
            <a:r>
              <a:rPr lang="zh-CN" altLang="en-US" sz="2000" dirty="0">
                <a:effectLst/>
              </a:rPr>
              <a:t>数据报格式</a:t>
            </a:r>
            <a:r>
              <a:rPr lang="en-US" altLang="zh-CN" sz="2000" dirty="0">
                <a:effectLst/>
              </a:rPr>
              <a:t>(IPv4)</a:t>
            </a:r>
          </a:p>
        </p:txBody>
      </p:sp>
      <p:sp>
        <p:nvSpPr>
          <p:cNvPr id="120" name="Text Box 82"/>
          <p:cNvSpPr txBox="1">
            <a:spLocks noChangeArrowheads="1"/>
          </p:cNvSpPr>
          <p:nvPr/>
        </p:nvSpPr>
        <p:spPr bwMode="auto">
          <a:xfrm>
            <a:off x="4680000" y="3780000"/>
            <a:ext cx="3991244" cy="95410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14313" indent="-214313">
              <a:buFont typeface="Wingdings" panose="05000000000000000000" pitchFamily="2" charset="2"/>
              <a:buChar char="Ø"/>
            </a:pP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16bit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标识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标志 </a:t>
            </a:r>
            <a:r>
              <a:rPr lang="en-US" altLang="zh-CN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zh-CN" altLang="en-US" sz="14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片偏移</a:t>
            </a:r>
            <a:endParaRPr lang="en-US" altLang="zh-CN" sz="140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字段长度：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16 bits + 3 bits + 13 bits</a:t>
            </a: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用于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IP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数据报的分片和组装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557213" lvl="1" indent="-214313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后面详解</a:t>
            </a:r>
          </a:p>
        </p:txBody>
      </p:sp>
      <p:grpSp>
        <p:nvGrpSpPr>
          <p:cNvPr id="197" name="组合 196">
            <a:extLst>
              <a:ext uri="{FF2B5EF4-FFF2-40B4-BE49-F238E27FC236}">
                <a16:creationId xmlns:a16="http://schemas.microsoft.com/office/drawing/2014/main" id="{F141043E-B256-425E-8A1A-557233E85CF9}"/>
              </a:ext>
            </a:extLst>
          </p:cNvPr>
          <p:cNvGrpSpPr/>
          <p:nvPr/>
        </p:nvGrpSpPr>
        <p:grpSpPr>
          <a:xfrm>
            <a:off x="1436322" y="1371446"/>
            <a:ext cx="6240909" cy="2757017"/>
            <a:chOff x="1436322" y="1371446"/>
            <a:chExt cx="6240909" cy="2757017"/>
          </a:xfrm>
        </p:grpSpPr>
        <p:sp>
          <p:nvSpPr>
            <p:cNvPr id="198" name="Line 3">
              <a:extLst>
                <a:ext uri="{FF2B5EF4-FFF2-40B4-BE49-F238E27FC236}">
                  <a16:creationId xmlns:a16="http://schemas.microsoft.com/office/drawing/2014/main" id="{E67674AD-D5E6-4D7B-AE5D-DAB85BE55FC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41480" y="1901863"/>
              <a:ext cx="10820" cy="1515827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9" name="Rectangle 4">
              <a:extLst>
                <a:ext uri="{FF2B5EF4-FFF2-40B4-BE49-F238E27FC236}">
                  <a16:creationId xmlns:a16="http://schemas.microsoft.com/office/drawing/2014/main" id="{D601F0F5-8A6A-44DD-AA3D-8A2FD35D0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36322" y="2518545"/>
              <a:ext cx="521778" cy="205827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  <p:sp>
          <p:nvSpPr>
            <p:cNvPr id="200" name="Line 5">
              <a:extLst>
                <a:ext uri="{FF2B5EF4-FFF2-40B4-BE49-F238E27FC236}">
                  <a16:creationId xmlns:a16="http://schemas.microsoft.com/office/drawing/2014/main" id="{E0B7618C-D5C1-47E6-8EBA-561A0A7E3B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0293" y="1898372"/>
              <a:ext cx="0" cy="1273225"/>
            </a:xfrm>
            <a:prstGeom prst="line">
              <a:avLst/>
            </a:prstGeom>
            <a:noFill/>
            <a:ln w="635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1" name="Rectangle 6">
              <a:extLst>
                <a:ext uri="{FF2B5EF4-FFF2-40B4-BE49-F238E27FC236}">
                  <a16:creationId xmlns:a16="http://schemas.microsoft.com/office/drawing/2014/main" id="{49CC8E22-1EE4-4CEC-AD7E-383B7C0B41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7213" y="2357541"/>
              <a:ext cx="650018" cy="344326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lnSpc>
                  <a:spcPct val="90000"/>
                </a:lnSpc>
              </a:pPr>
              <a:r>
                <a:rPr kumimoji="1" lang="en-US" altLang="zh-CN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20 </a:t>
              </a: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字节</a:t>
              </a:r>
            </a:p>
            <a:p>
              <a:pPr algn="ctr" eaLnBrk="0" hangingPunct="0">
                <a:lnSpc>
                  <a:spcPct val="90000"/>
                </a:lnSpc>
              </a:pPr>
              <a:r>
                <a:rPr kumimoji="1" lang="zh-CN" altLang="en-US" sz="100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固定首部</a:t>
              </a:r>
            </a:p>
          </p:txBody>
        </p:sp>
        <p:sp>
          <p:nvSpPr>
            <p:cNvPr id="202" name="Rectangle 7">
              <a:extLst>
                <a:ext uri="{FF2B5EF4-FFF2-40B4-BE49-F238E27FC236}">
                  <a16:creationId xmlns:a16="http://schemas.microsoft.com/office/drawing/2014/main" id="{6DF662E9-ED71-4DF6-935F-11BC1A94D2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8409" y="1900990"/>
              <a:ext cx="4641900" cy="1519318"/>
            </a:xfrm>
            <a:prstGeom prst="rect">
              <a:avLst/>
            </a:prstGeom>
            <a:solidFill>
              <a:srgbClr val="FFFFCC"/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endParaRPr lang="zh-CN" altLang="en-US" sz="1050" b="1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3" name="Freeform 9">
              <a:extLst>
                <a:ext uri="{FF2B5EF4-FFF2-40B4-BE49-F238E27FC236}">
                  <a16:creationId xmlns:a16="http://schemas.microsoft.com/office/drawing/2014/main" id="{B16F53CF-D18A-4BEC-B157-C71C035F9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4901" y="3453948"/>
              <a:ext cx="4652720" cy="382623"/>
            </a:xfrm>
            <a:custGeom>
              <a:avLst/>
              <a:gdLst>
                <a:gd name="T0" fmla="*/ 0 w 4626"/>
                <a:gd name="T1" fmla="*/ 0 h 544"/>
                <a:gd name="T2" fmla="*/ 861 w 4626"/>
                <a:gd name="T3" fmla="*/ 544 h 544"/>
                <a:gd name="T4" fmla="*/ 1814 w 4626"/>
                <a:gd name="T5" fmla="*/ 544 h 544"/>
                <a:gd name="T6" fmla="*/ 4626 w 4626"/>
                <a:gd name="T7" fmla="*/ 0 h 544"/>
                <a:gd name="T8" fmla="*/ 0 w 4626"/>
                <a:gd name="T9" fmla="*/ 0 h 5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626" h="544">
                  <a:moveTo>
                    <a:pt x="0" y="0"/>
                  </a:moveTo>
                  <a:lnTo>
                    <a:pt x="861" y="544"/>
                  </a:lnTo>
                  <a:lnTo>
                    <a:pt x="1814" y="544"/>
                  </a:lnTo>
                  <a:lnTo>
                    <a:pt x="4626" y="0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FFFFCC">
                    <a:gamma/>
                    <a:shade val="69804"/>
                    <a:invGamma/>
                  </a:srgbClr>
                </a:gs>
                <a:gs pos="100000">
                  <a:srgbClr val="FFFFCC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chemeClr val="tx1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4" name="Line 10">
              <a:extLst>
                <a:ext uri="{FF2B5EF4-FFF2-40B4-BE49-F238E27FC236}">
                  <a16:creationId xmlns:a16="http://schemas.microsoft.com/office/drawing/2014/main" id="{EE3E80B3-0530-459B-893E-5C34EB12A5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159300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5" name="Line 11">
              <a:extLst>
                <a:ext uri="{FF2B5EF4-FFF2-40B4-BE49-F238E27FC236}">
                  <a16:creationId xmlns:a16="http://schemas.microsoft.com/office/drawing/2014/main" id="{E33C6099-B6C8-4F66-A434-6EEAA4C842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2414993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6" name="Line 12">
              <a:extLst>
                <a:ext uri="{FF2B5EF4-FFF2-40B4-BE49-F238E27FC236}">
                  <a16:creationId xmlns:a16="http://schemas.microsoft.com/office/drawing/2014/main" id="{410FA7B6-47E4-4319-94A1-CF33155A82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66981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7" name="Line 13">
              <a:extLst>
                <a:ext uri="{FF2B5EF4-FFF2-40B4-BE49-F238E27FC236}">
                  <a16:creationId xmlns:a16="http://schemas.microsoft.com/office/drawing/2014/main" id="{7F63DAEB-BBD0-420F-AD02-B285305B30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34081" y="2924632"/>
              <a:ext cx="4649473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8" name="Line 14">
              <a:extLst>
                <a:ext uri="{FF2B5EF4-FFF2-40B4-BE49-F238E27FC236}">
                  <a16:creationId xmlns:a16="http://schemas.microsoft.com/office/drawing/2014/main" id="{C7EBF747-EDEF-4123-83FB-C3A0E5E429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2738" y="3180324"/>
              <a:ext cx="464081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9" name="Line 15">
              <a:extLst>
                <a:ext uri="{FF2B5EF4-FFF2-40B4-BE49-F238E27FC236}">
                  <a16:creationId xmlns:a16="http://schemas.microsoft.com/office/drawing/2014/main" id="{3964C53E-F86F-452E-965A-B30F250ED9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0" name="Line 35">
              <a:extLst>
                <a:ext uri="{FF2B5EF4-FFF2-40B4-BE49-F238E27FC236}">
                  <a16:creationId xmlns:a16="http://schemas.microsoft.com/office/drawing/2014/main" id="{34CA7A32-0717-4BD3-A9C4-49EACB765E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45983" y="1564139"/>
              <a:ext cx="46310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 type="triangle" w="med" len="lg"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1" name="Rectangle 36">
              <a:extLst>
                <a:ext uri="{FF2B5EF4-FFF2-40B4-BE49-F238E27FC236}">
                  <a16:creationId xmlns:a16="http://schemas.microsoft.com/office/drawing/2014/main" id="{201CB5C1-6316-4791-9D7F-BF1D5C2953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8551" y="1371446"/>
              <a:ext cx="595516" cy="228910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kumimoji="1" lang="en-US" altLang="zh-CN" sz="105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32 bits</a:t>
              </a:r>
            </a:p>
          </p:txBody>
        </p:sp>
        <p:grpSp>
          <p:nvGrpSpPr>
            <p:cNvPr id="212" name="组合 211">
              <a:extLst>
                <a:ext uri="{FF2B5EF4-FFF2-40B4-BE49-F238E27FC236}">
                  <a16:creationId xmlns:a16="http://schemas.microsoft.com/office/drawing/2014/main" id="{FBCD99DF-5525-4BBD-BBF3-7B33A2CD85CF}"/>
                </a:ext>
              </a:extLst>
            </p:cNvPr>
            <p:cNvGrpSpPr/>
            <p:nvPr/>
          </p:nvGrpSpPr>
          <p:grpSpPr>
            <a:xfrm>
              <a:off x="1765733" y="1606091"/>
              <a:ext cx="5078416" cy="206822"/>
              <a:chOff x="1765733" y="1636571"/>
              <a:chExt cx="5078416" cy="206822"/>
            </a:xfrm>
          </p:grpSpPr>
          <p:sp>
            <p:nvSpPr>
              <p:cNvPr id="241" name="Line 37">
                <a:extLst>
                  <a:ext uri="{FF2B5EF4-FFF2-40B4-BE49-F238E27FC236}">
                    <a16:creationId xmlns:a16="http://schemas.microsoft.com/office/drawing/2014/main" id="{5AC50A84-4887-467B-8D82-0DAB1229C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843393"/>
                <a:ext cx="463540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2" name="Line 38">
                <a:extLst>
                  <a:ext uri="{FF2B5EF4-FFF2-40B4-BE49-F238E27FC236}">
                    <a16:creationId xmlns:a16="http://schemas.microsoft.com/office/drawing/2014/main" id="{E02B6AD6-C4AD-4846-A263-27E47158D5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36246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3" name="Line 39">
                <a:extLst>
                  <a:ext uri="{FF2B5EF4-FFF2-40B4-BE49-F238E27FC236}">
                    <a16:creationId xmlns:a16="http://schemas.microsoft.com/office/drawing/2014/main" id="{289F088F-F22E-48A4-9363-6E4FC7919F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81237" y="1799982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4" name="Line 40">
                <a:extLst>
                  <a:ext uri="{FF2B5EF4-FFF2-40B4-BE49-F238E27FC236}">
                    <a16:creationId xmlns:a16="http://schemas.microsoft.com/office/drawing/2014/main" id="{BC049E95-7F1C-409A-BD7E-D7AB4D8E1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2622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5" name="Line 41">
                <a:extLst>
                  <a:ext uri="{FF2B5EF4-FFF2-40B4-BE49-F238E27FC236}">
                    <a16:creationId xmlns:a16="http://schemas.microsoft.com/office/drawing/2014/main" id="{DD8E9670-66B1-4D0F-9B46-FBCA211A83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7122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6" name="Line 42">
                <a:extLst>
                  <a:ext uri="{FF2B5EF4-FFF2-40B4-BE49-F238E27FC236}">
                    <a16:creationId xmlns:a16="http://schemas.microsoft.com/office/drawing/2014/main" id="{9BC5313B-0EB0-43DC-B363-E946ADDEC5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1621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7" name="Line 43">
                <a:extLst>
                  <a:ext uri="{FF2B5EF4-FFF2-40B4-BE49-F238E27FC236}">
                    <a16:creationId xmlns:a16="http://schemas.microsoft.com/office/drawing/2014/main" id="{AAF3532F-5138-49F9-AD5D-A20C9A4706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6120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8" name="Line 44">
                <a:extLst>
                  <a:ext uri="{FF2B5EF4-FFF2-40B4-BE49-F238E27FC236}">
                    <a16:creationId xmlns:a16="http://schemas.microsoft.com/office/drawing/2014/main" id="{1EC596C9-1FD8-4F6B-8181-42960E8F24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0511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9" name="Line 45">
                <a:extLst>
                  <a:ext uri="{FF2B5EF4-FFF2-40B4-BE49-F238E27FC236}">
                    <a16:creationId xmlns:a16="http://schemas.microsoft.com/office/drawing/2014/main" id="{AB444051-9152-4957-B99D-704B59736E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15010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0" name="Line 46">
                <a:extLst>
                  <a:ext uri="{FF2B5EF4-FFF2-40B4-BE49-F238E27FC236}">
                    <a16:creationId xmlns:a16="http://schemas.microsoft.com/office/drawing/2014/main" id="{EB25A808-23FB-49B1-9A34-1943D3023B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95097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1" name="Line 47">
                <a:extLst>
                  <a:ext uri="{FF2B5EF4-FFF2-40B4-BE49-F238E27FC236}">
                    <a16:creationId xmlns:a16="http://schemas.microsoft.com/office/drawing/2014/main" id="{6551B308-5A76-413A-B44D-E2CAF5791D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4008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2" name="Line 48">
                <a:extLst>
                  <a:ext uri="{FF2B5EF4-FFF2-40B4-BE49-F238E27FC236}">
                    <a16:creationId xmlns:a16="http://schemas.microsoft.com/office/drawing/2014/main" id="{66748250-4FFE-4D3E-BEB0-735B9EAC47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8508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3" name="Line 49">
                <a:extLst>
                  <a:ext uri="{FF2B5EF4-FFF2-40B4-BE49-F238E27FC236}">
                    <a16:creationId xmlns:a16="http://schemas.microsoft.com/office/drawing/2014/main" id="{445CBF9A-5C40-406D-8051-B94B7F9F6A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0072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4" name="Line 50">
                <a:extLst>
                  <a:ext uri="{FF2B5EF4-FFF2-40B4-BE49-F238E27FC236}">
                    <a16:creationId xmlns:a16="http://schemas.microsoft.com/office/drawing/2014/main" id="{5FD31984-7E3D-48AD-B918-BDC4BF8DE3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7506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5" name="Line 51">
                <a:extLst>
                  <a:ext uri="{FF2B5EF4-FFF2-40B4-BE49-F238E27FC236}">
                    <a16:creationId xmlns:a16="http://schemas.microsoft.com/office/drawing/2014/main" id="{1D7070F3-FADB-44D4-A0E3-9406461F6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2005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6" name="Line 52">
                <a:extLst>
                  <a:ext uri="{FF2B5EF4-FFF2-40B4-BE49-F238E27FC236}">
                    <a16:creationId xmlns:a16="http://schemas.microsoft.com/office/drawing/2014/main" id="{E4A54EC5-DE34-43AF-81B9-06B1EB6619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63965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7" name="Line 53">
                <a:extLst>
                  <a:ext uri="{FF2B5EF4-FFF2-40B4-BE49-F238E27FC236}">
                    <a16:creationId xmlns:a16="http://schemas.microsoft.com/office/drawing/2014/main" id="{43032885-290E-4811-9E5B-C6DFFD0D7DC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0895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8" name="Line 54">
                <a:extLst>
                  <a:ext uri="{FF2B5EF4-FFF2-40B4-BE49-F238E27FC236}">
                    <a16:creationId xmlns:a16="http://schemas.microsoft.com/office/drawing/2014/main" id="{F3291352-6703-48D2-AA77-A1B437F1F2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53949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9" name="Line 55">
                <a:extLst>
                  <a:ext uri="{FF2B5EF4-FFF2-40B4-BE49-F238E27FC236}">
                    <a16:creationId xmlns:a16="http://schemas.microsoft.com/office/drawing/2014/main" id="{C66E5CE7-9D0D-4877-ADA4-F142DAE984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9894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0" name="Line 56">
                <a:extLst>
                  <a:ext uri="{FF2B5EF4-FFF2-40B4-BE49-F238E27FC236}">
                    <a16:creationId xmlns:a16="http://schemas.microsoft.com/office/drawing/2014/main" id="{808F13BA-78BB-4D6F-BC4B-AE8E9673D6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4393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1" name="Line 57">
                <a:extLst>
                  <a:ext uri="{FF2B5EF4-FFF2-40B4-BE49-F238E27FC236}">
                    <a16:creationId xmlns:a16="http://schemas.microsoft.com/office/drawing/2014/main" id="{BBCE00A7-42FE-423E-B5CD-DABBFC76A6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8892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2" name="Line 58">
                <a:extLst>
                  <a:ext uri="{FF2B5EF4-FFF2-40B4-BE49-F238E27FC236}">
                    <a16:creationId xmlns:a16="http://schemas.microsoft.com/office/drawing/2014/main" id="{0B7C56F7-BC6C-49AE-BD6A-54FA82B8E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3391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3" name="Line 59">
                <a:extLst>
                  <a:ext uri="{FF2B5EF4-FFF2-40B4-BE49-F238E27FC236}">
                    <a16:creationId xmlns:a16="http://schemas.microsoft.com/office/drawing/2014/main" id="{16F32205-538F-4383-8337-7BEDC4D0E4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78908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4" name="Line 60">
                <a:extLst>
                  <a:ext uri="{FF2B5EF4-FFF2-40B4-BE49-F238E27FC236}">
                    <a16:creationId xmlns:a16="http://schemas.microsoft.com/office/drawing/2014/main" id="{837F48E8-A4DF-4F7B-9768-15C0F0D37DC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32281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5" name="Line 61">
                <a:extLst>
                  <a:ext uri="{FF2B5EF4-FFF2-40B4-BE49-F238E27FC236}">
                    <a16:creationId xmlns:a16="http://schemas.microsoft.com/office/drawing/2014/main" id="{E7035C98-B549-4275-8DBC-3923292224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467809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6" name="Line 62">
                <a:extLst>
                  <a:ext uri="{FF2B5EF4-FFF2-40B4-BE49-F238E27FC236}">
                    <a16:creationId xmlns:a16="http://schemas.microsoft.com/office/drawing/2014/main" id="{66F3DB38-3BE4-492D-ADF4-ED24DAF26C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12801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7" name="Line 63">
                <a:extLst>
                  <a:ext uri="{FF2B5EF4-FFF2-40B4-BE49-F238E27FC236}">
                    <a16:creationId xmlns:a16="http://schemas.microsoft.com/office/drawing/2014/main" id="{CA847E47-6917-4362-A1F6-E775CD5714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757793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8" name="Line 64">
                <a:extLst>
                  <a:ext uri="{FF2B5EF4-FFF2-40B4-BE49-F238E27FC236}">
                    <a16:creationId xmlns:a16="http://schemas.microsoft.com/office/drawing/2014/main" id="{B2DA832B-7DA5-4C95-AC40-3C7844782D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902784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9" name="Line 65">
                <a:extLst>
                  <a:ext uri="{FF2B5EF4-FFF2-40B4-BE49-F238E27FC236}">
                    <a16:creationId xmlns:a16="http://schemas.microsoft.com/office/drawing/2014/main" id="{4E35D221-028E-4DD9-8A64-BFFCBD82B2B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47776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0" name="Line 66">
                <a:extLst>
                  <a:ext uri="{FF2B5EF4-FFF2-40B4-BE49-F238E27FC236}">
                    <a16:creationId xmlns:a16="http://schemas.microsoft.com/office/drawing/2014/main" id="{3BF1F515-16FD-4234-8146-65360F68978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92767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1" name="Line 67">
                <a:extLst>
                  <a:ext uri="{FF2B5EF4-FFF2-40B4-BE49-F238E27FC236}">
                    <a16:creationId xmlns:a16="http://schemas.microsoft.com/office/drawing/2014/main" id="{7EBD3F1F-D340-4AA5-81D0-4C47ACD7E2F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33776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2" name="Line 68">
                <a:extLst>
                  <a:ext uri="{FF2B5EF4-FFF2-40B4-BE49-F238E27FC236}">
                    <a16:creationId xmlns:a16="http://schemas.microsoft.com/office/drawing/2014/main" id="{E0360660-0D01-4B0F-BFDA-D3C72DA88A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81670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3" name="Line 69">
                <a:extLst>
                  <a:ext uri="{FF2B5EF4-FFF2-40B4-BE49-F238E27FC236}">
                    <a16:creationId xmlns:a16="http://schemas.microsoft.com/office/drawing/2014/main" id="{3AF3220C-E221-484C-B186-C379CA8C0CF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626661" y="1799477"/>
                <a:ext cx="0" cy="360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4" name="Line 70">
                <a:extLst>
                  <a:ext uri="{FF2B5EF4-FFF2-40B4-BE49-F238E27FC236}">
                    <a16:creationId xmlns:a16="http://schemas.microsoft.com/office/drawing/2014/main" id="{6F730A89-CB17-4A74-88DB-E1D134C64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71653" y="1770089"/>
                <a:ext cx="0" cy="7330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050" b="1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5" name="Rectangle 80">
                <a:extLst>
                  <a:ext uri="{FF2B5EF4-FFF2-40B4-BE49-F238E27FC236}">
                    <a16:creationId xmlns:a16="http://schemas.microsoft.com/office/drawing/2014/main" id="{F6156257-D6E0-49A4-9918-BBC0CE186D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5733" y="1636571"/>
                <a:ext cx="5078416" cy="2058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比特    </a:t>
                </a:r>
                <a:r>
                  <a:rPr kumimoji="1" lang="en-US" altLang="zh-CN" sz="900" b="1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0                                8                                16                              24                          31</a:t>
                </a:r>
              </a:p>
            </p:txBody>
          </p:sp>
        </p:grpSp>
        <p:sp>
          <p:nvSpPr>
            <p:cNvPr id="213" name="Line 96">
              <a:extLst>
                <a:ext uri="{FF2B5EF4-FFF2-40B4-BE49-F238E27FC236}">
                  <a16:creationId xmlns:a16="http://schemas.microsoft.com/office/drawing/2014/main" id="{61FAA8A2-C9D0-4F81-8BF8-8F2FC83191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9" y="1892263"/>
              <a:ext cx="32014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4" name="Line 97">
              <a:extLst>
                <a:ext uri="{FF2B5EF4-FFF2-40B4-BE49-F238E27FC236}">
                  <a16:creationId xmlns:a16="http://schemas.microsoft.com/office/drawing/2014/main" id="{38D9D460-EF47-4F9C-B3B6-CD248F1F7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44148" y="3176833"/>
              <a:ext cx="320141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5" name="Line 98">
              <a:extLst>
                <a:ext uri="{FF2B5EF4-FFF2-40B4-BE49-F238E27FC236}">
                  <a16:creationId xmlns:a16="http://schemas.microsoft.com/office/drawing/2014/main" id="{0F85CF28-062A-446F-9061-EC92A03099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79176" y="1906226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6" name="Line 99">
              <a:extLst>
                <a:ext uri="{FF2B5EF4-FFF2-40B4-BE49-F238E27FC236}">
                  <a16:creationId xmlns:a16="http://schemas.microsoft.com/office/drawing/2014/main" id="{FF2DB7CD-528C-40C6-906E-08D754AAE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7832" y="3413327"/>
              <a:ext cx="320280" cy="0"/>
            </a:xfrm>
            <a:prstGeom prst="line">
              <a:avLst/>
            </a:prstGeom>
            <a:noFill/>
            <a:ln w="12700">
              <a:solidFill>
                <a:schemeClr val="tx1">
                  <a:lumMod val="50000"/>
                  <a:lumOff val="50000"/>
                </a:schemeClr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7" name="Line 15">
              <a:extLst>
                <a:ext uri="{FF2B5EF4-FFF2-40B4-BE49-F238E27FC236}">
                  <a16:creationId xmlns:a16="http://schemas.microsoft.com/office/drawing/2014/main" id="{A62919AD-43F0-4AF7-A467-3519553F4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18801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8" name="Line 15">
              <a:extLst>
                <a:ext uri="{FF2B5EF4-FFF2-40B4-BE49-F238E27FC236}">
                  <a16:creationId xmlns:a16="http://schemas.microsoft.com/office/drawing/2014/main" id="{822EBD72-CA39-4278-AF0E-E8E21DCCB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159290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19" name="Line 15">
              <a:extLst>
                <a:ext uri="{FF2B5EF4-FFF2-40B4-BE49-F238E27FC236}">
                  <a16:creationId xmlns:a16="http://schemas.microsoft.com/office/drawing/2014/main" id="{33B5564A-C2B6-43DD-BAC2-C058C89FB9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03967" y="2153056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0" name="Line 15">
              <a:extLst>
                <a:ext uri="{FF2B5EF4-FFF2-40B4-BE49-F238E27FC236}">
                  <a16:creationId xmlns:a16="http://schemas.microsoft.com/office/drawing/2014/main" id="{7E02F380-FF65-490D-8FF8-D440FA4831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190360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1" name="Line 15">
              <a:extLst>
                <a:ext uri="{FF2B5EF4-FFF2-40B4-BE49-F238E27FC236}">
                  <a16:creationId xmlns:a16="http://schemas.microsoft.com/office/drawing/2014/main" id="{104A9E39-3B0A-4A05-B09F-D717E602BD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93874" y="2414993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2" name="Line 15">
              <a:extLst>
                <a:ext uri="{FF2B5EF4-FFF2-40B4-BE49-F238E27FC236}">
                  <a16:creationId xmlns:a16="http://schemas.microsoft.com/office/drawing/2014/main" id="{A3D72533-9CAD-4FE6-B96F-3F61D807B4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0441" y="2410504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3" name="Line 15">
              <a:extLst>
                <a:ext uri="{FF2B5EF4-FFF2-40B4-BE49-F238E27FC236}">
                  <a16:creationId xmlns:a16="http://schemas.microsoft.com/office/drawing/2014/main" id="{F8BA1164-9272-4D83-B6F7-FC76832ADE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8157" y="3171598"/>
              <a:ext cx="0" cy="26092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050" b="1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24" name="组合 223">
              <a:extLst>
                <a:ext uri="{FF2B5EF4-FFF2-40B4-BE49-F238E27FC236}">
                  <a16:creationId xmlns:a16="http://schemas.microsoft.com/office/drawing/2014/main" id="{9723BA8A-6DF7-4FA4-913D-3F54761892C9}"/>
                </a:ext>
              </a:extLst>
            </p:cNvPr>
            <p:cNvGrpSpPr/>
            <p:nvPr/>
          </p:nvGrpSpPr>
          <p:grpSpPr>
            <a:xfrm>
              <a:off x="2149674" y="1919559"/>
              <a:ext cx="4459415" cy="1500658"/>
              <a:chOff x="2149674" y="1919559"/>
              <a:chExt cx="4459415" cy="1500658"/>
            </a:xfrm>
            <a:effectLst>
              <a:glow rad="63500">
                <a:schemeClr val="tx1">
                  <a:lumMod val="95000"/>
                  <a:lumOff val="5000"/>
                  <a:alpha val="40000"/>
                </a:scheme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</p:grpSpPr>
          <p:sp>
            <p:nvSpPr>
              <p:cNvPr id="227" name="Rectangle 16">
                <a:extLst>
                  <a:ext uri="{FF2B5EF4-FFF2-40B4-BE49-F238E27FC236}">
                    <a16:creationId xmlns:a16="http://schemas.microsoft.com/office/drawing/2014/main" id="{BE33C203-05DE-429E-AC02-7BC2CC2BD3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75005" y="1919559"/>
                <a:ext cx="1185422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数据报长度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(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字节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)</a:t>
                </a:r>
                <a:endParaRPr kumimoji="1" lang="zh-CN" altLang="en-US" sz="1050" b="1" dirty="0">
                  <a:solidFill>
                    <a:srgbClr val="FFFF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8" name="Rectangle 18">
                <a:extLst>
                  <a:ext uri="{FF2B5EF4-FFF2-40B4-BE49-F238E27FC236}">
                    <a16:creationId xmlns:a16="http://schemas.microsoft.com/office/drawing/2014/main" id="{379C97BF-5A89-4538-B825-694DB29B4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1891" y="2438983"/>
                <a:ext cx="810319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首部检验和</a:t>
                </a:r>
              </a:p>
            </p:txBody>
          </p:sp>
          <p:sp>
            <p:nvSpPr>
              <p:cNvPr id="229" name="Rectangle 19">
                <a:extLst>
                  <a:ext uri="{FF2B5EF4-FFF2-40B4-BE49-F238E27FC236}">
                    <a16:creationId xmlns:a16="http://schemas.microsoft.com/office/drawing/2014/main" id="{04B0C2F1-96C3-418B-B7A4-3277BAD371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12043" y="3185291"/>
                <a:ext cx="1931421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选项字段（如果有的话）</a:t>
                </a:r>
              </a:p>
            </p:txBody>
          </p:sp>
          <p:sp>
            <p:nvSpPr>
              <p:cNvPr id="230" name="Rectangle 20">
                <a:extLst>
                  <a:ext uri="{FF2B5EF4-FFF2-40B4-BE49-F238E27FC236}">
                    <a16:creationId xmlns:a16="http://schemas.microsoft.com/office/drawing/2014/main" id="{3E602ADD-B3C9-4025-8243-B6F9DDF0CB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8892" y="1919559"/>
                <a:ext cx="71920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服务类型</a:t>
                </a:r>
              </a:p>
            </p:txBody>
          </p:sp>
          <p:sp>
            <p:nvSpPr>
              <p:cNvPr id="231" name="Rectangle 21">
                <a:extLst>
                  <a:ext uri="{FF2B5EF4-FFF2-40B4-BE49-F238E27FC236}">
                    <a16:creationId xmlns:a16="http://schemas.microsoft.com/office/drawing/2014/main" id="{F9381401-FCA2-4471-9A8C-DDB3265F49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3490" y="2172088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标志</a:t>
                </a:r>
              </a:p>
            </p:txBody>
          </p:sp>
          <p:sp>
            <p:nvSpPr>
              <p:cNvPr id="232" name="Rectangle 25">
                <a:extLst>
                  <a:ext uri="{FF2B5EF4-FFF2-40B4-BE49-F238E27FC236}">
                    <a16:creationId xmlns:a16="http://schemas.microsoft.com/office/drawing/2014/main" id="{676533E0-E91D-4F33-88C9-5E52385F86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31010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生存次数</a:t>
                </a:r>
              </a:p>
            </p:txBody>
          </p:sp>
          <p:sp>
            <p:nvSpPr>
              <p:cNvPr id="233" name="Rectangle 21">
                <a:extLst>
                  <a:ext uri="{FF2B5EF4-FFF2-40B4-BE49-F238E27FC236}">
                    <a16:creationId xmlns:a16="http://schemas.microsoft.com/office/drawing/2014/main" id="{5A3266C7-C41E-4AF5-AF6B-324121AE82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1436" y="2171760"/>
                <a:ext cx="8086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16bit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标识</a:t>
                </a:r>
              </a:p>
            </p:txBody>
          </p:sp>
          <p:sp>
            <p:nvSpPr>
              <p:cNvPr id="234" name="Rectangle 25">
                <a:extLst>
                  <a:ext uri="{FF2B5EF4-FFF2-40B4-BE49-F238E27FC236}">
                    <a16:creationId xmlns:a16="http://schemas.microsoft.com/office/drawing/2014/main" id="{D019DAE6-3D10-408A-B006-14DD25FAB1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5149" y="2431740"/>
                <a:ext cx="884017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上层协议</a:t>
                </a:r>
              </a:p>
            </p:txBody>
          </p:sp>
          <p:sp>
            <p:nvSpPr>
              <p:cNvPr id="235" name="Rectangle 18">
                <a:extLst>
                  <a:ext uri="{FF2B5EF4-FFF2-40B4-BE49-F238E27FC236}">
                    <a16:creationId xmlns:a16="http://schemas.microsoft.com/office/drawing/2014/main" id="{323581DF-F3F1-4082-8079-5F2433A68D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7525" y="2693751"/>
                <a:ext cx="113252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源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6" name="Rectangle 18">
                <a:extLst>
                  <a:ext uri="{FF2B5EF4-FFF2-40B4-BE49-F238E27FC236}">
                    <a16:creationId xmlns:a16="http://schemas.microsoft.com/office/drawing/2014/main" id="{A8EBFA05-C0EE-4C21-9E92-5D3C024FAD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45067" y="2943502"/>
                <a:ext cx="1267175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32bits 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目的</a:t>
                </a:r>
                <a:r>
                  <a:rPr kumimoji="1" lang="en-US" altLang="zh-CN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IP</a:t>
                </a:r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地址</a:t>
                </a:r>
              </a:p>
            </p:txBody>
          </p:sp>
          <p:sp>
            <p:nvSpPr>
              <p:cNvPr id="237" name="Rectangle 20">
                <a:extLst>
                  <a:ext uri="{FF2B5EF4-FFF2-40B4-BE49-F238E27FC236}">
                    <a16:creationId xmlns:a16="http://schemas.microsoft.com/office/drawing/2014/main" id="{FEDDCED8-66DE-43DE-8F79-59BD5E2E05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9674" y="1926029"/>
                <a:ext cx="577108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版本</a:t>
                </a:r>
              </a:p>
            </p:txBody>
          </p:sp>
          <p:sp>
            <p:nvSpPr>
              <p:cNvPr id="238" name="Rectangle 20">
                <a:extLst>
                  <a:ext uri="{FF2B5EF4-FFF2-40B4-BE49-F238E27FC236}">
                    <a16:creationId xmlns:a16="http://schemas.microsoft.com/office/drawing/2014/main" id="{D36AD584-6356-4FFD-BEBA-BBE82CA6D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2444" y="1926029"/>
                <a:ext cx="710363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首部长度</a:t>
                </a:r>
              </a:p>
            </p:txBody>
          </p:sp>
          <p:sp>
            <p:nvSpPr>
              <p:cNvPr id="239" name="Rectangle 21">
                <a:extLst>
                  <a:ext uri="{FF2B5EF4-FFF2-40B4-BE49-F238E27FC236}">
                    <a16:creationId xmlns:a16="http://schemas.microsoft.com/office/drawing/2014/main" id="{68F87114-E940-4EA2-BCF9-0B43F59A94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074219" y="3191307"/>
                <a:ext cx="534870" cy="228910"/>
              </a:xfrm>
              <a:prstGeom prst="rect">
                <a:avLst/>
              </a:prstGeom>
              <a:noFill/>
              <a:ln>
                <a:noFill/>
              </a:ln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zh-CN" altLang="en-US" sz="1050" b="1" dirty="0">
                    <a:solidFill>
                      <a:srgbClr val="FFFF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填  充</a:t>
                </a:r>
              </a:p>
            </p:txBody>
          </p:sp>
          <p:sp>
            <p:nvSpPr>
              <p:cNvPr id="240" name="Rectangle 21">
                <a:extLst>
                  <a:ext uri="{FF2B5EF4-FFF2-40B4-BE49-F238E27FC236}">
                    <a16:creationId xmlns:a16="http://schemas.microsoft.com/office/drawing/2014/main" id="{A215A736-10BD-4EF0-BBCC-577465110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0037" y="2171760"/>
                <a:ext cx="1174174" cy="228910"/>
              </a:xfrm>
              <a:prstGeom prst="rect">
                <a:avLst/>
              </a:prstGeom>
              <a:noFill/>
              <a:ln>
                <a:noFill/>
              </a:ln>
              <a:effectLst/>
              <a:sp3d>
                <a:bevelT w="139700" h="139700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67866" tIns="33338" rIns="67866" bIns="33338">
                <a:spAutoFit/>
              </a:bodyPr>
              <a:lstStyle>
                <a:lvl1pPr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571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7145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286000" defTabSz="7620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7432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32004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6576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4114800" defTabSz="7620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r>
                  <a:rPr kumimoji="1" lang="en-US" altLang="zh-CN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13bit </a:t>
                </a:r>
                <a:r>
                  <a:rPr kumimoji="1" lang="zh-CN" altLang="en-US" sz="1050" b="1" dirty="0">
                    <a:solidFill>
                      <a:srgbClr val="C0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片偏移</a:t>
                </a:r>
              </a:p>
            </p:txBody>
          </p:sp>
        </p:grpSp>
        <p:sp>
          <p:nvSpPr>
            <p:cNvPr id="225" name="Rectangle 89">
              <a:extLst>
                <a:ext uri="{FF2B5EF4-FFF2-40B4-BE49-F238E27FC236}">
                  <a16:creationId xmlns:a16="http://schemas.microsoft.com/office/drawing/2014/main" id="{454CED10-E42A-40A2-82D7-FA6DDCC715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0790" y="3876470"/>
              <a:ext cx="941366" cy="251993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 w="25400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>
                <a:spcBef>
                  <a:spcPts val="600"/>
                </a:spcBef>
              </a:pPr>
              <a:endParaRPr kumimoji="1" lang="zh-CN" altLang="en-US" sz="1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26" name="Rectangle 21">
              <a:extLst>
                <a:ext uri="{FF2B5EF4-FFF2-40B4-BE49-F238E27FC236}">
                  <a16:creationId xmlns:a16="http://schemas.microsoft.com/office/drawing/2014/main" id="{BA00A36F-57F7-45EB-8B14-CC10DDDDE7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3372" y="3890676"/>
              <a:ext cx="854152" cy="228910"/>
            </a:xfrm>
            <a:prstGeom prst="rect">
              <a:avLst/>
            </a:prstGeom>
            <a:noFill/>
            <a:ln>
              <a:noFill/>
            </a:ln>
            <a:effectLst>
              <a:glow rad="101600">
                <a:srgbClr val="FFFFCC">
                  <a:alpha val="60000"/>
                </a:srgbClr>
              </a:glow>
            </a:effectLst>
            <a:scene3d>
              <a:camera prst="orthographicFront">
                <a:rot lat="0" lon="0" rev="0"/>
              </a:camera>
              <a:lightRig rig="contrasting" dir="t">
                <a:rot lat="0" lon="0" rev="7800000"/>
              </a:lightRig>
            </a:scene3d>
            <a:sp3d>
              <a:bevelT w="139700" h="139700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67866" tIns="33338" rIns="67866" bIns="33338">
              <a:spAutoFit/>
            </a:bodyPr>
            <a:lstStyle>
              <a:lvl1pPr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571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7145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286000" defTabSz="7620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7432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32004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6576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4114800" defTabSz="7620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kumimoji="1" lang="en-US" altLang="zh-CN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 </a:t>
              </a:r>
              <a:r>
                <a:rPr kumimoji="1" lang="zh-CN" altLang="en-US" sz="1050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首部</a:t>
              </a:r>
            </a:p>
          </p:txBody>
        </p:sp>
      </p:grpSp>
      <p:sp>
        <p:nvSpPr>
          <p:cNvPr id="84" name="灯片编号占位符 2">
            <a:extLst>
              <a:ext uri="{FF2B5EF4-FFF2-40B4-BE49-F238E27FC236}">
                <a16:creationId xmlns:a16="http://schemas.microsoft.com/office/drawing/2014/main" id="{AEA72E5E-AB1B-4F62-BEEE-00D3FDDB18C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21</a:t>
            </a:fld>
            <a:endParaRPr lang="en-US" altLang="zh-CN" dirty="0"/>
          </a:p>
        </p:txBody>
      </p:sp>
      <p:sp>
        <p:nvSpPr>
          <p:cNvPr id="85" name="AutoShape 5">
            <a:extLst>
              <a:ext uri="{FF2B5EF4-FFF2-40B4-BE49-F238E27FC236}">
                <a16:creationId xmlns:a16="http://schemas.microsoft.com/office/drawing/2014/main" id="{0AA0C626-AC46-4419-B565-17E8A1A942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7727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 tmFilter="0, 0; .2, .5; .8, .5; 1, 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7" dur="250" autoRev="1" fill="hold"/>
                                        <p:tgtEl>
                                          <p:spTgt spid="8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" grpId="0"/>
      <p:bldP spid="85" grpId="0" animBg="1"/>
      <p:bldP spid="85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828091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>
                <a:effectLst/>
              </a:rPr>
              <a:t>4.3.2 IP</a:t>
            </a:r>
            <a:r>
              <a:rPr lang="zh-CN" altLang="en-US">
                <a:effectLst/>
              </a:rPr>
              <a:t>数据报的分片和组装</a:t>
            </a:r>
            <a:endParaRPr lang="en-US" altLang="zh-CN" dirty="0">
              <a:effectLst/>
            </a:endParaRPr>
          </a:p>
        </p:txBody>
      </p:sp>
      <p:sp>
        <p:nvSpPr>
          <p:cNvPr id="242" name="Rectangle 5"/>
          <p:cNvSpPr>
            <a:spLocks noChangeArrowheads="1"/>
          </p:cNvSpPr>
          <p:nvPr/>
        </p:nvSpPr>
        <p:spPr bwMode="auto">
          <a:xfrm>
            <a:off x="4114800" y="1391955"/>
            <a:ext cx="3985592" cy="40719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Rectangle 6"/>
          <p:cNvSpPr>
            <a:spLocks noChangeArrowheads="1"/>
          </p:cNvSpPr>
          <p:nvPr/>
        </p:nvSpPr>
        <p:spPr bwMode="auto">
          <a:xfrm>
            <a:off x="4064794" y="1427674"/>
            <a:ext cx="3985592" cy="4071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Text Box 7"/>
          <p:cNvSpPr txBox="1">
            <a:spLocks noChangeArrowheads="1"/>
          </p:cNvSpPr>
          <p:nvPr/>
        </p:nvSpPr>
        <p:spPr bwMode="auto">
          <a:xfrm>
            <a:off x="4931569" y="1383621"/>
            <a:ext cx="37742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=x</a:t>
            </a:r>
          </a:p>
        </p:txBody>
      </p:sp>
      <p:sp>
        <p:nvSpPr>
          <p:cNvPr id="245" name="Text Box 8"/>
          <p:cNvSpPr txBox="1">
            <a:spLocks noChangeArrowheads="1"/>
          </p:cNvSpPr>
          <p:nvPr/>
        </p:nvSpPr>
        <p:spPr bwMode="auto">
          <a:xfrm>
            <a:off x="5999560" y="1397909"/>
            <a:ext cx="60007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</a:p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</p:txBody>
      </p:sp>
      <p:sp>
        <p:nvSpPr>
          <p:cNvPr id="246" name="Text Box 9"/>
          <p:cNvSpPr txBox="1">
            <a:spLocks noChangeArrowheads="1"/>
          </p:cNvSpPr>
          <p:nvPr/>
        </p:nvSpPr>
        <p:spPr bwMode="auto">
          <a:xfrm>
            <a:off x="5244704" y="1397909"/>
            <a:ext cx="75723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fragflag</a:t>
            </a:r>
          </a:p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</p:txBody>
      </p:sp>
      <p:sp>
        <p:nvSpPr>
          <p:cNvPr id="247" name="Text Box 10"/>
          <p:cNvSpPr txBox="1">
            <a:spLocks noChangeArrowheads="1"/>
          </p:cNvSpPr>
          <p:nvPr/>
        </p:nvSpPr>
        <p:spPr bwMode="auto">
          <a:xfrm>
            <a:off x="4331494" y="1383621"/>
            <a:ext cx="65722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length</a:t>
            </a:r>
          </a:p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=4000</a:t>
            </a:r>
          </a:p>
        </p:txBody>
      </p:sp>
      <p:sp>
        <p:nvSpPr>
          <p:cNvPr id="248" name="Line 11"/>
          <p:cNvSpPr>
            <a:spLocks noChangeShapeType="1"/>
          </p:cNvSpPr>
          <p:nvPr/>
        </p:nvSpPr>
        <p:spPr bwMode="auto">
          <a:xfrm>
            <a:off x="4350544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Line 12"/>
          <p:cNvSpPr>
            <a:spLocks noChangeShapeType="1"/>
          </p:cNvSpPr>
          <p:nvPr/>
        </p:nvSpPr>
        <p:spPr bwMode="auto">
          <a:xfrm>
            <a:off x="4950619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Line 13"/>
          <p:cNvSpPr>
            <a:spLocks noChangeShapeType="1"/>
          </p:cNvSpPr>
          <p:nvPr/>
        </p:nvSpPr>
        <p:spPr bwMode="auto">
          <a:xfrm>
            <a:off x="5272088" y="1441962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Line 14"/>
          <p:cNvSpPr>
            <a:spLocks noChangeShapeType="1"/>
          </p:cNvSpPr>
          <p:nvPr/>
        </p:nvSpPr>
        <p:spPr bwMode="auto">
          <a:xfrm>
            <a:off x="6007894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Line 15"/>
          <p:cNvSpPr>
            <a:spLocks noChangeShapeType="1"/>
          </p:cNvSpPr>
          <p:nvPr/>
        </p:nvSpPr>
        <p:spPr bwMode="auto">
          <a:xfrm>
            <a:off x="6572251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Rectangle 16"/>
          <p:cNvSpPr>
            <a:spLocks noChangeArrowheads="1"/>
          </p:cNvSpPr>
          <p:nvPr/>
        </p:nvSpPr>
        <p:spPr bwMode="auto">
          <a:xfrm>
            <a:off x="6715126" y="1391955"/>
            <a:ext cx="164306" cy="450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8" name="Rectangle 60"/>
          <p:cNvSpPr>
            <a:spLocks noChangeArrowheads="1"/>
          </p:cNvSpPr>
          <p:nvPr/>
        </p:nvSpPr>
        <p:spPr bwMode="auto">
          <a:xfrm>
            <a:off x="835114" y="1358906"/>
            <a:ext cx="2827736" cy="108475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4000 bytes datagram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3980 bytes payload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MTU = 1500 bytes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BDC9D10-A0B6-450E-8708-0A4C1703F792}"/>
              </a:ext>
            </a:extLst>
          </p:cNvPr>
          <p:cNvSpPr/>
          <p:nvPr/>
        </p:nvSpPr>
        <p:spPr>
          <a:xfrm>
            <a:off x="6732240" y="1493333"/>
            <a:ext cx="1151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pl==(3980)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82" name="灯片编号占位符 2">
            <a:extLst>
              <a:ext uri="{FF2B5EF4-FFF2-40B4-BE49-F238E27FC236}">
                <a16:creationId xmlns:a16="http://schemas.microsoft.com/office/drawing/2014/main" id="{E3F01D5F-17BE-4297-9613-94DE5D5919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22</a:t>
            </a:fld>
            <a:endParaRPr lang="en-US" altLang="zh-CN" dirty="0"/>
          </a:p>
        </p:txBody>
      </p:sp>
      <p:sp>
        <p:nvSpPr>
          <p:cNvPr id="83" name="AutoShape 5">
            <a:extLst>
              <a:ext uri="{FF2B5EF4-FFF2-40B4-BE49-F238E27FC236}">
                <a16:creationId xmlns:a16="http://schemas.microsoft.com/office/drawing/2014/main" id="{438BF62A-6F6D-4940-8372-358DE1727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8280919" cy="377968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>
                <a:effectLst/>
              </a:rPr>
              <a:t>4.3.2 IP</a:t>
            </a:r>
            <a:r>
              <a:rPr lang="zh-CN" altLang="en-US">
                <a:effectLst/>
              </a:rPr>
              <a:t>数据报的分片和组装</a:t>
            </a:r>
            <a:endParaRPr lang="en-US" altLang="zh-CN" dirty="0">
              <a:effectLst/>
            </a:endParaRPr>
          </a:p>
        </p:txBody>
      </p:sp>
      <p:sp>
        <p:nvSpPr>
          <p:cNvPr id="242" name="Rectangle 5"/>
          <p:cNvSpPr>
            <a:spLocks noChangeArrowheads="1"/>
          </p:cNvSpPr>
          <p:nvPr/>
        </p:nvSpPr>
        <p:spPr bwMode="auto">
          <a:xfrm>
            <a:off x="4114800" y="1391955"/>
            <a:ext cx="3985592" cy="407195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3" name="Rectangle 6"/>
          <p:cNvSpPr>
            <a:spLocks noChangeArrowheads="1"/>
          </p:cNvSpPr>
          <p:nvPr/>
        </p:nvSpPr>
        <p:spPr bwMode="auto">
          <a:xfrm>
            <a:off x="4064794" y="1427674"/>
            <a:ext cx="3985592" cy="40719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miter lim="800000"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4" name="Text Box 7"/>
          <p:cNvSpPr txBox="1">
            <a:spLocks noChangeArrowheads="1"/>
          </p:cNvSpPr>
          <p:nvPr/>
        </p:nvSpPr>
        <p:spPr bwMode="auto">
          <a:xfrm>
            <a:off x="4931569" y="1383621"/>
            <a:ext cx="37742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ID</a:t>
            </a:r>
          </a:p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=x</a:t>
            </a:r>
          </a:p>
        </p:txBody>
      </p:sp>
      <p:sp>
        <p:nvSpPr>
          <p:cNvPr id="245" name="Text Box 8"/>
          <p:cNvSpPr txBox="1">
            <a:spLocks noChangeArrowheads="1"/>
          </p:cNvSpPr>
          <p:nvPr/>
        </p:nvSpPr>
        <p:spPr bwMode="auto">
          <a:xfrm>
            <a:off x="5999560" y="1397909"/>
            <a:ext cx="60007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offset</a:t>
            </a:r>
          </a:p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</p:txBody>
      </p:sp>
      <p:sp>
        <p:nvSpPr>
          <p:cNvPr id="246" name="Text Box 9"/>
          <p:cNvSpPr txBox="1">
            <a:spLocks noChangeArrowheads="1"/>
          </p:cNvSpPr>
          <p:nvPr/>
        </p:nvSpPr>
        <p:spPr bwMode="auto">
          <a:xfrm>
            <a:off x="5244704" y="1397909"/>
            <a:ext cx="757238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fragflag</a:t>
            </a:r>
          </a:p>
          <a:p>
            <a:pPr algn="ctr"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=0</a:t>
            </a:r>
          </a:p>
        </p:txBody>
      </p:sp>
      <p:sp>
        <p:nvSpPr>
          <p:cNvPr id="247" name="Text Box 10"/>
          <p:cNvSpPr txBox="1">
            <a:spLocks noChangeArrowheads="1"/>
          </p:cNvSpPr>
          <p:nvPr/>
        </p:nvSpPr>
        <p:spPr bwMode="auto">
          <a:xfrm>
            <a:off x="4331494" y="1383621"/>
            <a:ext cx="657225" cy="4619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length</a:t>
            </a:r>
          </a:p>
          <a:p>
            <a:pPr>
              <a:defRPr/>
            </a:pPr>
            <a:r>
              <a:rPr lang="en-US" sz="1200">
                <a:latin typeface="微软雅黑" panose="020B0503020204020204" pitchFamily="34" charset="-122"/>
                <a:ea typeface="微软雅黑" panose="020B0503020204020204" pitchFamily="34" charset="-122"/>
              </a:rPr>
              <a:t>=4000</a:t>
            </a:r>
          </a:p>
        </p:txBody>
      </p:sp>
      <p:sp>
        <p:nvSpPr>
          <p:cNvPr id="248" name="Line 11"/>
          <p:cNvSpPr>
            <a:spLocks noChangeShapeType="1"/>
          </p:cNvSpPr>
          <p:nvPr/>
        </p:nvSpPr>
        <p:spPr bwMode="auto">
          <a:xfrm>
            <a:off x="4350544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9" name="Line 12"/>
          <p:cNvSpPr>
            <a:spLocks noChangeShapeType="1"/>
          </p:cNvSpPr>
          <p:nvPr/>
        </p:nvSpPr>
        <p:spPr bwMode="auto">
          <a:xfrm>
            <a:off x="4950619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0" name="Line 13"/>
          <p:cNvSpPr>
            <a:spLocks noChangeShapeType="1"/>
          </p:cNvSpPr>
          <p:nvPr/>
        </p:nvSpPr>
        <p:spPr bwMode="auto">
          <a:xfrm>
            <a:off x="5272088" y="1441962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1" name="Line 14"/>
          <p:cNvSpPr>
            <a:spLocks noChangeShapeType="1"/>
          </p:cNvSpPr>
          <p:nvPr/>
        </p:nvSpPr>
        <p:spPr bwMode="auto">
          <a:xfrm>
            <a:off x="6007894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2" name="Line 15"/>
          <p:cNvSpPr>
            <a:spLocks noChangeShapeType="1"/>
          </p:cNvSpPr>
          <p:nvPr/>
        </p:nvSpPr>
        <p:spPr bwMode="auto">
          <a:xfrm>
            <a:off x="6572251" y="1427674"/>
            <a:ext cx="0" cy="40719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3" name="Rectangle 16"/>
          <p:cNvSpPr>
            <a:spLocks noChangeArrowheads="1"/>
          </p:cNvSpPr>
          <p:nvPr/>
        </p:nvSpPr>
        <p:spPr bwMode="auto">
          <a:xfrm>
            <a:off x="6715126" y="1391955"/>
            <a:ext cx="164306" cy="45005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endParaRPr lang="zh-CN" altLang="zh-CN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55" name="Group 17"/>
          <p:cNvGrpSpPr/>
          <p:nvPr/>
        </p:nvGrpSpPr>
        <p:grpSpPr bwMode="auto">
          <a:xfrm>
            <a:off x="4479132" y="2698068"/>
            <a:ext cx="3186113" cy="476250"/>
            <a:chOff x="3006" y="1205"/>
            <a:chExt cx="2676" cy="400"/>
          </a:xfrm>
        </p:grpSpPr>
        <p:sp>
          <p:nvSpPr>
            <p:cNvPr id="286" name="Rectangle 18"/>
            <p:cNvSpPr>
              <a:spLocks noChangeArrowheads="1"/>
            </p:cNvSpPr>
            <p:nvPr/>
          </p:nvSpPr>
          <p:spPr bwMode="auto">
            <a:xfrm>
              <a:off x="3048" y="1212"/>
              <a:ext cx="2634" cy="34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7" name="Rectangle 19"/>
            <p:cNvSpPr>
              <a:spLocks noChangeArrowheads="1"/>
            </p:cNvSpPr>
            <p:nvPr/>
          </p:nvSpPr>
          <p:spPr bwMode="auto">
            <a:xfrm>
              <a:off x="3006" y="1242"/>
              <a:ext cx="2634" cy="3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8" name="Text Box 20"/>
            <p:cNvSpPr txBox="1">
              <a:spLocks noChangeArrowheads="1"/>
            </p:cNvSpPr>
            <p:nvPr/>
          </p:nvSpPr>
          <p:spPr bwMode="auto">
            <a:xfrm>
              <a:off x="3734" y="1205"/>
              <a:ext cx="317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</a:p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=x</a:t>
              </a:r>
            </a:p>
          </p:txBody>
        </p:sp>
        <p:sp>
          <p:nvSpPr>
            <p:cNvPr id="289" name="Text Box 21"/>
            <p:cNvSpPr txBox="1">
              <a:spLocks noChangeArrowheads="1"/>
            </p:cNvSpPr>
            <p:nvPr/>
          </p:nvSpPr>
          <p:spPr bwMode="auto">
            <a:xfrm>
              <a:off x="4631" y="1217"/>
              <a:ext cx="504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offset</a:t>
              </a:r>
            </a:p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=0</a:t>
              </a:r>
            </a:p>
          </p:txBody>
        </p:sp>
        <p:sp>
          <p:nvSpPr>
            <p:cNvPr id="290" name="Text Box 22"/>
            <p:cNvSpPr txBox="1">
              <a:spLocks noChangeArrowheads="1"/>
            </p:cNvSpPr>
            <p:nvPr/>
          </p:nvSpPr>
          <p:spPr bwMode="auto">
            <a:xfrm>
              <a:off x="3997" y="1217"/>
              <a:ext cx="636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fragflag</a:t>
              </a:r>
            </a:p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=1</a:t>
              </a:r>
            </a:p>
          </p:txBody>
        </p:sp>
        <p:sp>
          <p:nvSpPr>
            <p:cNvPr id="291" name="Text Box 23"/>
            <p:cNvSpPr txBox="1">
              <a:spLocks noChangeArrowheads="1"/>
            </p:cNvSpPr>
            <p:nvPr/>
          </p:nvSpPr>
          <p:spPr bwMode="auto">
            <a:xfrm>
              <a:off x="3230" y="1205"/>
              <a:ext cx="552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length</a:t>
              </a:r>
            </a:p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=1500</a:t>
              </a:r>
            </a:p>
          </p:txBody>
        </p:sp>
        <p:sp>
          <p:nvSpPr>
            <p:cNvPr id="292" name="Line 24"/>
            <p:cNvSpPr>
              <a:spLocks noChangeShapeType="1"/>
            </p:cNvSpPr>
            <p:nvPr/>
          </p:nvSpPr>
          <p:spPr bwMode="auto">
            <a:xfrm>
              <a:off x="3246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3" name="Line 25"/>
            <p:cNvSpPr>
              <a:spLocks noChangeShapeType="1"/>
            </p:cNvSpPr>
            <p:nvPr/>
          </p:nvSpPr>
          <p:spPr bwMode="auto">
            <a:xfrm>
              <a:off x="3750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4" name="Line 26"/>
            <p:cNvSpPr>
              <a:spLocks noChangeShapeType="1"/>
            </p:cNvSpPr>
            <p:nvPr/>
          </p:nvSpPr>
          <p:spPr bwMode="auto">
            <a:xfrm>
              <a:off x="4020" y="1254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5" name="Line 27"/>
            <p:cNvSpPr>
              <a:spLocks noChangeShapeType="1"/>
            </p:cNvSpPr>
            <p:nvPr/>
          </p:nvSpPr>
          <p:spPr bwMode="auto">
            <a:xfrm>
              <a:off x="4638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6" name="Line 28"/>
            <p:cNvSpPr>
              <a:spLocks noChangeShapeType="1"/>
            </p:cNvSpPr>
            <p:nvPr/>
          </p:nvSpPr>
          <p:spPr bwMode="auto">
            <a:xfrm>
              <a:off x="5112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7" name="Rectangle 29"/>
            <p:cNvSpPr>
              <a:spLocks noChangeArrowheads="1"/>
            </p:cNvSpPr>
            <p:nvPr/>
          </p:nvSpPr>
          <p:spPr bwMode="auto">
            <a:xfrm>
              <a:off x="5232" y="1212"/>
              <a:ext cx="138" cy="3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6" name="Group 30"/>
          <p:cNvGrpSpPr/>
          <p:nvPr/>
        </p:nvGrpSpPr>
        <p:grpSpPr bwMode="auto">
          <a:xfrm>
            <a:off x="4479132" y="3298144"/>
            <a:ext cx="3186113" cy="476250"/>
            <a:chOff x="3006" y="1205"/>
            <a:chExt cx="2676" cy="400"/>
          </a:xfrm>
        </p:grpSpPr>
        <p:sp>
          <p:nvSpPr>
            <p:cNvPr id="274" name="Rectangle 31"/>
            <p:cNvSpPr>
              <a:spLocks noChangeArrowheads="1"/>
            </p:cNvSpPr>
            <p:nvPr/>
          </p:nvSpPr>
          <p:spPr bwMode="auto">
            <a:xfrm>
              <a:off x="3048" y="1212"/>
              <a:ext cx="2634" cy="34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5" name="Rectangle 32"/>
            <p:cNvSpPr>
              <a:spLocks noChangeArrowheads="1"/>
            </p:cNvSpPr>
            <p:nvPr/>
          </p:nvSpPr>
          <p:spPr bwMode="auto">
            <a:xfrm>
              <a:off x="3006" y="1242"/>
              <a:ext cx="2634" cy="3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6" name="Text Box 33"/>
            <p:cNvSpPr txBox="1">
              <a:spLocks noChangeArrowheads="1"/>
            </p:cNvSpPr>
            <p:nvPr/>
          </p:nvSpPr>
          <p:spPr bwMode="auto">
            <a:xfrm>
              <a:off x="3734" y="1205"/>
              <a:ext cx="317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</a:p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=x</a:t>
              </a:r>
            </a:p>
          </p:txBody>
        </p:sp>
        <p:sp>
          <p:nvSpPr>
            <p:cNvPr id="277" name="Text Box 34"/>
            <p:cNvSpPr txBox="1">
              <a:spLocks noChangeArrowheads="1"/>
            </p:cNvSpPr>
            <p:nvPr/>
          </p:nvSpPr>
          <p:spPr bwMode="auto">
            <a:xfrm>
              <a:off x="4631" y="1217"/>
              <a:ext cx="504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offset</a:t>
              </a:r>
            </a:p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=185</a:t>
              </a:r>
            </a:p>
          </p:txBody>
        </p:sp>
        <p:sp>
          <p:nvSpPr>
            <p:cNvPr id="278" name="Text Box 35"/>
            <p:cNvSpPr txBox="1">
              <a:spLocks noChangeArrowheads="1"/>
            </p:cNvSpPr>
            <p:nvPr/>
          </p:nvSpPr>
          <p:spPr bwMode="auto">
            <a:xfrm>
              <a:off x="3997" y="1217"/>
              <a:ext cx="636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fragflag</a:t>
              </a:r>
            </a:p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=1</a:t>
              </a:r>
            </a:p>
          </p:txBody>
        </p:sp>
        <p:sp>
          <p:nvSpPr>
            <p:cNvPr id="279" name="Text Box 36"/>
            <p:cNvSpPr txBox="1">
              <a:spLocks noChangeArrowheads="1"/>
            </p:cNvSpPr>
            <p:nvPr/>
          </p:nvSpPr>
          <p:spPr bwMode="auto">
            <a:xfrm>
              <a:off x="3230" y="1205"/>
              <a:ext cx="552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length</a:t>
              </a:r>
            </a:p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=1500</a:t>
              </a:r>
            </a:p>
          </p:txBody>
        </p:sp>
        <p:sp>
          <p:nvSpPr>
            <p:cNvPr id="280" name="Line 37"/>
            <p:cNvSpPr>
              <a:spLocks noChangeShapeType="1"/>
            </p:cNvSpPr>
            <p:nvPr/>
          </p:nvSpPr>
          <p:spPr bwMode="auto">
            <a:xfrm>
              <a:off x="3246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1" name="Line 38"/>
            <p:cNvSpPr>
              <a:spLocks noChangeShapeType="1"/>
            </p:cNvSpPr>
            <p:nvPr/>
          </p:nvSpPr>
          <p:spPr bwMode="auto">
            <a:xfrm>
              <a:off x="3750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2" name="Line 39"/>
            <p:cNvSpPr>
              <a:spLocks noChangeShapeType="1"/>
            </p:cNvSpPr>
            <p:nvPr/>
          </p:nvSpPr>
          <p:spPr bwMode="auto">
            <a:xfrm>
              <a:off x="4020" y="1254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3" name="Line 40"/>
            <p:cNvSpPr>
              <a:spLocks noChangeShapeType="1"/>
            </p:cNvSpPr>
            <p:nvPr/>
          </p:nvSpPr>
          <p:spPr bwMode="auto">
            <a:xfrm>
              <a:off x="4638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4" name="Line 41"/>
            <p:cNvSpPr>
              <a:spLocks noChangeShapeType="1"/>
            </p:cNvSpPr>
            <p:nvPr/>
          </p:nvSpPr>
          <p:spPr bwMode="auto">
            <a:xfrm>
              <a:off x="5112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85" name="Rectangle 42"/>
            <p:cNvSpPr>
              <a:spLocks noChangeArrowheads="1"/>
            </p:cNvSpPr>
            <p:nvPr/>
          </p:nvSpPr>
          <p:spPr bwMode="auto">
            <a:xfrm>
              <a:off x="5232" y="1212"/>
              <a:ext cx="138" cy="3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57" name="Group 43"/>
          <p:cNvGrpSpPr/>
          <p:nvPr/>
        </p:nvGrpSpPr>
        <p:grpSpPr bwMode="auto">
          <a:xfrm>
            <a:off x="4471988" y="3919650"/>
            <a:ext cx="3186113" cy="476250"/>
            <a:chOff x="3006" y="1205"/>
            <a:chExt cx="2676" cy="400"/>
          </a:xfrm>
        </p:grpSpPr>
        <p:sp>
          <p:nvSpPr>
            <p:cNvPr id="262" name="Rectangle 44"/>
            <p:cNvSpPr>
              <a:spLocks noChangeArrowheads="1"/>
            </p:cNvSpPr>
            <p:nvPr/>
          </p:nvSpPr>
          <p:spPr bwMode="auto">
            <a:xfrm>
              <a:off x="3048" y="1212"/>
              <a:ext cx="2634" cy="342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3" name="Rectangle 45"/>
            <p:cNvSpPr>
              <a:spLocks noChangeArrowheads="1"/>
            </p:cNvSpPr>
            <p:nvPr/>
          </p:nvSpPr>
          <p:spPr bwMode="auto">
            <a:xfrm>
              <a:off x="3006" y="1242"/>
              <a:ext cx="2634" cy="342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4" name="Text Box 46"/>
            <p:cNvSpPr txBox="1">
              <a:spLocks noChangeArrowheads="1"/>
            </p:cNvSpPr>
            <p:nvPr/>
          </p:nvSpPr>
          <p:spPr bwMode="auto">
            <a:xfrm>
              <a:off x="3734" y="1205"/>
              <a:ext cx="317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ID</a:t>
              </a:r>
            </a:p>
            <a:p>
              <a:pPr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=x</a:t>
              </a:r>
            </a:p>
          </p:txBody>
        </p:sp>
        <p:sp>
          <p:nvSpPr>
            <p:cNvPr id="265" name="Text Box 47"/>
            <p:cNvSpPr txBox="1">
              <a:spLocks noChangeArrowheads="1"/>
            </p:cNvSpPr>
            <p:nvPr/>
          </p:nvSpPr>
          <p:spPr bwMode="auto">
            <a:xfrm>
              <a:off x="4631" y="1217"/>
              <a:ext cx="504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offset</a:t>
              </a:r>
            </a:p>
            <a:p>
              <a:pPr algn="ctr">
                <a:defRPr/>
              </a:pPr>
              <a:r>
                <a:rPr lang="en-US" sz="1200">
                  <a:latin typeface="微软雅黑" panose="020B0503020204020204" pitchFamily="34" charset="-122"/>
                  <a:ea typeface="微软雅黑" panose="020B0503020204020204" pitchFamily="34" charset="-122"/>
                </a:rPr>
                <a:t>=370</a:t>
              </a:r>
            </a:p>
          </p:txBody>
        </p:sp>
        <p:sp>
          <p:nvSpPr>
            <p:cNvPr id="266" name="Text Box 48"/>
            <p:cNvSpPr txBox="1">
              <a:spLocks noChangeArrowheads="1"/>
            </p:cNvSpPr>
            <p:nvPr/>
          </p:nvSpPr>
          <p:spPr bwMode="auto">
            <a:xfrm>
              <a:off x="3997" y="1217"/>
              <a:ext cx="636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200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fragflag</a:t>
              </a:r>
              <a:endParaRPr lang="en-US" sz="12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 algn="ctr">
                <a:defRPr/>
              </a:pPr>
              <a:r>
                <a:rPr lang="en-US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=0</a:t>
              </a:r>
            </a:p>
          </p:txBody>
        </p:sp>
        <p:sp>
          <p:nvSpPr>
            <p:cNvPr id="267" name="Text Box 49"/>
            <p:cNvSpPr txBox="1">
              <a:spLocks noChangeArrowheads="1"/>
            </p:cNvSpPr>
            <p:nvPr/>
          </p:nvSpPr>
          <p:spPr bwMode="auto">
            <a:xfrm>
              <a:off x="3230" y="1205"/>
              <a:ext cx="552" cy="38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length</a:t>
              </a:r>
            </a:p>
            <a:p>
              <a:pPr>
                <a:defRPr/>
              </a:pPr>
              <a:r>
                <a:rPr 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=1040</a:t>
              </a:r>
            </a:p>
          </p:txBody>
        </p:sp>
        <p:sp>
          <p:nvSpPr>
            <p:cNvPr id="268" name="Line 50"/>
            <p:cNvSpPr>
              <a:spLocks noChangeShapeType="1"/>
            </p:cNvSpPr>
            <p:nvPr/>
          </p:nvSpPr>
          <p:spPr bwMode="auto">
            <a:xfrm>
              <a:off x="3246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9" name="Line 51"/>
            <p:cNvSpPr>
              <a:spLocks noChangeShapeType="1"/>
            </p:cNvSpPr>
            <p:nvPr/>
          </p:nvSpPr>
          <p:spPr bwMode="auto">
            <a:xfrm>
              <a:off x="3750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0" name="Line 52"/>
            <p:cNvSpPr>
              <a:spLocks noChangeShapeType="1"/>
            </p:cNvSpPr>
            <p:nvPr/>
          </p:nvSpPr>
          <p:spPr bwMode="auto">
            <a:xfrm>
              <a:off x="4020" y="1254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1" name="Line 53"/>
            <p:cNvSpPr>
              <a:spLocks noChangeShapeType="1"/>
            </p:cNvSpPr>
            <p:nvPr/>
          </p:nvSpPr>
          <p:spPr bwMode="auto">
            <a:xfrm>
              <a:off x="4638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2" name="Line 54"/>
            <p:cNvSpPr>
              <a:spLocks noChangeShapeType="1"/>
            </p:cNvSpPr>
            <p:nvPr/>
          </p:nvSpPr>
          <p:spPr bwMode="auto">
            <a:xfrm>
              <a:off x="5112" y="1242"/>
              <a:ext cx="0" cy="34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73" name="Rectangle 55"/>
            <p:cNvSpPr>
              <a:spLocks noChangeArrowheads="1"/>
            </p:cNvSpPr>
            <p:nvPr/>
          </p:nvSpPr>
          <p:spPr bwMode="auto">
            <a:xfrm>
              <a:off x="5232" y="1212"/>
              <a:ext cx="138" cy="37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58" name="Freeform 56"/>
          <p:cNvSpPr/>
          <p:nvPr/>
        </p:nvSpPr>
        <p:spPr bwMode="auto">
          <a:xfrm flipH="1">
            <a:off x="7687707" y="1923678"/>
            <a:ext cx="288250" cy="1575408"/>
          </a:xfrm>
          <a:custGeom>
            <a:avLst/>
            <a:gdLst>
              <a:gd name="T0" fmla="*/ 0 w 210"/>
              <a:gd name="T1" fmla="*/ 0 h 1362"/>
              <a:gd name="T2" fmla="*/ 0 w 210"/>
              <a:gd name="T3" fmla="*/ 1362 h 1362"/>
              <a:gd name="T4" fmla="*/ 210 w 210"/>
              <a:gd name="T5" fmla="*/ 858 h 1362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0" h="1362">
                <a:moveTo>
                  <a:pt x="0" y="0"/>
                </a:moveTo>
                <a:lnTo>
                  <a:pt x="0" y="1362"/>
                </a:lnTo>
                <a:lnTo>
                  <a:pt x="210" y="858"/>
                </a:lnTo>
              </a:path>
            </a:pathLst>
          </a:custGeom>
          <a:noFill/>
          <a:ln w="1905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9" name="Line 57"/>
          <p:cNvSpPr>
            <a:spLocks noChangeShapeType="1"/>
          </p:cNvSpPr>
          <p:nvPr/>
        </p:nvSpPr>
        <p:spPr bwMode="auto">
          <a:xfrm flipH="1">
            <a:off x="7665244" y="3499086"/>
            <a:ext cx="294085" cy="2977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0" name="Line 58"/>
          <p:cNvSpPr>
            <a:spLocks noChangeShapeType="1"/>
          </p:cNvSpPr>
          <p:nvPr/>
        </p:nvSpPr>
        <p:spPr bwMode="auto">
          <a:xfrm flipH="1">
            <a:off x="7672389" y="3499086"/>
            <a:ext cx="305991" cy="70841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2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1" name="Text Box 59"/>
          <p:cNvSpPr txBox="1">
            <a:spLocks noChangeArrowheads="1"/>
          </p:cNvSpPr>
          <p:nvPr/>
        </p:nvSpPr>
        <p:spPr bwMode="auto">
          <a:xfrm>
            <a:off x="5160779" y="2103076"/>
            <a:ext cx="2877711" cy="30777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4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一个长数据报被分成几个端数据报</a:t>
            </a:r>
            <a:endParaRPr lang="en-US" sz="1400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8" name="Rectangle 60"/>
          <p:cNvSpPr>
            <a:spLocks noChangeArrowheads="1"/>
          </p:cNvSpPr>
          <p:nvPr/>
        </p:nvSpPr>
        <p:spPr bwMode="auto">
          <a:xfrm>
            <a:off x="835114" y="1358906"/>
            <a:ext cx="2827736" cy="108475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marL="342900" indent="-3429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None/>
            </a:pPr>
            <a:r>
              <a:rPr lang="zh-CN" altLang="en-US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示例</a:t>
            </a:r>
            <a:r>
              <a:rPr lang="en-US" altLang="zh-CN" sz="2000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4000 bytes datagram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3980 bytes payload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r>
              <a:rPr lang="en-US" altLang="zh-CN" sz="15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MTU = 1500 bytes</a:t>
            </a:r>
          </a:p>
          <a:p>
            <a:pPr>
              <a:lnSpc>
                <a:spcPct val="85000"/>
              </a:lnSpc>
              <a:spcBef>
                <a:spcPct val="20000"/>
              </a:spcBef>
              <a:buClr>
                <a:srgbClr val="000099"/>
              </a:buClr>
              <a:buSzPct val="65000"/>
              <a:buFont typeface="Wingdings" panose="05000000000000000000" pitchFamily="2" charset="2"/>
              <a:buChar char="v"/>
            </a:pPr>
            <a:endParaRPr lang="en-US" altLang="zh-CN" sz="15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9" name="Text Box 61"/>
          <p:cNvSpPr txBox="1">
            <a:spLocks noChangeArrowheads="1"/>
          </p:cNvSpPr>
          <p:nvPr/>
        </p:nvSpPr>
        <p:spPr bwMode="auto">
          <a:xfrm>
            <a:off x="1716391" y="2628967"/>
            <a:ext cx="2187181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1480</a:t>
            </a:r>
            <a:r>
              <a:rPr 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bytes in data field</a:t>
            </a:r>
          </a:p>
        </p:txBody>
      </p:sp>
      <p:sp>
        <p:nvSpPr>
          <p:cNvPr id="300" name="Text Box 63"/>
          <p:cNvSpPr txBox="1">
            <a:spLocks noChangeArrowheads="1"/>
          </p:cNvSpPr>
          <p:nvPr/>
        </p:nvSpPr>
        <p:spPr bwMode="auto">
          <a:xfrm>
            <a:off x="2185983" y="3543413"/>
            <a:ext cx="1650210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offset =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</a:t>
            </a:r>
            <a:r>
              <a:rPr lang="en-US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1480</a:t>
            </a:r>
            <a:r>
              <a:rPr 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/8 </a:t>
            </a:r>
          </a:p>
        </p:txBody>
      </p:sp>
      <p:sp>
        <p:nvSpPr>
          <p:cNvPr id="301" name="Line 68"/>
          <p:cNvSpPr>
            <a:spLocks noChangeShapeType="1"/>
          </p:cNvSpPr>
          <p:nvPr/>
        </p:nvSpPr>
        <p:spPr bwMode="auto">
          <a:xfrm>
            <a:off x="2857501" y="2931431"/>
            <a:ext cx="2029028" cy="0"/>
          </a:xfrm>
          <a:prstGeom prst="line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2" name="Line 69"/>
          <p:cNvSpPr>
            <a:spLocks noChangeShapeType="1"/>
          </p:cNvSpPr>
          <p:nvPr/>
        </p:nvSpPr>
        <p:spPr bwMode="auto">
          <a:xfrm flipH="1">
            <a:off x="3005733" y="3853294"/>
            <a:ext cx="3504009" cy="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842E5698-BF49-4487-AD2C-F06A467BB6D5}"/>
              </a:ext>
            </a:extLst>
          </p:cNvPr>
          <p:cNvCxnSpPr>
            <a:stCxn id="302" idx="0"/>
            <a:endCxn id="277" idx="2"/>
          </p:cNvCxnSpPr>
          <p:nvPr/>
        </p:nvCxnSpPr>
        <p:spPr>
          <a:xfrm flipV="1">
            <a:off x="6509742" y="3774395"/>
            <a:ext cx="204194" cy="78899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 Box 63">
            <a:extLst>
              <a:ext uri="{FF2B5EF4-FFF2-40B4-BE49-F238E27FC236}">
                <a16:creationId xmlns:a16="http://schemas.microsoft.com/office/drawing/2014/main" id="{499C5DC5-26D2-49FE-ACC5-4EB3B990D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51109" y="4220856"/>
            <a:ext cx="2285084" cy="300082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offset =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 (</a:t>
            </a:r>
            <a:r>
              <a:rPr lang="en-US" altLang="zh-CN" sz="135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1480+1480</a:t>
            </a:r>
            <a:r>
              <a:rPr lang="en-US" altLang="zh-CN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en-US" sz="13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/8 </a:t>
            </a:r>
          </a:p>
        </p:txBody>
      </p:sp>
      <p:sp>
        <p:nvSpPr>
          <p:cNvPr id="75" name="Line 69">
            <a:extLst>
              <a:ext uri="{FF2B5EF4-FFF2-40B4-BE49-F238E27FC236}">
                <a16:creationId xmlns:a16="http://schemas.microsoft.com/office/drawing/2014/main" id="{BAB8586F-E1A7-4D22-A5AD-406BEF3CA59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005733" y="4492819"/>
            <a:ext cx="3504009" cy="0"/>
          </a:xfrm>
          <a:prstGeom prst="line">
            <a:avLst/>
          </a:prstGeom>
          <a:noFill/>
          <a:ln w="9525">
            <a:solidFill>
              <a:srgbClr val="C00000"/>
            </a:solidFill>
            <a:round/>
          </a:ln>
          <a:effectLst/>
        </p:spPr>
        <p:txBody>
          <a:bodyPr wrap="none"/>
          <a:lstStyle/>
          <a:p>
            <a:pPr>
              <a:defRPr/>
            </a:pPr>
            <a:endParaRPr lang="en-US" sz="135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0183975A-16C4-4243-A5BA-6A27AA238115}"/>
              </a:ext>
            </a:extLst>
          </p:cNvPr>
          <p:cNvCxnSpPr>
            <a:stCxn id="75" idx="0"/>
          </p:cNvCxnSpPr>
          <p:nvPr/>
        </p:nvCxnSpPr>
        <p:spPr>
          <a:xfrm flipV="1">
            <a:off x="6509742" y="4413920"/>
            <a:ext cx="204194" cy="78899"/>
          </a:xfrm>
          <a:prstGeom prst="straightConnector1">
            <a:avLst/>
          </a:prstGeom>
          <a:ln w="952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1BDC9D10-A0B6-450E-8708-0A4C1703F792}"/>
              </a:ext>
            </a:extLst>
          </p:cNvPr>
          <p:cNvSpPr/>
          <p:nvPr/>
        </p:nvSpPr>
        <p:spPr>
          <a:xfrm>
            <a:off x="6732240" y="1493333"/>
            <a:ext cx="115127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pl==(3980)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ED7B298D-B172-4F61-8A15-C013C709CB55}"/>
              </a:ext>
            </a:extLst>
          </p:cNvPr>
          <p:cNvSpPr/>
          <p:nvPr/>
        </p:nvSpPr>
        <p:spPr>
          <a:xfrm>
            <a:off x="6985032" y="2795116"/>
            <a:ext cx="6078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1480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041F406A-EAD4-4174-8704-AB170ADCCE0E}"/>
              </a:ext>
            </a:extLst>
          </p:cNvPr>
          <p:cNvSpPr/>
          <p:nvPr/>
        </p:nvSpPr>
        <p:spPr>
          <a:xfrm>
            <a:off x="6985032" y="3412519"/>
            <a:ext cx="6078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1480</a:t>
            </a:r>
            <a:endParaRPr lang="zh-CN" altLang="en-US" sz="1400" dirty="0">
              <a:solidFill>
                <a:srgbClr val="0000FF"/>
              </a:solidFill>
            </a:endParaRP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A50D4783-A4E5-4E24-8BDB-349A21B6D976}"/>
              </a:ext>
            </a:extLst>
          </p:cNvPr>
          <p:cNvSpPr/>
          <p:nvPr/>
        </p:nvSpPr>
        <p:spPr>
          <a:xfrm>
            <a:off x="6985032" y="4037721"/>
            <a:ext cx="6078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1020</a:t>
            </a:r>
            <a:endParaRPr lang="zh-CN" altLang="en-US" sz="1400" dirty="0">
              <a:solidFill>
                <a:srgbClr val="002060"/>
              </a:solidFill>
            </a:endParaRPr>
          </a:p>
        </p:txBody>
      </p:sp>
      <p:sp>
        <p:nvSpPr>
          <p:cNvPr id="82" name="灯片编号占位符 2">
            <a:extLst>
              <a:ext uri="{FF2B5EF4-FFF2-40B4-BE49-F238E27FC236}">
                <a16:creationId xmlns:a16="http://schemas.microsoft.com/office/drawing/2014/main" id="{E3F01D5F-17BE-4297-9613-94DE5D5919E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23</a:t>
            </a:fld>
            <a:endParaRPr lang="en-US" altLang="zh-CN" dirty="0"/>
          </a:p>
        </p:txBody>
      </p:sp>
      <p:sp>
        <p:nvSpPr>
          <p:cNvPr id="83" name="AutoShape 5">
            <a:extLst>
              <a:ext uri="{FF2B5EF4-FFF2-40B4-BE49-F238E27FC236}">
                <a16:creationId xmlns:a16="http://schemas.microsoft.com/office/drawing/2014/main" id="{438BF62A-6F6D-4940-8372-358DE1727D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1426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" grpId="0" animBg="1"/>
      <p:bldP spid="83" grpId="1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8" name="Rectangle 15"/>
          <p:cNvSpPr txBox="1">
            <a:spLocks noChangeArrowheads="1"/>
          </p:cNvSpPr>
          <p:nvPr/>
        </p:nvSpPr>
        <p:spPr bwMode="auto">
          <a:xfrm>
            <a:off x="3240000" y="1440000"/>
            <a:ext cx="3774894" cy="252028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rgbClr val="00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rgbClr val="0066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600" kern="1200">
                <a:solidFill>
                  <a:srgbClr val="99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400" kern="1200">
                <a:solidFill>
                  <a:srgbClr val="008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4.3.1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数据报格式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4.3.2 IP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数据报分片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en-US" altLang="zh-CN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4.3.3 IPv4</a:t>
            </a:r>
            <a:r>
              <a:rPr lang="zh-CN" altLang="en-US" sz="2000" dirty="0">
                <a:solidFill>
                  <a:srgbClr val="FF000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网络编址</a:t>
            </a:r>
            <a:endParaRPr lang="en-US" altLang="zh-CN" sz="2000" dirty="0">
              <a:solidFill>
                <a:srgbClr val="FF0000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4.3.4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网络地址转换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4.3.5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控制报文协议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Bef>
                <a:spcPts val="6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4.3.6 IPV6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简要介绍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CAD7AE3-9C09-4C3B-BC7A-887ECA67854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7624" y="1825935"/>
            <a:ext cx="1668571" cy="1491630"/>
          </a:xfrm>
          <a:prstGeom prst="rect">
            <a:avLst/>
          </a:prstGeom>
        </p:spPr>
      </p:pic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61588A5D-8661-407F-A441-E505D9F4E9E8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24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04B70A54-1630-42DE-B684-8B4C3C1AC1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933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3389553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en-US" altLang="zh-CN" dirty="0">
                <a:effectLst/>
              </a:rPr>
              <a:t>IP </a:t>
            </a:r>
            <a:r>
              <a:rPr lang="zh-CN" altLang="en-US" dirty="0">
                <a:effectLst/>
              </a:rPr>
              <a:t>地址</a:t>
            </a:r>
            <a:r>
              <a:rPr lang="en-US" altLang="zh-CN" dirty="0">
                <a:effectLst/>
              </a:rPr>
              <a:t> </a:t>
            </a:r>
          </a:p>
          <a:p>
            <a:pPr lvl="2"/>
            <a:r>
              <a:rPr lang="zh-CN" altLang="en-US" dirty="0"/>
              <a:t>标识主机</a:t>
            </a:r>
            <a:r>
              <a:rPr lang="zh-CN" altLang="en-US" dirty="0">
                <a:effectLst/>
              </a:rPr>
              <a:t>和路由器网络接口</a:t>
            </a:r>
            <a:endParaRPr lang="en-US" altLang="zh-CN" dirty="0">
              <a:effectLst/>
            </a:endParaRPr>
          </a:p>
          <a:p>
            <a:pPr lvl="2"/>
            <a:r>
              <a:rPr lang="en-US" altLang="zh-CN" dirty="0"/>
              <a:t>IPv4: </a:t>
            </a:r>
            <a:r>
              <a:rPr lang="en-US" altLang="zh-CN" dirty="0">
                <a:effectLst/>
              </a:rPr>
              <a:t>32bits</a:t>
            </a:r>
          </a:p>
          <a:p>
            <a:pPr lvl="2"/>
            <a:r>
              <a:rPr lang="en-US" altLang="zh-CN" dirty="0"/>
              <a:t>IPv6: 128 bits</a:t>
            </a:r>
            <a:r>
              <a:rPr lang="en-US" altLang="zh-CN" dirty="0">
                <a:effectLst/>
              </a:rPr>
              <a:t> </a:t>
            </a:r>
          </a:p>
          <a:p>
            <a:pPr lvl="1"/>
            <a:r>
              <a:rPr lang="zh-CN" altLang="en-US" dirty="0"/>
              <a:t>对每个网络接口进行编址</a:t>
            </a:r>
            <a:endParaRPr lang="en-US" altLang="zh-CN" dirty="0"/>
          </a:p>
          <a:p>
            <a:pPr lvl="1"/>
            <a:r>
              <a:rPr lang="zh-CN" altLang="en-US" dirty="0">
                <a:effectLst/>
              </a:rPr>
              <a:t>接口</a:t>
            </a:r>
            <a:r>
              <a:rPr lang="en-US" altLang="zh-CN" dirty="0">
                <a:effectLst/>
              </a:rPr>
              <a:t>: </a:t>
            </a:r>
            <a:r>
              <a:rPr lang="zh-CN" altLang="en-US" dirty="0">
                <a:effectLst/>
              </a:rPr>
              <a:t>主机</a:t>
            </a:r>
            <a:r>
              <a:rPr lang="en-US" altLang="zh-CN" dirty="0">
                <a:effectLst/>
              </a:rPr>
              <a:t>(</a:t>
            </a:r>
            <a:r>
              <a:rPr lang="zh-CN" altLang="en-US" dirty="0">
                <a:effectLst/>
              </a:rPr>
              <a:t>或路由器</a:t>
            </a:r>
            <a:r>
              <a:rPr lang="en-US" altLang="zh-CN" dirty="0">
                <a:effectLst/>
              </a:rPr>
              <a:t>)</a:t>
            </a:r>
            <a:r>
              <a:rPr lang="zh-CN" altLang="en-US" dirty="0">
                <a:effectLst/>
              </a:rPr>
              <a:t>与链路之间的边界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路由器有多个接口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主机一般有</a:t>
            </a:r>
            <a:r>
              <a:rPr lang="en-US" altLang="zh-CN" dirty="0"/>
              <a:t>1-2</a:t>
            </a:r>
            <a:r>
              <a:rPr lang="zh-CN" altLang="en-US" dirty="0"/>
              <a:t>个网络接口 </a:t>
            </a:r>
            <a:r>
              <a:rPr lang="en-US" altLang="zh-CN" dirty="0"/>
              <a:t>(</a:t>
            </a:r>
            <a:r>
              <a:rPr lang="zh-CN" altLang="en-US" dirty="0"/>
              <a:t>网卡</a:t>
            </a:r>
            <a:r>
              <a:rPr lang="en-US" altLang="zh-CN" dirty="0"/>
              <a:t>) </a:t>
            </a:r>
          </a:p>
          <a:p>
            <a:pPr lvl="2"/>
            <a:r>
              <a:rPr lang="en-US" altLang="zh-CN" sz="1400" dirty="0"/>
              <a:t>e.g., wired Ethernet, wireless 802.11</a:t>
            </a: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A4DB7EB-8638-4380-9463-DA1FF6BE2183}"/>
              </a:ext>
            </a:extLst>
          </p:cNvPr>
          <p:cNvGrpSpPr/>
          <p:nvPr/>
        </p:nvGrpSpPr>
        <p:grpSpPr>
          <a:xfrm>
            <a:off x="1468525" y="4292425"/>
            <a:ext cx="5332921" cy="679223"/>
            <a:chOff x="1468525" y="4292425"/>
            <a:chExt cx="5332921" cy="679223"/>
          </a:xfrm>
        </p:grpSpPr>
        <p:sp>
          <p:nvSpPr>
            <p:cNvPr id="127" name="Text Box 60"/>
            <p:cNvSpPr txBox="1">
              <a:spLocks noChangeArrowheads="1"/>
            </p:cNvSpPr>
            <p:nvPr/>
          </p:nvSpPr>
          <p:spPr bwMode="auto">
            <a:xfrm>
              <a:off x="2154020" y="4292425"/>
              <a:ext cx="4647426" cy="27699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b="1" dirty="0">
                  <a:solidFill>
                    <a:srgbClr val="FF0000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223.1.1.1 = 11011111 00000001 00000001 00000001</a:t>
              </a:r>
              <a:endParaRPr lang="en-US" altLang="zh-CN" sz="135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8" name="Freeform 61"/>
            <p:cNvSpPr/>
            <p:nvPr/>
          </p:nvSpPr>
          <p:spPr bwMode="auto">
            <a:xfrm>
              <a:off x="3382287" y="4522007"/>
              <a:ext cx="669131" cy="69056"/>
            </a:xfrm>
            <a:custGeom>
              <a:avLst/>
              <a:gdLst>
                <a:gd name="T0" fmla="*/ 0 w 562"/>
                <a:gd name="T1" fmla="*/ 0 h 58"/>
                <a:gd name="T2" fmla="*/ 0 w 562"/>
                <a:gd name="T3" fmla="*/ 92075 h 58"/>
                <a:gd name="T4" fmla="*/ 892175 w 562"/>
                <a:gd name="T5" fmla="*/ 92075 h 58"/>
                <a:gd name="T6" fmla="*/ 892175 w 562"/>
                <a:gd name="T7" fmla="*/ 25400 h 5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8"/>
                <a:gd name="T14" fmla="*/ 562 w 562"/>
                <a:gd name="T15" fmla="*/ 58 h 5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8">
                  <a:moveTo>
                    <a:pt x="0" y="0"/>
                  </a:moveTo>
                  <a:lnTo>
                    <a:pt x="0" y="58"/>
                  </a:lnTo>
                  <a:lnTo>
                    <a:pt x="562" y="58"/>
                  </a:lnTo>
                  <a:lnTo>
                    <a:pt x="562" y="1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129" name="Freeform 62"/>
            <p:cNvSpPr/>
            <p:nvPr/>
          </p:nvSpPr>
          <p:spPr bwMode="auto">
            <a:xfrm>
              <a:off x="4204338" y="4536295"/>
              <a:ext cx="669131" cy="59531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79375 h 50"/>
                <a:gd name="T4" fmla="*/ 892175 w 562"/>
                <a:gd name="T5" fmla="*/ 79375 h 50"/>
                <a:gd name="T6" fmla="*/ 892175 w 562"/>
                <a:gd name="T7" fmla="*/ 1270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130" name="Freeform 63"/>
            <p:cNvSpPr/>
            <p:nvPr/>
          </p:nvSpPr>
          <p:spPr bwMode="auto">
            <a:xfrm>
              <a:off x="5041954" y="4538676"/>
              <a:ext cx="652463" cy="59531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79375 h 50"/>
                <a:gd name="T4" fmla="*/ 869950 w 562"/>
                <a:gd name="T5" fmla="*/ 79375 h 50"/>
                <a:gd name="T6" fmla="*/ 869950 w 562"/>
                <a:gd name="T7" fmla="*/ 1270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131" name="Freeform 64"/>
            <p:cNvSpPr/>
            <p:nvPr/>
          </p:nvSpPr>
          <p:spPr bwMode="auto">
            <a:xfrm>
              <a:off x="5863560" y="4543438"/>
              <a:ext cx="652463" cy="59531"/>
            </a:xfrm>
            <a:custGeom>
              <a:avLst/>
              <a:gdLst>
                <a:gd name="T0" fmla="*/ 0 w 562"/>
                <a:gd name="T1" fmla="*/ 0 h 50"/>
                <a:gd name="T2" fmla="*/ 0 w 562"/>
                <a:gd name="T3" fmla="*/ 79375 h 50"/>
                <a:gd name="T4" fmla="*/ 869950 w 562"/>
                <a:gd name="T5" fmla="*/ 79375 h 50"/>
                <a:gd name="T6" fmla="*/ 869950 w 562"/>
                <a:gd name="T7" fmla="*/ 12700 h 5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62"/>
                <a:gd name="T13" fmla="*/ 0 h 50"/>
                <a:gd name="T14" fmla="*/ 562 w 562"/>
                <a:gd name="T15" fmla="*/ 50 h 5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62" h="50">
                  <a:moveTo>
                    <a:pt x="0" y="0"/>
                  </a:moveTo>
                  <a:lnTo>
                    <a:pt x="0" y="50"/>
                  </a:lnTo>
                  <a:lnTo>
                    <a:pt x="562" y="50"/>
                  </a:lnTo>
                  <a:lnTo>
                    <a:pt x="562" y="8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>
                <a:solidFill>
                  <a:srgbClr val="FF0000"/>
                </a:solidFill>
              </a:endParaRPr>
            </a:p>
          </p:txBody>
        </p:sp>
        <p:sp>
          <p:nvSpPr>
            <p:cNvPr id="132" name="Text Box 65"/>
            <p:cNvSpPr txBox="1">
              <a:spLocks noChangeArrowheads="1"/>
            </p:cNvSpPr>
            <p:nvPr/>
          </p:nvSpPr>
          <p:spPr bwMode="auto">
            <a:xfrm>
              <a:off x="3556055" y="4687504"/>
              <a:ext cx="490840" cy="27699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223.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3" name="Text Box 66"/>
            <p:cNvSpPr txBox="1">
              <a:spLocks noChangeArrowheads="1"/>
            </p:cNvSpPr>
            <p:nvPr/>
          </p:nvSpPr>
          <p:spPr bwMode="auto">
            <a:xfrm>
              <a:off x="4437187" y="4694649"/>
              <a:ext cx="322524" cy="27699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4" name="Text Box 67"/>
            <p:cNvSpPr txBox="1">
              <a:spLocks noChangeArrowheads="1"/>
            </p:cNvSpPr>
            <p:nvPr/>
          </p:nvSpPr>
          <p:spPr bwMode="auto">
            <a:xfrm>
              <a:off x="6067597" y="4694648"/>
              <a:ext cx="279244" cy="27699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Text Box 68"/>
            <p:cNvSpPr txBox="1">
              <a:spLocks noChangeArrowheads="1"/>
            </p:cNvSpPr>
            <p:nvPr/>
          </p:nvSpPr>
          <p:spPr bwMode="auto">
            <a:xfrm>
              <a:off x="5252392" y="4694648"/>
              <a:ext cx="322524" cy="276999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1.</a:t>
              </a:r>
              <a:endPara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6" name="Rectangle 70"/>
            <p:cNvSpPr>
              <a:spLocks noChangeArrowheads="1"/>
            </p:cNvSpPr>
            <p:nvPr/>
          </p:nvSpPr>
          <p:spPr bwMode="auto">
            <a:xfrm>
              <a:off x="1468525" y="4670501"/>
              <a:ext cx="1601114" cy="260665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CN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IPv4</a:t>
              </a:r>
              <a:r>
                <a:rPr lang="zh-CN" altLang="en-US" sz="1350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点分十进制：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4E956CC-849D-4766-A415-0BE2347C65AE}"/>
              </a:ext>
            </a:extLst>
          </p:cNvPr>
          <p:cNvGrpSpPr/>
          <p:nvPr/>
        </p:nvGrpSpPr>
        <p:grpSpPr>
          <a:xfrm>
            <a:off x="4972937" y="1089422"/>
            <a:ext cx="3881275" cy="2727722"/>
            <a:chOff x="4972937" y="1089422"/>
            <a:chExt cx="3881275" cy="2727722"/>
          </a:xfrm>
        </p:grpSpPr>
        <p:sp>
          <p:nvSpPr>
            <p:cNvPr id="137" name="Freeform 140"/>
            <p:cNvSpPr/>
            <p:nvPr/>
          </p:nvSpPr>
          <p:spPr bwMode="auto">
            <a:xfrm rot="16200000">
              <a:off x="6881988" y="2397324"/>
              <a:ext cx="634603" cy="1195388"/>
            </a:xfrm>
            <a:custGeom>
              <a:avLst/>
              <a:gdLst>
                <a:gd name="T0" fmla="*/ 65108827 w 10315"/>
                <a:gd name="T1" fmla="*/ 113947524 h 10000"/>
                <a:gd name="T2" fmla="*/ 25265495 w 10315"/>
                <a:gd name="T3" fmla="*/ 97317453 h 10000"/>
                <a:gd name="T4" fmla="*/ 22957013 w 10315"/>
                <a:gd name="T5" fmla="*/ 26049406 h 10000"/>
                <a:gd name="T6" fmla="*/ 874929 w 10315"/>
                <a:gd name="T7" fmla="*/ 3097488 h 10000"/>
                <a:gd name="T8" fmla="*/ 4361194 w 10315"/>
                <a:gd name="T9" fmla="*/ 88050331 h 10000"/>
                <a:gd name="T10" fmla="*/ 4186225 w 10315"/>
                <a:gd name="T11" fmla="*/ 137305715 h 10000"/>
                <a:gd name="T12" fmla="*/ 3291116 w 10315"/>
                <a:gd name="T13" fmla="*/ 182295637 h 10000"/>
                <a:gd name="T14" fmla="*/ 2934369 w 10315"/>
                <a:gd name="T15" fmla="*/ 223654929 h 10000"/>
                <a:gd name="T16" fmla="*/ 9530054 w 10315"/>
                <a:gd name="T17" fmla="*/ 248638050 h 10000"/>
                <a:gd name="T18" fmla="*/ 24101165 w 10315"/>
                <a:gd name="T19" fmla="*/ 244804203 h 10000"/>
                <a:gd name="T20" fmla="*/ 26826931 w 10315"/>
                <a:gd name="T21" fmla="*/ 156449288 h 10000"/>
                <a:gd name="T22" fmla="*/ 66562559 w 10315"/>
                <a:gd name="T23" fmla="*/ 144998591 h 10000"/>
                <a:gd name="T24" fmla="*/ 65108827 w 10315"/>
                <a:gd name="T25" fmla="*/ 113947524 h 100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315" h="10000">
                  <a:moveTo>
                    <a:pt x="9674" y="4488"/>
                  </a:moveTo>
                  <a:cubicBezTo>
                    <a:pt x="8651" y="4175"/>
                    <a:pt x="4901" y="4405"/>
                    <a:pt x="3754" y="3833"/>
                  </a:cubicBezTo>
                  <a:cubicBezTo>
                    <a:pt x="2607" y="3261"/>
                    <a:pt x="4015" y="1645"/>
                    <a:pt x="3411" y="1026"/>
                  </a:cubicBezTo>
                  <a:cubicBezTo>
                    <a:pt x="2808" y="408"/>
                    <a:pt x="591" y="-284"/>
                    <a:pt x="130" y="122"/>
                  </a:cubicBezTo>
                  <a:cubicBezTo>
                    <a:pt x="-330" y="529"/>
                    <a:pt x="566" y="2588"/>
                    <a:pt x="648" y="3468"/>
                  </a:cubicBezTo>
                  <a:cubicBezTo>
                    <a:pt x="730" y="4349"/>
                    <a:pt x="648" y="4790"/>
                    <a:pt x="622" y="5408"/>
                  </a:cubicBezTo>
                  <a:cubicBezTo>
                    <a:pt x="595" y="6026"/>
                    <a:pt x="516" y="6617"/>
                    <a:pt x="489" y="7180"/>
                  </a:cubicBezTo>
                  <a:cubicBezTo>
                    <a:pt x="463" y="7741"/>
                    <a:pt x="286" y="8378"/>
                    <a:pt x="436" y="8809"/>
                  </a:cubicBezTo>
                  <a:cubicBezTo>
                    <a:pt x="587" y="9239"/>
                    <a:pt x="892" y="9655"/>
                    <a:pt x="1416" y="9793"/>
                  </a:cubicBezTo>
                  <a:cubicBezTo>
                    <a:pt x="1940" y="9932"/>
                    <a:pt x="3153" y="10248"/>
                    <a:pt x="3581" y="9642"/>
                  </a:cubicBezTo>
                  <a:cubicBezTo>
                    <a:pt x="4008" y="9037"/>
                    <a:pt x="3138" y="6667"/>
                    <a:pt x="3986" y="6162"/>
                  </a:cubicBezTo>
                  <a:cubicBezTo>
                    <a:pt x="4832" y="5655"/>
                    <a:pt x="9131" y="5984"/>
                    <a:pt x="9890" y="5711"/>
                  </a:cubicBezTo>
                  <a:cubicBezTo>
                    <a:pt x="10388" y="5225"/>
                    <a:pt x="10598" y="5393"/>
                    <a:pt x="9674" y="448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8" name="Freeform 140"/>
            <p:cNvSpPr/>
            <p:nvPr/>
          </p:nvSpPr>
          <p:spPr bwMode="auto">
            <a:xfrm rot="10800000">
              <a:off x="7630296" y="1402556"/>
              <a:ext cx="634604" cy="1195388"/>
            </a:xfrm>
            <a:custGeom>
              <a:avLst/>
              <a:gdLst>
                <a:gd name="T0" fmla="*/ 65108904 w 10315"/>
                <a:gd name="T1" fmla="*/ 113947524 h 10000"/>
                <a:gd name="T2" fmla="*/ 25265525 w 10315"/>
                <a:gd name="T3" fmla="*/ 97317453 h 10000"/>
                <a:gd name="T4" fmla="*/ 22957041 w 10315"/>
                <a:gd name="T5" fmla="*/ 26049406 h 10000"/>
                <a:gd name="T6" fmla="*/ 874930 w 10315"/>
                <a:gd name="T7" fmla="*/ 3097488 h 10000"/>
                <a:gd name="T8" fmla="*/ 4361200 w 10315"/>
                <a:gd name="T9" fmla="*/ 88050331 h 10000"/>
                <a:gd name="T10" fmla="*/ 4186230 w 10315"/>
                <a:gd name="T11" fmla="*/ 137305715 h 10000"/>
                <a:gd name="T12" fmla="*/ 3291120 w 10315"/>
                <a:gd name="T13" fmla="*/ 182295637 h 10000"/>
                <a:gd name="T14" fmla="*/ 2934372 w 10315"/>
                <a:gd name="T15" fmla="*/ 223654929 h 10000"/>
                <a:gd name="T16" fmla="*/ 9530065 w 10315"/>
                <a:gd name="T17" fmla="*/ 248638050 h 10000"/>
                <a:gd name="T18" fmla="*/ 24101193 w 10315"/>
                <a:gd name="T19" fmla="*/ 244804203 h 10000"/>
                <a:gd name="T20" fmla="*/ 26826963 w 10315"/>
                <a:gd name="T21" fmla="*/ 156449288 h 10000"/>
                <a:gd name="T22" fmla="*/ 66562637 w 10315"/>
                <a:gd name="T23" fmla="*/ 144998591 h 10000"/>
                <a:gd name="T24" fmla="*/ 65108904 w 10315"/>
                <a:gd name="T25" fmla="*/ 113947524 h 100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315" h="10000">
                  <a:moveTo>
                    <a:pt x="9674" y="4488"/>
                  </a:moveTo>
                  <a:cubicBezTo>
                    <a:pt x="8651" y="4175"/>
                    <a:pt x="4901" y="4405"/>
                    <a:pt x="3754" y="3833"/>
                  </a:cubicBezTo>
                  <a:cubicBezTo>
                    <a:pt x="2607" y="3261"/>
                    <a:pt x="4015" y="1645"/>
                    <a:pt x="3411" y="1026"/>
                  </a:cubicBezTo>
                  <a:cubicBezTo>
                    <a:pt x="2808" y="408"/>
                    <a:pt x="591" y="-284"/>
                    <a:pt x="130" y="122"/>
                  </a:cubicBezTo>
                  <a:cubicBezTo>
                    <a:pt x="-330" y="529"/>
                    <a:pt x="566" y="2588"/>
                    <a:pt x="648" y="3468"/>
                  </a:cubicBezTo>
                  <a:cubicBezTo>
                    <a:pt x="730" y="4349"/>
                    <a:pt x="648" y="4790"/>
                    <a:pt x="622" y="5408"/>
                  </a:cubicBezTo>
                  <a:cubicBezTo>
                    <a:pt x="595" y="6026"/>
                    <a:pt x="516" y="6617"/>
                    <a:pt x="489" y="7180"/>
                  </a:cubicBezTo>
                  <a:cubicBezTo>
                    <a:pt x="463" y="7741"/>
                    <a:pt x="286" y="8378"/>
                    <a:pt x="436" y="8809"/>
                  </a:cubicBezTo>
                  <a:cubicBezTo>
                    <a:pt x="587" y="9239"/>
                    <a:pt x="892" y="9655"/>
                    <a:pt x="1416" y="9793"/>
                  </a:cubicBezTo>
                  <a:cubicBezTo>
                    <a:pt x="1940" y="9932"/>
                    <a:pt x="3153" y="10248"/>
                    <a:pt x="3581" y="9642"/>
                  </a:cubicBezTo>
                  <a:cubicBezTo>
                    <a:pt x="4008" y="9037"/>
                    <a:pt x="3138" y="6667"/>
                    <a:pt x="3986" y="6162"/>
                  </a:cubicBezTo>
                  <a:cubicBezTo>
                    <a:pt x="4832" y="5655"/>
                    <a:pt x="9131" y="5984"/>
                    <a:pt x="9890" y="5711"/>
                  </a:cubicBezTo>
                  <a:cubicBezTo>
                    <a:pt x="10388" y="5225"/>
                    <a:pt x="10598" y="5393"/>
                    <a:pt x="9674" y="448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9" name="Freeform 140"/>
            <p:cNvSpPr/>
            <p:nvPr/>
          </p:nvSpPr>
          <p:spPr bwMode="auto">
            <a:xfrm>
              <a:off x="6103916" y="1089422"/>
              <a:ext cx="721580" cy="1445419"/>
            </a:xfrm>
            <a:custGeom>
              <a:avLst/>
              <a:gdLst>
                <a:gd name="T0" fmla="*/ 2147483647 w 1223"/>
                <a:gd name="T1" fmla="*/ 2147483647 h 1291"/>
                <a:gd name="T2" fmla="*/ 2147483647 w 1223"/>
                <a:gd name="T3" fmla="*/ 2147483647 h 1291"/>
                <a:gd name="T4" fmla="*/ 2147483647 w 1223"/>
                <a:gd name="T5" fmla="*/ 2147483647 h 1291"/>
                <a:gd name="T6" fmla="*/ 2147483647 w 1223"/>
                <a:gd name="T7" fmla="*/ 2147483647 h 1291"/>
                <a:gd name="T8" fmla="*/ 2147483647 w 1223"/>
                <a:gd name="T9" fmla="*/ 2147483647 h 1291"/>
                <a:gd name="T10" fmla="*/ 2147483647 w 1223"/>
                <a:gd name="T11" fmla="*/ 2147483647 h 1291"/>
                <a:gd name="T12" fmla="*/ 2147483647 w 1223"/>
                <a:gd name="T13" fmla="*/ 2147483647 h 1291"/>
                <a:gd name="T14" fmla="*/ 2147483647 w 1223"/>
                <a:gd name="T15" fmla="*/ 2147483647 h 1291"/>
                <a:gd name="T16" fmla="*/ 2147483647 w 1223"/>
                <a:gd name="T17" fmla="*/ 2147483647 h 1291"/>
                <a:gd name="T18" fmla="*/ 2147483647 w 1223"/>
                <a:gd name="T19" fmla="*/ 2147483647 h 1291"/>
                <a:gd name="T20" fmla="*/ 2147483647 w 1223"/>
                <a:gd name="T21" fmla="*/ 2147483647 h 1291"/>
                <a:gd name="T22" fmla="*/ 2147483647 w 1223"/>
                <a:gd name="T23" fmla="*/ 2147483647 h 1291"/>
                <a:gd name="T24" fmla="*/ 2147483647 w 1223"/>
                <a:gd name="T25" fmla="*/ 2147483647 h 1291"/>
                <a:gd name="T26" fmla="*/ 2147483647 w 1223"/>
                <a:gd name="T27" fmla="*/ 2147483647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0" name="Text Box 26"/>
            <p:cNvSpPr txBox="1">
              <a:spLocks noChangeArrowheads="1"/>
            </p:cNvSpPr>
            <p:nvPr/>
          </p:nvSpPr>
          <p:spPr bwMode="auto">
            <a:xfrm>
              <a:off x="4972937" y="1230140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/>
                <a:t>223.1.1.1</a:t>
              </a:r>
              <a:endParaRPr lang="en-US" altLang="zh-CN" sz="900">
                <a:latin typeface="Comic Sans MS" panose="030F0702030302020204" pitchFamily="66" charset="0"/>
              </a:endParaRPr>
            </a:p>
          </p:txBody>
        </p:sp>
        <p:sp>
          <p:nvSpPr>
            <p:cNvPr id="143" name="Text Box 29"/>
            <p:cNvSpPr txBox="1">
              <a:spLocks noChangeArrowheads="1"/>
            </p:cNvSpPr>
            <p:nvPr/>
          </p:nvSpPr>
          <p:spPr bwMode="auto">
            <a:xfrm>
              <a:off x="4977855" y="1707690"/>
              <a:ext cx="665560" cy="2305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44" name="Text Box 30"/>
            <p:cNvSpPr txBox="1">
              <a:spLocks noChangeArrowheads="1"/>
            </p:cNvSpPr>
            <p:nvPr/>
          </p:nvSpPr>
          <p:spPr bwMode="auto">
            <a:xfrm>
              <a:off x="4977848" y="2233906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223.1.1.3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45" name="Text Box 31"/>
            <p:cNvSpPr txBox="1">
              <a:spLocks noChangeArrowheads="1"/>
            </p:cNvSpPr>
            <p:nvPr/>
          </p:nvSpPr>
          <p:spPr bwMode="auto">
            <a:xfrm>
              <a:off x="6549800" y="1675881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223.1.1.4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46" name="Line 32"/>
            <p:cNvSpPr>
              <a:spLocks noChangeShapeType="1"/>
            </p:cNvSpPr>
            <p:nvPr/>
          </p:nvSpPr>
          <p:spPr bwMode="auto">
            <a:xfrm>
              <a:off x="7370740" y="2001441"/>
              <a:ext cx="435769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7" name="Text Box 33"/>
            <p:cNvSpPr txBox="1">
              <a:spLocks noChangeArrowheads="1"/>
            </p:cNvSpPr>
            <p:nvPr/>
          </p:nvSpPr>
          <p:spPr bwMode="auto">
            <a:xfrm>
              <a:off x="7266549" y="1718962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223.1.2.9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48" name="Line 36"/>
            <p:cNvSpPr>
              <a:spLocks noChangeShapeType="1"/>
            </p:cNvSpPr>
            <p:nvPr/>
          </p:nvSpPr>
          <p:spPr bwMode="auto">
            <a:xfrm>
              <a:off x="8138693" y="1483519"/>
              <a:ext cx="176213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9" name="Line 38"/>
            <p:cNvSpPr>
              <a:spLocks noChangeShapeType="1"/>
            </p:cNvSpPr>
            <p:nvPr/>
          </p:nvSpPr>
          <p:spPr bwMode="auto">
            <a:xfrm>
              <a:off x="8138693" y="2437210"/>
              <a:ext cx="176213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0" name="Text Box 41"/>
            <p:cNvSpPr txBox="1">
              <a:spLocks noChangeArrowheads="1"/>
            </p:cNvSpPr>
            <p:nvPr/>
          </p:nvSpPr>
          <p:spPr bwMode="auto">
            <a:xfrm>
              <a:off x="8174412" y="2655095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51" name="Text Box 44"/>
            <p:cNvSpPr txBox="1">
              <a:spLocks noChangeArrowheads="1"/>
            </p:cNvSpPr>
            <p:nvPr/>
          </p:nvSpPr>
          <p:spPr bwMode="auto">
            <a:xfrm>
              <a:off x="8188645" y="1684765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223.1.2.1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52" name="Line 45"/>
            <p:cNvSpPr>
              <a:spLocks noChangeShapeType="1"/>
            </p:cNvSpPr>
            <p:nvPr/>
          </p:nvSpPr>
          <p:spPr bwMode="auto">
            <a:xfrm>
              <a:off x="7192146" y="2255044"/>
              <a:ext cx="0" cy="5679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3" name="Line 47"/>
            <p:cNvSpPr>
              <a:spLocks noChangeShapeType="1"/>
            </p:cNvSpPr>
            <p:nvPr/>
          </p:nvSpPr>
          <p:spPr bwMode="auto">
            <a:xfrm flipH="1" flipV="1">
              <a:off x="6732565" y="3209925"/>
              <a:ext cx="2381" cy="180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4" name="Line 48"/>
            <p:cNvSpPr>
              <a:spLocks noChangeShapeType="1"/>
            </p:cNvSpPr>
            <p:nvPr/>
          </p:nvSpPr>
          <p:spPr bwMode="auto">
            <a:xfrm flipH="1" flipV="1">
              <a:off x="7614818" y="3213497"/>
              <a:ext cx="2381" cy="180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5" name="Text Box 53"/>
            <p:cNvSpPr txBox="1">
              <a:spLocks noChangeArrowheads="1"/>
            </p:cNvSpPr>
            <p:nvPr/>
          </p:nvSpPr>
          <p:spPr bwMode="auto">
            <a:xfrm>
              <a:off x="7638631" y="3258741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223.1.3.2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56" name="Text Box 56"/>
            <p:cNvSpPr txBox="1">
              <a:spLocks noChangeArrowheads="1"/>
            </p:cNvSpPr>
            <p:nvPr/>
          </p:nvSpPr>
          <p:spPr bwMode="auto">
            <a:xfrm>
              <a:off x="6706371" y="3262313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/>
                <a:t>223.1.3.1</a:t>
              </a:r>
              <a:endParaRPr lang="en-US" altLang="zh-CN" sz="900"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59"/>
            <p:cNvSpPr txBox="1">
              <a:spLocks noChangeArrowheads="1"/>
            </p:cNvSpPr>
            <p:nvPr/>
          </p:nvSpPr>
          <p:spPr bwMode="auto">
            <a:xfrm>
              <a:off x="7165781" y="2269927"/>
              <a:ext cx="729853" cy="2309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223.1.3.27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grpSp>
          <p:nvGrpSpPr>
            <p:cNvPr id="160" name="Group 73"/>
            <p:cNvGrpSpPr/>
            <p:nvPr/>
          </p:nvGrpSpPr>
          <p:grpSpPr bwMode="auto">
            <a:xfrm>
              <a:off x="5509793" y="1146572"/>
              <a:ext cx="481013" cy="419100"/>
              <a:chOff x="-44" y="1473"/>
              <a:chExt cx="981" cy="1105"/>
            </a:xfrm>
          </p:grpSpPr>
          <p:pic>
            <p:nvPicPr>
              <p:cNvPr id="161" name="Picture 7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2" name="Freeform 7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63" name="Group 80"/>
            <p:cNvGrpSpPr/>
            <p:nvPr/>
          </p:nvGrpSpPr>
          <p:grpSpPr bwMode="auto">
            <a:xfrm>
              <a:off x="5506221" y="1595438"/>
              <a:ext cx="481013" cy="419100"/>
              <a:chOff x="-44" y="1473"/>
              <a:chExt cx="981" cy="1105"/>
            </a:xfrm>
          </p:grpSpPr>
          <p:pic>
            <p:nvPicPr>
              <p:cNvPr id="164" name="Picture 8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5" name="Freeform 8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66" name="Group 83"/>
            <p:cNvGrpSpPr/>
            <p:nvPr/>
          </p:nvGrpSpPr>
          <p:grpSpPr bwMode="auto">
            <a:xfrm>
              <a:off x="5527652" y="2052638"/>
              <a:ext cx="481013" cy="419100"/>
              <a:chOff x="-44" y="1473"/>
              <a:chExt cx="981" cy="1105"/>
            </a:xfrm>
          </p:grpSpPr>
          <p:pic>
            <p:nvPicPr>
              <p:cNvPr id="167" name="Picture 8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8" name="Freeform 8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69" name="Group 87"/>
            <p:cNvGrpSpPr/>
            <p:nvPr/>
          </p:nvGrpSpPr>
          <p:grpSpPr bwMode="auto">
            <a:xfrm flipH="1">
              <a:off x="8272043" y="1264444"/>
              <a:ext cx="481013" cy="419100"/>
              <a:chOff x="-44" y="1473"/>
              <a:chExt cx="981" cy="1105"/>
            </a:xfrm>
          </p:grpSpPr>
          <p:pic>
            <p:nvPicPr>
              <p:cNvPr id="170" name="Picture 8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1" name="Freeform 89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72" name="Group 90"/>
            <p:cNvGrpSpPr/>
            <p:nvPr/>
          </p:nvGrpSpPr>
          <p:grpSpPr bwMode="auto">
            <a:xfrm flipH="1">
              <a:off x="8282759" y="2224088"/>
              <a:ext cx="481013" cy="419100"/>
              <a:chOff x="-44" y="1473"/>
              <a:chExt cx="981" cy="1105"/>
            </a:xfrm>
          </p:grpSpPr>
          <p:pic>
            <p:nvPicPr>
              <p:cNvPr id="173" name="Picture 9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4" name="Freeform 9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75" name="Group 93"/>
            <p:cNvGrpSpPr/>
            <p:nvPr/>
          </p:nvGrpSpPr>
          <p:grpSpPr bwMode="auto">
            <a:xfrm flipH="1">
              <a:off x="7458846" y="3367088"/>
              <a:ext cx="481013" cy="419100"/>
              <a:chOff x="-44" y="1473"/>
              <a:chExt cx="981" cy="1105"/>
            </a:xfrm>
          </p:grpSpPr>
          <p:pic>
            <p:nvPicPr>
              <p:cNvPr id="176" name="Picture 9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77" name="Freeform 9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78" name="Group 96"/>
            <p:cNvGrpSpPr/>
            <p:nvPr/>
          </p:nvGrpSpPr>
          <p:grpSpPr bwMode="auto">
            <a:xfrm flipH="1">
              <a:off x="6586118" y="3398044"/>
              <a:ext cx="481013" cy="419100"/>
              <a:chOff x="-44" y="1473"/>
              <a:chExt cx="981" cy="1105"/>
            </a:xfrm>
          </p:grpSpPr>
          <p:pic>
            <p:nvPicPr>
              <p:cNvPr id="179" name="Picture 9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80" name="Freeform 98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81" name="Group 99"/>
            <p:cNvGrpSpPr/>
            <p:nvPr/>
          </p:nvGrpSpPr>
          <p:grpSpPr bwMode="auto">
            <a:xfrm>
              <a:off x="6907587" y="1968104"/>
              <a:ext cx="523875" cy="266700"/>
              <a:chOff x="4396" y="1245"/>
              <a:chExt cx="672" cy="248"/>
            </a:xfrm>
          </p:grpSpPr>
          <p:sp>
            <p:nvSpPr>
              <p:cNvPr id="18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5" name="Group 103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88" name="Freeform 104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9" name="Freeform 105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6" name="Line 106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87" name="Line 107"/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90" name="Line 5"/>
            <p:cNvSpPr>
              <a:spLocks noChangeShapeType="1"/>
            </p:cNvSpPr>
            <p:nvPr/>
          </p:nvSpPr>
          <p:spPr bwMode="auto">
            <a:xfrm>
              <a:off x="5964612" y="1362075"/>
              <a:ext cx="292894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91" name="Line 7"/>
            <p:cNvSpPr>
              <a:spLocks noChangeShapeType="1"/>
            </p:cNvSpPr>
            <p:nvPr/>
          </p:nvSpPr>
          <p:spPr bwMode="auto">
            <a:xfrm flipV="1">
              <a:off x="5990806" y="1916906"/>
              <a:ext cx="208359" cy="2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92" name="Line 8"/>
            <p:cNvSpPr>
              <a:spLocks noChangeShapeType="1"/>
            </p:cNvSpPr>
            <p:nvPr/>
          </p:nvSpPr>
          <p:spPr bwMode="auto">
            <a:xfrm>
              <a:off x="5999140" y="2315766"/>
              <a:ext cx="316706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93" name="Line 11"/>
            <p:cNvSpPr>
              <a:spLocks noChangeShapeType="1"/>
            </p:cNvSpPr>
            <p:nvPr/>
          </p:nvSpPr>
          <p:spPr bwMode="auto">
            <a:xfrm>
              <a:off x="6564687" y="1997869"/>
              <a:ext cx="421481" cy="1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76" name="灯片编号占位符 2">
            <a:extLst>
              <a:ext uri="{FF2B5EF4-FFF2-40B4-BE49-F238E27FC236}">
                <a16:creationId xmlns:a16="http://schemas.microsoft.com/office/drawing/2014/main" id="{70F7F08A-B4E5-44F7-9A95-835AF97F5B6B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25</a:t>
            </a:fld>
            <a:endParaRPr lang="en-US" altLang="zh-CN" dirty="0"/>
          </a:p>
        </p:txBody>
      </p:sp>
      <p:sp>
        <p:nvSpPr>
          <p:cNvPr id="77" name="AutoShape 5">
            <a:extLst>
              <a:ext uri="{FF2B5EF4-FFF2-40B4-BE49-F238E27FC236}">
                <a16:creationId xmlns:a16="http://schemas.microsoft.com/office/drawing/2014/main" id="{CAFB67DF-330D-460B-AFE0-1E17997A2B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7" grpId="0" animBg="1"/>
      <p:bldP spid="77" grpId="1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>
            <a:extLst>
              <a:ext uri="{FF2B5EF4-FFF2-40B4-BE49-F238E27FC236}">
                <a16:creationId xmlns:a16="http://schemas.microsoft.com/office/drawing/2014/main" id="{728014E0-8C3B-44A2-A4BB-DD389603AEF7}"/>
              </a:ext>
            </a:extLst>
          </p:cNvPr>
          <p:cNvGrpSpPr/>
          <p:nvPr/>
        </p:nvGrpSpPr>
        <p:grpSpPr>
          <a:xfrm>
            <a:off x="4972937" y="1089422"/>
            <a:ext cx="3881275" cy="2727722"/>
            <a:chOff x="4972937" y="1089422"/>
            <a:chExt cx="3881275" cy="2727722"/>
          </a:xfrm>
        </p:grpSpPr>
        <p:sp>
          <p:nvSpPr>
            <p:cNvPr id="89" name="Freeform 140">
              <a:extLst>
                <a:ext uri="{FF2B5EF4-FFF2-40B4-BE49-F238E27FC236}">
                  <a16:creationId xmlns:a16="http://schemas.microsoft.com/office/drawing/2014/main" id="{3E946FC2-D041-468E-8D2E-80BF89FE523E}"/>
                </a:ext>
              </a:extLst>
            </p:cNvPr>
            <p:cNvSpPr/>
            <p:nvPr/>
          </p:nvSpPr>
          <p:spPr bwMode="auto">
            <a:xfrm rot="16200000">
              <a:off x="6881988" y="2397324"/>
              <a:ext cx="634603" cy="1195388"/>
            </a:xfrm>
            <a:custGeom>
              <a:avLst/>
              <a:gdLst>
                <a:gd name="T0" fmla="*/ 65108827 w 10315"/>
                <a:gd name="T1" fmla="*/ 113947524 h 10000"/>
                <a:gd name="T2" fmla="*/ 25265495 w 10315"/>
                <a:gd name="T3" fmla="*/ 97317453 h 10000"/>
                <a:gd name="T4" fmla="*/ 22957013 w 10315"/>
                <a:gd name="T5" fmla="*/ 26049406 h 10000"/>
                <a:gd name="T6" fmla="*/ 874929 w 10315"/>
                <a:gd name="T7" fmla="*/ 3097488 h 10000"/>
                <a:gd name="T8" fmla="*/ 4361194 w 10315"/>
                <a:gd name="T9" fmla="*/ 88050331 h 10000"/>
                <a:gd name="T10" fmla="*/ 4186225 w 10315"/>
                <a:gd name="T11" fmla="*/ 137305715 h 10000"/>
                <a:gd name="T12" fmla="*/ 3291116 w 10315"/>
                <a:gd name="T13" fmla="*/ 182295637 h 10000"/>
                <a:gd name="T14" fmla="*/ 2934369 w 10315"/>
                <a:gd name="T15" fmla="*/ 223654929 h 10000"/>
                <a:gd name="T16" fmla="*/ 9530054 w 10315"/>
                <a:gd name="T17" fmla="*/ 248638050 h 10000"/>
                <a:gd name="T18" fmla="*/ 24101165 w 10315"/>
                <a:gd name="T19" fmla="*/ 244804203 h 10000"/>
                <a:gd name="T20" fmla="*/ 26826931 w 10315"/>
                <a:gd name="T21" fmla="*/ 156449288 h 10000"/>
                <a:gd name="T22" fmla="*/ 66562559 w 10315"/>
                <a:gd name="T23" fmla="*/ 144998591 h 10000"/>
                <a:gd name="T24" fmla="*/ 65108827 w 10315"/>
                <a:gd name="T25" fmla="*/ 113947524 h 100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315" h="10000">
                  <a:moveTo>
                    <a:pt x="9674" y="4488"/>
                  </a:moveTo>
                  <a:cubicBezTo>
                    <a:pt x="8651" y="4175"/>
                    <a:pt x="4901" y="4405"/>
                    <a:pt x="3754" y="3833"/>
                  </a:cubicBezTo>
                  <a:cubicBezTo>
                    <a:pt x="2607" y="3261"/>
                    <a:pt x="4015" y="1645"/>
                    <a:pt x="3411" y="1026"/>
                  </a:cubicBezTo>
                  <a:cubicBezTo>
                    <a:pt x="2808" y="408"/>
                    <a:pt x="591" y="-284"/>
                    <a:pt x="130" y="122"/>
                  </a:cubicBezTo>
                  <a:cubicBezTo>
                    <a:pt x="-330" y="529"/>
                    <a:pt x="566" y="2588"/>
                    <a:pt x="648" y="3468"/>
                  </a:cubicBezTo>
                  <a:cubicBezTo>
                    <a:pt x="730" y="4349"/>
                    <a:pt x="648" y="4790"/>
                    <a:pt x="622" y="5408"/>
                  </a:cubicBezTo>
                  <a:cubicBezTo>
                    <a:pt x="595" y="6026"/>
                    <a:pt x="516" y="6617"/>
                    <a:pt x="489" y="7180"/>
                  </a:cubicBezTo>
                  <a:cubicBezTo>
                    <a:pt x="463" y="7741"/>
                    <a:pt x="286" y="8378"/>
                    <a:pt x="436" y="8809"/>
                  </a:cubicBezTo>
                  <a:cubicBezTo>
                    <a:pt x="587" y="9239"/>
                    <a:pt x="892" y="9655"/>
                    <a:pt x="1416" y="9793"/>
                  </a:cubicBezTo>
                  <a:cubicBezTo>
                    <a:pt x="1940" y="9932"/>
                    <a:pt x="3153" y="10248"/>
                    <a:pt x="3581" y="9642"/>
                  </a:cubicBezTo>
                  <a:cubicBezTo>
                    <a:pt x="4008" y="9037"/>
                    <a:pt x="3138" y="6667"/>
                    <a:pt x="3986" y="6162"/>
                  </a:cubicBezTo>
                  <a:cubicBezTo>
                    <a:pt x="4832" y="5655"/>
                    <a:pt x="9131" y="5984"/>
                    <a:pt x="9890" y="5711"/>
                  </a:cubicBezTo>
                  <a:cubicBezTo>
                    <a:pt x="10388" y="5225"/>
                    <a:pt x="10598" y="5393"/>
                    <a:pt x="9674" y="448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0" name="Freeform 140">
              <a:extLst>
                <a:ext uri="{FF2B5EF4-FFF2-40B4-BE49-F238E27FC236}">
                  <a16:creationId xmlns:a16="http://schemas.microsoft.com/office/drawing/2014/main" id="{E91E280D-5723-4B9E-B38F-D0AB54E14353}"/>
                </a:ext>
              </a:extLst>
            </p:cNvPr>
            <p:cNvSpPr/>
            <p:nvPr/>
          </p:nvSpPr>
          <p:spPr bwMode="auto">
            <a:xfrm rot="10800000">
              <a:off x="7630296" y="1402556"/>
              <a:ext cx="634604" cy="1195388"/>
            </a:xfrm>
            <a:custGeom>
              <a:avLst/>
              <a:gdLst>
                <a:gd name="T0" fmla="*/ 65108904 w 10315"/>
                <a:gd name="T1" fmla="*/ 113947524 h 10000"/>
                <a:gd name="T2" fmla="*/ 25265525 w 10315"/>
                <a:gd name="T3" fmla="*/ 97317453 h 10000"/>
                <a:gd name="T4" fmla="*/ 22957041 w 10315"/>
                <a:gd name="T5" fmla="*/ 26049406 h 10000"/>
                <a:gd name="T6" fmla="*/ 874930 w 10315"/>
                <a:gd name="T7" fmla="*/ 3097488 h 10000"/>
                <a:gd name="T8" fmla="*/ 4361200 w 10315"/>
                <a:gd name="T9" fmla="*/ 88050331 h 10000"/>
                <a:gd name="T10" fmla="*/ 4186230 w 10315"/>
                <a:gd name="T11" fmla="*/ 137305715 h 10000"/>
                <a:gd name="T12" fmla="*/ 3291120 w 10315"/>
                <a:gd name="T13" fmla="*/ 182295637 h 10000"/>
                <a:gd name="T14" fmla="*/ 2934372 w 10315"/>
                <a:gd name="T15" fmla="*/ 223654929 h 10000"/>
                <a:gd name="T16" fmla="*/ 9530065 w 10315"/>
                <a:gd name="T17" fmla="*/ 248638050 h 10000"/>
                <a:gd name="T18" fmla="*/ 24101193 w 10315"/>
                <a:gd name="T19" fmla="*/ 244804203 h 10000"/>
                <a:gd name="T20" fmla="*/ 26826963 w 10315"/>
                <a:gd name="T21" fmla="*/ 156449288 h 10000"/>
                <a:gd name="T22" fmla="*/ 66562637 w 10315"/>
                <a:gd name="T23" fmla="*/ 144998591 h 10000"/>
                <a:gd name="T24" fmla="*/ 65108904 w 10315"/>
                <a:gd name="T25" fmla="*/ 113947524 h 1000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315" h="10000">
                  <a:moveTo>
                    <a:pt x="9674" y="4488"/>
                  </a:moveTo>
                  <a:cubicBezTo>
                    <a:pt x="8651" y="4175"/>
                    <a:pt x="4901" y="4405"/>
                    <a:pt x="3754" y="3833"/>
                  </a:cubicBezTo>
                  <a:cubicBezTo>
                    <a:pt x="2607" y="3261"/>
                    <a:pt x="4015" y="1645"/>
                    <a:pt x="3411" y="1026"/>
                  </a:cubicBezTo>
                  <a:cubicBezTo>
                    <a:pt x="2808" y="408"/>
                    <a:pt x="591" y="-284"/>
                    <a:pt x="130" y="122"/>
                  </a:cubicBezTo>
                  <a:cubicBezTo>
                    <a:pt x="-330" y="529"/>
                    <a:pt x="566" y="2588"/>
                    <a:pt x="648" y="3468"/>
                  </a:cubicBezTo>
                  <a:cubicBezTo>
                    <a:pt x="730" y="4349"/>
                    <a:pt x="648" y="4790"/>
                    <a:pt x="622" y="5408"/>
                  </a:cubicBezTo>
                  <a:cubicBezTo>
                    <a:pt x="595" y="6026"/>
                    <a:pt x="516" y="6617"/>
                    <a:pt x="489" y="7180"/>
                  </a:cubicBezTo>
                  <a:cubicBezTo>
                    <a:pt x="463" y="7741"/>
                    <a:pt x="286" y="8378"/>
                    <a:pt x="436" y="8809"/>
                  </a:cubicBezTo>
                  <a:cubicBezTo>
                    <a:pt x="587" y="9239"/>
                    <a:pt x="892" y="9655"/>
                    <a:pt x="1416" y="9793"/>
                  </a:cubicBezTo>
                  <a:cubicBezTo>
                    <a:pt x="1940" y="9932"/>
                    <a:pt x="3153" y="10248"/>
                    <a:pt x="3581" y="9642"/>
                  </a:cubicBezTo>
                  <a:cubicBezTo>
                    <a:pt x="4008" y="9037"/>
                    <a:pt x="3138" y="6667"/>
                    <a:pt x="3986" y="6162"/>
                  </a:cubicBezTo>
                  <a:cubicBezTo>
                    <a:pt x="4832" y="5655"/>
                    <a:pt x="9131" y="5984"/>
                    <a:pt x="9890" y="5711"/>
                  </a:cubicBezTo>
                  <a:cubicBezTo>
                    <a:pt x="10388" y="5225"/>
                    <a:pt x="10598" y="5393"/>
                    <a:pt x="9674" y="4488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1" name="Freeform 140">
              <a:extLst>
                <a:ext uri="{FF2B5EF4-FFF2-40B4-BE49-F238E27FC236}">
                  <a16:creationId xmlns:a16="http://schemas.microsoft.com/office/drawing/2014/main" id="{F58A2619-379A-4DF6-9E2F-CC97A344CB49}"/>
                </a:ext>
              </a:extLst>
            </p:cNvPr>
            <p:cNvSpPr/>
            <p:nvPr/>
          </p:nvSpPr>
          <p:spPr bwMode="auto">
            <a:xfrm>
              <a:off x="6103916" y="1089422"/>
              <a:ext cx="721580" cy="1445419"/>
            </a:xfrm>
            <a:custGeom>
              <a:avLst/>
              <a:gdLst>
                <a:gd name="T0" fmla="*/ 2147483647 w 1223"/>
                <a:gd name="T1" fmla="*/ 2147483647 h 1291"/>
                <a:gd name="T2" fmla="*/ 2147483647 w 1223"/>
                <a:gd name="T3" fmla="*/ 2147483647 h 1291"/>
                <a:gd name="T4" fmla="*/ 2147483647 w 1223"/>
                <a:gd name="T5" fmla="*/ 2147483647 h 1291"/>
                <a:gd name="T6" fmla="*/ 2147483647 w 1223"/>
                <a:gd name="T7" fmla="*/ 2147483647 h 1291"/>
                <a:gd name="T8" fmla="*/ 2147483647 w 1223"/>
                <a:gd name="T9" fmla="*/ 2147483647 h 1291"/>
                <a:gd name="T10" fmla="*/ 2147483647 w 1223"/>
                <a:gd name="T11" fmla="*/ 2147483647 h 1291"/>
                <a:gd name="T12" fmla="*/ 2147483647 w 1223"/>
                <a:gd name="T13" fmla="*/ 2147483647 h 1291"/>
                <a:gd name="T14" fmla="*/ 2147483647 w 1223"/>
                <a:gd name="T15" fmla="*/ 2147483647 h 1291"/>
                <a:gd name="T16" fmla="*/ 2147483647 w 1223"/>
                <a:gd name="T17" fmla="*/ 2147483647 h 1291"/>
                <a:gd name="T18" fmla="*/ 2147483647 w 1223"/>
                <a:gd name="T19" fmla="*/ 2147483647 h 1291"/>
                <a:gd name="T20" fmla="*/ 2147483647 w 1223"/>
                <a:gd name="T21" fmla="*/ 2147483647 h 1291"/>
                <a:gd name="T22" fmla="*/ 2147483647 w 1223"/>
                <a:gd name="T23" fmla="*/ 2147483647 h 1291"/>
                <a:gd name="T24" fmla="*/ 2147483647 w 1223"/>
                <a:gd name="T25" fmla="*/ 2147483647 h 1291"/>
                <a:gd name="T26" fmla="*/ 2147483647 w 1223"/>
                <a:gd name="T27" fmla="*/ 2147483647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2" name="Text Box 26">
              <a:extLst>
                <a:ext uri="{FF2B5EF4-FFF2-40B4-BE49-F238E27FC236}">
                  <a16:creationId xmlns:a16="http://schemas.microsoft.com/office/drawing/2014/main" id="{41A8F16D-8637-446F-A07E-4B2588653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937" y="1230140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/>
                <a:t>223.1.1.1</a:t>
              </a:r>
              <a:endParaRPr lang="en-US" altLang="zh-CN" sz="900">
                <a:latin typeface="Comic Sans MS" panose="030F0702030302020204" pitchFamily="66" charset="0"/>
              </a:endParaRPr>
            </a:p>
          </p:txBody>
        </p:sp>
        <p:sp>
          <p:nvSpPr>
            <p:cNvPr id="93" name="Text Box 29">
              <a:extLst>
                <a:ext uri="{FF2B5EF4-FFF2-40B4-BE49-F238E27FC236}">
                  <a16:creationId xmlns:a16="http://schemas.microsoft.com/office/drawing/2014/main" id="{65082123-5F12-4684-A640-2336FB15A5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7855" y="1707690"/>
              <a:ext cx="665560" cy="23052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94" name="Text Box 30">
              <a:extLst>
                <a:ext uri="{FF2B5EF4-FFF2-40B4-BE49-F238E27FC236}">
                  <a16:creationId xmlns:a16="http://schemas.microsoft.com/office/drawing/2014/main" id="{1D4B0BA8-AF82-4677-A49D-30D2475C5B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7848" y="2233906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223.1.1.3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95" name="Text Box 31">
              <a:extLst>
                <a:ext uri="{FF2B5EF4-FFF2-40B4-BE49-F238E27FC236}">
                  <a16:creationId xmlns:a16="http://schemas.microsoft.com/office/drawing/2014/main" id="{88FFFDC8-25B2-4D03-926F-AC6859D78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49800" y="1675881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223.1.1.4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96" name="Line 32">
              <a:extLst>
                <a:ext uri="{FF2B5EF4-FFF2-40B4-BE49-F238E27FC236}">
                  <a16:creationId xmlns:a16="http://schemas.microsoft.com/office/drawing/2014/main" id="{EA76A83C-06B0-4E47-9A17-5BFF8D865D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70740" y="2001441"/>
              <a:ext cx="435769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97" name="Text Box 33">
              <a:extLst>
                <a:ext uri="{FF2B5EF4-FFF2-40B4-BE49-F238E27FC236}">
                  <a16:creationId xmlns:a16="http://schemas.microsoft.com/office/drawing/2014/main" id="{753BFDDE-3AD0-496A-ADCA-B104BB165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266549" y="1718962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223.1.2.9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98" name="Line 36">
              <a:extLst>
                <a:ext uri="{FF2B5EF4-FFF2-40B4-BE49-F238E27FC236}">
                  <a16:creationId xmlns:a16="http://schemas.microsoft.com/office/drawing/2014/main" id="{BF6606B9-B420-465E-91A8-C8CF5B0B5C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693" y="1483519"/>
              <a:ext cx="176213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99" name="Line 38">
              <a:extLst>
                <a:ext uri="{FF2B5EF4-FFF2-40B4-BE49-F238E27FC236}">
                  <a16:creationId xmlns:a16="http://schemas.microsoft.com/office/drawing/2014/main" id="{76830665-0319-45FD-984B-82C334793B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38693" y="2437210"/>
              <a:ext cx="176213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0" name="Text Box 41">
              <a:extLst>
                <a:ext uri="{FF2B5EF4-FFF2-40B4-BE49-F238E27FC236}">
                  <a16:creationId xmlns:a16="http://schemas.microsoft.com/office/drawing/2014/main" id="{D94181B3-C6E4-44AF-9C51-369628B1A7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74412" y="2655095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01" name="Text Box 44">
              <a:extLst>
                <a:ext uri="{FF2B5EF4-FFF2-40B4-BE49-F238E27FC236}">
                  <a16:creationId xmlns:a16="http://schemas.microsoft.com/office/drawing/2014/main" id="{F6B3F243-D20A-4DE9-9019-C426DD58AF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88645" y="1684765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223.1.2.1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02" name="Line 45">
              <a:extLst>
                <a:ext uri="{FF2B5EF4-FFF2-40B4-BE49-F238E27FC236}">
                  <a16:creationId xmlns:a16="http://schemas.microsoft.com/office/drawing/2014/main" id="{C3B10AD3-350A-49B7-97BF-2847E4C8F6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146" y="2255044"/>
              <a:ext cx="0" cy="56792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3" name="Line 47">
              <a:extLst>
                <a:ext uri="{FF2B5EF4-FFF2-40B4-BE49-F238E27FC236}">
                  <a16:creationId xmlns:a16="http://schemas.microsoft.com/office/drawing/2014/main" id="{25653A27-4499-45A1-A03D-0A7C77E1ED6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732565" y="3209925"/>
              <a:ext cx="2381" cy="180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4" name="Line 48">
              <a:extLst>
                <a:ext uri="{FF2B5EF4-FFF2-40B4-BE49-F238E27FC236}">
                  <a16:creationId xmlns:a16="http://schemas.microsoft.com/office/drawing/2014/main" id="{2F7A8754-B6CE-4BE2-ABD2-8495F2C9F53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614818" y="3213497"/>
              <a:ext cx="2381" cy="1809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05" name="Text Box 53">
              <a:extLst>
                <a:ext uri="{FF2B5EF4-FFF2-40B4-BE49-F238E27FC236}">
                  <a16:creationId xmlns:a16="http://schemas.microsoft.com/office/drawing/2014/main" id="{FB068BE8-2007-43C2-BD81-0BD25627A44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38631" y="3258741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223.1.3.2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sp>
          <p:nvSpPr>
            <p:cNvPr id="106" name="Text Box 56">
              <a:extLst>
                <a:ext uri="{FF2B5EF4-FFF2-40B4-BE49-F238E27FC236}">
                  <a16:creationId xmlns:a16="http://schemas.microsoft.com/office/drawing/2014/main" id="{E1833DDA-5689-45D6-ABE2-9D4D34E7FA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06371" y="3262313"/>
              <a:ext cx="665567" cy="2308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/>
                <a:t>223.1.3.1</a:t>
              </a:r>
              <a:endParaRPr lang="en-US" altLang="zh-CN" sz="900">
                <a:latin typeface="Comic Sans MS" panose="030F0702030302020204" pitchFamily="66" charset="0"/>
              </a:endParaRPr>
            </a:p>
          </p:txBody>
        </p:sp>
        <p:sp>
          <p:nvSpPr>
            <p:cNvPr id="107" name="Text Box 59">
              <a:extLst>
                <a:ext uri="{FF2B5EF4-FFF2-40B4-BE49-F238E27FC236}">
                  <a16:creationId xmlns:a16="http://schemas.microsoft.com/office/drawing/2014/main" id="{146EA5D7-7A1E-418B-8104-AB7EE678E8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65781" y="2269927"/>
              <a:ext cx="729853" cy="23098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900" dirty="0"/>
                <a:t>223.1.3.27</a:t>
              </a:r>
              <a:endParaRPr lang="en-US" altLang="zh-CN" sz="900" dirty="0">
                <a:latin typeface="Comic Sans MS" panose="030F0702030302020204" pitchFamily="66" charset="0"/>
              </a:endParaRPr>
            </a:p>
          </p:txBody>
        </p:sp>
        <p:grpSp>
          <p:nvGrpSpPr>
            <p:cNvPr id="108" name="Group 73">
              <a:extLst>
                <a:ext uri="{FF2B5EF4-FFF2-40B4-BE49-F238E27FC236}">
                  <a16:creationId xmlns:a16="http://schemas.microsoft.com/office/drawing/2014/main" id="{93F93F8B-F64D-4C68-A887-3751D39D8B46}"/>
                </a:ext>
              </a:extLst>
            </p:cNvPr>
            <p:cNvGrpSpPr/>
            <p:nvPr/>
          </p:nvGrpSpPr>
          <p:grpSpPr bwMode="auto">
            <a:xfrm>
              <a:off x="5509793" y="1146572"/>
              <a:ext cx="481013" cy="419100"/>
              <a:chOff x="-44" y="1473"/>
              <a:chExt cx="981" cy="1105"/>
            </a:xfrm>
          </p:grpSpPr>
          <p:pic>
            <p:nvPicPr>
              <p:cNvPr id="197" name="Picture 74" descr="desktop_computer_stylized_medium">
                <a:extLst>
                  <a:ext uri="{FF2B5EF4-FFF2-40B4-BE49-F238E27FC236}">
                    <a16:creationId xmlns:a16="http://schemas.microsoft.com/office/drawing/2014/main" id="{DAE6CBC7-85C6-4F27-BD58-4B9A0808B1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8" name="Freeform 75">
                <a:extLst>
                  <a:ext uri="{FF2B5EF4-FFF2-40B4-BE49-F238E27FC236}">
                    <a16:creationId xmlns:a16="http://schemas.microsoft.com/office/drawing/2014/main" id="{E9ED0EEE-9EEA-4FC6-97C5-70655AE6526C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09" name="Group 80">
              <a:extLst>
                <a:ext uri="{FF2B5EF4-FFF2-40B4-BE49-F238E27FC236}">
                  <a16:creationId xmlns:a16="http://schemas.microsoft.com/office/drawing/2014/main" id="{00E94D4B-FD22-4A61-B52C-816DED5EBF90}"/>
                </a:ext>
              </a:extLst>
            </p:cNvPr>
            <p:cNvGrpSpPr/>
            <p:nvPr/>
          </p:nvGrpSpPr>
          <p:grpSpPr bwMode="auto">
            <a:xfrm>
              <a:off x="5506221" y="1595438"/>
              <a:ext cx="481013" cy="419100"/>
              <a:chOff x="-44" y="1473"/>
              <a:chExt cx="981" cy="1105"/>
            </a:xfrm>
          </p:grpSpPr>
          <p:pic>
            <p:nvPicPr>
              <p:cNvPr id="195" name="Picture 81" descr="desktop_computer_stylized_medium">
                <a:extLst>
                  <a:ext uri="{FF2B5EF4-FFF2-40B4-BE49-F238E27FC236}">
                    <a16:creationId xmlns:a16="http://schemas.microsoft.com/office/drawing/2014/main" id="{9B9A49DB-C7B6-4274-80AA-53B3599E6DE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6" name="Freeform 82">
                <a:extLst>
                  <a:ext uri="{FF2B5EF4-FFF2-40B4-BE49-F238E27FC236}">
                    <a16:creationId xmlns:a16="http://schemas.microsoft.com/office/drawing/2014/main" id="{7697D87A-A2CA-44C5-8EF9-1BE6C886D152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0" name="Group 83">
              <a:extLst>
                <a:ext uri="{FF2B5EF4-FFF2-40B4-BE49-F238E27FC236}">
                  <a16:creationId xmlns:a16="http://schemas.microsoft.com/office/drawing/2014/main" id="{3EBAA8DB-E13B-4B2B-B253-9D00B253097B}"/>
                </a:ext>
              </a:extLst>
            </p:cNvPr>
            <p:cNvGrpSpPr/>
            <p:nvPr/>
          </p:nvGrpSpPr>
          <p:grpSpPr bwMode="auto">
            <a:xfrm>
              <a:off x="5527652" y="2052638"/>
              <a:ext cx="481013" cy="419100"/>
              <a:chOff x="-44" y="1473"/>
              <a:chExt cx="981" cy="1105"/>
            </a:xfrm>
          </p:grpSpPr>
          <p:pic>
            <p:nvPicPr>
              <p:cNvPr id="136" name="Picture 84" descr="desktop_computer_stylized_medium">
                <a:extLst>
                  <a:ext uri="{FF2B5EF4-FFF2-40B4-BE49-F238E27FC236}">
                    <a16:creationId xmlns:a16="http://schemas.microsoft.com/office/drawing/2014/main" id="{DD7FB399-48AB-4874-92B4-1CBF3A1355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4" name="Freeform 85">
                <a:extLst>
                  <a:ext uri="{FF2B5EF4-FFF2-40B4-BE49-F238E27FC236}">
                    <a16:creationId xmlns:a16="http://schemas.microsoft.com/office/drawing/2014/main" id="{3E4BB54C-75DC-4DEC-8293-CA42CC06080C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1" name="Group 87">
              <a:extLst>
                <a:ext uri="{FF2B5EF4-FFF2-40B4-BE49-F238E27FC236}">
                  <a16:creationId xmlns:a16="http://schemas.microsoft.com/office/drawing/2014/main" id="{68CA470E-4363-41AF-9240-F41E393B0D57}"/>
                </a:ext>
              </a:extLst>
            </p:cNvPr>
            <p:cNvGrpSpPr/>
            <p:nvPr/>
          </p:nvGrpSpPr>
          <p:grpSpPr bwMode="auto">
            <a:xfrm flipH="1">
              <a:off x="8272043" y="1264444"/>
              <a:ext cx="481013" cy="419100"/>
              <a:chOff x="-44" y="1473"/>
              <a:chExt cx="981" cy="1105"/>
            </a:xfrm>
          </p:grpSpPr>
          <p:pic>
            <p:nvPicPr>
              <p:cNvPr id="134" name="Picture 88" descr="desktop_computer_stylized_medium">
                <a:extLst>
                  <a:ext uri="{FF2B5EF4-FFF2-40B4-BE49-F238E27FC236}">
                    <a16:creationId xmlns:a16="http://schemas.microsoft.com/office/drawing/2014/main" id="{46ADAFD0-E577-4A19-80FB-AF640F97AA0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5" name="Freeform 89">
                <a:extLst>
                  <a:ext uri="{FF2B5EF4-FFF2-40B4-BE49-F238E27FC236}">
                    <a16:creationId xmlns:a16="http://schemas.microsoft.com/office/drawing/2014/main" id="{33A26E42-D365-4511-BFB8-89A23A6CDB69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2" name="Group 90">
              <a:extLst>
                <a:ext uri="{FF2B5EF4-FFF2-40B4-BE49-F238E27FC236}">
                  <a16:creationId xmlns:a16="http://schemas.microsoft.com/office/drawing/2014/main" id="{FFDBD1D7-BF9C-4CC5-ACA7-8E84FD475312}"/>
                </a:ext>
              </a:extLst>
            </p:cNvPr>
            <p:cNvGrpSpPr/>
            <p:nvPr/>
          </p:nvGrpSpPr>
          <p:grpSpPr bwMode="auto">
            <a:xfrm flipH="1">
              <a:off x="8282759" y="2224088"/>
              <a:ext cx="481013" cy="419100"/>
              <a:chOff x="-44" y="1473"/>
              <a:chExt cx="981" cy="1105"/>
            </a:xfrm>
          </p:grpSpPr>
          <p:pic>
            <p:nvPicPr>
              <p:cNvPr id="132" name="Picture 91" descr="desktop_computer_stylized_medium">
                <a:extLst>
                  <a:ext uri="{FF2B5EF4-FFF2-40B4-BE49-F238E27FC236}">
                    <a16:creationId xmlns:a16="http://schemas.microsoft.com/office/drawing/2014/main" id="{73676367-0AFB-4761-BF1F-D6974449927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3" name="Freeform 92">
                <a:extLst>
                  <a:ext uri="{FF2B5EF4-FFF2-40B4-BE49-F238E27FC236}">
                    <a16:creationId xmlns:a16="http://schemas.microsoft.com/office/drawing/2014/main" id="{8B6E024E-9A8D-41CE-840D-CF906F00ABED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3" name="Group 93">
              <a:extLst>
                <a:ext uri="{FF2B5EF4-FFF2-40B4-BE49-F238E27FC236}">
                  <a16:creationId xmlns:a16="http://schemas.microsoft.com/office/drawing/2014/main" id="{7EECFA78-B422-4E71-8FF1-DA8803589A93}"/>
                </a:ext>
              </a:extLst>
            </p:cNvPr>
            <p:cNvGrpSpPr/>
            <p:nvPr/>
          </p:nvGrpSpPr>
          <p:grpSpPr bwMode="auto">
            <a:xfrm flipH="1">
              <a:off x="7458846" y="3367088"/>
              <a:ext cx="481013" cy="419100"/>
              <a:chOff x="-44" y="1473"/>
              <a:chExt cx="981" cy="1105"/>
            </a:xfrm>
          </p:grpSpPr>
          <p:pic>
            <p:nvPicPr>
              <p:cNvPr id="130" name="Picture 94" descr="desktop_computer_stylized_medium">
                <a:extLst>
                  <a:ext uri="{FF2B5EF4-FFF2-40B4-BE49-F238E27FC236}">
                    <a16:creationId xmlns:a16="http://schemas.microsoft.com/office/drawing/2014/main" id="{283C6525-D159-4363-8259-D92C8469712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1" name="Freeform 95">
                <a:extLst>
                  <a:ext uri="{FF2B5EF4-FFF2-40B4-BE49-F238E27FC236}">
                    <a16:creationId xmlns:a16="http://schemas.microsoft.com/office/drawing/2014/main" id="{6E6F68A3-0AEA-4E27-ADF4-89642D9CD95E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4" name="Group 96">
              <a:extLst>
                <a:ext uri="{FF2B5EF4-FFF2-40B4-BE49-F238E27FC236}">
                  <a16:creationId xmlns:a16="http://schemas.microsoft.com/office/drawing/2014/main" id="{23CD2DC0-9635-46FA-9943-53A14F126F70}"/>
                </a:ext>
              </a:extLst>
            </p:cNvPr>
            <p:cNvGrpSpPr/>
            <p:nvPr/>
          </p:nvGrpSpPr>
          <p:grpSpPr bwMode="auto">
            <a:xfrm flipH="1">
              <a:off x="6586118" y="3398044"/>
              <a:ext cx="481013" cy="419100"/>
              <a:chOff x="-44" y="1473"/>
              <a:chExt cx="981" cy="1105"/>
            </a:xfrm>
          </p:grpSpPr>
          <p:pic>
            <p:nvPicPr>
              <p:cNvPr id="128" name="Picture 97" descr="desktop_computer_stylized_medium">
                <a:extLst>
                  <a:ext uri="{FF2B5EF4-FFF2-40B4-BE49-F238E27FC236}">
                    <a16:creationId xmlns:a16="http://schemas.microsoft.com/office/drawing/2014/main" id="{50344E09-DF28-46DB-A808-CB9278B5E97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29" name="Freeform 98">
                <a:extLst>
                  <a:ext uri="{FF2B5EF4-FFF2-40B4-BE49-F238E27FC236}">
                    <a16:creationId xmlns:a16="http://schemas.microsoft.com/office/drawing/2014/main" id="{1C5B90D6-958B-4895-B3B4-FAC88625B302}"/>
                  </a:ext>
                </a:extLst>
              </p:cNvPr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15" name="Group 99">
              <a:extLst>
                <a:ext uri="{FF2B5EF4-FFF2-40B4-BE49-F238E27FC236}">
                  <a16:creationId xmlns:a16="http://schemas.microsoft.com/office/drawing/2014/main" id="{E25A176D-E63B-4529-A89B-6FDE22F2D11B}"/>
                </a:ext>
              </a:extLst>
            </p:cNvPr>
            <p:cNvGrpSpPr/>
            <p:nvPr/>
          </p:nvGrpSpPr>
          <p:grpSpPr bwMode="auto">
            <a:xfrm>
              <a:off x="6907587" y="1968104"/>
              <a:ext cx="523875" cy="266700"/>
              <a:chOff x="4396" y="1245"/>
              <a:chExt cx="672" cy="248"/>
            </a:xfrm>
          </p:grpSpPr>
          <p:sp>
            <p:nvSpPr>
              <p:cNvPr id="120" name="Oval 407">
                <a:extLst>
                  <a:ext uri="{FF2B5EF4-FFF2-40B4-BE49-F238E27FC236}">
                    <a16:creationId xmlns:a16="http://schemas.microsoft.com/office/drawing/2014/main" id="{533AC149-D463-4EBC-AB79-3F76EA0332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1" name="Rectangle 410">
                <a:extLst>
                  <a:ext uri="{FF2B5EF4-FFF2-40B4-BE49-F238E27FC236}">
                    <a16:creationId xmlns:a16="http://schemas.microsoft.com/office/drawing/2014/main" id="{41E7CCC7-A7FA-4781-B7D4-150460620B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22" name="Oval 411">
                <a:extLst>
                  <a:ext uri="{FF2B5EF4-FFF2-40B4-BE49-F238E27FC236}">
                    <a16:creationId xmlns:a16="http://schemas.microsoft.com/office/drawing/2014/main" id="{E882582B-9EE6-4D0E-8540-5949FE5C76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9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3" name="Group 103">
                <a:extLst>
                  <a:ext uri="{FF2B5EF4-FFF2-40B4-BE49-F238E27FC236}">
                    <a16:creationId xmlns:a16="http://schemas.microsoft.com/office/drawing/2014/main" id="{33096E89-7B6C-46CA-87DD-15751D7681F4}"/>
                  </a:ext>
                </a:extLst>
              </p:cNvPr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26" name="Freeform 104">
                  <a:extLst>
                    <a:ext uri="{FF2B5EF4-FFF2-40B4-BE49-F238E27FC236}">
                      <a16:creationId xmlns:a16="http://schemas.microsoft.com/office/drawing/2014/main" id="{B65F8C8E-BD1D-41A6-BE5A-C3FEEAD027A2}"/>
                    </a:ext>
                  </a:extLst>
                </p:cNvPr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27" name="Freeform 105">
                  <a:extLst>
                    <a:ext uri="{FF2B5EF4-FFF2-40B4-BE49-F238E27FC236}">
                      <a16:creationId xmlns:a16="http://schemas.microsoft.com/office/drawing/2014/main" id="{D013F4E7-E7A8-4026-A442-14AAB9B22ED5}"/>
                    </a:ext>
                  </a:extLst>
                </p:cNvPr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24" name="Line 106">
                <a:extLst>
                  <a:ext uri="{FF2B5EF4-FFF2-40B4-BE49-F238E27FC236}">
                    <a16:creationId xmlns:a16="http://schemas.microsoft.com/office/drawing/2014/main" id="{06477398-08AE-413F-9B44-C7C1B6BFE0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25" name="Line 107">
                <a:extLst>
                  <a:ext uri="{FF2B5EF4-FFF2-40B4-BE49-F238E27FC236}">
                    <a16:creationId xmlns:a16="http://schemas.microsoft.com/office/drawing/2014/main" id="{C833EECD-7367-40DF-B8B2-C58DC26B43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063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90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sp>
          <p:nvSpPr>
            <p:cNvPr id="116" name="Line 5">
              <a:extLst>
                <a:ext uri="{FF2B5EF4-FFF2-40B4-BE49-F238E27FC236}">
                  <a16:creationId xmlns:a16="http://schemas.microsoft.com/office/drawing/2014/main" id="{D2675CB9-5242-468F-A22A-99207EA30B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64612" y="1362075"/>
              <a:ext cx="292894" cy="47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17" name="Line 7">
              <a:extLst>
                <a:ext uri="{FF2B5EF4-FFF2-40B4-BE49-F238E27FC236}">
                  <a16:creationId xmlns:a16="http://schemas.microsoft.com/office/drawing/2014/main" id="{9E1BAA95-A1B9-4594-99E1-DFE4E23774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90806" y="1916906"/>
              <a:ext cx="208359" cy="238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18" name="Line 8">
              <a:extLst>
                <a:ext uri="{FF2B5EF4-FFF2-40B4-BE49-F238E27FC236}">
                  <a16:creationId xmlns:a16="http://schemas.microsoft.com/office/drawing/2014/main" id="{4F34E6AC-8C26-475F-B28D-B2465ED2EB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99140" y="2315766"/>
              <a:ext cx="316706" cy="35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19" name="Line 11">
              <a:extLst>
                <a:ext uri="{FF2B5EF4-FFF2-40B4-BE49-F238E27FC236}">
                  <a16:creationId xmlns:a16="http://schemas.microsoft.com/office/drawing/2014/main" id="{382B96BB-BC51-472A-BBFA-A39AB6CDE8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4687" y="1997869"/>
              <a:ext cx="421481" cy="11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/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dirty="0">
                <a:effectLst/>
              </a:rPr>
              <a:t>问题</a:t>
            </a:r>
            <a:r>
              <a:rPr lang="en-US" altLang="zh-CN" dirty="0">
                <a:effectLst/>
              </a:rPr>
              <a:t>: </a:t>
            </a:r>
            <a:r>
              <a:rPr lang="zh-CN" altLang="en-US" dirty="0">
                <a:effectLst/>
              </a:rPr>
              <a:t>网络接口之间如何连接？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链路层问题</a:t>
            </a:r>
            <a:endParaRPr lang="en-US" altLang="zh-CN" dirty="0"/>
          </a:p>
          <a:p>
            <a:pPr lvl="2"/>
            <a:r>
              <a:rPr lang="zh-CN" altLang="en-US" dirty="0"/>
              <a:t>第</a:t>
            </a:r>
            <a:r>
              <a:rPr lang="en-US" altLang="zh-CN" dirty="0"/>
              <a:t>5/6</a:t>
            </a:r>
            <a:r>
              <a:rPr lang="zh-CN" altLang="en-US" dirty="0"/>
              <a:t>章</a:t>
            </a:r>
            <a:r>
              <a:rPr lang="en-US" altLang="zh-CN" dirty="0"/>
              <a:t>(</a:t>
            </a:r>
            <a:r>
              <a:rPr lang="zh-CN" altLang="en-US" dirty="0"/>
              <a:t>链路层</a:t>
            </a:r>
            <a:r>
              <a:rPr lang="en-US" altLang="zh-CN" dirty="0"/>
              <a:t>)</a:t>
            </a:r>
            <a:r>
              <a:rPr lang="zh-CN" altLang="en-US" dirty="0"/>
              <a:t>介绍</a:t>
            </a:r>
            <a:endParaRPr lang="en-US" altLang="zh-CN" dirty="0"/>
          </a:p>
          <a:p>
            <a:pPr lvl="2"/>
            <a:endParaRPr lang="en-US" altLang="zh-CN" dirty="0"/>
          </a:p>
          <a:p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700638" y="1362075"/>
            <a:ext cx="4901128" cy="1840359"/>
            <a:chOff x="-431244" y="1816099"/>
            <a:chExt cx="6534837" cy="2453812"/>
          </a:xfrm>
        </p:grpSpPr>
        <p:grpSp>
          <p:nvGrpSpPr>
            <p:cNvPr id="75" name="Group 9"/>
            <p:cNvGrpSpPr/>
            <p:nvPr/>
          </p:nvGrpSpPr>
          <p:grpSpPr bwMode="auto">
            <a:xfrm>
              <a:off x="5594006" y="1816099"/>
              <a:ext cx="509587" cy="1269985"/>
              <a:chOff x="5278322" y="1807127"/>
              <a:chExt cx="509379" cy="1269687"/>
            </a:xfrm>
          </p:grpSpPr>
          <p:pic>
            <p:nvPicPr>
              <p:cNvPr id="76" name="Picture 3"/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278322" y="2485783"/>
                <a:ext cx="509379" cy="28727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cxnSp>
            <p:nvCxnSpPr>
              <p:cNvPr id="77" name="Straight Connector 3"/>
              <p:cNvCxnSpPr>
                <a:cxnSpLocks noChangeShapeType="1"/>
              </p:cNvCxnSpPr>
              <p:nvPr/>
            </p:nvCxnSpPr>
            <p:spPr bwMode="auto">
              <a:xfrm>
                <a:off x="5328875" y="1807127"/>
                <a:ext cx="0" cy="68102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78" name="Straight Connector 77"/>
              <p:cNvCxnSpPr>
                <a:cxnSpLocks noChangeShapeType="1"/>
              </p:cNvCxnSpPr>
              <p:nvPr/>
            </p:nvCxnSpPr>
            <p:spPr bwMode="auto">
              <a:xfrm flipV="1">
                <a:off x="5393320" y="2749728"/>
                <a:ext cx="1" cy="327086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79" name="Group 14"/>
            <p:cNvGrpSpPr/>
            <p:nvPr/>
          </p:nvGrpSpPr>
          <p:grpSpPr bwMode="auto">
            <a:xfrm>
              <a:off x="-431244" y="2791465"/>
              <a:ext cx="6383347" cy="1478446"/>
              <a:chOff x="-588374" y="2720965"/>
              <a:chExt cx="6382908" cy="1478939"/>
            </a:xfrm>
          </p:grpSpPr>
          <p:sp>
            <p:nvSpPr>
              <p:cNvPr id="80" name="TextBox 10"/>
              <p:cNvSpPr txBox="1">
                <a:spLocks noChangeArrowheads="1"/>
              </p:cNvSpPr>
              <p:nvPr/>
            </p:nvSpPr>
            <p:spPr bwMode="auto">
              <a:xfrm>
                <a:off x="-588374" y="3768873"/>
                <a:ext cx="5646976" cy="431031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7785" dist="33020" dir="3180000" algn="ctr">
                  <a:srgbClr val="000000">
                    <a:alpha val="30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rightRoom" dir="t">
                  <a:rot lat="0" lon="0" rev="600000"/>
                </a:lightRig>
              </a:scene3d>
              <a:sp3d prstMaterial="metal">
                <a:bevelT w="38100" h="57150" prst="angle"/>
              </a:sp3d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i="1" dirty="0">
                    <a:solidFill>
                      <a:srgbClr val="CC0000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A: </a:t>
                </a:r>
                <a:r>
                  <a:rPr lang="zh-CN" altLang="en-US" sz="15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有线以太网的接口通过</a:t>
                </a:r>
                <a:r>
                  <a:rPr lang="zh-CN" altLang="en-US" sz="1500" dirty="0">
                    <a:solidFill>
                      <a:srgbClr val="0000FF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以太网交换机</a:t>
                </a:r>
                <a:r>
                  <a:rPr lang="zh-CN" altLang="en-US" sz="1500" dirty="0">
                    <a:solidFill>
                      <a:srgbClr val="0066CC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相互连接</a:t>
                </a:r>
                <a:endPara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cxnSp>
            <p:nvCxnSpPr>
              <p:cNvPr id="82" name="Straight Connector 12"/>
              <p:cNvCxnSpPr>
                <a:cxnSpLocks noChangeShapeType="1"/>
                <a:endCxn id="80" idx="3"/>
              </p:cNvCxnSpPr>
              <p:nvPr/>
            </p:nvCxnSpPr>
            <p:spPr bwMode="auto">
              <a:xfrm flipH="1">
                <a:off x="5058603" y="2720965"/>
                <a:ext cx="735931" cy="126342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83" name="Group 15"/>
          <p:cNvGrpSpPr/>
          <p:nvPr/>
        </p:nvGrpSpPr>
        <p:grpSpPr bwMode="auto">
          <a:xfrm>
            <a:off x="5452242" y="2824654"/>
            <a:ext cx="3512246" cy="1774498"/>
            <a:chOff x="4136653" y="3790332"/>
            <a:chExt cx="4684247" cy="2365884"/>
          </a:xfrm>
        </p:grpSpPr>
        <p:pic>
          <p:nvPicPr>
            <p:cNvPr id="84" name="Picture 777" descr="access_point_stylized_small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2411" y="3790332"/>
              <a:ext cx="587569" cy="4869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TextBox 89"/>
            <p:cNvSpPr txBox="1">
              <a:spLocks noChangeArrowheads="1"/>
            </p:cNvSpPr>
            <p:nvPr/>
          </p:nvSpPr>
          <p:spPr bwMode="auto">
            <a:xfrm>
              <a:off x="4136653" y="5725350"/>
              <a:ext cx="4684247" cy="430866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i="1" dirty="0">
                  <a:solidFill>
                    <a:srgbClr val="CC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A: </a:t>
              </a:r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无线局域网的接口通过</a:t>
              </a:r>
              <a:r>
                <a:rPr lang="zh-CN" altLang="en-US" sz="1500" dirty="0">
                  <a:solidFill>
                    <a:srgbClr val="0000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无线基站</a:t>
              </a:r>
              <a:r>
                <a:rPr lang="zh-CN" altLang="en-US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连接</a:t>
              </a:r>
              <a:r>
                <a:rPr lang="en-US" altLang="zh-CN" sz="1500" dirty="0">
                  <a:solidFill>
                    <a:srgbClr val="0066CC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.</a:t>
              </a:r>
            </a:p>
          </p:txBody>
        </p:sp>
        <p:cxnSp>
          <p:nvCxnSpPr>
            <p:cNvPr id="86" name="Straight Connector 90"/>
            <p:cNvCxnSpPr>
              <a:cxnSpLocks noChangeShapeType="1"/>
              <a:stCxn id="84" idx="2"/>
              <a:endCxn id="85" idx="0"/>
            </p:cNvCxnSpPr>
            <p:nvPr/>
          </p:nvCxnSpPr>
          <p:spPr bwMode="auto">
            <a:xfrm flipH="1">
              <a:off x="6478777" y="4277238"/>
              <a:ext cx="127419" cy="1448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87" name="TextBox 16"/>
          <p:cNvSpPr txBox="1">
            <a:spLocks noChangeArrowheads="1"/>
          </p:cNvSpPr>
          <p:nvPr/>
        </p:nvSpPr>
        <p:spPr bwMode="auto">
          <a:xfrm>
            <a:off x="2428735" y="3581400"/>
            <a:ext cx="2847975" cy="1015663"/>
          </a:xfrm>
          <a:prstGeom prst="rect">
            <a:avLst/>
          </a:prstGeom>
          <a:noFill/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scene3d>
            <a:camera prst="perspectiveFront" fov="5100000">
              <a:rot lat="0" lon="2100000" rev="0"/>
            </a:camera>
            <a:lightRig rig="flood" dir="t">
              <a:rot lat="0" lon="0" rev="13800000"/>
            </a:lightRig>
          </a:scene3d>
          <a:sp3d extrusionH="107950" prstMaterial="plastic">
            <a:bevelT w="82550" h="63500" prst="divot"/>
            <a:bevelB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500" i="1" dirty="0">
                <a:solidFill>
                  <a:srgbClr val="CC0000"/>
                </a:solidFill>
              </a:rPr>
              <a:t>For now: </a:t>
            </a:r>
            <a:r>
              <a:rPr lang="en-US" altLang="zh-CN" sz="1500" dirty="0"/>
              <a:t>don</a:t>
            </a:r>
            <a:r>
              <a:rPr lang="fr-FR" altLang="en-US" sz="1500" dirty="0"/>
              <a:t>’</a:t>
            </a:r>
            <a:r>
              <a:rPr lang="en-US" altLang="ja-JP" sz="1500" dirty="0"/>
              <a:t>t need to worry about how one interface is connected to another (with no intervening router) </a:t>
            </a:r>
            <a:endParaRPr lang="en-US" altLang="zh-CN" sz="1500" dirty="0"/>
          </a:p>
        </p:txBody>
      </p:sp>
      <p:sp>
        <p:nvSpPr>
          <p:cNvPr id="199" name="灯片编号占位符 2">
            <a:extLst>
              <a:ext uri="{FF2B5EF4-FFF2-40B4-BE49-F238E27FC236}">
                <a16:creationId xmlns:a16="http://schemas.microsoft.com/office/drawing/2014/main" id="{0AE0A765-AD35-4FC2-86C8-45F4BB57BDD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26</a:t>
            </a:fld>
            <a:endParaRPr lang="en-US" altLang="zh-CN" dirty="0"/>
          </a:p>
        </p:txBody>
      </p:sp>
      <p:sp>
        <p:nvSpPr>
          <p:cNvPr id="200" name="AutoShape 5">
            <a:extLst>
              <a:ext uri="{FF2B5EF4-FFF2-40B4-BE49-F238E27FC236}">
                <a16:creationId xmlns:a16="http://schemas.microsoft.com/office/drawing/2014/main" id="{BA3B2913-AE2C-4601-9AD7-E3E361670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0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0" grpId="0" animBg="1"/>
      <p:bldP spid="200" grpId="1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</a:t>
            </a:r>
            <a:r>
              <a:rPr lang="en-US" altLang="zh-CN" dirty="0"/>
              <a:t>:</a:t>
            </a:r>
            <a:r>
              <a:rPr lang="zh-CN" altLang="en-US" dirty="0"/>
              <a:t>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zh-CN" altLang="en-US" sz="1800" dirty="0">
                <a:effectLst/>
              </a:rPr>
              <a:t>子网划分</a:t>
            </a:r>
            <a:r>
              <a:rPr lang="en-US" altLang="zh-CN" sz="1800" dirty="0">
                <a:effectLst/>
              </a:rPr>
              <a:t>:</a:t>
            </a:r>
          </a:p>
          <a:p>
            <a:pPr lvl="1"/>
            <a:r>
              <a:rPr lang="en-US" altLang="zh-CN" sz="1650" dirty="0"/>
              <a:t>IP</a:t>
            </a:r>
            <a:r>
              <a:rPr lang="zh-CN" altLang="en-US" sz="1650" dirty="0"/>
              <a:t>地址分两段</a:t>
            </a:r>
            <a:endParaRPr lang="en-US" altLang="zh-CN" sz="1650" dirty="0"/>
          </a:p>
          <a:p>
            <a:pPr lvl="2"/>
            <a:r>
              <a:rPr lang="zh-CN" altLang="en-US" dirty="0"/>
              <a:t>高位：子网标识</a:t>
            </a:r>
            <a:endParaRPr lang="en-US" altLang="zh-CN" dirty="0"/>
          </a:p>
          <a:p>
            <a:pPr lvl="2"/>
            <a:r>
              <a:rPr lang="zh-CN" altLang="en-US" dirty="0"/>
              <a:t>低位：主机标识</a:t>
            </a:r>
            <a:endParaRPr lang="en-US" altLang="zh-CN" dirty="0"/>
          </a:p>
          <a:p>
            <a:pPr lvl="1"/>
            <a:r>
              <a:rPr lang="zh-CN" altLang="en-US" dirty="0">
                <a:effectLst/>
              </a:rPr>
              <a:t>什么是子网？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将高位</a:t>
            </a:r>
            <a:r>
              <a:rPr lang="en-US" altLang="zh-CN" dirty="0"/>
              <a:t>IP</a:t>
            </a:r>
            <a:r>
              <a:rPr lang="zh-CN" altLang="en-US" dirty="0"/>
              <a:t>相同的网络端口划分为子集</a:t>
            </a:r>
            <a:r>
              <a:rPr lang="en-US" altLang="zh-CN" dirty="0"/>
              <a:t>(sub-set)</a:t>
            </a:r>
          </a:p>
          <a:p>
            <a:pPr lvl="2"/>
            <a:r>
              <a:rPr lang="zh-CN" altLang="en-US" dirty="0"/>
              <a:t>子网内部的主机：</a:t>
            </a:r>
            <a:endParaRPr lang="en-US" altLang="zh-CN" dirty="0"/>
          </a:p>
          <a:p>
            <a:pPr lvl="3"/>
            <a:r>
              <a:rPr lang="zh-CN" altLang="en-US" dirty="0"/>
              <a:t>数据报不用通过路由器转发</a:t>
            </a:r>
            <a:endParaRPr lang="en-US" altLang="zh-CN" dirty="0"/>
          </a:p>
          <a:p>
            <a:pPr lvl="3"/>
            <a:r>
              <a:rPr lang="zh-CN" altLang="en-US" dirty="0"/>
              <a:t>可以直接在子网内进行通信</a:t>
            </a:r>
            <a:endParaRPr lang="en-US" altLang="zh-CN" dirty="0"/>
          </a:p>
          <a:p>
            <a:pPr lvl="2"/>
            <a:endParaRPr lang="en-US" altLang="zh-CN" dirty="0"/>
          </a:p>
          <a:p>
            <a:pPr lvl="2"/>
            <a:endParaRPr lang="en-US" altLang="zh-CN" dirty="0"/>
          </a:p>
          <a:p>
            <a:endParaRPr lang="en-US" altLang="zh-CN" dirty="0">
              <a:effectLst/>
            </a:endParaRPr>
          </a:p>
          <a:p>
            <a:pPr lvl="1"/>
            <a:endParaRPr lang="en-US" altLang="zh-CN" dirty="0">
              <a:effectLst/>
            </a:endParaRPr>
          </a:p>
        </p:txBody>
      </p:sp>
      <p:sp>
        <p:nvSpPr>
          <p:cNvPr id="88" name="Text Box 56"/>
          <p:cNvSpPr txBox="1">
            <a:spLocks noChangeArrowheads="1"/>
          </p:cNvSpPr>
          <p:nvPr/>
        </p:nvSpPr>
        <p:spPr bwMode="auto">
          <a:xfrm>
            <a:off x="6232721" y="4031022"/>
            <a:ext cx="2031325" cy="33855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具有三个子网的网络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Freeform 140"/>
          <p:cNvSpPr/>
          <p:nvPr/>
        </p:nvSpPr>
        <p:spPr bwMode="auto">
          <a:xfrm>
            <a:off x="4952500" y="1022184"/>
            <a:ext cx="2095581" cy="1537097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1" name="Freeform 141"/>
          <p:cNvSpPr/>
          <p:nvPr/>
        </p:nvSpPr>
        <p:spPr bwMode="auto">
          <a:xfrm>
            <a:off x="7332315" y="1246534"/>
            <a:ext cx="1500573" cy="1469232"/>
          </a:xfrm>
          <a:custGeom>
            <a:avLst/>
            <a:gdLst>
              <a:gd name="T0" fmla="*/ 2147483647 w 1201"/>
              <a:gd name="T1" fmla="*/ 2147483647 h 1234"/>
              <a:gd name="T2" fmla="*/ 2147483647 w 1201"/>
              <a:gd name="T3" fmla="*/ 2147483647 h 1234"/>
              <a:gd name="T4" fmla="*/ 2147483647 w 1201"/>
              <a:gd name="T5" fmla="*/ 2147483647 h 1234"/>
              <a:gd name="T6" fmla="*/ 2147483647 w 1201"/>
              <a:gd name="T7" fmla="*/ 2147483647 h 1234"/>
              <a:gd name="T8" fmla="*/ 2147483647 w 1201"/>
              <a:gd name="T9" fmla="*/ 2147483647 h 1234"/>
              <a:gd name="T10" fmla="*/ 2147483647 w 1201"/>
              <a:gd name="T11" fmla="*/ 2147483647 h 1234"/>
              <a:gd name="T12" fmla="*/ 2147483647 w 1201"/>
              <a:gd name="T13" fmla="*/ 2147483647 h 1234"/>
              <a:gd name="T14" fmla="*/ 2147483647 w 1201"/>
              <a:gd name="T15" fmla="*/ 2147483647 h 1234"/>
              <a:gd name="T16" fmla="*/ 2147483647 w 1201"/>
              <a:gd name="T17" fmla="*/ 2147483647 h 1234"/>
              <a:gd name="T18" fmla="*/ 2147483647 w 1201"/>
              <a:gd name="T19" fmla="*/ 2147483647 h 1234"/>
              <a:gd name="T20" fmla="*/ 2147483647 w 1201"/>
              <a:gd name="T21" fmla="*/ 2147483647 h 1234"/>
              <a:gd name="T22" fmla="*/ 2147483647 w 1201"/>
              <a:gd name="T23" fmla="*/ 2147483647 h 1234"/>
              <a:gd name="T24" fmla="*/ 2147483647 w 1201"/>
              <a:gd name="T25" fmla="*/ 2147483647 h 1234"/>
              <a:gd name="T26" fmla="*/ 2147483647 w 1201"/>
              <a:gd name="T27" fmla="*/ 2147483647 h 12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2" name="Freeform 142"/>
          <p:cNvSpPr/>
          <p:nvPr/>
        </p:nvSpPr>
        <p:spPr bwMode="auto">
          <a:xfrm>
            <a:off x="6425232" y="2156300"/>
            <a:ext cx="1531144" cy="1684136"/>
          </a:xfrm>
          <a:custGeom>
            <a:avLst/>
            <a:gdLst>
              <a:gd name="T0" fmla="*/ 2147483647 w 1286"/>
              <a:gd name="T1" fmla="*/ 2147483647 h 1247"/>
              <a:gd name="T2" fmla="*/ 2147483647 w 1286"/>
              <a:gd name="T3" fmla="*/ 2147483647 h 1247"/>
              <a:gd name="T4" fmla="*/ 2147483647 w 1286"/>
              <a:gd name="T5" fmla="*/ 2147483647 h 1247"/>
              <a:gd name="T6" fmla="*/ 2147483647 w 1286"/>
              <a:gd name="T7" fmla="*/ 2147483647 h 1247"/>
              <a:gd name="T8" fmla="*/ 2147483647 w 1286"/>
              <a:gd name="T9" fmla="*/ 2147483647 h 1247"/>
              <a:gd name="T10" fmla="*/ 2147483647 w 1286"/>
              <a:gd name="T11" fmla="*/ 2147483647 h 1247"/>
              <a:gd name="T12" fmla="*/ 2147483647 w 1286"/>
              <a:gd name="T13" fmla="*/ 2147483647 h 1247"/>
              <a:gd name="T14" fmla="*/ 2147483647 w 1286"/>
              <a:gd name="T15" fmla="*/ 2147483647 h 1247"/>
              <a:gd name="T16" fmla="*/ 2147483647 w 1286"/>
              <a:gd name="T17" fmla="*/ 2147483647 h 1247"/>
              <a:gd name="T18" fmla="*/ 2147483647 w 1286"/>
              <a:gd name="T19" fmla="*/ 2147483647 h 1247"/>
              <a:gd name="T20" fmla="*/ 2147483647 w 1286"/>
              <a:gd name="T21" fmla="*/ 2147483647 h 1247"/>
              <a:gd name="T22" fmla="*/ 2147483647 w 1286"/>
              <a:gd name="T23" fmla="*/ 2147483647 h 1247"/>
              <a:gd name="T24" fmla="*/ 2147483647 w 1286"/>
              <a:gd name="T25" fmla="*/ 2147483647 h 124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196" name="Group 192"/>
          <p:cNvGrpSpPr/>
          <p:nvPr/>
        </p:nvGrpSpPr>
        <p:grpSpPr bwMode="auto">
          <a:xfrm>
            <a:off x="7440653" y="2621572"/>
            <a:ext cx="832247" cy="436958"/>
            <a:chOff x="4810" y="3438"/>
            <a:chExt cx="699" cy="367"/>
          </a:xfrm>
        </p:grpSpPr>
        <p:sp>
          <p:nvSpPr>
            <p:cNvPr id="197" name="Text Box 193"/>
            <p:cNvSpPr txBox="1">
              <a:spLocks noChangeArrowheads="1"/>
            </p:cNvSpPr>
            <p:nvPr/>
          </p:nvSpPr>
          <p:spPr bwMode="auto">
            <a:xfrm>
              <a:off x="4845" y="3438"/>
              <a:ext cx="66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 dirty="0">
                  <a:solidFill>
                    <a:srgbClr val="CC0000"/>
                  </a:solidFill>
                </a:rPr>
                <a:t>subnets</a:t>
              </a:r>
            </a:p>
          </p:txBody>
        </p:sp>
        <p:sp>
          <p:nvSpPr>
            <p:cNvPr id="198" name="Line 194"/>
            <p:cNvSpPr>
              <a:spLocks noChangeShapeType="1"/>
            </p:cNvSpPr>
            <p:nvPr/>
          </p:nvSpPr>
          <p:spPr bwMode="auto">
            <a:xfrm flipH="1">
              <a:off x="4810" y="3652"/>
              <a:ext cx="305" cy="153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cxnSp>
        <p:nvCxnSpPr>
          <p:cNvPr id="11" name="直接箭头连接符 10"/>
          <p:cNvCxnSpPr>
            <a:cxnSpLocks/>
          </p:cNvCxnSpPr>
          <p:nvPr/>
        </p:nvCxnSpPr>
        <p:spPr>
          <a:xfrm flipV="1">
            <a:off x="7840356" y="2462926"/>
            <a:ext cx="199006" cy="210827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3" name="Text Box 26">
            <a:extLst>
              <a:ext uri="{FF2B5EF4-FFF2-40B4-BE49-F238E27FC236}">
                <a16:creationId xmlns:a16="http://schemas.microsoft.com/office/drawing/2014/main" id="{8DF572AA-2E0B-459A-922F-5F32822B2D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937" y="1230140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223.1.1.1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44" name="Text Box 29">
            <a:extLst>
              <a:ext uri="{FF2B5EF4-FFF2-40B4-BE49-F238E27FC236}">
                <a16:creationId xmlns:a16="http://schemas.microsoft.com/office/drawing/2014/main" id="{8914C83F-EF0B-4B55-B69E-9B5831A7B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855" y="1707690"/>
            <a:ext cx="665560" cy="2305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45" name="Text Box 30">
            <a:extLst>
              <a:ext uri="{FF2B5EF4-FFF2-40B4-BE49-F238E27FC236}">
                <a16:creationId xmlns:a16="http://schemas.microsoft.com/office/drawing/2014/main" id="{4F3587DC-ED29-4A3A-8274-7262C8367D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848" y="2233906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223.1.1.3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46" name="Text Box 31">
            <a:extLst>
              <a:ext uri="{FF2B5EF4-FFF2-40B4-BE49-F238E27FC236}">
                <a16:creationId xmlns:a16="http://schemas.microsoft.com/office/drawing/2014/main" id="{C438C541-FD8D-40D2-8275-474096C161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800" y="1675881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223.1.1.4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47" name="Line 32">
            <a:extLst>
              <a:ext uri="{FF2B5EF4-FFF2-40B4-BE49-F238E27FC236}">
                <a16:creationId xmlns:a16="http://schemas.microsoft.com/office/drawing/2014/main" id="{A677B323-4F6F-4C29-9B78-FF5CEC93DC1D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0740" y="2001441"/>
            <a:ext cx="7679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48" name="Text Box 33">
            <a:extLst>
              <a:ext uri="{FF2B5EF4-FFF2-40B4-BE49-F238E27FC236}">
                <a16:creationId xmlns:a16="http://schemas.microsoft.com/office/drawing/2014/main" id="{1EC7FD33-6EFF-48F4-A21D-4D46C8D373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6549" y="1685621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223.1.2.9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49" name="Line 36">
            <a:extLst>
              <a:ext uri="{FF2B5EF4-FFF2-40B4-BE49-F238E27FC236}">
                <a16:creationId xmlns:a16="http://schemas.microsoft.com/office/drawing/2014/main" id="{E904EACF-1160-4118-A6A6-0A50693ADA9A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1483519"/>
            <a:ext cx="1762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50" name="Line 38">
            <a:extLst>
              <a:ext uri="{FF2B5EF4-FFF2-40B4-BE49-F238E27FC236}">
                <a16:creationId xmlns:a16="http://schemas.microsoft.com/office/drawing/2014/main" id="{DB73FDC9-8953-4881-9029-B0F6A27A21F3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2437210"/>
            <a:ext cx="1762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51" name="Text Box 41">
            <a:extLst>
              <a:ext uri="{FF2B5EF4-FFF2-40B4-BE49-F238E27FC236}">
                <a16:creationId xmlns:a16="http://schemas.microsoft.com/office/drawing/2014/main" id="{51E9977D-28FF-4B06-91F3-9992A069DB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3265" y="2036094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52" name="Text Box 44">
            <a:extLst>
              <a:ext uri="{FF2B5EF4-FFF2-40B4-BE49-F238E27FC236}">
                <a16:creationId xmlns:a16="http://schemas.microsoft.com/office/drawing/2014/main" id="{D521E6A6-662D-466B-B1F4-E0B1383FB7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50584" y="1671787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223.1.2.1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53" name="Line 45">
            <a:extLst>
              <a:ext uri="{FF2B5EF4-FFF2-40B4-BE49-F238E27FC236}">
                <a16:creationId xmlns:a16="http://schemas.microsoft.com/office/drawing/2014/main" id="{A46F0056-9D28-49CF-A3E1-4E382C1AC6D3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146" y="2255044"/>
            <a:ext cx="6820" cy="9777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54" name="Line 47">
            <a:extLst>
              <a:ext uri="{FF2B5EF4-FFF2-40B4-BE49-F238E27FC236}">
                <a16:creationId xmlns:a16="http://schemas.microsoft.com/office/drawing/2014/main" id="{440E5280-721B-492D-87C2-72B855C932A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2565" y="3232785"/>
            <a:ext cx="2381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55" name="Line 48">
            <a:extLst>
              <a:ext uri="{FF2B5EF4-FFF2-40B4-BE49-F238E27FC236}">
                <a16:creationId xmlns:a16="http://schemas.microsoft.com/office/drawing/2014/main" id="{E77BC6E0-6002-4CF4-BFF6-C7D19894C73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14818" y="3213497"/>
            <a:ext cx="2381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56" name="Text Box 53">
            <a:extLst>
              <a:ext uri="{FF2B5EF4-FFF2-40B4-BE49-F238E27FC236}">
                <a16:creationId xmlns:a16="http://schemas.microsoft.com/office/drawing/2014/main" id="{FBADB1A2-B946-40FC-9D35-4064FF0F8C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31" y="3258741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223.1.3.2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257" name="Text Box 56">
            <a:extLst>
              <a:ext uri="{FF2B5EF4-FFF2-40B4-BE49-F238E27FC236}">
                <a16:creationId xmlns:a16="http://schemas.microsoft.com/office/drawing/2014/main" id="{C5658A02-323C-4213-96B4-3E10D8E334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6371" y="3262313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/>
              <a:t>223.1.3.1</a:t>
            </a:r>
            <a:endParaRPr lang="en-US" altLang="zh-CN" sz="900">
              <a:latin typeface="Comic Sans MS" panose="030F0702030302020204" pitchFamily="66" charset="0"/>
            </a:endParaRPr>
          </a:p>
        </p:txBody>
      </p:sp>
      <p:sp>
        <p:nvSpPr>
          <p:cNvPr id="258" name="Text Box 59">
            <a:extLst>
              <a:ext uri="{FF2B5EF4-FFF2-40B4-BE49-F238E27FC236}">
                <a16:creationId xmlns:a16="http://schemas.microsoft.com/office/drawing/2014/main" id="{F2110806-A69C-4DDE-8D16-294FC4A196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08648" y="2269927"/>
            <a:ext cx="729853" cy="2309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223.1.3.27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grpSp>
        <p:nvGrpSpPr>
          <p:cNvPr id="259" name="Group 73">
            <a:extLst>
              <a:ext uri="{FF2B5EF4-FFF2-40B4-BE49-F238E27FC236}">
                <a16:creationId xmlns:a16="http://schemas.microsoft.com/office/drawing/2014/main" id="{7CEE1349-78AE-4709-985B-A4A2C3843F99}"/>
              </a:ext>
            </a:extLst>
          </p:cNvPr>
          <p:cNvGrpSpPr/>
          <p:nvPr/>
        </p:nvGrpSpPr>
        <p:grpSpPr bwMode="auto">
          <a:xfrm>
            <a:off x="5509793" y="1146572"/>
            <a:ext cx="481013" cy="419100"/>
            <a:chOff x="-44" y="1473"/>
            <a:chExt cx="981" cy="1105"/>
          </a:xfrm>
        </p:grpSpPr>
        <p:pic>
          <p:nvPicPr>
            <p:cNvPr id="291" name="Picture 74" descr="desktop_computer_stylized_medium">
              <a:extLst>
                <a:ext uri="{FF2B5EF4-FFF2-40B4-BE49-F238E27FC236}">
                  <a16:creationId xmlns:a16="http://schemas.microsoft.com/office/drawing/2014/main" id="{A7519522-3E61-4D1D-A95E-17A2A5173D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2" name="Freeform 75">
              <a:extLst>
                <a:ext uri="{FF2B5EF4-FFF2-40B4-BE49-F238E27FC236}">
                  <a16:creationId xmlns:a16="http://schemas.microsoft.com/office/drawing/2014/main" id="{C6258FC9-B214-4636-B410-718BA60C57A1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0" name="Group 80">
            <a:extLst>
              <a:ext uri="{FF2B5EF4-FFF2-40B4-BE49-F238E27FC236}">
                <a16:creationId xmlns:a16="http://schemas.microsoft.com/office/drawing/2014/main" id="{B557E638-CD2F-4ED6-A11A-62447931DBC6}"/>
              </a:ext>
            </a:extLst>
          </p:cNvPr>
          <p:cNvGrpSpPr/>
          <p:nvPr/>
        </p:nvGrpSpPr>
        <p:grpSpPr bwMode="auto">
          <a:xfrm>
            <a:off x="5506221" y="1595438"/>
            <a:ext cx="481013" cy="419100"/>
            <a:chOff x="-44" y="1473"/>
            <a:chExt cx="981" cy="1105"/>
          </a:xfrm>
        </p:grpSpPr>
        <p:pic>
          <p:nvPicPr>
            <p:cNvPr id="289" name="Picture 81" descr="desktop_computer_stylized_medium">
              <a:extLst>
                <a:ext uri="{FF2B5EF4-FFF2-40B4-BE49-F238E27FC236}">
                  <a16:creationId xmlns:a16="http://schemas.microsoft.com/office/drawing/2014/main" id="{A98512DB-2765-4187-BD53-365BAB5CD9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0" name="Freeform 82">
              <a:extLst>
                <a:ext uri="{FF2B5EF4-FFF2-40B4-BE49-F238E27FC236}">
                  <a16:creationId xmlns:a16="http://schemas.microsoft.com/office/drawing/2014/main" id="{DC250E8A-7624-4E07-800B-3F5E2B793FB9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1" name="Group 83">
            <a:extLst>
              <a:ext uri="{FF2B5EF4-FFF2-40B4-BE49-F238E27FC236}">
                <a16:creationId xmlns:a16="http://schemas.microsoft.com/office/drawing/2014/main" id="{B21E948C-BC6A-4E78-993E-7E1CF2BBF8EA}"/>
              </a:ext>
            </a:extLst>
          </p:cNvPr>
          <p:cNvGrpSpPr/>
          <p:nvPr/>
        </p:nvGrpSpPr>
        <p:grpSpPr bwMode="auto">
          <a:xfrm>
            <a:off x="5527652" y="2052638"/>
            <a:ext cx="481013" cy="419100"/>
            <a:chOff x="-44" y="1473"/>
            <a:chExt cx="981" cy="1105"/>
          </a:xfrm>
        </p:grpSpPr>
        <p:pic>
          <p:nvPicPr>
            <p:cNvPr id="287" name="Picture 84" descr="desktop_computer_stylized_medium">
              <a:extLst>
                <a:ext uri="{FF2B5EF4-FFF2-40B4-BE49-F238E27FC236}">
                  <a16:creationId xmlns:a16="http://schemas.microsoft.com/office/drawing/2014/main" id="{5EE8A1CA-F4CB-4627-AB15-F5A407EC3E6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8" name="Freeform 85">
              <a:extLst>
                <a:ext uri="{FF2B5EF4-FFF2-40B4-BE49-F238E27FC236}">
                  <a16:creationId xmlns:a16="http://schemas.microsoft.com/office/drawing/2014/main" id="{EEE7EE60-5A8B-4B5B-AD3A-CDC07063EE8B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2" name="Group 87">
            <a:extLst>
              <a:ext uri="{FF2B5EF4-FFF2-40B4-BE49-F238E27FC236}">
                <a16:creationId xmlns:a16="http://schemas.microsoft.com/office/drawing/2014/main" id="{CA3B6FD7-E2DB-4054-B648-AC9632C7F25F}"/>
              </a:ext>
            </a:extLst>
          </p:cNvPr>
          <p:cNvGrpSpPr/>
          <p:nvPr/>
        </p:nvGrpSpPr>
        <p:grpSpPr bwMode="auto">
          <a:xfrm flipH="1">
            <a:off x="8272043" y="1264444"/>
            <a:ext cx="481013" cy="419100"/>
            <a:chOff x="-44" y="1473"/>
            <a:chExt cx="981" cy="1105"/>
          </a:xfrm>
        </p:grpSpPr>
        <p:pic>
          <p:nvPicPr>
            <p:cNvPr id="285" name="Picture 88" descr="desktop_computer_stylized_medium">
              <a:extLst>
                <a:ext uri="{FF2B5EF4-FFF2-40B4-BE49-F238E27FC236}">
                  <a16:creationId xmlns:a16="http://schemas.microsoft.com/office/drawing/2014/main" id="{E44CDDBF-3FFE-4899-A205-9259E5E4B0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6" name="Freeform 89">
              <a:extLst>
                <a:ext uri="{FF2B5EF4-FFF2-40B4-BE49-F238E27FC236}">
                  <a16:creationId xmlns:a16="http://schemas.microsoft.com/office/drawing/2014/main" id="{B23E563F-1EC1-41B1-A164-D8AB909F263D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3" name="Group 90">
            <a:extLst>
              <a:ext uri="{FF2B5EF4-FFF2-40B4-BE49-F238E27FC236}">
                <a16:creationId xmlns:a16="http://schemas.microsoft.com/office/drawing/2014/main" id="{60430ABE-F152-4C17-A24C-12285B24DAD7}"/>
              </a:ext>
            </a:extLst>
          </p:cNvPr>
          <p:cNvGrpSpPr/>
          <p:nvPr/>
        </p:nvGrpSpPr>
        <p:grpSpPr bwMode="auto">
          <a:xfrm flipH="1">
            <a:off x="8282759" y="2224088"/>
            <a:ext cx="481013" cy="419100"/>
            <a:chOff x="-44" y="1473"/>
            <a:chExt cx="981" cy="1105"/>
          </a:xfrm>
        </p:grpSpPr>
        <p:pic>
          <p:nvPicPr>
            <p:cNvPr id="283" name="Picture 91" descr="desktop_computer_stylized_medium">
              <a:extLst>
                <a:ext uri="{FF2B5EF4-FFF2-40B4-BE49-F238E27FC236}">
                  <a16:creationId xmlns:a16="http://schemas.microsoft.com/office/drawing/2014/main" id="{D962C676-979B-4DDC-A738-F777F2FBDF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4" name="Freeform 92">
              <a:extLst>
                <a:ext uri="{FF2B5EF4-FFF2-40B4-BE49-F238E27FC236}">
                  <a16:creationId xmlns:a16="http://schemas.microsoft.com/office/drawing/2014/main" id="{D3FDDC30-02E4-4ADA-BE05-475ED28C3732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4" name="Group 93">
            <a:extLst>
              <a:ext uri="{FF2B5EF4-FFF2-40B4-BE49-F238E27FC236}">
                <a16:creationId xmlns:a16="http://schemas.microsoft.com/office/drawing/2014/main" id="{3585368C-7623-48A9-82F0-93410218D7C7}"/>
              </a:ext>
            </a:extLst>
          </p:cNvPr>
          <p:cNvGrpSpPr/>
          <p:nvPr/>
        </p:nvGrpSpPr>
        <p:grpSpPr bwMode="auto">
          <a:xfrm flipH="1">
            <a:off x="7458846" y="3367088"/>
            <a:ext cx="481013" cy="419100"/>
            <a:chOff x="-44" y="1473"/>
            <a:chExt cx="981" cy="1105"/>
          </a:xfrm>
        </p:grpSpPr>
        <p:pic>
          <p:nvPicPr>
            <p:cNvPr id="281" name="Picture 94" descr="desktop_computer_stylized_medium">
              <a:extLst>
                <a:ext uri="{FF2B5EF4-FFF2-40B4-BE49-F238E27FC236}">
                  <a16:creationId xmlns:a16="http://schemas.microsoft.com/office/drawing/2014/main" id="{FF0C09C4-69C3-4A71-AF08-3A526500F06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2" name="Freeform 95">
              <a:extLst>
                <a:ext uri="{FF2B5EF4-FFF2-40B4-BE49-F238E27FC236}">
                  <a16:creationId xmlns:a16="http://schemas.microsoft.com/office/drawing/2014/main" id="{C92A578B-C8E8-4053-826D-9276567E252E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5" name="Group 96">
            <a:extLst>
              <a:ext uri="{FF2B5EF4-FFF2-40B4-BE49-F238E27FC236}">
                <a16:creationId xmlns:a16="http://schemas.microsoft.com/office/drawing/2014/main" id="{3C669C2E-0B8D-4A1D-A698-95046034168F}"/>
              </a:ext>
            </a:extLst>
          </p:cNvPr>
          <p:cNvGrpSpPr/>
          <p:nvPr/>
        </p:nvGrpSpPr>
        <p:grpSpPr bwMode="auto">
          <a:xfrm flipH="1">
            <a:off x="6586118" y="3398044"/>
            <a:ext cx="481013" cy="419100"/>
            <a:chOff x="-44" y="1473"/>
            <a:chExt cx="981" cy="1105"/>
          </a:xfrm>
        </p:grpSpPr>
        <p:pic>
          <p:nvPicPr>
            <p:cNvPr id="279" name="Picture 97" descr="desktop_computer_stylized_medium">
              <a:extLst>
                <a:ext uri="{FF2B5EF4-FFF2-40B4-BE49-F238E27FC236}">
                  <a16:creationId xmlns:a16="http://schemas.microsoft.com/office/drawing/2014/main" id="{879B465D-0B9B-4BAB-B927-BFB320817E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80" name="Freeform 98">
              <a:extLst>
                <a:ext uri="{FF2B5EF4-FFF2-40B4-BE49-F238E27FC236}">
                  <a16:creationId xmlns:a16="http://schemas.microsoft.com/office/drawing/2014/main" id="{500C612A-BA38-437C-B4DA-EFA2290557F2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66" name="Group 99">
            <a:extLst>
              <a:ext uri="{FF2B5EF4-FFF2-40B4-BE49-F238E27FC236}">
                <a16:creationId xmlns:a16="http://schemas.microsoft.com/office/drawing/2014/main" id="{B0DEA6C4-70A9-4062-B709-F4B57DAE9D50}"/>
              </a:ext>
            </a:extLst>
          </p:cNvPr>
          <p:cNvGrpSpPr/>
          <p:nvPr/>
        </p:nvGrpSpPr>
        <p:grpSpPr bwMode="auto">
          <a:xfrm>
            <a:off x="6907587" y="1968104"/>
            <a:ext cx="523875" cy="266700"/>
            <a:chOff x="4396" y="1245"/>
            <a:chExt cx="672" cy="248"/>
          </a:xfrm>
        </p:grpSpPr>
        <p:sp>
          <p:nvSpPr>
            <p:cNvPr id="271" name="Oval 407">
              <a:extLst>
                <a:ext uri="{FF2B5EF4-FFF2-40B4-BE49-F238E27FC236}">
                  <a16:creationId xmlns:a16="http://schemas.microsoft.com/office/drawing/2014/main" id="{D47E099F-4D03-4EC4-AFA2-4AFAE85DE2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2" name="Rectangle 410">
              <a:extLst>
                <a:ext uri="{FF2B5EF4-FFF2-40B4-BE49-F238E27FC236}">
                  <a16:creationId xmlns:a16="http://schemas.microsoft.com/office/drawing/2014/main" id="{06C2E89F-994C-4794-B748-A4CF0DFDA4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73" name="Oval 411">
              <a:extLst>
                <a:ext uri="{FF2B5EF4-FFF2-40B4-BE49-F238E27FC236}">
                  <a16:creationId xmlns:a16="http://schemas.microsoft.com/office/drawing/2014/main" id="{7BC38F89-F288-4627-ACA1-AFF89BDA8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74" name="Group 103">
              <a:extLst>
                <a:ext uri="{FF2B5EF4-FFF2-40B4-BE49-F238E27FC236}">
                  <a16:creationId xmlns:a16="http://schemas.microsoft.com/office/drawing/2014/main" id="{80F57143-D506-4167-B2FE-536812C0E9B6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77" name="Freeform 104">
                <a:extLst>
                  <a:ext uri="{FF2B5EF4-FFF2-40B4-BE49-F238E27FC236}">
                    <a16:creationId xmlns:a16="http://schemas.microsoft.com/office/drawing/2014/main" id="{B485426C-E762-43B6-86FF-A12C483815CD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78" name="Freeform 105">
                <a:extLst>
                  <a:ext uri="{FF2B5EF4-FFF2-40B4-BE49-F238E27FC236}">
                    <a16:creationId xmlns:a16="http://schemas.microsoft.com/office/drawing/2014/main" id="{39C9BAE1-8FCA-4594-B0AA-BCCAC42A59A2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75" name="Line 106">
              <a:extLst>
                <a:ext uri="{FF2B5EF4-FFF2-40B4-BE49-F238E27FC236}">
                  <a16:creationId xmlns:a16="http://schemas.microsoft.com/office/drawing/2014/main" id="{9E9AA378-05F3-4555-B1E7-FBBB0E4C8D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76" name="Line 107">
              <a:extLst>
                <a:ext uri="{FF2B5EF4-FFF2-40B4-BE49-F238E27FC236}">
                  <a16:creationId xmlns:a16="http://schemas.microsoft.com/office/drawing/2014/main" id="{599567AA-8C04-4749-ADC5-18DA189C9C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267" name="Line 5">
            <a:extLst>
              <a:ext uri="{FF2B5EF4-FFF2-40B4-BE49-F238E27FC236}">
                <a16:creationId xmlns:a16="http://schemas.microsoft.com/office/drawing/2014/main" id="{DA9CB582-0B93-4FF8-A048-5BF26A3086B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612" y="1362075"/>
            <a:ext cx="292894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68" name="Line 7">
            <a:extLst>
              <a:ext uri="{FF2B5EF4-FFF2-40B4-BE49-F238E27FC236}">
                <a16:creationId xmlns:a16="http://schemas.microsoft.com/office/drawing/2014/main" id="{83AC9BAD-09CA-4F5D-AE99-9BD86CE46E2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7779" y="1848357"/>
            <a:ext cx="2697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69" name="Line 8">
            <a:extLst>
              <a:ext uri="{FF2B5EF4-FFF2-40B4-BE49-F238E27FC236}">
                <a16:creationId xmlns:a16="http://schemas.microsoft.com/office/drawing/2014/main" id="{77531C4D-DB70-4D63-B2E1-488ED90BBB22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9140" y="2315766"/>
            <a:ext cx="2583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70" name="Line 11">
            <a:extLst>
              <a:ext uri="{FF2B5EF4-FFF2-40B4-BE49-F238E27FC236}">
                <a16:creationId xmlns:a16="http://schemas.microsoft.com/office/drawing/2014/main" id="{7E837E6E-64E9-41CF-8434-0A051F2A81E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0415" y="1999060"/>
            <a:ext cx="7357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93" name="Line 45">
            <a:extLst>
              <a:ext uri="{FF2B5EF4-FFF2-40B4-BE49-F238E27FC236}">
                <a16:creationId xmlns:a16="http://schemas.microsoft.com/office/drawing/2014/main" id="{2C2D164E-359A-4D5A-AB07-CEAD33188ADF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7506" y="1360633"/>
            <a:ext cx="0" cy="9551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94" name="Line 45">
            <a:extLst>
              <a:ext uri="{FF2B5EF4-FFF2-40B4-BE49-F238E27FC236}">
                <a16:creationId xmlns:a16="http://schemas.microsoft.com/office/drawing/2014/main" id="{38445BDD-56B0-489C-A247-9237DA84FFDF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1484067"/>
            <a:ext cx="0" cy="9551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96" name="Line 11">
            <a:extLst>
              <a:ext uri="{FF2B5EF4-FFF2-40B4-BE49-F238E27FC236}">
                <a16:creationId xmlns:a16="http://schemas.microsoft.com/office/drawing/2014/main" id="{4713E99D-B3F4-4369-988F-D139F6D4718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66" y="3220531"/>
            <a:ext cx="889510" cy="122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97" name="Line 194">
            <a:extLst>
              <a:ext uri="{FF2B5EF4-FFF2-40B4-BE49-F238E27FC236}">
                <a16:creationId xmlns:a16="http://schemas.microsoft.com/office/drawing/2014/main" id="{A787078D-5ACF-4223-8030-1B3604484A8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75280" y="2321911"/>
            <a:ext cx="1178979" cy="445505"/>
          </a:xfrm>
          <a:prstGeom prst="line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298" name="灯片编号占位符 2">
            <a:extLst>
              <a:ext uri="{FF2B5EF4-FFF2-40B4-BE49-F238E27FC236}">
                <a16:creationId xmlns:a16="http://schemas.microsoft.com/office/drawing/2014/main" id="{8BDBF41F-8CA2-4F3B-B400-E349E1B0CD51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27</a:t>
            </a:fld>
            <a:endParaRPr lang="en-US" altLang="zh-CN" dirty="0"/>
          </a:p>
        </p:txBody>
      </p:sp>
      <p:sp>
        <p:nvSpPr>
          <p:cNvPr id="299" name="AutoShape 5">
            <a:extLst>
              <a:ext uri="{FF2B5EF4-FFF2-40B4-BE49-F238E27FC236}">
                <a16:creationId xmlns:a16="http://schemas.microsoft.com/office/drawing/2014/main" id="{13533E3D-2E46-4B5B-9AB1-A6C1B5B0D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3E58750-07F7-406D-95D9-B890C1627DDB}"/>
              </a:ext>
            </a:extLst>
          </p:cNvPr>
          <p:cNvSpPr/>
          <p:nvPr/>
        </p:nvSpPr>
        <p:spPr>
          <a:xfrm>
            <a:off x="6540126" y="1654830"/>
            <a:ext cx="638450" cy="2427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8C744B-7108-46A0-B85A-7A8366F78A73}"/>
              </a:ext>
            </a:extLst>
          </p:cNvPr>
          <p:cNvSpPr txBox="1"/>
          <p:nvPr/>
        </p:nvSpPr>
        <p:spPr>
          <a:xfrm>
            <a:off x="6454646" y="1220690"/>
            <a:ext cx="8007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solidFill>
                  <a:schemeClr val="accent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子网网关地址</a:t>
            </a: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1B43932A-ECA5-4077-88FC-C9F5A4457A9C}"/>
              </a:ext>
            </a:extLst>
          </p:cNvPr>
          <p:cNvCxnSpPr/>
          <p:nvPr/>
        </p:nvCxnSpPr>
        <p:spPr>
          <a:xfrm flipV="1">
            <a:off x="6341825" y="1479806"/>
            <a:ext cx="210837" cy="15329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>
            <a:extLst>
              <a:ext uri="{FF2B5EF4-FFF2-40B4-BE49-F238E27FC236}">
                <a16:creationId xmlns:a16="http://schemas.microsoft.com/office/drawing/2014/main" id="{049BDB0D-296B-4B67-A233-5400F0D679E5}"/>
              </a:ext>
            </a:extLst>
          </p:cNvPr>
          <p:cNvSpPr/>
          <p:nvPr/>
        </p:nvSpPr>
        <p:spPr>
          <a:xfrm>
            <a:off x="7264840" y="1654830"/>
            <a:ext cx="638450" cy="242756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5F2D69B7-EA64-4401-9127-8AD66001C267}"/>
              </a:ext>
            </a:extLst>
          </p:cNvPr>
          <p:cNvSpPr/>
          <p:nvPr/>
        </p:nvSpPr>
        <p:spPr>
          <a:xfrm>
            <a:off x="7264840" y="2254160"/>
            <a:ext cx="638450" cy="242756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29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9" grpId="0" animBg="1"/>
      <p:bldP spid="299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1858318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sz="1600" dirty="0">
                <a:solidFill>
                  <a:srgbClr val="0000FF"/>
                </a:solidFill>
                <a:effectLst/>
              </a:rPr>
              <a:t>子网划分方法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:</a:t>
            </a:r>
          </a:p>
          <a:p>
            <a:pPr lvl="2"/>
            <a:r>
              <a:rPr lang="zh-CN" altLang="en-US" dirty="0">
                <a:effectLst/>
              </a:rPr>
              <a:t>路由器的端口</a:t>
            </a:r>
            <a:r>
              <a:rPr lang="zh-CN" altLang="en-US" dirty="0"/>
              <a:t>作为边界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将网络划分成独立的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/>
              <a:t>孤岛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effectLst/>
              </a:rPr>
              <a:t>每个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“</a:t>
            </a:r>
            <a:r>
              <a:rPr lang="zh-CN" altLang="en-US" dirty="0"/>
              <a:t>孤岛</a:t>
            </a:r>
            <a:r>
              <a:rPr lang="zh-CN" altLang="en-US" dirty="0">
                <a:effectLst/>
                <a:latin typeface="宋体" panose="02010600030101010101" pitchFamily="2" charset="-122"/>
                <a:ea typeface="宋体" panose="02010600030101010101" pitchFamily="2" charset="-122"/>
              </a:rPr>
              <a:t>”</a:t>
            </a:r>
            <a:r>
              <a:rPr lang="zh-CN" altLang="en-US" dirty="0">
                <a:effectLst/>
              </a:rPr>
              <a:t>为一个子网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88" name="Text Box 56"/>
          <p:cNvSpPr txBox="1">
            <a:spLocks noChangeArrowheads="1"/>
          </p:cNvSpPr>
          <p:nvPr/>
        </p:nvSpPr>
        <p:spPr bwMode="auto">
          <a:xfrm>
            <a:off x="1189951" y="2991792"/>
            <a:ext cx="3618413" cy="830997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子网掩码：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/xx</a:t>
            </a:r>
          </a:p>
          <a:p>
            <a:pPr lvl="1" defTabSz="449263">
              <a:defRPr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aka: subnet mask</a:t>
            </a:r>
          </a:p>
          <a:p>
            <a:pPr lvl="1" defTabSz="449263">
              <a:defRPr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即：前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24bit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是子网标识</a:t>
            </a:r>
            <a:endParaRPr 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Text Box 191"/>
          <p:cNvSpPr txBox="1">
            <a:spLocks noChangeArrowheads="1"/>
          </p:cNvSpPr>
          <p:nvPr/>
        </p:nvSpPr>
        <p:spPr bwMode="auto">
          <a:xfrm>
            <a:off x="5010768" y="2578966"/>
            <a:ext cx="1255472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500" i="1" dirty="0">
                <a:solidFill>
                  <a:schemeClr val="accent4">
                    <a:lumMod val="50000"/>
                  </a:schemeClr>
                </a:solidFill>
              </a:rPr>
              <a:t>223.1.1.0/24</a:t>
            </a:r>
          </a:p>
        </p:txBody>
      </p:sp>
      <p:sp>
        <p:nvSpPr>
          <p:cNvPr id="72" name="Text Box 192"/>
          <p:cNvSpPr txBox="1">
            <a:spLocks noChangeArrowheads="1"/>
          </p:cNvSpPr>
          <p:nvPr/>
        </p:nvSpPr>
        <p:spPr bwMode="auto">
          <a:xfrm>
            <a:off x="6929816" y="1046309"/>
            <a:ext cx="1255472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500" i="1" dirty="0">
                <a:solidFill>
                  <a:schemeClr val="accent6">
                    <a:lumMod val="75000"/>
                  </a:schemeClr>
                </a:solidFill>
              </a:rPr>
              <a:t>223.1.2.0/24</a:t>
            </a:r>
          </a:p>
        </p:txBody>
      </p:sp>
      <p:sp>
        <p:nvSpPr>
          <p:cNvPr id="73" name="Text Box 193"/>
          <p:cNvSpPr txBox="1">
            <a:spLocks noChangeArrowheads="1"/>
          </p:cNvSpPr>
          <p:nvPr/>
        </p:nvSpPr>
        <p:spPr bwMode="auto">
          <a:xfrm>
            <a:off x="6647818" y="3830054"/>
            <a:ext cx="1255472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500" i="1" dirty="0">
                <a:solidFill>
                  <a:srgbClr val="0070C0"/>
                </a:solidFill>
              </a:rPr>
              <a:t>223.1.3.0/24</a:t>
            </a:r>
          </a:p>
        </p:txBody>
      </p:sp>
      <p:sp>
        <p:nvSpPr>
          <p:cNvPr id="74" name="Text Box 61"/>
          <p:cNvSpPr txBox="1">
            <a:spLocks noChangeArrowheads="1"/>
          </p:cNvSpPr>
          <p:nvPr/>
        </p:nvSpPr>
        <p:spPr bwMode="auto">
          <a:xfrm>
            <a:off x="1331369" y="3951925"/>
            <a:ext cx="1853392" cy="338554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e.g. 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子网掩码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: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/24</a:t>
            </a:r>
            <a:endParaRPr lang="en-US" altLang="zh-CN" sz="1600" dirty="0">
              <a:solidFill>
                <a:srgbClr val="008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Text Box 61"/>
          <p:cNvSpPr txBox="1">
            <a:spLocks noChangeArrowheads="1"/>
          </p:cNvSpPr>
          <p:nvPr/>
        </p:nvSpPr>
        <p:spPr bwMode="auto">
          <a:xfrm>
            <a:off x="1617775" y="4316604"/>
            <a:ext cx="5384721" cy="58477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lang="zh-CN" altLang="en-US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即：</a:t>
            </a:r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eaLnBrk="0" hangingPunct="0"/>
            <a:r>
              <a:rPr lang="en-US" altLang="zh-CN" sz="1600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     11111111 11111111 11111111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00000000</a:t>
            </a:r>
          </a:p>
        </p:txBody>
      </p:sp>
      <p:sp>
        <p:nvSpPr>
          <p:cNvPr id="77" name="Freeform 140">
            <a:extLst>
              <a:ext uri="{FF2B5EF4-FFF2-40B4-BE49-F238E27FC236}">
                <a16:creationId xmlns:a16="http://schemas.microsoft.com/office/drawing/2014/main" id="{C3C95630-C984-40E6-AE8E-B63656409C9C}"/>
              </a:ext>
            </a:extLst>
          </p:cNvPr>
          <p:cNvSpPr/>
          <p:nvPr/>
        </p:nvSpPr>
        <p:spPr bwMode="auto">
          <a:xfrm>
            <a:off x="5492129" y="1022184"/>
            <a:ext cx="1555952" cy="1537097"/>
          </a:xfrm>
          <a:custGeom>
            <a:avLst/>
            <a:gdLst>
              <a:gd name="T0" fmla="*/ 2147483647 w 1223"/>
              <a:gd name="T1" fmla="*/ 2147483647 h 1291"/>
              <a:gd name="T2" fmla="*/ 2147483647 w 1223"/>
              <a:gd name="T3" fmla="*/ 2147483647 h 1291"/>
              <a:gd name="T4" fmla="*/ 2147483647 w 1223"/>
              <a:gd name="T5" fmla="*/ 2147483647 h 1291"/>
              <a:gd name="T6" fmla="*/ 2147483647 w 1223"/>
              <a:gd name="T7" fmla="*/ 2147483647 h 1291"/>
              <a:gd name="T8" fmla="*/ 2147483647 w 1223"/>
              <a:gd name="T9" fmla="*/ 2147483647 h 1291"/>
              <a:gd name="T10" fmla="*/ 2147483647 w 1223"/>
              <a:gd name="T11" fmla="*/ 2147483647 h 1291"/>
              <a:gd name="T12" fmla="*/ 2147483647 w 1223"/>
              <a:gd name="T13" fmla="*/ 2147483647 h 1291"/>
              <a:gd name="T14" fmla="*/ 2147483647 w 1223"/>
              <a:gd name="T15" fmla="*/ 2147483647 h 1291"/>
              <a:gd name="T16" fmla="*/ 2147483647 w 1223"/>
              <a:gd name="T17" fmla="*/ 2147483647 h 1291"/>
              <a:gd name="T18" fmla="*/ 2147483647 w 1223"/>
              <a:gd name="T19" fmla="*/ 2147483647 h 1291"/>
              <a:gd name="T20" fmla="*/ 2147483647 w 1223"/>
              <a:gd name="T21" fmla="*/ 2147483647 h 1291"/>
              <a:gd name="T22" fmla="*/ 2147483647 w 1223"/>
              <a:gd name="T23" fmla="*/ 2147483647 h 1291"/>
              <a:gd name="T24" fmla="*/ 2147483647 w 1223"/>
              <a:gd name="T25" fmla="*/ 2147483647 h 1291"/>
              <a:gd name="T26" fmla="*/ 2147483647 w 1223"/>
              <a:gd name="T27" fmla="*/ 2147483647 h 1291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223" h="1291">
                <a:moveTo>
                  <a:pt x="1201" y="756"/>
                </a:moveTo>
                <a:cubicBezTo>
                  <a:pt x="1180" y="640"/>
                  <a:pt x="798" y="744"/>
                  <a:pt x="702" y="670"/>
                </a:cubicBezTo>
                <a:cubicBezTo>
                  <a:pt x="603" y="561"/>
                  <a:pt x="669" y="206"/>
                  <a:pt x="608" y="103"/>
                </a:cubicBezTo>
                <a:cubicBezTo>
                  <a:pt x="547" y="0"/>
                  <a:pt x="425" y="55"/>
                  <a:pt x="335" y="52"/>
                </a:cubicBezTo>
                <a:cubicBezTo>
                  <a:pt x="245" y="49"/>
                  <a:pt x="114" y="0"/>
                  <a:pt x="65" y="82"/>
                </a:cubicBezTo>
                <a:cubicBezTo>
                  <a:pt x="16" y="164"/>
                  <a:pt x="45" y="433"/>
                  <a:pt x="41" y="544"/>
                </a:cubicBezTo>
                <a:cubicBezTo>
                  <a:pt x="37" y="655"/>
                  <a:pt x="41" y="685"/>
                  <a:pt x="38" y="751"/>
                </a:cubicBezTo>
                <a:cubicBezTo>
                  <a:pt x="35" y="817"/>
                  <a:pt x="26" y="880"/>
                  <a:pt x="23" y="940"/>
                </a:cubicBezTo>
                <a:cubicBezTo>
                  <a:pt x="20" y="1000"/>
                  <a:pt x="0" y="1068"/>
                  <a:pt x="17" y="1114"/>
                </a:cubicBezTo>
                <a:cubicBezTo>
                  <a:pt x="34" y="1160"/>
                  <a:pt x="31" y="1198"/>
                  <a:pt x="128" y="1219"/>
                </a:cubicBezTo>
                <a:cubicBezTo>
                  <a:pt x="225" y="1240"/>
                  <a:pt x="509" y="1291"/>
                  <a:pt x="602" y="1243"/>
                </a:cubicBezTo>
                <a:cubicBezTo>
                  <a:pt x="695" y="1195"/>
                  <a:pt x="590" y="984"/>
                  <a:pt x="686" y="930"/>
                </a:cubicBezTo>
                <a:cubicBezTo>
                  <a:pt x="782" y="876"/>
                  <a:pt x="1091" y="945"/>
                  <a:pt x="1177" y="916"/>
                </a:cubicBezTo>
                <a:cubicBezTo>
                  <a:pt x="1208" y="864"/>
                  <a:pt x="1223" y="871"/>
                  <a:pt x="1201" y="756"/>
                </a:cubicBezTo>
                <a:close/>
              </a:path>
            </a:pathLst>
          </a:custGeom>
          <a:solidFill>
            <a:schemeClr val="accent4">
              <a:lumMod val="40000"/>
              <a:lumOff val="6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8" name="Freeform 141">
            <a:extLst>
              <a:ext uri="{FF2B5EF4-FFF2-40B4-BE49-F238E27FC236}">
                <a16:creationId xmlns:a16="http://schemas.microsoft.com/office/drawing/2014/main" id="{C4F64467-BFB6-4069-A5A8-D0A6828F76D1}"/>
              </a:ext>
            </a:extLst>
          </p:cNvPr>
          <p:cNvSpPr/>
          <p:nvPr/>
        </p:nvSpPr>
        <p:spPr bwMode="auto">
          <a:xfrm>
            <a:off x="7332315" y="1246534"/>
            <a:ext cx="1500573" cy="1469232"/>
          </a:xfrm>
          <a:custGeom>
            <a:avLst/>
            <a:gdLst>
              <a:gd name="T0" fmla="*/ 2147483647 w 1201"/>
              <a:gd name="T1" fmla="*/ 2147483647 h 1234"/>
              <a:gd name="T2" fmla="*/ 2147483647 w 1201"/>
              <a:gd name="T3" fmla="*/ 2147483647 h 1234"/>
              <a:gd name="T4" fmla="*/ 2147483647 w 1201"/>
              <a:gd name="T5" fmla="*/ 2147483647 h 1234"/>
              <a:gd name="T6" fmla="*/ 2147483647 w 1201"/>
              <a:gd name="T7" fmla="*/ 2147483647 h 1234"/>
              <a:gd name="T8" fmla="*/ 2147483647 w 1201"/>
              <a:gd name="T9" fmla="*/ 2147483647 h 1234"/>
              <a:gd name="T10" fmla="*/ 2147483647 w 1201"/>
              <a:gd name="T11" fmla="*/ 2147483647 h 1234"/>
              <a:gd name="T12" fmla="*/ 2147483647 w 1201"/>
              <a:gd name="T13" fmla="*/ 2147483647 h 1234"/>
              <a:gd name="T14" fmla="*/ 2147483647 w 1201"/>
              <a:gd name="T15" fmla="*/ 2147483647 h 1234"/>
              <a:gd name="T16" fmla="*/ 2147483647 w 1201"/>
              <a:gd name="T17" fmla="*/ 2147483647 h 1234"/>
              <a:gd name="T18" fmla="*/ 2147483647 w 1201"/>
              <a:gd name="T19" fmla="*/ 2147483647 h 1234"/>
              <a:gd name="T20" fmla="*/ 2147483647 w 1201"/>
              <a:gd name="T21" fmla="*/ 2147483647 h 1234"/>
              <a:gd name="T22" fmla="*/ 2147483647 w 1201"/>
              <a:gd name="T23" fmla="*/ 2147483647 h 1234"/>
              <a:gd name="T24" fmla="*/ 2147483647 w 1201"/>
              <a:gd name="T25" fmla="*/ 2147483647 h 1234"/>
              <a:gd name="T26" fmla="*/ 2147483647 w 1201"/>
              <a:gd name="T27" fmla="*/ 2147483647 h 1234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</a:gdLst>
            <a:ahLst/>
            <a:cxnLst>
              <a:cxn ang="T28">
                <a:pos x="T0" y="T1"/>
              </a:cxn>
              <a:cxn ang="T29">
                <a:pos x="T2" y="T3"/>
              </a:cxn>
              <a:cxn ang="T30">
                <a:pos x="T4" y="T5"/>
              </a:cxn>
              <a:cxn ang="T31">
                <a:pos x="T6" y="T7"/>
              </a:cxn>
              <a:cxn ang="T32">
                <a:pos x="T8" y="T9"/>
              </a:cxn>
              <a:cxn ang="T33">
                <a:pos x="T10" y="T11"/>
              </a:cxn>
              <a:cxn ang="T34">
                <a:pos x="T12" y="T13"/>
              </a:cxn>
              <a:cxn ang="T35">
                <a:pos x="T14" y="T15"/>
              </a:cxn>
              <a:cxn ang="T36">
                <a:pos x="T16" y="T17"/>
              </a:cxn>
              <a:cxn ang="T37">
                <a:pos x="T18" y="T19"/>
              </a:cxn>
              <a:cxn ang="T38">
                <a:pos x="T20" y="T21"/>
              </a:cxn>
              <a:cxn ang="T39">
                <a:pos x="T22" y="T23"/>
              </a:cxn>
              <a:cxn ang="T40">
                <a:pos x="T24" y="T25"/>
              </a:cxn>
              <a:cxn ang="T41">
                <a:pos x="T26" y="T27"/>
              </a:cxn>
            </a:cxnLst>
            <a:rect l="0" t="0" r="r" b="b"/>
            <a:pathLst>
              <a:path w="1201" h="1234">
                <a:moveTo>
                  <a:pt x="25" y="709"/>
                </a:moveTo>
                <a:cubicBezTo>
                  <a:pt x="49" y="824"/>
                  <a:pt x="428" y="709"/>
                  <a:pt x="526" y="780"/>
                </a:cubicBezTo>
                <a:cubicBezTo>
                  <a:pt x="624" y="851"/>
                  <a:pt x="543" y="1059"/>
                  <a:pt x="613" y="1134"/>
                </a:cubicBezTo>
                <a:cubicBezTo>
                  <a:pt x="683" y="1209"/>
                  <a:pt x="853" y="1234"/>
                  <a:pt x="946" y="1230"/>
                </a:cubicBezTo>
                <a:cubicBezTo>
                  <a:pt x="1039" y="1226"/>
                  <a:pt x="1141" y="1163"/>
                  <a:pt x="1171" y="1107"/>
                </a:cubicBezTo>
                <a:cubicBezTo>
                  <a:pt x="1201" y="1051"/>
                  <a:pt x="1135" y="963"/>
                  <a:pt x="1126" y="894"/>
                </a:cubicBezTo>
                <a:cubicBezTo>
                  <a:pt x="1117" y="825"/>
                  <a:pt x="1119" y="772"/>
                  <a:pt x="1114" y="693"/>
                </a:cubicBezTo>
                <a:cubicBezTo>
                  <a:pt x="1109" y="614"/>
                  <a:pt x="1095" y="502"/>
                  <a:pt x="1099" y="423"/>
                </a:cubicBezTo>
                <a:cubicBezTo>
                  <a:pt x="1103" y="344"/>
                  <a:pt x="1141" y="281"/>
                  <a:pt x="1141" y="216"/>
                </a:cubicBezTo>
                <a:cubicBezTo>
                  <a:pt x="1141" y="151"/>
                  <a:pt x="1185" y="56"/>
                  <a:pt x="1102" y="33"/>
                </a:cubicBezTo>
                <a:cubicBezTo>
                  <a:pt x="1019" y="10"/>
                  <a:pt x="740" y="0"/>
                  <a:pt x="646" y="81"/>
                </a:cubicBezTo>
                <a:cubicBezTo>
                  <a:pt x="552" y="162"/>
                  <a:pt x="635" y="441"/>
                  <a:pt x="535" y="519"/>
                </a:cubicBezTo>
                <a:cubicBezTo>
                  <a:pt x="435" y="597"/>
                  <a:pt x="129" y="516"/>
                  <a:pt x="44" y="548"/>
                </a:cubicBezTo>
                <a:cubicBezTo>
                  <a:pt x="15" y="601"/>
                  <a:pt x="0" y="594"/>
                  <a:pt x="25" y="709"/>
                </a:cubicBezTo>
                <a:close/>
              </a:path>
            </a:pathLst>
          </a:cu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79" name="Freeform 142">
            <a:extLst>
              <a:ext uri="{FF2B5EF4-FFF2-40B4-BE49-F238E27FC236}">
                <a16:creationId xmlns:a16="http://schemas.microsoft.com/office/drawing/2014/main" id="{6ED2B160-3C7F-436C-8AC0-B7B357A91A26}"/>
              </a:ext>
            </a:extLst>
          </p:cNvPr>
          <p:cNvSpPr/>
          <p:nvPr/>
        </p:nvSpPr>
        <p:spPr bwMode="auto">
          <a:xfrm>
            <a:off x="6425232" y="2156300"/>
            <a:ext cx="1531144" cy="1684136"/>
          </a:xfrm>
          <a:custGeom>
            <a:avLst/>
            <a:gdLst>
              <a:gd name="T0" fmla="*/ 2147483647 w 1286"/>
              <a:gd name="T1" fmla="*/ 2147483647 h 1247"/>
              <a:gd name="T2" fmla="*/ 2147483647 w 1286"/>
              <a:gd name="T3" fmla="*/ 2147483647 h 1247"/>
              <a:gd name="T4" fmla="*/ 2147483647 w 1286"/>
              <a:gd name="T5" fmla="*/ 2147483647 h 1247"/>
              <a:gd name="T6" fmla="*/ 2147483647 w 1286"/>
              <a:gd name="T7" fmla="*/ 2147483647 h 1247"/>
              <a:gd name="T8" fmla="*/ 2147483647 w 1286"/>
              <a:gd name="T9" fmla="*/ 2147483647 h 1247"/>
              <a:gd name="T10" fmla="*/ 2147483647 w 1286"/>
              <a:gd name="T11" fmla="*/ 2147483647 h 1247"/>
              <a:gd name="T12" fmla="*/ 2147483647 w 1286"/>
              <a:gd name="T13" fmla="*/ 2147483647 h 1247"/>
              <a:gd name="T14" fmla="*/ 2147483647 w 1286"/>
              <a:gd name="T15" fmla="*/ 2147483647 h 1247"/>
              <a:gd name="T16" fmla="*/ 2147483647 w 1286"/>
              <a:gd name="T17" fmla="*/ 2147483647 h 1247"/>
              <a:gd name="T18" fmla="*/ 2147483647 w 1286"/>
              <a:gd name="T19" fmla="*/ 2147483647 h 1247"/>
              <a:gd name="T20" fmla="*/ 2147483647 w 1286"/>
              <a:gd name="T21" fmla="*/ 2147483647 h 1247"/>
              <a:gd name="T22" fmla="*/ 2147483647 w 1286"/>
              <a:gd name="T23" fmla="*/ 2147483647 h 1247"/>
              <a:gd name="T24" fmla="*/ 2147483647 w 1286"/>
              <a:gd name="T25" fmla="*/ 2147483647 h 1247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1286" h="1247">
                <a:moveTo>
                  <a:pt x="587" y="30"/>
                </a:moveTo>
                <a:cubicBezTo>
                  <a:pt x="473" y="60"/>
                  <a:pt x="601" y="475"/>
                  <a:pt x="509" y="618"/>
                </a:cubicBezTo>
                <a:cubicBezTo>
                  <a:pt x="424" y="765"/>
                  <a:pt x="154" y="830"/>
                  <a:pt x="77" y="909"/>
                </a:cubicBezTo>
                <a:cubicBezTo>
                  <a:pt x="0" y="988"/>
                  <a:pt x="37" y="1043"/>
                  <a:pt x="47" y="1095"/>
                </a:cubicBezTo>
                <a:cubicBezTo>
                  <a:pt x="57" y="1147"/>
                  <a:pt x="71" y="1205"/>
                  <a:pt x="140" y="1224"/>
                </a:cubicBezTo>
                <a:cubicBezTo>
                  <a:pt x="209" y="1243"/>
                  <a:pt x="369" y="1212"/>
                  <a:pt x="461" y="1209"/>
                </a:cubicBezTo>
                <a:cubicBezTo>
                  <a:pt x="553" y="1206"/>
                  <a:pt x="571" y="1206"/>
                  <a:pt x="692" y="1209"/>
                </a:cubicBezTo>
                <a:cubicBezTo>
                  <a:pt x="813" y="1212"/>
                  <a:pt x="1094" y="1247"/>
                  <a:pt x="1190" y="1227"/>
                </a:cubicBezTo>
                <a:cubicBezTo>
                  <a:pt x="1286" y="1207"/>
                  <a:pt x="1279" y="1170"/>
                  <a:pt x="1271" y="1089"/>
                </a:cubicBezTo>
                <a:cubicBezTo>
                  <a:pt x="1263" y="1008"/>
                  <a:pt x="1217" y="818"/>
                  <a:pt x="1139" y="741"/>
                </a:cubicBezTo>
                <a:cubicBezTo>
                  <a:pt x="1061" y="664"/>
                  <a:pt x="865" y="743"/>
                  <a:pt x="800" y="627"/>
                </a:cubicBezTo>
                <a:cubicBezTo>
                  <a:pt x="735" y="511"/>
                  <a:pt x="785" y="142"/>
                  <a:pt x="749" y="42"/>
                </a:cubicBezTo>
                <a:cubicBezTo>
                  <a:pt x="695" y="15"/>
                  <a:pt x="701" y="0"/>
                  <a:pt x="587" y="30"/>
                </a:cubicBezTo>
                <a:close/>
              </a:path>
            </a:pathLst>
          </a:custGeom>
          <a:solidFill>
            <a:schemeClr val="accent5">
              <a:lumMod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0" name="Group 192">
            <a:extLst>
              <a:ext uri="{FF2B5EF4-FFF2-40B4-BE49-F238E27FC236}">
                <a16:creationId xmlns:a16="http://schemas.microsoft.com/office/drawing/2014/main" id="{1B5D4B85-F143-44DD-AAFE-87896CDA2698}"/>
              </a:ext>
            </a:extLst>
          </p:cNvPr>
          <p:cNvGrpSpPr/>
          <p:nvPr/>
        </p:nvGrpSpPr>
        <p:grpSpPr bwMode="auto">
          <a:xfrm>
            <a:off x="7440653" y="2621572"/>
            <a:ext cx="832247" cy="436958"/>
            <a:chOff x="4810" y="3438"/>
            <a:chExt cx="699" cy="367"/>
          </a:xfrm>
        </p:grpSpPr>
        <p:sp>
          <p:nvSpPr>
            <p:cNvPr id="82" name="Text Box 193">
              <a:extLst>
                <a:ext uri="{FF2B5EF4-FFF2-40B4-BE49-F238E27FC236}">
                  <a16:creationId xmlns:a16="http://schemas.microsoft.com/office/drawing/2014/main" id="{8B259BA8-56A6-4CC1-9006-5A5FB9F18F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45" y="3438"/>
              <a:ext cx="664" cy="25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350" dirty="0">
                  <a:solidFill>
                    <a:schemeClr val="tx1">
                      <a:lumMod val="85000"/>
                      <a:lumOff val="15000"/>
                    </a:schemeClr>
                  </a:solidFill>
                </a:rPr>
                <a:t>subnets</a:t>
              </a:r>
            </a:p>
          </p:txBody>
        </p:sp>
        <p:sp>
          <p:nvSpPr>
            <p:cNvPr id="83" name="Line 194">
              <a:extLst>
                <a:ext uri="{FF2B5EF4-FFF2-40B4-BE49-F238E27FC236}">
                  <a16:creationId xmlns:a16="http://schemas.microsoft.com/office/drawing/2014/main" id="{D368DDF6-7221-4F70-B256-3ABCD09DC57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0" y="3652"/>
              <a:ext cx="305" cy="153"/>
            </a:xfrm>
            <a:prstGeom prst="line">
              <a:avLst/>
            </a:prstGeom>
            <a:noFill/>
            <a:ln w="19050">
              <a:solidFill>
                <a:schemeClr val="accent5">
                  <a:lumMod val="75000"/>
                </a:schemeClr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CA243525-B2BA-48A5-8D96-CB18A33C8A7E}"/>
              </a:ext>
            </a:extLst>
          </p:cNvPr>
          <p:cNvCxnSpPr>
            <a:cxnSpLocks/>
            <a:stCxn id="82" idx="0"/>
          </p:cNvCxnSpPr>
          <p:nvPr/>
        </p:nvCxnSpPr>
        <p:spPr>
          <a:xfrm flipV="1">
            <a:off x="7877613" y="2240785"/>
            <a:ext cx="51355" cy="380787"/>
          </a:xfrm>
          <a:prstGeom prst="straightConnector1">
            <a:avLst/>
          </a:prstGeom>
          <a:ln w="222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 Box 26">
            <a:extLst>
              <a:ext uri="{FF2B5EF4-FFF2-40B4-BE49-F238E27FC236}">
                <a16:creationId xmlns:a16="http://schemas.microsoft.com/office/drawing/2014/main" id="{73817948-3068-423F-985F-C3278961EF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2937" y="1230140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/>
              <a:t>223.1.1.1</a:t>
            </a:r>
            <a:endParaRPr lang="en-US" altLang="zh-CN" sz="900">
              <a:latin typeface="Comic Sans MS" panose="030F0702030302020204" pitchFamily="66" charset="0"/>
            </a:endParaRPr>
          </a:p>
        </p:txBody>
      </p:sp>
      <p:sp>
        <p:nvSpPr>
          <p:cNvPr id="86" name="Text Box 29">
            <a:extLst>
              <a:ext uri="{FF2B5EF4-FFF2-40B4-BE49-F238E27FC236}">
                <a16:creationId xmlns:a16="http://schemas.microsoft.com/office/drawing/2014/main" id="{377F44E3-FDFE-407D-AE12-7A32CD126A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855" y="1707690"/>
            <a:ext cx="665560" cy="230529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87" name="Text Box 30">
            <a:extLst>
              <a:ext uri="{FF2B5EF4-FFF2-40B4-BE49-F238E27FC236}">
                <a16:creationId xmlns:a16="http://schemas.microsoft.com/office/drawing/2014/main" id="{5B359BA4-5170-4DD0-8E2F-45B506334B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977848" y="2233906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223.1.1.3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37" name="Text Box 31">
            <a:extLst>
              <a:ext uri="{FF2B5EF4-FFF2-40B4-BE49-F238E27FC236}">
                <a16:creationId xmlns:a16="http://schemas.microsoft.com/office/drawing/2014/main" id="{2BE296C0-7466-427F-BDC3-F2DB55A0A5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49800" y="1675881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223.1.1.4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38" name="Line 32">
            <a:extLst>
              <a:ext uri="{FF2B5EF4-FFF2-40B4-BE49-F238E27FC236}">
                <a16:creationId xmlns:a16="http://schemas.microsoft.com/office/drawing/2014/main" id="{EB30A98F-683D-4453-B396-9F86C22E619B}"/>
              </a:ext>
            </a:extLst>
          </p:cNvPr>
          <p:cNvSpPr>
            <a:spLocks noChangeShapeType="1"/>
          </p:cNvSpPr>
          <p:nvPr/>
        </p:nvSpPr>
        <p:spPr bwMode="auto">
          <a:xfrm>
            <a:off x="7370740" y="2001441"/>
            <a:ext cx="7679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39" name="Text Box 33">
            <a:extLst>
              <a:ext uri="{FF2B5EF4-FFF2-40B4-BE49-F238E27FC236}">
                <a16:creationId xmlns:a16="http://schemas.microsoft.com/office/drawing/2014/main" id="{7B870015-0CEB-411D-AB9E-7DC3A62829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66549" y="1718962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223.1.2.9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40" name="Line 36">
            <a:extLst>
              <a:ext uri="{FF2B5EF4-FFF2-40B4-BE49-F238E27FC236}">
                <a16:creationId xmlns:a16="http://schemas.microsoft.com/office/drawing/2014/main" id="{913348A9-F298-4C09-AA28-CE4CB3B4806E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1483519"/>
            <a:ext cx="1762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1" name="Line 38">
            <a:extLst>
              <a:ext uri="{FF2B5EF4-FFF2-40B4-BE49-F238E27FC236}">
                <a16:creationId xmlns:a16="http://schemas.microsoft.com/office/drawing/2014/main" id="{9747F150-5CE0-40AB-9C20-2A4B64324C50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2437210"/>
            <a:ext cx="176213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2" name="Text Box 41">
            <a:extLst>
              <a:ext uri="{FF2B5EF4-FFF2-40B4-BE49-F238E27FC236}">
                <a16:creationId xmlns:a16="http://schemas.microsoft.com/office/drawing/2014/main" id="{204606D2-99A1-460D-8BC3-CDB16BFECF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74412" y="2655095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43" name="Text Box 44">
            <a:extLst>
              <a:ext uri="{FF2B5EF4-FFF2-40B4-BE49-F238E27FC236}">
                <a16:creationId xmlns:a16="http://schemas.microsoft.com/office/drawing/2014/main" id="{4DE5334F-6AAA-4E84-BC2E-C355ABB3EB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88645" y="1684765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223.1.2.1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44" name="Line 45">
            <a:extLst>
              <a:ext uri="{FF2B5EF4-FFF2-40B4-BE49-F238E27FC236}">
                <a16:creationId xmlns:a16="http://schemas.microsoft.com/office/drawing/2014/main" id="{5A1BF475-0999-4CA0-84DD-9A72E51E48A9}"/>
              </a:ext>
            </a:extLst>
          </p:cNvPr>
          <p:cNvSpPr>
            <a:spLocks noChangeShapeType="1"/>
          </p:cNvSpPr>
          <p:nvPr/>
        </p:nvSpPr>
        <p:spPr bwMode="auto">
          <a:xfrm>
            <a:off x="7192146" y="2255044"/>
            <a:ext cx="6820" cy="97774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5" name="Line 47">
            <a:extLst>
              <a:ext uri="{FF2B5EF4-FFF2-40B4-BE49-F238E27FC236}">
                <a16:creationId xmlns:a16="http://schemas.microsoft.com/office/drawing/2014/main" id="{C88F5EE0-4137-481E-980E-EE9E51E270DB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732565" y="3232785"/>
            <a:ext cx="2381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6" name="Line 48">
            <a:extLst>
              <a:ext uri="{FF2B5EF4-FFF2-40B4-BE49-F238E27FC236}">
                <a16:creationId xmlns:a16="http://schemas.microsoft.com/office/drawing/2014/main" id="{82B32626-CF04-42EA-99C6-ECF91779E9B8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614818" y="3213497"/>
            <a:ext cx="2381" cy="180975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47" name="Text Box 53">
            <a:extLst>
              <a:ext uri="{FF2B5EF4-FFF2-40B4-BE49-F238E27FC236}">
                <a16:creationId xmlns:a16="http://schemas.microsoft.com/office/drawing/2014/main" id="{BBFCCDAE-FC86-48F8-9169-51D9F6AE88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8631" y="3258741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223.1.3.2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sp>
        <p:nvSpPr>
          <p:cNvPr id="148" name="Text Box 56">
            <a:extLst>
              <a:ext uri="{FF2B5EF4-FFF2-40B4-BE49-F238E27FC236}">
                <a16:creationId xmlns:a16="http://schemas.microsoft.com/office/drawing/2014/main" id="{F5F21F96-193A-4BFB-B827-431B204083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06371" y="3262313"/>
            <a:ext cx="665567" cy="23083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/>
              <a:t>223.1.3.1</a:t>
            </a:r>
            <a:endParaRPr lang="en-US" altLang="zh-CN" sz="900">
              <a:latin typeface="Comic Sans MS" panose="030F0702030302020204" pitchFamily="66" charset="0"/>
            </a:endParaRPr>
          </a:p>
        </p:txBody>
      </p:sp>
      <p:sp>
        <p:nvSpPr>
          <p:cNvPr id="149" name="Text Box 59">
            <a:extLst>
              <a:ext uri="{FF2B5EF4-FFF2-40B4-BE49-F238E27FC236}">
                <a16:creationId xmlns:a16="http://schemas.microsoft.com/office/drawing/2014/main" id="{E5B1DD0E-8971-4E66-84FC-44405D4BDC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781" y="2269927"/>
            <a:ext cx="729853" cy="230982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900" dirty="0"/>
              <a:t>223.1.3.27</a:t>
            </a:r>
            <a:endParaRPr lang="en-US" altLang="zh-CN" sz="900" dirty="0">
              <a:latin typeface="Comic Sans MS" panose="030F0702030302020204" pitchFamily="66" charset="0"/>
            </a:endParaRPr>
          </a:p>
        </p:txBody>
      </p:sp>
      <p:grpSp>
        <p:nvGrpSpPr>
          <p:cNvPr id="150" name="Group 73">
            <a:extLst>
              <a:ext uri="{FF2B5EF4-FFF2-40B4-BE49-F238E27FC236}">
                <a16:creationId xmlns:a16="http://schemas.microsoft.com/office/drawing/2014/main" id="{D592A84D-08EF-48D7-945A-6A8D702A4842}"/>
              </a:ext>
            </a:extLst>
          </p:cNvPr>
          <p:cNvGrpSpPr/>
          <p:nvPr/>
        </p:nvGrpSpPr>
        <p:grpSpPr bwMode="auto">
          <a:xfrm>
            <a:off x="5509793" y="1146572"/>
            <a:ext cx="481013" cy="419100"/>
            <a:chOff x="-44" y="1473"/>
            <a:chExt cx="981" cy="1105"/>
          </a:xfrm>
        </p:grpSpPr>
        <p:pic>
          <p:nvPicPr>
            <p:cNvPr id="151" name="Picture 74" descr="desktop_computer_stylized_medium">
              <a:extLst>
                <a:ext uri="{FF2B5EF4-FFF2-40B4-BE49-F238E27FC236}">
                  <a16:creationId xmlns:a16="http://schemas.microsoft.com/office/drawing/2014/main" id="{D125B94B-2628-4709-8CE6-CD4AA8FF14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2" name="Freeform 75">
              <a:extLst>
                <a:ext uri="{FF2B5EF4-FFF2-40B4-BE49-F238E27FC236}">
                  <a16:creationId xmlns:a16="http://schemas.microsoft.com/office/drawing/2014/main" id="{E8D48904-DCEA-480D-A9CF-62833A763E80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53" name="Group 80">
            <a:extLst>
              <a:ext uri="{FF2B5EF4-FFF2-40B4-BE49-F238E27FC236}">
                <a16:creationId xmlns:a16="http://schemas.microsoft.com/office/drawing/2014/main" id="{C9A8314D-87E6-4FAE-8B11-206FB8B9AEA2}"/>
              </a:ext>
            </a:extLst>
          </p:cNvPr>
          <p:cNvGrpSpPr/>
          <p:nvPr/>
        </p:nvGrpSpPr>
        <p:grpSpPr bwMode="auto">
          <a:xfrm>
            <a:off x="5506221" y="1595438"/>
            <a:ext cx="481013" cy="419100"/>
            <a:chOff x="-44" y="1473"/>
            <a:chExt cx="981" cy="1105"/>
          </a:xfrm>
        </p:grpSpPr>
        <p:pic>
          <p:nvPicPr>
            <p:cNvPr id="154" name="Picture 81" descr="desktop_computer_stylized_medium">
              <a:extLst>
                <a:ext uri="{FF2B5EF4-FFF2-40B4-BE49-F238E27FC236}">
                  <a16:creationId xmlns:a16="http://schemas.microsoft.com/office/drawing/2014/main" id="{33B8C2E8-A91F-4928-BA9D-F9FECB46270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5" name="Freeform 82">
              <a:extLst>
                <a:ext uri="{FF2B5EF4-FFF2-40B4-BE49-F238E27FC236}">
                  <a16:creationId xmlns:a16="http://schemas.microsoft.com/office/drawing/2014/main" id="{7C8D88BD-5521-4F0C-9B61-A660BB7E9CDE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56" name="Group 83">
            <a:extLst>
              <a:ext uri="{FF2B5EF4-FFF2-40B4-BE49-F238E27FC236}">
                <a16:creationId xmlns:a16="http://schemas.microsoft.com/office/drawing/2014/main" id="{B2CB4848-B4F9-4D76-936D-2FB73A6AF10C}"/>
              </a:ext>
            </a:extLst>
          </p:cNvPr>
          <p:cNvGrpSpPr/>
          <p:nvPr/>
        </p:nvGrpSpPr>
        <p:grpSpPr bwMode="auto">
          <a:xfrm>
            <a:off x="5527652" y="2052638"/>
            <a:ext cx="481013" cy="419100"/>
            <a:chOff x="-44" y="1473"/>
            <a:chExt cx="981" cy="1105"/>
          </a:xfrm>
        </p:grpSpPr>
        <p:pic>
          <p:nvPicPr>
            <p:cNvPr id="157" name="Picture 84" descr="desktop_computer_stylized_medium">
              <a:extLst>
                <a:ext uri="{FF2B5EF4-FFF2-40B4-BE49-F238E27FC236}">
                  <a16:creationId xmlns:a16="http://schemas.microsoft.com/office/drawing/2014/main" id="{26EDE86C-0D0B-408A-9E8F-5B618D0908A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8" name="Freeform 85">
              <a:extLst>
                <a:ext uri="{FF2B5EF4-FFF2-40B4-BE49-F238E27FC236}">
                  <a16:creationId xmlns:a16="http://schemas.microsoft.com/office/drawing/2014/main" id="{1DAAE31F-C4D4-4FC7-8FCA-9B879481CCA0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59" name="Group 87">
            <a:extLst>
              <a:ext uri="{FF2B5EF4-FFF2-40B4-BE49-F238E27FC236}">
                <a16:creationId xmlns:a16="http://schemas.microsoft.com/office/drawing/2014/main" id="{7C6674A5-290F-4C2C-83BF-F805158DC597}"/>
              </a:ext>
            </a:extLst>
          </p:cNvPr>
          <p:cNvGrpSpPr/>
          <p:nvPr/>
        </p:nvGrpSpPr>
        <p:grpSpPr bwMode="auto">
          <a:xfrm flipH="1">
            <a:off x="8272043" y="1264444"/>
            <a:ext cx="481013" cy="419100"/>
            <a:chOff x="-44" y="1473"/>
            <a:chExt cx="981" cy="1105"/>
          </a:xfrm>
        </p:grpSpPr>
        <p:pic>
          <p:nvPicPr>
            <p:cNvPr id="160" name="Picture 88" descr="desktop_computer_stylized_medium">
              <a:extLst>
                <a:ext uri="{FF2B5EF4-FFF2-40B4-BE49-F238E27FC236}">
                  <a16:creationId xmlns:a16="http://schemas.microsoft.com/office/drawing/2014/main" id="{DB2EAB01-6305-4CBC-9BD5-F01CCA47E6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1" name="Freeform 89">
              <a:extLst>
                <a:ext uri="{FF2B5EF4-FFF2-40B4-BE49-F238E27FC236}">
                  <a16:creationId xmlns:a16="http://schemas.microsoft.com/office/drawing/2014/main" id="{69E6D3AD-A0A2-44F3-A22C-7A227E878DF1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62" name="Group 90">
            <a:extLst>
              <a:ext uri="{FF2B5EF4-FFF2-40B4-BE49-F238E27FC236}">
                <a16:creationId xmlns:a16="http://schemas.microsoft.com/office/drawing/2014/main" id="{DF147CB6-1337-4150-A385-4BBE847CD880}"/>
              </a:ext>
            </a:extLst>
          </p:cNvPr>
          <p:cNvGrpSpPr/>
          <p:nvPr/>
        </p:nvGrpSpPr>
        <p:grpSpPr bwMode="auto">
          <a:xfrm flipH="1">
            <a:off x="8282759" y="2224088"/>
            <a:ext cx="481013" cy="419100"/>
            <a:chOff x="-44" y="1473"/>
            <a:chExt cx="981" cy="1105"/>
          </a:xfrm>
        </p:grpSpPr>
        <p:pic>
          <p:nvPicPr>
            <p:cNvPr id="163" name="Picture 91" descr="desktop_computer_stylized_medium">
              <a:extLst>
                <a:ext uri="{FF2B5EF4-FFF2-40B4-BE49-F238E27FC236}">
                  <a16:creationId xmlns:a16="http://schemas.microsoft.com/office/drawing/2014/main" id="{FC768090-332F-4232-8707-DD7A46803DD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4" name="Freeform 92">
              <a:extLst>
                <a:ext uri="{FF2B5EF4-FFF2-40B4-BE49-F238E27FC236}">
                  <a16:creationId xmlns:a16="http://schemas.microsoft.com/office/drawing/2014/main" id="{078DD192-52FA-4009-87AC-903190FE5262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65" name="Group 93">
            <a:extLst>
              <a:ext uri="{FF2B5EF4-FFF2-40B4-BE49-F238E27FC236}">
                <a16:creationId xmlns:a16="http://schemas.microsoft.com/office/drawing/2014/main" id="{EEDA782C-F6B0-424C-9AD8-7614224AB0CC}"/>
              </a:ext>
            </a:extLst>
          </p:cNvPr>
          <p:cNvGrpSpPr/>
          <p:nvPr/>
        </p:nvGrpSpPr>
        <p:grpSpPr bwMode="auto">
          <a:xfrm flipH="1">
            <a:off x="7458846" y="3367088"/>
            <a:ext cx="481013" cy="419100"/>
            <a:chOff x="-44" y="1473"/>
            <a:chExt cx="981" cy="1105"/>
          </a:xfrm>
        </p:grpSpPr>
        <p:pic>
          <p:nvPicPr>
            <p:cNvPr id="166" name="Picture 94" descr="desktop_computer_stylized_medium">
              <a:extLst>
                <a:ext uri="{FF2B5EF4-FFF2-40B4-BE49-F238E27FC236}">
                  <a16:creationId xmlns:a16="http://schemas.microsoft.com/office/drawing/2014/main" id="{583EA97B-5BA2-46D6-8F12-6FBD718670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7" name="Freeform 95">
              <a:extLst>
                <a:ext uri="{FF2B5EF4-FFF2-40B4-BE49-F238E27FC236}">
                  <a16:creationId xmlns:a16="http://schemas.microsoft.com/office/drawing/2014/main" id="{A2458B19-22A9-4392-9D95-CCAB345D7F85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68" name="Group 96">
            <a:extLst>
              <a:ext uri="{FF2B5EF4-FFF2-40B4-BE49-F238E27FC236}">
                <a16:creationId xmlns:a16="http://schemas.microsoft.com/office/drawing/2014/main" id="{2847766A-757B-4ED6-988F-63751C795CC3}"/>
              </a:ext>
            </a:extLst>
          </p:cNvPr>
          <p:cNvGrpSpPr/>
          <p:nvPr/>
        </p:nvGrpSpPr>
        <p:grpSpPr bwMode="auto">
          <a:xfrm flipH="1">
            <a:off x="6586118" y="3398044"/>
            <a:ext cx="481013" cy="419100"/>
            <a:chOff x="-44" y="1473"/>
            <a:chExt cx="981" cy="1105"/>
          </a:xfrm>
        </p:grpSpPr>
        <p:pic>
          <p:nvPicPr>
            <p:cNvPr id="169" name="Picture 97" descr="desktop_computer_stylized_medium">
              <a:extLst>
                <a:ext uri="{FF2B5EF4-FFF2-40B4-BE49-F238E27FC236}">
                  <a16:creationId xmlns:a16="http://schemas.microsoft.com/office/drawing/2014/main" id="{50D8EEDB-2DD9-4505-A3ED-23C59DAE7C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0" name="Freeform 98">
              <a:extLst>
                <a:ext uri="{FF2B5EF4-FFF2-40B4-BE49-F238E27FC236}">
                  <a16:creationId xmlns:a16="http://schemas.microsoft.com/office/drawing/2014/main" id="{9C7AB710-93D5-41C3-984F-1BF8CFE1BBE0}"/>
                </a:ext>
              </a:extLst>
            </p:cNvPr>
            <p:cNvSpPr/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1296 w 356"/>
                <a:gd name="T3" fmla="*/ 69 h 368"/>
                <a:gd name="T4" fmla="*/ 1537 w 356"/>
                <a:gd name="T5" fmla="*/ 1447 h 368"/>
                <a:gd name="T6" fmla="*/ 339 w 356"/>
                <a:gd name="T7" fmla="*/ 1810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171" name="Group 99">
            <a:extLst>
              <a:ext uri="{FF2B5EF4-FFF2-40B4-BE49-F238E27FC236}">
                <a16:creationId xmlns:a16="http://schemas.microsoft.com/office/drawing/2014/main" id="{FAE4F5BA-D749-4306-B1FA-91CA16C307DD}"/>
              </a:ext>
            </a:extLst>
          </p:cNvPr>
          <p:cNvGrpSpPr/>
          <p:nvPr/>
        </p:nvGrpSpPr>
        <p:grpSpPr bwMode="auto">
          <a:xfrm>
            <a:off x="6907587" y="1968104"/>
            <a:ext cx="523875" cy="266700"/>
            <a:chOff x="4396" y="1245"/>
            <a:chExt cx="672" cy="248"/>
          </a:xfrm>
        </p:grpSpPr>
        <p:sp>
          <p:nvSpPr>
            <p:cNvPr id="172" name="Oval 407">
              <a:extLst>
                <a:ext uri="{FF2B5EF4-FFF2-40B4-BE49-F238E27FC236}">
                  <a16:creationId xmlns:a16="http://schemas.microsoft.com/office/drawing/2014/main" id="{1768A8B4-BA99-4FC0-AE29-E8D4A292D1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3" name="Rectangle 410">
              <a:extLst>
                <a:ext uri="{FF2B5EF4-FFF2-40B4-BE49-F238E27FC236}">
                  <a16:creationId xmlns:a16="http://schemas.microsoft.com/office/drawing/2014/main" id="{F1712881-3711-4356-9BD0-02AE6426AC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174" name="Oval 411">
              <a:extLst>
                <a:ext uri="{FF2B5EF4-FFF2-40B4-BE49-F238E27FC236}">
                  <a16:creationId xmlns:a16="http://schemas.microsoft.com/office/drawing/2014/main" id="{E72BD07D-621F-48A5-B215-02314ACE25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9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175" name="Group 103">
              <a:extLst>
                <a:ext uri="{FF2B5EF4-FFF2-40B4-BE49-F238E27FC236}">
                  <a16:creationId xmlns:a16="http://schemas.microsoft.com/office/drawing/2014/main" id="{93EBF5E0-9B19-41C2-B4BD-7086C03462C3}"/>
                </a:ext>
              </a:extLst>
            </p:cNvPr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178" name="Freeform 104">
                <a:extLst>
                  <a:ext uri="{FF2B5EF4-FFF2-40B4-BE49-F238E27FC236}">
                    <a16:creationId xmlns:a16="http://schemas.microsoft.com/office/drawing/2014/main" id="{7A779F58-453A-4518-BC15-A00A1827761E}"/>
                  </a:ext>
                </a:extLst>
              </p:cNvPr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179" name="Freeform 105">
                <a:extLst>
                  <a:ext uri="{FF2B5EF4-FFF2-40B4-BE49-F238E27FC236}">
                    <a16:creationId xmlns:a16="http://schemas.microsoft.com/office/drawing/2014/main" id="{1050C2FC-C0E7-4724-95B4-06BC5677B95A}"/>
                  </a:ext>
                </a:extLst>
              </p:cNvPr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19050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176" name="Line 106">
              <a:extLst>
                <a:ext uri="{FF2B5EF4-FFF2-40B4-BE49-F238E27FC236}">
                  <a16:creationId xmlns:a16="http://schemas.microsoft.com/office/drawing/2014/main" id="{4474DC08-C39F-402C-BFF8-8ADDF019EC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77" name="Line 107">
              <a:extLst>
                <a:ext uri="{FF2B5EF4-FFF2-40B4-BE49-F238E27FC236}">
                  <a16:creationId xmlns:a16="http://schemas.microsoft.com/office/drawing/2014/main" id="{9E5D8D90-F902-4B51-90B0-AC32724224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90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180" name="Line 5">
            <a:extLst>
              <a:ext uri="{FF2B5EF4-FFF2-40B4-BE49-F238E27FC236}">
                <a16:creationId xmlns:a16="http://schemas.microsoft.com/office/drawing/2014/main" id="{F50D24E1-6B81-48C2-95F7-D5851A82B72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64612" y="1362075"/>
            <a:ext cx="292894" cy="476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1" name="Line 7">
            <a:extLst>
              <a:ext uri="{FF2B5EF4-FFF2-40B4-BE49-F238E27FC236}">
                <a16:creationId xmlns:a16="http://schemas.microsoft.com/office/drawing/2014/main" id="{29F98505-1B1A-46DC-AACE-683CE1E19B9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87779" y="1848357"/>
            <a:ext cx="269727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2" name="Line 8">
            <a:extLst>
              <a:ext uri="{FF2B5EF4-FFF2-40B4-BE49-F238E27FC236}">
                <a16:creationId xmlns:a16="http://schemas.microsoft.com/office/drawing/2014/main" id="{524AF602-6095-42D8-8FAC-E1E740EEAF2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99140" y="2315766"/>
            <a:ext cx="258366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3" name="Line 11">
            <a:extLst>
              <a:ext uri="{FF2B5EF4-FFF2-40B4-BE49-F238E27FC236}">
                <a16:creationId xmlns:a16="http://schemas.microsoft.com/office/drawing/2014/main" id="{B7D5F406-8452-43EB-A613-03E0E34D9C30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0415" y="1999060"/>
            <a:ext cx="735753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4" name="Line 45">
            <a:extLst>
              <a:ext uri="{FF2B5EF4-FFF2-40B4-BE49-F238E27FC236}">
                <a16:creationId xmlns:a16="http://schemas.microsoft.com/office/drawing/2014/main" id="{AD205D87-11C7-43B9-84CC-E30191D15308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7506" y="1360633"/>
            <a:ext cx="0" cy="9551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5" name="Line 45">
            <a:extLst>
              <a:ext uri="{FF2B5EF4-FFF2-40B4-BE49-F238E27FC236}">
                <a16:creationId xmlns:a16="http://schemas.microsoft.com/office/drawing/2014/main" id="{0FA6AF26-5C8A-4CD1-B8B6-B3BC12DF59C6}"/>
              </a:ext>
            </a:extLst>
          </p:cNvPr>
          <p:cNvSpPr>
            <a:spLocks noChangeShapeType="1"/>
          </p:cNvSpPr>
          <p:nvPr/>
        </p:nvSpPr>
        <p:spPr bwMode="auto">
          <a:xfrm>
            <a:off x="8138693" y="1484067"/>
            <a:ext cx="0" cy="955133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 dirty="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6" name="Line 11">
            <a:extLst>
              <a:ext uri="{FF2B5EF4-FFF2-40B4-BE49-F238E27FC236}">
                <a16:creationId xmlns:a16="http://schemas.microsoft.com/office/drawing/2014/main" id="{962E0532-ECB9-4678-90B6-748782C633E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66" y="3220531"/>
            <a:ext cx="889510" cy="12254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90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7" name="Line 194">
            <a:extLst>
              <a:ext uri="{FF2B5EF4-FFF2-40B4-BE49-F238E27FC236}">
                <a16:creationId xmlns:a16="http://schemas.microsoft.com/office/drawing/2014/main" id="{B2382876-D998-4921-AD2F-19987235D52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375281" y="2321912"/>
            <a:ext cx="1196333" cy="358032"/>
          </a:xfrm>
          <a:prstGeom prst="line">
            <a:avLst/>
          </a:prstGeom>
          <a:noFill/>
          <a:ln w="19050">
            <a:solidFill>
              <a:schemeClr val="accent4">
                <a:lumMod val="60000"/>
                <a:lumOff val="40000"/>
              </a:schemeClr>
            </a:solidFill>
            <a:round/>
            <a:tailEnd type="triangle" w="med" len="med"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88" name="灯片编号占位符 2">
            <a:extLst>
              <a:ext uri="{FF2B5EF4-FFF2-40B4-BE49-F238E27FC236}">
                <a16:creationId xmlns:a16="http://schemas.microsoft.com/office/drawing/2014/main" id="{5D9E9BC3-447F-4712-87A3-79F0BAF20012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28</a:t>
            </a:fld>
            <a:endParaRPr lang="en-US" altLang="zh-CN" dirty="0"/>
          </a:p>
        </p:txBody>
      </p:sp>
      <p:sp>
        <p:nvSpPr>
          <p:cNvPr id="189" name="AutoShape 5">
            <a:extLst>
              <a:ext uri="{FF2B5EF4-FFF2-40B4-BE49-F238E27FC236}">
                <a16:creationId xmlns:a16="http://schemas.microsoft.com/office/drawing/2014/main" id="{1F4A4363-C511-4188-BAC3-473366CCE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926E4F7-0537-45DF-AE85-9CB2803A46A4}"/>
              </a:ext>
            </a:extLst>
          </p:cNvPr>
          <p:cNvSpPr txBox="1"/>
          <p:nvPr/>
        </p:nvSpPr>
        <p:spPr>
          <a:xfrm>
            <a:off x="5139744" y="2861689"/>
            <a:ext cx="954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500" i="1">
                <a:solidFill>
                  <a:schemeClr val="accent4">
                    <a:lumMod val="50000"/>
                  </a:schemeClr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9pPr>
          </a:lstStyle>
          <a:p>
            <a:r>
              <a:rPr lang="zh-CN" altLang="en-US" i="0" dirty="0"/>
              <a:t>子网标识</a:t>
            </a: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065170B0-5A41-4320-812F-F32AF03CA4C4}"/>
              </a:ext>
            </a:extLst>
          </p:cNvPr>
          <p:cNvSpPr txBox="1"/>
          <p:nvPr/>
        </p:nvSpPr>
        <p:spPr>
          <a:xfrm>
            <a:off x="6815623" y="4076469"/>
            <a:ext cx="954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500" i="1">
                <a:solidFill>
                  <a:srgbClr val="0070C0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9pPr>
          </a:lstStyle>
          <a:p>
            <a:r>
              <a:rPr lang="zh-CN" altLang="en-US" i="0" dirty="0"/>
              <a:t>子网标识</a:t>
            </a:r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A15EBB70-3074-4370-BE6D-C69B51569345}"/>
              </a:ext>
            </a:extLst>
          </p:cNvPr>
          <p:cNvSpPr txBox="1"/>
          <p:nvPr/>
        </p:nvSpPr>
        <p:spPr>
          <a:xfrm>
            <a:off x="7085301" y="1275232"/>
            <a:ext cx="954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1500" i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latin typeface="Arial" panose="020B0604020202020204" pitchFamily="34" charset="0"/>
                <a:ea typeface="MS PGothic" charset="0"/>
              </a:defRPr>
            </a:lvl9pPr>
          </a:lstStyle>
          <a:p>
            <a:r>
              <a:rPr lang="zh-CN" altLang="en-US" i="0" dirty="0"/>
              <a:t>子网标识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8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  <p:bldP spid="189" grpId="1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sz="1600" dirty="0">
                <a:solidFill>
                  <a:srgbClr val="0000FF"/>
                </a:solidFill>
                <a:effectLst/>
              </a:rPr>
              <a:t>子网划分</a:t>
            </a:r>
            <a:r>
              <a:rPr lang="zh-CN" altLang="en-US" sz="1600" dirty="0">
                <a:solidFill>
                  <a:srgbClr val="0000FF"/>
                </a:solidFill>
              </a:rPr>
              <a:t>方法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:</a:t>
            </a:r>
          </a:p>
          <a:p>
            <a:pPr lvl="2"/>
            <a:r>
              <a:rPr lang="zh-CN" altLang="en-US" dirty="0">
                <a:effectLst/>
              </a:rPr>
              <a:t>右图中有几个子网？</a:t>
            </a:r>
            <a:endParaRPr lang="en-US" altLang="zh-CN" dirty="0"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</a:endParaRPr>
          </a:p>
          <a:p>
            <a:pPr lvl="2"/>
            <a:endParaRPr lang="en-US" altLang="zh-CN" dirty="0">
              <a:solidFill>
                <a:srgbClr val="0066CC"/>
              </a:solidFill>
            </a:endParaRPr>
          </a:p>
          <a:p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4626006" y="2493441"/>
            <a:ext cx="2115741" cy="1435894"/>
            <a:chOff x="4868862" y="2950691"/>
            <a:chExt cx="2820988" cy="1914525"/>
          </a:xfrm>
        </p:grpSpPr>
        <p:sp>
          <p:nvSpPr>
            <p:cNvPr id="74" name="Freeform 2"/>
            <p:cNvSpPr/>
            <p:nvPr/>
          </p:nvSpPr>
          <p:spPr bwMode="auto">
            <a:xfrm>
              <a:off x="6421437" y="3026891"/>
              <a:ext cx="1268413" cy="1463675"/>
            </a:xfrm>
            <a:custGeom>
              <a:avLst/>
              <a:gdLst>
                <a:gd name="T0" fmla="*/ 2147483647 w 799"/>
                <a:gd name="T1" fmla="*/ 2147483647 h 922"/>
                <a:gd name="T2" fmla="*/ 2147483647 w 799"/>
                <a:gd name="T3" fmla="*/ 2147483647 h 922"/>
                <a:gd name="T4" fmla="*/ 2147483647 w 799"/>
                <a:gd name="T5" fmla="*/ 2147483647 h 922"/>
                <a:gd name="T6" fmla="*/ 2147483647 w 799"/>
                <a:gd name="T7" fmla="*/ 2147483647 h 922"/>
                <a:gd name="T8" fmla="*/ 2147483647 w 799"/>
                <a:gd name="T9" fmla="*/ 2147483647 h 922"/>
                <a:gd name="T10" fmla="*/ 2147483647 w 799"/>
                <a:gd name="T11" fmla="*/ 0 h 922"/>
                <a:gd name="T12" fmla="*/ 2147483647 w 799"/>
                <a:gd name="T13" fmla="*/ 2147483647 h 9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9" h="922">
                  <a:moveTo>
                    <a:pt x="6" y="66"/>
                  </a:moveTo>
                  <a:cubicBezTo>
                    <a:pt x="13" y="117"/>
                    <a:pt x="234" y="314"/>
                    <a:pt x="341" y="446"/>
                  </a:cubicBezTo>
                  <a:cubicBezTo>
                    <a:pt x="448" y="578"/>
                    <a:pt x="577" y="794"/>
                    <a:pt x="648" y="858"/>
                  </a:cubicBezTo>
                  <a:cubicBezTo>
                    <a:pt x="719" y="922"/>
                    <a:pt x="799" y="912"/>
                    <a:pt x="768" y="828"/>
                  </a:cubicBezTo>
                  <a:cubicBezTo>
                    <a:pt x="737" y="744"/>
                    <a:pt x="581" y="492"/>
                    <a:pt x="463" y="354"/>
                  </a:cubicBezTo>
                  <a:cubicBezTo>
                    <a:pt x="345" y="216"/>
                    <a:pt x="136" y="48"/>
                    <a:pt x="60" y="0"/>
                  </a:cubicBezTo>
                  <a:cubicBezTo>
                    <a:pt x="25" y="47"/>
                    <a:pt x="0" y="15"/>
                    <a:pt x="6" y="6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5" name="Freeform 3"/>
            <p:cNvSpPr/>
            <p:nvPr/>
          </p:nvSpPr>
          <p:spPr bwMode="auto">
            <a:xfrm>
              <a:off x="5126037" y="4538191"/>
              <a:ext cx="2257425" cy="327025"/>
            </a:xfrm>
            <a:custGeom>
              <a:avLst/>
              <a:gdLst>
                <a:gd name="T0" fmla="*/ 2147483647 w 1422"/>
                <a:gd name="T1" fmla="*/ 2147483647 h 206"/>
                <a:gd name="T2" fmla="*/ 2147483647 w 1422"/>
                <a:gd name="T3" fmla="*/ 2147483647 h 206"/>
                <a:gd name="T4" fmla="*/ 2147483647 w 1422"/>
                <a:gd name="T5" fmla="*/ 2147483647 h 206"/>
                <a:gd name="T6" fmla="*/ 2147483647 w 1422"/>
                <a:gd name="T7" fmla="*/ 2147483647 h 206"/>
                <a:gd name="T8" fmla="*/ 2147483647 w 1422"/>
                <a:gd name="T9" fmla="*/ 2147483647 h 206"/>
                <a:gd name="T10" fmla="*/ 2147483647 w 1422"/>
                <a:gd name="T11" fmla="*/ 2147483647 h 206"/>
                <a:gd name="T12" fmla="*/ 2147483647 w 1422"/>
                <a:gd name="T13" fmla="*/ 2147483647 h 20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22" h="206">
                  <a:moveTo>
                    <a:pt x="42" y="176"/>
                  </a:moveTo>
                  <a:cubicBezTo>
                    <a:pt x="84" y="206"/>
                    <a:pt x="437" y="167"/>
                    <a:pt x="641" y="166"/>
                  </a:cubicBezTo>
                  <a:cubicBezTo>
                    <a:pt x="845" y="165"/>
                    <a:pt x="1153" y="192"/>
                    <a:pt x="1266" y="170"/>
                  </a:cubicBezTo>
                  <a:cubicBezTo>
                    <a:pt x="1379" y="148"/>
                    <a:pt x="1422" y="58"/>
                    <a:pt x="1320" y="32"/>
                  </a:cubicBezTo>
                  <a:cubicBezTo>
                    <a:pt x="1218" y="6"/>
                    <a:pt x="869" y="15"/>
                    <a:pt x="657" y="14"/>
                  </a:cubicBezTo>
                  <a:cubicBezTo>
                    <a:pt x="445" y="13"/>
                    <a:pt x="147" y="0"/>
                    <a:pt x="45" y="27"/>
                  </a:cubicBezTo>
                  <a:cubicBezTo>
                    <a:pt x="56" y="84"/>
                    <a:pt x="0" y="146"/>
                    <a:pt x="42" y="17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76" name="Freeform 4"/>
            <p:cNvSpPr/>
            <p:nvPr/>
          </p:nvSpPr>
          <p:spPr bwMode="auto">
            <a:xfrm>
              <a:off x="4868862" y="2950691"/>
              <a:ext cx="1158875" cy="1547813"/>
            </a:xfrm>
            <a:custGeom>
              <a:avLst/>
              <a:gdLst>
                <a:gd name="T0" fmla="*/ 2147483647 w 730"/>
                <a:gd name="T1" fmla="*/ 2147483647 h 975"/>
                <a:gd name="T2" fmla="*/ 2147483647 w 730"/>
                <a:gd name="T3" fmla="*/ 2147483647 h 975"/>
                <a:gd name="T4" fmla="*/ 2147483647 w 730"/>
                <a:gd name="T5" fmla="*/ 2147483647 h 975"/>
                <a:gd name="T6" fmla="*/ 2147483647 w 730"/>
                <a:gd name="T7" fmla="*/ 2147483647 h 975"/>
                <a:gd name="T8" fmla="*/ 2147483647 w 730"/>
                <a:gd name="T9" fmla="*/ 2147483647 h 975"/>
                <a:gd name="T10" fmla="*/ 0 w 730"/>
                <a:gd name="T11" fmla="*/ 2147483647 h 975"/>
                <a:gd name="T12" fmla="*/ 2147483647 w 730"/>
                <a:gd name="T13" fmla="*/ 2147483647 h 97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30" h="975">
                  <a:moveTo>
                    <a:pt x="157" y="952"/>
                  </a:moveTo>
                  <a:cubicBezTo>
                    <a:pt x="272" y="930"/>
                    <a:pt x="357" y="644"/>
                    <a:pt x="462" y="498"/>
                  </a:cubicBezTo>
                  <a:cubicBezTo>
                    <a:pt x="554" y="363"/>
                    <a:pt x="686" y="220"/>
                    <a:pt x="708" y="144"/>
                  </a:cubicBezTo>
                  <a:cubicBezTo>
                    <a:pt x="730" y="68"/>
                    <a:pt x="654" y="0"/>
                    <a:pt x="594" y="42"/>
                  </a:cubicBezTo>
                  <a:cubicBezTo>
                    <a:pt x="534" y="84"/>
                    <a:pt x="447" y="253"/>
                    <a:pt x="348" y="396"/>
                  </a:cubicBezTo>
                  <a:cubicBezTo>
                    <a:pt x="249" y="539"/>
                    <a:pt x="32" y="807"/>
                    <a:pt x="0" y="900"/>
                  </a:cubicBezTo>
                  <a:cubicBezTo>
                    <a:pt x="53" y="924"/>
                    <a:pt x="43" y="975"/>
                    <a:pt x="157" y="952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62028" y="1033809"/>
            <a:ext cx="3418285" cy="3986213"/>
            <a:chOff x="3929062" y="988541"/>
            <a:chExt cx="4557713" cy="5314950"/>
          </a:xfrm>
        </p:grpSpPr>
        <p:sp>
          <p:nvSpPr>
            <p:cNvPr id="77" name="Freeform 5"/>
            <p:cNvSpPr/>
            <p:nvPr/>
          </p:nvSpPr>
          <p:spPr bwMode="auto">
            <a:xfrm rot="5265760">
              <a:off x="5583238" y="713903"/>
              <a:ext cx="1612900" cy="2162175"/>
            </a:xfrm>
            <a:custGeom>
              <a:avLst/>
              <a:gdLst>
                <a:gd name="T0" fmla="*/ 2147483647 w 1223"/>
                <a:gd name="T1" fmla="*/ 2147483647 h 1291"/>
                <a:gd name="T2" fmla="*/ 2147483647 w 1223"/>
                <a:gd name="T3" fmla="*/ 2147483647 h 1291"/>
                <a:gd name="T4" fmla="*/ 2147483647 w 1223"/>
                <a:gd name="T5" fmla="*/ 2147483647 h 1291"/>
                <a:gd name="T6" fmla="*/ 2147483647 w 1223"/>
                <a:gd name="T7" fmla="*/ 2147483647 h 1291"/>
                <a:gd name="T8" fmla="*/ 2147483647 w 1223"/>
                <a:gd name="T9" fmla="*/ 2147483647 h 1291"/>
                <a:gd name="T10" fmla="*/ 2147483647 w 1223"/>
                <a:gd name="T11" fmla="*/ 2147483647 h 1291"/>
                <a:gd name="T12" fmla="*/ 2147483647 w 1223"/>
                <a:gd name="T13" fmla="*/ 2147483647 h 1291"/>
                <a:gd name="T14" fmla="*/ 2147483647 w 1223"/>
                <a:gd name="T15" fmla="*/ 2147483647 h 1291"/>
                <a:gd name="T16" fmla="*/ 2147483647 w 1223"/>
                <a:gd name="T17" fmla="*/ 2147483647 h 1291"/>
                <a:gd name="T18" fmla="*/ 2147483647 w 1223"/>
                <a:gd name="T19" fmla="*/ 2147483647 h 1291"/>
                <a:gd name="T20" fmla="*/ 2147483647 w 1223"/>
                <a:gd name="T21" fmla="*/ 2147483647 h 1291"/>
                <a:gd name="T22" fmla="*/ 2147483647 w 1223"/>
                <a:gd name="T23" fmla="*/ 2147483647 h 1291"/>
                <a:gd name="T24" fmla="*/ 2147483647 w 1223"/>
                <a:gd name="T25" fmla="*/ 2147483647 h 1291"/>
                <a:gd name="T26" fmla="*/ 2147483647 w 1223"/>
                <a:gd name="T27" fmla="*/ 2147483647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86" name="Freeform 19"/>
            <p:cNvSpPr/>
            <p:nvPr/>
          </p:nvSpPr>
          <p:spPr bwMode="auto">
            <a:xfrm>
              <a:off x="3929062" y="4644554"/>
              <a:ext cx="1539875" cy="1658937"/>
            </a:xfrm>
            <a:custGeom>
              <a:avLst/>
              <a:gdLst>
                <a:gd name="T0" fmla="*/ 2147483647 w 970"/>
                <a:gd name="T1" fmla="*/ 2147483647 h 939"/>
                <a:gd name="T2" fmla="*/ 2147483647 w 970"/>
                <a:gd name="T3" fmla="*/ 2147483647 h 939"/>
                <a:gd name="T4" fmla="*/ 2147483647 w 970"/>
                <a:gd name="T5" fmla="*/ 2147483647 h 939"/>
                <a:gd name="T6" fmla="*/ 2147483647 w 970"/>
                <a:gd name="T7" fmla="*/ 2147483647 h 939"/>
                <a:gd name="T8" fmla="*/ 2147483647 w 970"/>
                <a:gd name="T9" fmla="*/ 2147483647 h 939"/>
                <a:gd name="T10" fmla="*/ 2147483647 w 970"/>
                <a:gd name="T11" fmla="*/ 2147483647 h 939"/>
                <a:gd name="T12" fmla="*/ 2147483647 w 970"/>
                <a:gd name="T13" fmla="*/ 2147483647 h 939"/>
                <a:gd name="T14" fmla="*/ 2147483647 w 970"/>
                <a:gd name="T15" fmla="*/ 2147483647 h 939"/>
                <a:gd name="T16" fmla="*/ 2147483647 w 970"/>
                <a:gd name="T17" fmla="*/ 2147483647 h 939"/>
                <a:gd name="T18" fmla="*/ 2147483647 w 970"/>
                <a:gd name="T19" fmla="*/ 2147483647 h 939"/>
                <a:gd name="T20" fmla="*/ 2147483647 w 970"/>
                <a:gd name="T21" fmla="*/ 2147483647 h 939"/>
                <a:gd name="T22" fmla="*/ 2147483647 w 970"/>
                <a:gd name="T23" fmla="*/ 2147483647 h 939"/>
                <a:gd name="T24" fmla="*/ 2147483647 w 970"/>
                <a:gd name="T25" fmla="*/ 2147483647 h 9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70" h="939">
                  <a:moveTo>
                    <a:pt x="451" y="41"/>
                  </a:moveTo>
                  <a:cubicBezTo>
                    <a:pt x="415" y="47"/>
                    <a:pt x="452" y="358"/>
                    <a:pt x="388" y="431"/>
                  </a:cubicBezTo>
                  <a:cubicBezTo>
                    <a:pt x="324" y="504"/>
                    <a:pt x="128" y="419"/>
                    <a:pt x="64" y="479"/>
                  </a:cubicBezTo>
                  <a:cubicBezTo>
                    <a:pt x="0" y="539"/>
                    <a:pt x="1" y="718"/>
                    <a:pt x="7" y="791"/>
                  </a:cubicBezTo>
                  <a:cubicBezTo>
                    <a:pt x="13" y="864"/>
                    <a:pt x="31" y="901"/>
                    <a:pt x="100" y="920"/>
                  </a:cubicBezTo>
                  <a:cubicBezTo>
                    <a:pt x="169" y="939"/>
                    <a:pt x="329" y="908"/>
                    <a:pt x="421" y="905"/>
                  </a:cubicBezTo>
                  <a:cubicBezTo>
                    <a:pt x="513" y="902"/>
                    <a:pt x="572" y="913"/>
                    <a:pt x="652" y="905"/>
                  </a:cubicBezTo>
                  <a:cubicBezTo>
                    <a:pt x="732" y="897"/>
                    <a:pt x="860" y="929"/>
                    <a:pt x="904" y="857"/>
                  </a:cubicBezTo>
                  <a:cubicBezTo>
                    <a:pt x="948" y="785"/>
                    <a:pt x="970" y="542"/>
                    <a:pt x="916" y="473"/>
                  </a:cubicBezTo>
                  <a:cubicBezTo>
                    <a:pt x="862" y="404"/>
                    <a:pt x="645" y="511"/>
                    <a:pt x="580" y="443"/>
                  </a:cubicBezTo>
                  <a:cubicBezTo>
                    <a:pt x="515" y="375"/>
                    <a:pt x="534" y="130"/>
                    <a:pt x="526" y="65"/>
                  </a:cubicBezTo>
                  <a:cubicBezTo>
                    <a:pt x="518" y="0"/>
                    <a:pt x="542" y="57"/>
                    <a:pt x="529" y="53"/>
                  </a:cubicBezTo>
                  <a:cubicBezTo>
                    <a:pt x="520" y="26"/>
                    <a:pt x="487" y="35"/>
                    <a:pt x="451" y="4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3" name="Freeform 45"/>
            <p:cNvSpPr/>
            <p:nvPr/>
          </p:nvSpPr>
          <p:spPr bwMode="auto">
            <a:xfrm>
              <a:off x="6946900" y="4623916"/>
              <a:ext cx="1539875" cy="1670050"/>
            </a:xfrm>
            <a:custGeom>
              <a:avLst/>
              <a:gdLst>
                <a:gd name="T0" fmla="*/ 2147483647 w 970"/>
                <a:gd name="T1" fmla="*/ 2147483647 h 939"/>
                <a:gd name="T2" fmla="*/ 2147483647 w 970"/>
                <a:gd name="T3" fmla="*/ 2147483647 h 939"/>
                <a:gd name="T4" fmla="*/ 2147483647 w 970"/>
                <a:gd name="T5" fmla="*/ 2147483647 h 939"/>
                <a:gd name="T6" fmla="*/ 2147483647 w 970"/>
                <a:gd name="T7" fmla="*/ 2147483647 h 939"/>
                <a:gd name="T8" fmla="*/ 2147483647 w 970"/>
                <a:gd name="T9" fmla="*/ 2147483647 h 939"/>
                <a:gd name="T10" fmla="*/ 2147483647 w 970"/>
                <a:gd name="T11" fmla="*/ 2147483647 h 939"/>
                <a:gd name="T12" fmla="*/ 2147483647 w 970"/>
                <a:gd name="T13" fmla="*/ 2147483647 h 939"/>
                <a:gd name="T14" fmla="*/ 2147483647 w 970"/>
                <a:gd name="T15" fmla="*/ 2147483647 h 939"/>
                <a:gd name="T16" fmla="*/ 2147483647 w 970"/>
                <a:gd name="T17" fmla="*/ 2147483647 h 939"/>
                <a:gd name="T18" fmla="*/ 2147483647 w 970"/>
                <a:gd name="T19" fmla="*/ 2147483647 h 939"/>
                <a:gd name="T20" fmla="*/ 2147483647 w 970"/>
                <a:gd name="T21" fmla="*/ 2147483647 h 939"/>
                <a:gd name="T22" fmla="*/ 2147483647 w 970"/>
                <a:gd name="T23" fmla="*/ 2147483647 h 939"/>
                <a:gd name="T24" fmla="*/ 2147483647 w 970"/>
                <a:gd name="T25" fmla="*/ 2147483647 h 93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70" h="939">
                  <a:moveTo>
                    <a:pt x="451" y="41"/>
                  </a:moveTo>
                  <a:cubicBezTo>
                    <a:pt x="415" y="47"/>
                    <a:pt x="452" y="358"/>
                    <a:pt x="388" y="431"/>
                  </a:cubicBezTo>
                  <a:cubicBezTo>
                    <a:pt x="324" y="504"/>
                    <a:pt x="128" y="419"/>
                    <a:pt x="64" y="479"/>
                  </a:cubicBezTo>
                  <a:cubicBezTo>
                    <a:pt x="0" y="539"/>
                    <a:pt x="1" y="718"/>
                    <a:pt x="7" y="791"/>
                  </a:cubicBezTo>
                  <a:cubicBezTo>
                    <a:pt x="13" y="864"/>
                    <a:pt x="31" y="901"/>
                    <a:pt x="100" y="920"/>
                  </a:cubicBezTo>
                  <a:cubicBezTo>
                    <a:pt x="169" y="939"/>
                    <a:pt x="329" y="908"/>
                    <a:pt x="421" y="905"/>
                  </a:cubicBezTo>
                  <a:cubicBezTo>
                    <a:pt x="513" y="902"/>
                    <a:pt x="572" y="913"/>
                    <a:pt x="652" y="905"/>
                  </a:cubicBezTo>
                  <a:cubicBezTo>
                    <a:pt x="732" y="897"/>
                    <a:pt x="860" y="929"/>
                    <a:pt x="904" y="857"/>
                  </a:cubicBezTo>
                  <a:cubicBezTo>
                    <a:pt x="948" y="785"/>
                    <a:pt x="970" y="542"/>
                    <a:pt x="916" y="473"/>
                  </a:cubicBezTo>
                  <a:cubicBezTo>
                    <a:pt x="862" y="404"/>
                    <a:pt x="645" y="511"/>
                    <a:pt x="580" y="443"/>
                  </a:cubicBezTo>
                  <a:cubicBezTo>
                    <a:pt x="515" y="375"/>
                    <a:pt x="534" y="130"/>
                    <a:pt x="526" y="65"/>
                  </a:cubicBezTo>
                  <a:cubicBezTo>
                    <a:pt x="518" y="0"/>
                    <a:pt x="542" y="57"/>
                    <a:pt x="529" y="53"/>
                  </a:cubicBezTo>
                  <a:cubicBezTo>
                    <a:pt x="520" y="26"/>
                    <a:pt x="487" y="35"/>
                    <a:pt x="451" y="4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3399141" y="841282"/>
            <a:ext cx="4517584" cy="4174331"/>
            <a:chOff x="3224212" y="764704"/>
            <a:chExt cx="6023445" cy="5565775"/>
          </a:xfrm>
        </p:grpSpPr>
        <p:sp>
          <p:nvSpPr>
            <p:cNvPr id="78" name="Line 10"/>
            <p:cNvSpPr>
              <a:spLocks noChangeShapeType="1"/>
            </p:cNvSpPr>
            <p:nvPr/>
          </p:nvSpPr>
          <p:spPr bwMode="auto">
            <a:xfrm flipH="1" flipV="1">
              <a:off x="7034212" y="1592628"/>
              <a:ext cx="3175" cy="1651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79" name="Line 11"/>
            <p:cNvSpPr>
              <a:spLocks noChangeShapeType="1"/>
            </p:cNvSpPr>
            <p:nvPr/>
          </p:nvSpPr>
          <p:spPr bwMode="auto">
            <a:xfrm flipH="1">
              <a:off x="5567277" y="1555279"/>
              <a:ext cx="3175" cy="22542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 flipH="1">
              <a:off x="6162675" y="1740124"/>
              <a:ext cx="0" cy="85020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2" name="Text Box 15"/>
            <p:cNvSpPr txBox="1">
              <a:spLocks noChangeArrowheads="1"/>
            </p:cNvSpPr>
            <p:nvPr/>
          </p:nvSpPr>
          <p:spPr bwMode="auto">
            <a:xfrm>
              <a:off x="4543425" y="1553691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/>
                <a:t>223.1.1.1</a:t>
              </a:r>
              <a:endParaRPr lang="en-US" altLang="zh-CN" sz="1350" dirty="0">
                <a:latin typeface="Comic Sans MS" panose="030F0702030302020204" pitchFamily="66" charset="0"/>
              </a:endParaRPr>
            </a:p>
          </p:txBody>
        </p:sp>
        <p:sp>
          <p:nvSpPr>
            <p:cNvPr id="84" name="Text Box 17"/>
            <p:cNvSpPr txBox="1">
              <a:spLocks noChangeArrowheads="1"/>
            </p:cNvSpPr>
            <p:nvPr/>
          </p:nvSpPr>
          <p:spPr bwMode="auto">
            <a:xfrm>
              <a:off x="5678486" y="216170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/>
                <a:t>223.1.1.3</a:t>
              </a:r>
              <a:endParaRPr lang="en-US" altLang="zh-CN" sz="1350" dirty="0">
                <a:latin typeface="Comic Sans MS" panose="030F0702030302020204" pitchFamily="66" charset="0"/>
              </a:endParaRPr>
            </a:p>
          </p:txBody>
        </p:sp>
        <p:sp>
          <p:nvSpPr>
            <p:cNvPr id="85" name="Text Box 18"/>
            <p:cNvSpPr txBox="1">
              <a:spLocks noChangeArrowheads="1"/>
            </p:cNvSpPr>
            <p:nvPr/>
          </p:nvSpPr>
          <p:spPr bwMode="auto">
            <a:xfrm>
              <a:off x="7195768" y="1533292"/>
              <a:ext cx="1212297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/>
                <a:t>223.1.1.40</a:t>
              </a:r>
              <a:endParaRPr lang="en-US" altLang="zh-CN" sz="1350" dirty="0">
                <a:latin typeface="Comic Sans MS" panose="030F0702030302020204" pitchFamily="66" charset="0"/>
              </a:endParaRPr>
            </a:p>
          </p:txBody>
        </p:sp>
        <p:sp>
          <p:nvSpPr>
            <p:cNvPr id="87" name="Line 34"/>
            <p:cNvSpPr>
              <a:spLocks noChangeShapeType="1"/>
            </p:cNvSpPr>
            <p:nvPr/>
          </p:nvSpPr>
          <p:spPr bwMode="auto">
            <a:xfrm>
              <a:off x="4684712" y="4874741"/>
              <a:ext cx="0" cy="73138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37" name="Line 36"/>
            <p:cNvSpPr>
              <a:spLocks noChangeShapeType="1"/>
            </p:cNvSpPr>
            <p:nvPr/>
          </p:nvSpPr>
          <p:spPr bwMode="auto">
            <a:xfrm flipH="1" flipV="1">
              <a:off x="4209964" y="5595466"/>
              <a:ext cx="3175" cy="1698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38" name="Line 37"/>
            <p:cNvSpPr>
              <a:spLocks noChangeShapeType="1"/>
            </p:cNvSpPr>
            <p:nvPr/>
          </p:nvSpPr>
          <p:spPr bwMode="auto">
            <a:xfrm flipH="1" flipV="1">
              <a:off x="5172075" y="5581179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39" name="Text Box 40"/>
            <p:cNvSpPr txBox="1">
              <a:spLocks noChangeArrowheads="1"/>
            </p:cNvSpPr>
            <p:nvPr/>
          </p:nvSpPr>
          <p:spPr bwMode="auto">
            <a:xfrm>
              <a:off x="5119686" y="5468466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223.1.2.2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40" name="Text Box 41"/>
            <p:cNvSpPr txBox="1">
              <a:spLocks noChangeArrowheads="1"/>
            </p:cNvSpPr>
            <p:nvPr/>
          </p:nvSpPr>
          <p:spPr bwMode="auto">
            <a:xfrm>
              <a:off x="3224212" y="546370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223.1.2.1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42" name="Text Box 43"/>
            <p:cNvSpPr txBox="1">
              <a:spLocks noChangeArrowheads="1"/>
            </p:cNvSpPr>
            <p:nvPr/>
          </p:nvSpPr>
          <p:spPr bwMode="auto">
            <a:xfrm>
              <a:off x="4183063" y="4914430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223.1.2.6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44" name="Line 60"/>
            <p:cNvSpPr>
              <a:spLocks noChangeShapeType="1"/>
            </p:cNvSpPr>
            <p:nvPr/>
          </p:nvSpPr>
          <p:spPr bwMode="auto">
            <a:xfrm>
              <a:off x="7713662" y="4893790"/>
              <a:ext cx="0" cy="7016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5" name="Line 62"/>
            <p:cNvSpPr>
              <a:spLocks noChangeShapeType="1"/>
            </p:cNvSpPr>
            <p:nvPr/>
          </p:nvSpPr>
          <p:spPr bwMode="auto">
            <a:xfrm flipH="1" flipV="1">
              <a:off x="7238914" y="5614516"/>
              <a:ext cx="3175" cy="16986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6" name="Line 63"/>
            <p:cNvSpPr>
              <a:spLocks noChangeShapeType="1"/>
            </p:cNvSpPr>
            <p:nvPr/>
          </p:nvSpPr>
          <p:spPr bwMode="auto">
            <a:xfrm flipH="1" flipV="1">
              <a:off x="8192712" y="5583603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47" name="Text Box 66"/>
            <p:cNvSpPr txBox="1">
              <a:spLocks noChangeArrowheads="1"/>
            </p:cNvSpPr>
            <p:nvPr/>
          </p:nvSpPr>
          <p:spPr bwMode="auto">
            <a:xfrm>
              <a:off x="8148637" y="5487516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 dirty="0"/>
                <a:t>223.1.3.2</a:t>
              </a:r>
              <a:endParaRPr lang="en-US" altLang="zh-CN" sz="1350" dirty="0">
                <a:latin typeface="Comic Sans MS" panose="030F0702030302020204" pitchFamily="66" charset="0"/>
              </a:endParaRPr>
            </a:p>
          </p:txBody>
        </p:sp>
        <p:sp>
          <p:nvSpPr>
            <p:cNvPr id="148" name="Text Box 67"/>
            <p:cNvSpPr txBox="1">
              <a:spLocks noChangeArrowheads="1"/>
            </p:cNvSpPr>
            <p:nvPr/>
          </p:nvSpPr>
          <p:spPr bwMode="auto">
            <a:xfrm>
              <a:off x="6253162" y="548275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223.1.3.1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50" name="Text Box 69"/>
            <p:cNvSpPr txBox="1">
              <a:spLocks noChangeArrowheads="1"/>
            </p:cNvSpPr>
            <p:nvPr/>
          </p:nvSpPr>
          <p:spPr bwMode="auto">
            <a:xfrm>
              <a:off x="7205662" y="4958879"/>
              <a:ext cx="1212297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223.1.3.27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51" name="Line 84"/>
            <p:cNvSpPr>
              <a:spLocks noChangeShapeType="1"/>
            </p:cNvSpPr>
            <p:nvPr/>
          </p:nvSpPr>
          <p:spPr bwMode="auto">
            <a:xfrm flipH="1" flipV="1">
              <a:off x="6415087" y="1514004"/>
              <a:ext cx="3175" cy="26511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2" name="Text Box 86"/>
            <p:cNvSpPr txBox="1">
              <a:spLocks noChangeArrowheads="1"/>
            </p:cNvSpPr>
            <p:nvPr/>
          </p:nvSpPr>
          <p:spPr bwMode="auto">
            <a:xfrm>
              <a:off x="5924551" y="76470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223.1.1.2</a:t>
              </a:r>
              <a:endParaRPr lang="en-US" altLang="zh-CN" sz="1200">
                <a:latin typeface="Comic Sans MS" panose="030F0702030302020204" pitchFamily="66" charset="0"/>
              </a:endParaRPr>
            </a:p>
          </p:txBody>
        </p:sp>
        <p:sp>
          <p:nvSpPr>
            <p:cNvPr id="153" name="Line 87"/>
            <p:cNvSpPr>
              <a:spLocks noChangeShapeType="1"/>
            </p:cNvSpPr>
            <p:nvPr/>
          </p:nvSpPr>
          <p:spPr bwMode="auto">
            <a:xfrm flipV="1">
              <a:off x="4897437" y="2969741"/>
              <a:ext cx="1114425" cy="1543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4" name="Line 88"/>
            <p:cNvSpPr>
              <a:spLocks noChangeShapeType="1"/>
            </p:cNvSpPr>
            <p:nvPr/>
          </p:nvSpPr>
          <p:spPr bwMode="auto">
            <a:xfrm flipH="1" flipV="1">
              <a:off x="6411912" y="2950691"/>
              <a:ext cx="1276350" cy="154305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5" name="Line 89"/>
            <p:cNvSpPr>
              <a:spLocks noChangeShapeType="1"/>
            </p:cNvSpPr>
            <p:nvPr/>
          </p:nvSpPr>
          <p:spPr bwMode="auto">
            <a:xfrm flipH="1" flipV="1">
              <a:off x="5087937" y="4712816"/>
              <a:ext cx="2305050" cy="9525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6" name="Text Box 90"/>
            <p:cNvSpPr txBox="1">
              <a:spLocks noChangeArrowheads="1"/>
            </p:cNvSpPr>
            <p:nvPr/>
          </p:nvSpPr>
          <p:spPr bwMode="auto">
            <a:xfrm>
              <a:off x="6491286" y="2863379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223.1.7.0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57" name="Text Box 91"/>
            <p:cNvSpPr txBox="1">
              <a:spLocks noChangeArrowheads="1"/>
            </p:cNvSpPr>
            <p:nvPr/>
          </p:nvSpPr>
          <p:spPr bwMode="auto">
            <a:xfrm>
              <a:off x="7567612" y="414925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223.1.7.1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58" name="Text Box 92"/>
            <p:cNvSpPr txBox="1">
              <a:spLocks noChangeArrowheads="1"/>
            </p:cNvSpPr>
            <p:nvPr/>
          </p:nvSpPr>
          <p:spPr bwMode="auto">
            <a:xfrm>
              <a:off x="6329362" y="4406430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223.1.8.0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59" name="Text Box 93"/>
            <p:cNvSpPr txBox="1">
              <a:spLocks noChangeArrowheads="1"/>
            </p:cNvSpPr>
            <p:nvPr/>
          </p:nvSpPr>
          <p:spPr bwMode="auto">
            <a:xfrm>
              <a:off x="5081587" y="4406430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223.1.8.1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60" name="Text Box 94"/>
            <p:cNvSpPr txBox="1">
              <a:spLocks noChangeArrowheads="1"/>
            </p:cNvSpPr>
            <p:nvPr/>
          </p:nvSpPr>
          <p:spPr bwMode="auto">
            <a:xfrm>
              <a:off x="4005263" y="411115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223.1.9.1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161" name="Text Box 95"/>
            <p:cNvSpPr txBox="1">
              <a:spLocks noChangeArrowheads="1"/>
            </p:cNvSpPr>
            <p:nvPr/>
          </p:nvSpPr>
          <p:spPr bwMode="auto">
            <a:xfrm>
              <a:off x="4872037" y="2872904"/>
              <a:ext cx="1099020" cy="369332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223.1.9.2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162" name="Group 100"/>
            <p:cNvGrpSpPr/>
            <p:nvPr/>
          </p:nvGrpSpPr>
          <p:grpSpPr bwMode="auto">
            <a:xfrm>
              <a:off x="5851525" y="2587154"/>
              <a:ext cx="742950" cy="388937"/>
              <a:chOff x="4396" y="1245"/>
              <a:chExt cx="672" cy="248"/>
            </a:xfrm>
          </p:grpSpPr>
          <p:sp>
            <p:nvSpPr>
              <p:cNvPr id="163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5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66" name="Group 104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69" name="Freeform 105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0" name="Freeform 106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67" name="Line 107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68" name="Line 108"/>
              <p:cNvSpPr>
                <a:spLocks noChangeShapeType="1"/>
              </p:cNvSpPr>
              <p:nvPr/>
            </p:nvSpPr>
            <p:spPr bwMode="auto">
              <a:xfrm>
                <a:off x="5064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71" name="Group 109"/>
            <p:cNvGrpSpPr/>
            <p:nvPr/>
          </p:nvGrpSpPr>
          <p:grpSpPr bwMode="auto">
            <a:xfrm>
              <a:off x="7386637" y="4479454"/>
              <a:ext cx="742950" cy="388937"/>
              <a:chOff x="4396" y="1245"/>
              <a:chExt cx="672" cy="248"/>
            </a:xfrm>
          </p:grpSpPr>
          <p:sp>
            <p:nvSpPr>
              <p:cNvPr id="172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3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4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75" name="Group 113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78" name="Freeform 114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79" name="Freeform 115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76" name="Line 116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77" name="Line 117"/>
              <p:cNvSpPr>
                <a:spLocks noChangeShapeType="1"/>
              </p:cNvSpPr>
              <p:nvPr/>
            </p:nvSpPr>
            <p:spPr bwMode="auto">
              <a:xfrm>
                <a:off x="5064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80" name="Group 118"/>
            <p:cNvGrpSpPr/>
            <p:nvPr/>
          </p:nvGrpSpPr>
          <p:grpSpPr bwMode="auto">
            <a:xfrm>
              <a:off x="4394200" y="4487391"/>
              <a:ext cx="742950" cy="388938"/>
              <a:chOff x="4396" y="1245"/>
              <a:chExt cx="672" cy="248"/>
            </a:xfrm>
          </p:grpSpPr>
          <p:sp>
            <p:nvSpPr>
              <p:cNvPr id="181" name="Oval 407"/>
              <p:cNvSpPr>
                <a:spLocks noChangeArrowheads="1"/>
              </p:cNvSpPr>
              <p:nvPr/>
            </p:nvSpPr>
            <p:spPr bwMode="auto">
              <a:xfrm>
                <a:off x="4399" y="1355"/>
                <a:ext cx="666" cy="138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2" name="Rectangle 410"/>
              <p:cNvSpPr>
                <a:spLocks noChangeArrowheads="1"/>
              </p:cNvSpPr>
              <p:nvPr/>
            </p:nvSpPr>
            <p:spPr bwMode="auto">
              <a:xfrm>
                <a:off x="4399" y="1339"/>
                <a:ext cx="669" cy="86"/>
              </a:xfrm>
              <a:prstGeom prst="rect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pPr algn="ctr"/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3" name="Oval 411"/>
              <p:cNvSpPr>
                <a:spLocks noChangeArrowheads="1"/>
              </p:cNvSpPr>
              <p:nvPr/>
            </p:nvSpPr>
            <p:spPr bwMode="auto">
              <a:xfrm>
                <a:off x="4396" y="1245"/>
                <a:ext cx="667" cy="162"/>
              </a:xfrm>
              <a:prstGeom prst="ellipse">
                <a:avLst/>
              </a:prstGeom>
              <a:gradFill rotWithShape="1">
                <a:gsLst>
                  <a:gs pos="0">
                    <a:srgbClr val="CCCCFF"/>
                  </a:gs>
                  <a:gs pos="100000">
                    <a:srgbClr val="FFFFFF"/>
                  </a:gs>
                </a:gsLst>
                <a:lin ang="0" scaled="1"/>
              </a:gradFill>
              <a:ln w="19050">
                <a:solidFill>
                  <a:srgbClr val="000000"/>
                </a:solidFill>
                <a:round/>
              </a:ln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800">
                  <a:latin typeface="Times New Roman" panose="02020603050405020304" pitchFamily="18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4" name="Group 122"/>
              <p:cNvGrpSpPr/>
              <p:nvPr/>
            </p:nvGrpSpPr>
            <p:grpSpPr bwMode="auto">
              <a:xfrm>
                <a:off x="4530" y="1287"/>
                <a:ext cx="377" cy="75"/>
                <a:chOff x="2468" y="1332"/>
                <a:chExt cx="310" cy="60"/>
              </a:xfrm>
            </p:grpSpPr>
            <p:sp>
              <p:nvSpPr>
                <p:cNvPr id="187" name="Freeform 123"/>
                <p:cNvSpPr/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  <p:sp>
              <p:nvSpPr>
                <p:cNvPr id="188" name="Freeform 124"/>
                <p:cNvSpPr/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19050" cmpd="sng">
                  <a:solidFill>
                    <a:srgbClr val="000000"/>
                  </a:solidFill>
                  <a:rou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00CC99"/>
                      </a:solidFill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zh-CN" altLang="en-US" sz="1350"/>
                </a:p>
              </p:txBody>
            </p:sp>
          </p:grpSp>
          <p:sp>
            <p:nvSpPr>
              <p:cNvPr id="185" name="Line 125"/>
              <p:cNvSpPr>
                <a:spLocks noChangeShapeType="1"/>
              </p:cNvSpPr>
              <p:nvPr/>
            </p:nvSpPr>
            <p:spPr bwMode="auto">
              <a:xfrm>
                <a:off x="4399" y="1321"/>
                <a:ext cx="0" cy="109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86" name="Line 126"/>
              <p:cNvSpPr>
                <a:spLocks noChangeShapeType="1"/>
              </p:cNvSpPr>
              <p:nvPr/>
            </p:nvSpPr>
            <p:spPr bwMode="auto">
              <a:xfrm>
                <a:off x="5064" y="1326"/>
                <a:ext cx="0" cy="107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</a:ln>
              <a:effectLst/>
            </p:spPr>
            <p:txBody>
              <a:bodyPr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  <p:grpSp>
          <p:nvGrpSpPr>
            <p:cNvPr id="189" name="Group 127"/>
            <p:cNvGrpSpPr/>
            <p:nvPr/>
          </p:nvGrpSpPr>
          <p:grpSpPr bwMode="auto">
            <a:xfrm>
              <a:off x="6621462" y="1088554"/>
              <a:ext cx="641350" cy="558800"/>
              <a:chOff x="-44" y="1473"/>
              <a:chExt cx="981" cy="1105"/>
            </a:xfrm>
          </p:grpSpPr>
          <p:pic>
            <p:nvPicPr>
              <p:cNvPr id="190" name="Picture 128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1" name="Freeform 129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192" name="Group 130"/>
            <p:cNvGrpSpPr/>
            <p:nvPr/>
          </p:nvGrpSpPr>
          <p:grpSpPr bwMode="auto">
            <a:xfrm>
              <a:off x="5232775" y="1106016"/>
              <a:ext cx="641350" cy="558800"/>
              <a:chOff x="-44" y="1473"/>
              <a:chExt cx="981" cy="1105"/>
            </a:xfrm>
          </p:grpSpPr>
          <p:pic>
            <p:nvPicPr>
              <p:cNvPr id="193" name="Picture 131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1" name="Freeform 132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02" name="Group 133"/>
            <p:cNvGrpSpPr/>
            <p:nvPr/>
          </p:nvGrpSpPr>
          <p:grpSpPr bwMode="auto">
            <a:xfrm>
              <a:off x="6056312" y="1056804"/>
              <a:ext cx="641350" cy="558800"/>
              <a:chOff x="-44" y="1473"/>
              <a:chExt cx="981" cy="1105"/>
            </a:xfrm>
          </p:grpSpPr>
          <p:pic>
            <p:nvPicPr>
              <p:cNvPr id="203" name="Picture 134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09" name="Freeform 135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10" name="Group 136"/>
            <p:cNvGrpSpPr/>
            <p:nvPr/>
          </p:nvGrpSpPr>
          <p:grpSpPr bwMode="auto">
            <a:xfrm>
              <a:off x="7780337" y="5758979"/>
              <a:ext cx="641350" cy="558800"/>
              <a:chOff x="-44" y="1473"/>
              <a:chExt cx="981" cy="1105"/>
            </a:xfrm>
          </p:grpSpPr>
          <p:pic>
            <p:nvPicPr>
              <p:cNvPr id="211" name="Picture 137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2" name="Freeform 138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13" name="Group 139"/>
            <p:cNvGrpSpPr/>
            <p:nvPr/>
          </p:nvGrpSpPr>
          <p:grpSpPr bwMode="auto">
            <a:xfrm>
              <a:off x="6829425" y="5722466"/>
              <a:ext cx="641350" cy="558800"/>
              <a:chOff x="-44" y="1473"/>
              <a:chExt cx="981" cy="1105"/>
            </a:xfrm>
          </p:grpSpPr>
          <p:pic>
            <p:nvPicPr>
              <p:cNvPr id="214" name="Picture 140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5" name="Freeform 141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16" name="Group 142"/>
            <p:cNvGrpSpPr/>
            <p:nvPr/>
          </p:nvGrpSpPr>
          <p:grpSpPr bwMode="auto">
            <a:xfrm>
              <a:off x="3803650" y="5730404"/>
              <a:ext cx="641350" cy="558800"/>
              <a:chOff x="-44" y="1473"/>
              <a:chExt cx="981" cy="1105"/>
            </a:xfrm>
          </p:grpSpPr>
          <p:pic>
            <p:nvPicPr>
              <p:cNvPr id="217" name="Picture 143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18" name="Freeform 144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grpSp>
          <p:nvGrpSpPr>
            <p:cNvPr id="219" name="Group 145"/>
            <p:cNvGrpSpPr/>
            <p:nvPr/>
          </p:nvGrpSpPr>
          <p:grpSpPr bwMode="auto">
            <a:xfrm>
              <a:off x="4725987" y="5771679"/>
              <a:ext cx="641350" cy="558800"/>
              <a:chOff x="-44" y="1473"/>
              <a:chExt cx="981" cy="1105"/>
            </a:xfrm>
          </p:grpSpPr>
          <p:pic>
            <p:nvPicPr>
              <p:cNvPr id="220" name="Picture 146" descr="desktop_computer_stylized_medium"/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1" name="Freeform 147"/>
              <p:cNvSpPr/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1296 w 356"/>
                  <a:gd name="T3" fmla="*/ 69 h 368"/>
                  <a:gd name="T4" fmla="*/ 1537 w 356"/>
                  <a:gd name="T5" fmla="*/ 1447 h 368"/>
                  <a:gd name="T6" fmla="*/ 339 w 356"/>
                  <a:gd name="T7" fmla="*/ 1810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prstDash val="solid"/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350"/>
              </a:p>
            </p:txBody>
          </p:sp>
        </p:grpSp>
        <p:cxnSp>
          <p:nvCxnSpPr>
            <p:cNvPr id="12" name="直接连接符 11"/>
            <p:cNvCxnSpPr/>
            <p:nvPr/>
          </p:nvCxnSpPr>
          <p:spPr>
            <a:xfrm flipV="1">
              <a:off x="5574608" y="1752670"/>
              <a:ext cx="1458307" cy="19174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2" name="直接连接符 221"/>
            <p:cNvCxnSpPr/>
            <p:nvPr/>
          </p:nvCxnSpPr>
          <p:spPr>
            <a:xfrm flipV="1">
              <a:off x="4211174" y="5583573"/>
              <a:ext cx="973904" cy="1280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3" name="直接连接符 222"/>
            <p:cNvCxnSpPr/>
            <p:nvPr/>
          </p:nvCxnSpPr>
          <p:spPr>
            <a:xfrm flipV="1">
              <a:off x="7235634" y="5583573"/>
              <a:ext cx="973904" cy="12805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" name="灯片编号占位符 2">
            <a:extLst>
              <a:ext uri="{FF2B5EF4-FFF2-40B4-BE49-F238E27FC236}">
                <a16:creationId xmlns:a16="http://schemas.microsoft.com/office/drawing/2014/main" id="{E08872D2-7D45-4A32-8A22-DFD9C2A9199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29</a:t>
            </a:fld>
            <a:endParaRPr lang="en-US" altLang="zh-CN" dirty="0"/>
          </a:p>
        </p:txBody>
      </p:sp>
      <p:sp>
        <p:nvSpPr>
          <p:cNvPr id="95" name="AutoShape 5">
            <a:extLst>
              <a:ext uri="{FF2B5EF4-FFF2-40B4-BE49-F238E27FC236}">
                <a16:creationId xmlns:a16="http://schemas.microsoft.com/office/drawing/2014/main" id="{A668C57F-6AF3-4431-AB47-80FE25C7BF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95" grpId="1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zh-CN" altLang="en-US" sz="1650" dirty="0"/>
              <a:t>老方法：</a:t>
            </a:r>
            <a:r>
              <a:rPr lang="en-US" altLang="zh-CN" sz="1650" dirty="0"/>
              <a:t>IP</a:t>
            </a:r>
            <a:r>
              <a:rPr lang="zh-CN" altLang="en-US" sz="1650" dirty="0"/>
              <a:t>地址分为四类，根据规模划分子网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A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0</a:t>
            </a:r>
            <a:r>
              <a:rPr lang="en-US" altLang="zh-CN" sz="1350" dirty="0">
                <a:solidFill>
                  <a:srgbClr val="0066CC"/>
                </a:solidFill>
              </a:rPr>
              <a:t>.0.0.0-</a:t>
            </a:r>
            <a:r>
              <a:rPr lang="en-US" altLang="zh-CN" sz="1350" dirty="0">
                <a:solidFill>
                  <a:srgbClr val="FF0000"/>
                </a:solidFill>
              </a:rPr>
              <a:t>127</a:t>
            </a:r>
            <a:r>
              <a:rPr lang="en-US" altLang="zh-CN" sz="1350" dirty="0">
                <a:solidFill>
                  <a:srgbClr val="0066CC"/>
                </a:solidFill>
              </a:rPr>
              <a:t>.0.0.0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126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 16777214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B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128.0</a:t>
            </a:r>
            <a:r>
              <a:rPr lang="en-US" altLang="zh-CN" sz="1350" dirty="0">
                <a:solidFill>
                  <a:srgbClr val="0066CC"/>
                </a:solidFill>
              </a:rPr>
              <a:t>.0.0-</a:t>
            </a:r>
            <a:r>
              <a:rPr lang="en-US" altLang="zh-CN" sz="1350" dirty="0">
                <a:solidFill>
                  <a:srgbClr val="FF0000"/>
                </a:solidFill>
              </a:rPr>
              <a:t>191.254</a:t>
            </a:r>
            <a:r>
              <a:rPr lang="en-US" altLang="zh-CN" sz="1350" dirty="0">
                <a:solidFill>
                  <a:srgbClr val="0066CC"/>
                </a:solidFill>
              </a:rPr>
              <a:t>.0.0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16256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×65534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C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192.0.0</a:t>
            </a:r>
            <a:r>
              <a:rPr lang="en-US" altLang="zh-CN" sz="1350" dirty="0">
                <a:solidFill>
                  <a:srgbClr val="0066CC"/>
                </a:solidFill>
              </a:rPr>
              <a:t>.0-</a:t>
            </a:r>
            <a:r>
              <a:rPr lang="en-US" altLang="zh-CN" sz="1350" dirty="0">
                <a:solidFill>
                  <a:srgbClr val="FF0000"/>
                </a:solidFill>
              </a:rPr>
              <a:t>223.254.254</a:t>
            </a:r>
            <a:r>
              <a:rPr lang="en-US" altLang="zh-CN" sz="1350" dirty="0">
                <a:solidFill>
                  <a:srgbClr val="0066CC"/>
                </a:solidFill>
              </a:rPr>
              <a:t>.0</a:t>
            </a:r>
            <a:r>
              <a:rPr lang="zh-CN" altLang="en-US" sz="1350" dirty="0">
                <a:solidFill>
                  <a:srgbClr val="0066CC"/>
                </a:solidFill>
              </a:rPr>
              <a:t>，</a:t>
            </a:r>
            <a:r>
              <a:rPr lang="en-US" altLang="zh-CN" sz="1350" dirty="0">
                <a:solidFill>
                  <a:srgbClr val="0066CC"/>
                </a:solidFill>
              </a:rPr>
              <a:t>2064512</a:t>
            </a:r>
            <a:r>
              <a:rPr lang="zh-CN" altLang="en-US" sz="1350" dirty="0">
                <a:solidFill>
                  <a:srgbClr val="0066CC"/>
                </a:solidFill>
              </a:rPr>
              <a:t>个网络</a:t>
            </a:r>
            <a:r>
              <a:rPr lang="en-US" altLang="zh-CN" sz="1350" dirty="0">
                <a:solidFill>
                  <a:srgbClr val="0066CC"/>
                </a:solidFill>
              </a:rPr>
              <a:t>×254</a:t>
            </a:r>
            <a:r>
              <a:rPr lang="zh-CN" altLang="en-US" sz="1350" dirty="0">
                <a:solidFill>
                  <a:srgbClr val="0066CC"/>
                </a:solidFill>
              </a:rPr>
              <a:t>个地址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en-US" altLang="zh-CN" sz="1350" dirty="0">
                <a:solidFill>
                  <a:srgbClr val="0066CC"/>
                </a:solidFill>
              </a:rPr>
              <a:t>D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0066CC"/>
                </a:solidFill>
              </a:rPr>
              <a:t>224-254</a:t>
            </a:r>
            <a:r>
              <a:rPr lang="zh-CN" altLang="en-US" sz="1350" dirty="0">
                <a:solidFill>
                  <a:srgbClr val="0066CC"/>
                </a:solidFill>
              </a:rPr>
              <a:t>，用于组播和调查等特殊用途</a:t>
            </a:r>
            <a:endParaRPr lang="en-US" altLang="zh-CN" sz="1350" dirty="0">
              <a:solidFill>
                <a:srgbClr val="0066CC"/>
              </a:solidFill>
            </a:endParaRPr>
          </a:p>
          <a:p>
            <a:r>
              <a:rPr lang="zh-CN" altLang="en-US" sz="1650" dirty="0"/>
              <a:t>新方法：</a:t>
            </a:r>
            <a:endParaRPr lang="en-US" altLang="zh-CN" sz="1650" dirty="0"/>
          </a:p>
          <a:p>
            <a:pPr lvl="1"/>
            <a:r>
              <a:rPr lang="en-US" altLang="zh-CN" sz="1350" dirty="0">
                <a:solidFill>
                  <a:srgbClr val="FF0000"/>
                </a:solidFill>
              </a:rPr>
              <a:t>CIDR</a:t>
            </a:r>
            <a:r>
              <a:rPr lang="zh-CN" altLang="en-US" sz="1350" dirty="0">
                <a:solidFill>
                  <a:srgbClr val="0066CC"/>
                </a:solidFill>
              </a:rPr>
              <a:t>：</a:t>
            </a:r>
            <a:r>
              <a:rPr lang="en-US" altLang="zh-CN" sz="1350" dirty="0">
                <a:solidFill>
                  <a:srgbClr val="FF0000"/>
                </a:solidFill>
              </a:rPr>
              <a:t>C</a:t>
            </a:r>
            <a:r>
              <a:rPr lang="en-US" altLang="zh-CN" sz="1350" dirty="0">
                <a:solidFill>
                  <a:srgbClr val="0066CC"/>
                </a:solidFill>
              </a:rPr>
              <a:t>lassless </a:t>
            </a:r>
            <a:r>
              <a:rPr lang="en-US" altLang="zh-CN" sz="1350" dirty="0">
                <a:solidFill>
                  <a:srgbClr val="FF0000"/>
                </a:solidFill>
              </a:rPr>
              <a:t>I</a:t>
            </a:r>
            <a:r>
              <a:rPr lang="en-US" altLang="zh-CN" sz="1350" dirty="0">
                <a:solidFill>
                  <a:srgbClr val="0066CC"/>
                </a:solidFill>
              </a:rPr>
              <a:t>nter</a:t>
            </a:r>
            <a:r>
              <a:rPr lang="en-US" altLang="zh-CN" sz="1350" dirty="0">
                <a:solidFill>
                  <a:srgbClr val="FF0000"/>
                </a:solidFill>
              </a:rPr>
              <a:t>D</a:t>
            </a:r>
            <a:r>
              <a:rPr lang="en-US" altLang="zh-CN" sz="1350" dirty="0">
                <a:solidFill>
                  <a:srgbClr val="0066CC"/>
                </a:solidFill>
              </a:rPr>
              <a:t>omain </a:t>
            </a:r>
            <a:r>
              <a:rPr lang="en-US" altLang="zh-CN" sz="1350" dirty="0">
                <a:solidFill>
                  <a:srgbClr val="FF0000"/>
                </a:solidFill>
              </a:rPr>
              <a:t>R</a:t>
            </a:r>
            <a:r>
              <a:rPr lang="en-US" altLang="zh-CN" sz="1350" dirty="0">
                <a:solidFill>
                  <a:srgbClr val="0066CC"/>
                </a:solidFill>
              </a:rPr>
              <a:t>outing</a:t>
            </a:r>
            <a:r>
              <a:rPr lang="zh-CN" altLang="en-US" sz="1350" dirty="0">
                <a:solidFill>
                  <a:srgbClr val="0066CC"/>
                </a:solidFill>
              </a:rPr>
              <a:t>，无类别域间路由选择</a:t>
            </a:r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子网标识部分的长度任意选择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不对子网分类</a:t>
            </a:r>
            <a:r>
              <a:rPr lang="en-US" altLang="zh-CN" sz="1350" dirty="0">
                <a:solidFill>
                  <a:srgbClr val="0066CC"/>
                </a:solidFill>
              </a:rPr>
              <a:t>)</a:t>
            </a:r>
          </a:p>
          <a:p>
            <a:pPr lvl="1"/>
            <a:r>
              <a:rPr lang="zh-CN" altLang="en-US" sz="1350" dirty="0">
                <a:solidFill>
                  <a:srgbClr val="0066CC"/>
                </a:solidFill>
              </a:rPr>
              <a:t>地址格式：</a:t>
            </a:r>
            <a:r>
              <a:rPr lang="en-US" altLang="zh-CN" sz="1350" dirty="0">
                <a:solidFill>
                  <a:srgbClr val="0066CC"/>
                </a:solidFill>
              </a:rPr>
              <a:t>a.b.c.d / x </a:t>
            </a:r>
            <a:r>
              <a:rPr lang="zh-CN" altLang="en-US" sz="1350" dirty="0">
                <a:solidFill>
                  <a:srgbClr val="0066CC"/>
                </a:solidFill>
              </a:rPr>
              <a:t>；</a:t>
            </a:r>
            <a:r>
              <a:rPr lang="en-US" altLang="zh-CN" sz="1350" dirty="0">
                <a:solidFill>
                  <a:srgbClr val="0066CC"/>
                </a:solidFill>
              </a:rPr>
              <a:t>x </a:t>
            </a:r>
            <a:r>
              <a:rPr lang="zh-CN" altLang="en-US" sz="1350" dirty="0">
                <a:solidFill>
                  <a:srgbClr val="0066CC"/>
                </a:solidFill>
              </a:rPr>
              <a:t>是子网标识的长度</a:t>
            </a:r>
            <a:r>
              <a:rPr lang="en-US" altLang="zh-CN" sz="1350" dirty="0">
                <a:solidFill>
                  <a:srgbClr val="0066CC"/>
                </a:solidFill>
              </a:rPr>
              <a:t>(</a:t>
            </a:r>
            <a:r>
              <a:rPr lang="zh-CN" altLang="en-US" sz="1350" dirty="0">
                <a:solidFill>
                  <a:srgbClr val="0066CC"/>
                </a:solidFill>
              </a:rPr>
              <a:t>子网掩码</a:t>
            </a:r>
            <a:r>
              <a:rPr lang="en-US" altLang="zh-CN" sz="1350" dirty="0">
                <a:solidFill>
                  <a:srgbClr val="0066CC"/>
                </a:solidFill>
              </a:rPr>
              <a:t>) </a:t>
            </a:r>
          </a:p>
          <a:p>
            <a:endParaRPr lang="en-US" altLang="zh-CN" sz="16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74" name="Text Box 5"/>
          <p:cNvSpPr txBox="1">
            <a:spLocks noChangeArrowheads="1"/>
          </p:cNvSpPr>
          <p:nvPr/>
        </p:nvSpPr>
        <p:spPr bwMode="auto">
          <a:xfrm>
            <a:off x="1395412" y="4191577"/>
            <a:ext cx="5009705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solidFill>
                  <a:srgbClr val="FF0000"/>
                </a:solidFill>
                <a:latin typeface="Courier" panose="02027200000000000000" pitchFamily="18" charset="0"/>
              </a:rPr>
              <a:t>11001000 00010111 0001000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79" name="Text Box 12"/>
          <p:cNvSpPr txBox="1">
            <a:spLocks noChangeArrowheads="1"/>
          </p:cNvSpPr>
          <p:nvPr/>
        </p:nvSpPr>
        <p:spPr bwMode="auto">
          <a:xfrm>
            <a:off x="6906688" y="4184773"/>
            <a:ext cx="1470274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500" dirty="0"/>
              <a:t>200.23.16.0/23</a:t>
            </a:r>
            <a:endParaRPr lang="en-US" altLang="zh-CN" sz="1200" dirty="0"/>
          </a:p>
        </p:txBody>
      </p:sp>
      <p:grpSp>
        <p:nvGrpSpPr>
          <p:cNvPr id="7" name="组合 6"/>
          <p:cNvGrpSpPr/>
          <p:nvPr/>
        </p:nvGrpSpPr>
        <p:grpSpPr>
          <a:xfrm>
            <a:off x="1485900" y="3970932"/>
            <a:ext cx="3386623" cy="300082"/>
            <a:chOff x="1428154" y="5051628"/>
            <a:chExt cx="4219575" cy="400108"/>
          </a:xfrm>
        </p:grpSpPr>
        <p:sp>
          <p:nvSpPr>
            <p:cNvPr id="75" name="Text Box 6"/>
            <p:cNvSpPr txBox="1">
              <a:spLocks noChangeArrowheads="1"/>
            </p:cNvSpPr>
            <p:nvPr/>
          </p:nvSpPr>
          <p:spPr bwMode="auto">
            <a:xfrm>
              <a:off x="2774513" y="5051628"/>
              <a:ext cx="1378118" cy="400108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FF0000"/>
                  </a:solidFill>
                </a:rPr>
                <a:t>Subnet part</a:t>
              </a:r>
            </a:p>
          </p:txBody>
        </p:sp>
        <p:sp>
          <p:nvSpPr>
            <p:cNvPr id="77" name="Line 8"/>
            <p:cNvSpPr>
              <a:spLocks noChangeShapeType="1"/>
            </p:cNvSpPr>
            <p:nvPr/>
          </p:nvSpPr>
          <p:spPr bwMode="auto">
            <a:xfrm>
              <a:off x="4026892" y="5247407"/>
              <a:ext cx="1620837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0" name="Line 14"/>
            <p:cNvSpPr>
              <a:spLocks noChangeShapeType="1"/>
            </p:cNvSpPr>
            <p:nvPr/>
          </p:nvSpPr>
          <p:spPr bwMode="auto">
            <a:xfrm flipH="1">
              <a:off x="1428154" y="5237882"/>
              <a:ext cx="1438275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4951977" y="3902011"/>
            <a:ext cx="1294209" cy="300082"/>
            <a:chOff x="5687417" y="5088185"/>
            <a:chExt cx="1725612" cy="400110"/>
          </a:xfrm>
        </p:grpSpPr>
        <p:sp>
          <p:nvSpPr>
            <p:cNvPr id="76" name="Text Box 7"/>
            <p:cNvSpPr txBox="1">
              <a:spLocks noChangeArrowheads="1"/>
            </p:cNvSpPr>
            <p:nvPr/>
          </p:nvSpPr>
          <p:spPr bwMode="auto">
            <a:xfrm>
              <a:off x="5896994" y="5088185"/>
              <a:ext cx="1328983" cy="400110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</p:spPr>
          <p:txBody>
            <a:bodyPr wrap="squar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 algn="ctr">
                <a:defRPr/>
              </a:pPr>
              <a:r>
                <a:rPr lang="en-US" sz="1350" dirty="0">
                  <a:solidFill>
                    <a:srgbClr val="0066FF"/>
                  </a:solidFill>
                </a:rPr>
                <a:t>Host part</a:t>
              </a:r>
            </a:p>
          </p:txBody>
        </p:sp>
        <p:sp>
          <p:nvSpPr>
            <p:cNvPr id="78" name="Line 11"/>
            <p:cNvSpPr>
              <a:spLocks noChangeShapeType="1"/>
            </p:cNvSpPr>
            <p:nvPr/>
          </p:nvSpPr>
          <p:spPr bwMode="auto">
            <a:xfrm flipV="1">
              <a:off x="6817717" y="5405388"/>
              <a:ext cx="595312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82" name="Line 15"/>
            <p:cNvSpPr>
              <a:spLocks noChangeShapeType="1"/>
            </p:cNvSpPr>
            <p:nvPr/>
          </p:nvSpPr>
          <p:spPr bwMode="auto">
            <a:xfrm flipH="1">
              <a:off x="5687417" y="5393010"/>
              <a:ext cx="647700" cy="0"/>
            </a:xfrm>
            <a:prstGeom prst="line">
              <a:avLst/>
            </a:prstGeom>
            <a:noFill/>
            <a:ln w="25400">
              <a:solidFill>
                <a:srgbClr val="0066FF"/>
              </a:solidFill>
              <a:round/>
              <a:tailEnd type="triangle" w="med" len="med"/>
            </a:ln>
            <a:effectLst/>
          </p:spPr>
          <p:txBody>
            <a:bodyPr wrap="none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sp>
        <p:nvSpPr>
          <p:cNvPr id="84" name="Text Box 61"/>
          <p:cNvSpPr txBox="1">
            <a:spLocks noChangeArrowheads="1"/>
          </p:cNvSpPr>
          <p:nvPr/>
        </p:nvSpPr>
        <p:spPr bwMode="auto">
          <a:xfrm>
            <a:off x="6403855" y="4603756"/>
            <a:ext cx="1973107" cy="323165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r" eaLnBrk="0" hangingPunct="0"/>
            <a:r>
              <a:rPr lang="en-US" altLang="zh-CN" sz="1500" dirty="0">
                <a:solidFill>
                  <a:srgbClr val="FF0000"/>
                </a:solidFill>
              </a:rPr>
              <a:t>mask</a:t>
            </a:r>
            <a:r>
              <a:rPr lang="en-US" altLang="zh-CN" sz="1500" dirty="0"/>
              <a:t>: 255.255.254.0</a:t>
            </a:r>
          </a:p>
        </p:txBody>
      </p:sp>
      <p:sp>
        <p:nvSpPr>
          <p:cNvPr id="85" name="Text Box 5"/>
          <p:cNvSpPr txBox="1">
            <a:spLocks noChangeArrowheads="1"/>
          </p:cNvSpPr>
          <p:nvPr/>
        </p:nvSpPr>
        <p:spPr bwMode="auto">
          <a:xfrm>
            <a:off x="1384028" y="4603756"/>
            <a:ext cx="5403726" cy="369332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sz="2400">
                <a:solidFill>
                  <a:srgbClr val="FF0000"/>
                </a:solidFill>
                <a:ea typeface="MS PGothic" panose="020B0600070205080204" pitchFamily="34" charset="-128"/>
              </a:defRPr>
            </a:lvl1pPr>
            <a:lvl2pPr marL="742950" indent="-285750">
              <a:defRPr sz="2400">
                <a:ea typeface="MS PGothic" panose="020B0600070205080204" pitchFamily="34" charset="-128"/>
              </a:defRPr>
            </a:lvl2pPr>
            <a:lvl3pPr marL="1143000" indent="-228600">
              <a:defRPr sz="2400">
                <a:ea typeface="MS PGothic" panose="020B0600070205080204" pitchFamily="34" charset="-128"/>
              </a:defRPr>
            </a:lvl3pPr>
            <a:lvl4pPr marL="1600200" indent="-228600">
              <a:defRPr sz="2400">
                <a:ea typeface="MS PGothic" panose="020B0600070205080204" pitchFamily="34" charset="-128"/>
              </a:defRPr>
            </a:lvl4pPr>
            <a:lvl5pPr marL="2057400" indent="-228600">
              <a:defRPr sz="2400"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ea typeface="MS PGothic" panose="020B0600070205080204" pitchFamily="34" charset="-128"/>
              </a:defRPr>
            </a:lvl9pPr>
          </a:lstStyle>
          <a:p>
            <a:r>
              <a:rPr lang="en-US" altLang="zh-CN" sz="1800" b="1" dirty="0">
                <a:latin typeface="Courier" panose="02027200000000000000" pitchFamily="18" charset="0"/>
              </a:rPr>
              <a:t>11111111 11111111 1111111</a:t>
            </a:r>
            <a:r>
              <a:rPr lang="en-US" altLang="zh-CN" sz="1800" b="1" dirty="0">
                <a:solidFill>
                  <a:srgbClr val="0066FF"/>
                </a:solidFill>
                <a:latin typeface="Courier" panose="02027200000000000000" pitchFamily="18" charset="0"/>
              </a:rPr>
              <a:t>0 00000000</a:t>
            </a:r>
          </a:p>
        </p:txBody>
      </p:sp>
      <p:sp>
        <p:nvSpPr>
          <p:cNvPr id="17" name="灯片编号占位符 2">
            <a:extLst>
              <a:ext uri="{FF2B5EF4-FFF2-40B4-BE49-F238E27FC236}">
                <a16:creationId xmlns:a16="http://schemas.microsoft.com/office/drawing/2014/main" id="{9C5F6498-A03C-45CB-BC26-1E277F667DED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30</a:t>
            </a:fld>
            <a:endParaRPr lang="en-US" altLang="zh-CN" dirty="0"/>
          </a:p>
        </p:txBody>
      </p:sp>
      <p:sp>
        <p:nvSpPr>
          <p:cNvPr id="18" name="AutoShape 5">
            <a:extLst>
              <a:ext uri="{FF2B5EF4-FFF2-40B4-BE49-F238E27FC236}">
                <a16:creationId xmlns:a16="http://schemas.microsoft.com/office/drawing/2014/main" id="{D39CFA66-A674-4EC7-9B3A-B473CC25FB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500"/>
                            </p:stCondLst>
                            <p:childTnLst>
                              <p:par>
                                <p:cTn id="6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500"/>
                            </p:stCondLst>
                            <p:childTnLst>
                              <p:par>
                                <p:cTn id="76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8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9" grpId="0"/>
      <p:bldP spid="84" grpId="0"/>
      <p:bldP spid="85" grpId="0"/>
      <p:bldP spid="18" grpId="0" animBg="1"/>
      <p:bldP spid="18" grpId="1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/>
          <a:lstStyle/>
          <a:p>
            <a:r>
              <a:rPr lang="en-US" altLang="zh-CN" dirty="0">
                <a:effectLst/>
              </a:rPr>
              <a:t>4.3 IP: </a:t>
            </a:r>
            <a:r>
              <a:rPr lang="zh-CN" altLang="en-US" dirty="0">
                <a:effectLst/>
              </a:rPr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pPr lvl="1"/>
            <a:r>
              <a:rPr lang="zh-CN" altLang="en-US" sz="1600" dirty="0">
                <a:solidFill>
                  <a:srgbClr val="0000FF"/>
                </a:solidFill>
                <a:effectLst/>
              </a:rPr>
              <a:t>问题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1</a:t>
            </a:r>
            <a:r>
              <a:rPr lang="zh-CN" altLang="en-US" sz="1600" dirty="0">
                <a:solidFill>
                  <a:srgbClr val="0000FF"/>
                </a:solidFill>
                <a:effectLst/>
              </a:rPr>
              <a:t>：组织机构怎么获得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IP</a:t>
            </a:r>
            <a:r>
              <a:rPr lang="zh-CN" altLang="en-US" sz="1600" dirty="0">
                <a:solidFill>
                  <a:srgbClr val="0000FF"/>
                </a:solidFill>
                <a:effectLst/>
              </a:rPr>
              <a:t>地址块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(</a:t>
            </a:r>
            <a:r>
              <a:rPr lang="zh-CN" altLang="en-US" sz="1600" dirty="0">
                <a:solidFill>
                  <a:srgbClr val="0000FF"/>
                </a:solidFill>
                <a:effectLst/>
              </a:rPr>
              <a:t>子网</a:t>
            </a:r>
            <a:r>
              <a:rPr lang="en-US" altLang="zh-CN" sz="1600" dirty="0">
                <a:solidFill>
                  <a:srgbClr val="0000FF"/>
                </a:solidFill>
                <a:effectLst/>
              </a:rPr>
              <a:t>)</a:t>
            </a:r>
            <a:r>
              <a:rPr lang="zh-CN" altLang="en-US" sz="1600" dirty="0">
                <a:solidFill>
                  <a:srgbClr val="0000FF"/>
                </a:solidFill>
                <a:effectLst/>
              </a:rPr>
              <a:t>？</a:t>
            </a:r>
            <a:endParaRPr lang="en-US" altLang="zh-CN" sz="1600" dirty="0">
              <a:solidFill>
                <a:srgbClr val="0000FF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从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ISP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的地址空间中来获得一个地址块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rgbClr val="0066CC"/>
                </a:solidFill>
                <a:effectLst/>
              </a:rPr>
              <a:t>例子：均分为</a:t>
            </a:r>
            <a:r>
              <a:rPr lang="en-US" altLang="zh-CN" dirty="0">
                <a:solidFill>
                  <a:srgbClr val="0066CC"/>
                </a:solidFill>
                <a:effectLst/>
              </a:rPr>
              <a:t>8</a:t>
            </a:r>
            <a:r>
              <a:rPr lang="zh-CN" altLang="en-US" dirty="0">
                <a:solidFill>
                  <a:srgbClr val="0066CC"/>
                </a:solidFill>
                <a:effectLst/>
              </a:rPr>
              <a:t>个地址块</a:t>
            </a:r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827584" y="2426520"/>
            <a:ext cx="8208911" cy="1823576"/>
          </a:xfrm>
          <a:prstGeom prst="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ISP's block       11001000  00010111  0001</a:t>
            </a:r>
            <a:r>
              <a:rPr lang="en-US" altLang="zh-CN" sz="1350" b="1" u="sng" dirty="0">
                <a:solidFill>
                  <a:srgbClr val="000099"/>
                </a:solidFill>
                <a:latin typeface="Courier"/>
                <a:cs typeface="Courier New" panose="02070309020205020404" pitchFamily="49" charset="0"/>
              </a:rPr>
              <a:t>000</a:t>
            </a:r>
            <a:r>
              <a:rPr lang="en-US" altLang="zh-CN" sz="1350" b="1" dirty="0">
                <a:solidFill>
                  <a:srgbClr val="000099"/>
                </a:solidFill>
                <a:latin typeface="Courier"/>
                <a:cs typeface="Courier New" panose="02070309020205020404" pitchFamily="49" charset="0"/>
              </a:rPr>
              <a:t>0   00000000    200.23.16.0/20</a:t>
            </a:r>
            <a:r>
              <a:rPr lang="en-US" altLang="zh-CN" sz="1350" b="1" dirty="0">
                <a:solidFill>
                  <a:schemeClr val="accent2"/>
                </a:solidFill>
                <a:latin typeface="Courier"/>
                <a:cs typeface="Courier New" panose="02070309020205020404" pitchFamily="49" charset="0"/>
              </a:rPr>
              <a:t> </a:t>
            </a:r>
          </a:p>
          <a:p>
            <a:endParaRPr lang="en-US" altLang="zh-CN" sz="1350" b="1" dirty="0">
              <a:latin typeface="Courier"/>
              <a:cs typeface="Courier New" panose="02070309020205020404" pitchFamily="49" charset="0"/>
            </a:endParaRPr>
          </a:p>
          <a:p>
            <a:r>
              <a:rPr lang="en-US" altLang="zh-CN" sz="1350" b="1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Organization 0    </a:t>
            </a:r>
            <a:r>
              <a:rPr lang="en-US" altLang="zh-CN" sz="13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11001000  00010111  0001000</a:t>
            </a:r>
            <a:r>
              <a:rPr lang="en-US" altLang="zh-CN" sz="10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200.23.16.0/23 </a:t>
            </a:r>
          </a:p>
          <a:p>
            <a:r>
              <a:rPr lang="en-US" altLang="zh-CN" sz="1350" b="1" dirty="0">
                <a:solidFill>
                  <a:srgbClr val="FF6600"/>
                </a:solidFill>
                <a:latin typeface="Courier"/>
                <a:cs typeface="Courier New" panose="02070309020205020404" pitchFamily="49" charset="0"/>
              </a:rPr>
              <a:t>Organization 1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    </a:t>
            </a:r>
            <a:r>
              <a:rPr lang="en-US" altLang="zh-CN" sz="13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11001000  00010111  0001001</a:t>
            </a:r>
            <a:r>
              <a:rPr lang="en-US" altLang="zh-CN" sz="1050" b="1" u="sng" dirty="0">
                <a:solidFill>
                  <a:srgbClr val="FF000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200.23.18.0/23 </a:t>
            </a:r>
          </a:p>
          <a:p>
            <a:r>
              <a:rPr lang="en-US" altLang="zh-CN" sz="1350" b="1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Organization 2    </a:t>
            </a:r>
            <a:r>
              <a:rPr lang="en-US" altLang="zh-CN" sz="1350" b="1" u="sng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11001000  00010111  0001010</a:t>
            </a:r>
            <a:r>
              <a:rPr lang="en-US" altLang="zh-CN" sz="1050" b="1" u="sng" dirty="0">
                <a:solidFill>
                  <a:srgbClr val="00B050"/>
                </a:solidFill>
                <a:latin typeface="Courier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cs typeface="Courier New" panose="02070309020205020404" pitchFamily="49" charset="0"/>
              </a:rPr>
              <a:t>0  00000000    200.23.20.0/23 </a:t>
            </a:r>
          </a:p>
          <a:p>
            <a:r>
              <a:rPr lang="en-US" altLang="zh-CN" sz="13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urier"/>
                <a:cs typeface="Courier New" panose="02070309020205020404" pitchFamily="49" charset="0"/>
              </a:rPr>
              <a:t>   ......                     ......              ...          ......</a:t>
            </a:r>
          </a:p>
          <a:p>
            <a:r>
              <a:rPr lang="en-US" altLang="zh-CN" sz="1350" b="1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Organization 7</a:t>
            </a:r>
            <a:r>
              <a:rPr lang="en-US" altLang="zh-CN" sz="135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   </a:t>
            </a:r>
            <a:r>
              <a:rPr lang="en-US" altLang="zh-CN" sz="1350" b="1" u="sng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11001000  00010111  0001</a:t>
            </a:r>
            <a:r>
              <a:rPr lang="en-US" altLang="zh-CN" sz="1350" b="1" u="sng" spc="120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111</a:t>
            </a:r>
            <a:r>
              <a:rPr lang="en-US" altLang="zh-CN" sz="100" b="1" u="sng" spc="120" dirty="0">
                <a:solidFill>
                  <a:srgbClr val="9900CC"/>
                </a:solidFill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  <a:r>
              <a:rPr lang="en-US" altLang="zh-CN" sz="135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0  00000000    200.23.30.0/23</a:t>
            </a:r>
            <a:r>
              <a:rPr lang="en-US" altLang="zh-CN" sz="1800" b="1" dirty="0">
                <a:latin typeface="Courier"/>
                <a:ea typeface="宋体" panose="02010600030101010101" pitchFamily="2" charset="-122"/>
                <a:cs typeface="Courier New" panose="02070309020205020404" pitchFamily="49" charset="0"/>
              </a:rPr>
              <a:t> </a:t>
            </a:r>
          </a:p>
          <a:p>
            <a:endParaRPr lang="en-US" altLang="zh-CN" sz="1350" b="1" dirty="0">
              <a:latin typeface="Courier"/>
              <a:cs typeface="Courier New" panose="02070309020205020404" pitchFamily="49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013803" y="4287892"/>
            <a:ext cx="3930240" cy="338554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square">
            <a:spAutoFit/>
          </a:bodyPr>
          <a:lstStyle/>
          <a:p>
            <a:pPr algn="ctr"/>
            <a:r>
              <a:rPr lang="zh-CN" altLang="en-US" sz="1600" dirty="0">
                <a:solidFill>
                  <a:srgbClr val="0066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</a:rPr>
              <a:t>问题：每个组织的地址空间是多大？</a:t>
            </a:r>
            <a:endParaRPr lang="en-US" altLang="zh-CN" sz="1600" dirty="0">
              <a:solidFill>
                <a:srgbClr val="0066CC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urier New" panose="02070309020205020404" pitchFamily="49" charset="0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5261599" y="2870332"/>
            <a:ext cx="318513" cy="1080120"/>
          </a:xfrm>
          <a:prstGeom prst="rect">
            <a:avLst/>
          </a:prstGeom>
          <a:noFill/>
          <a:ln w="31750"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006F66-2D07-4594-915D-8C9C4955E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232" y="857606"/>
            <a:ext cx="1722650" cy="1142574"/>
          </a:xfrm>
          <a:prstGeom prst="rect">
            <a:avLst/>
          </a:prstGeom>
          <a:effectLst>
            <a:glow rad="228600">
              <a:schemeClr val="accent3">
                <a:satMod val="175000"/>
                <a:alpha val="40000"/>
              </a:schemeClr>
            </a:glow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4AF24B44-DD0E-42D0-B35F-D3844E9262EC}"/>
              </a:ext>
            </a:extLst>
          </p:cNvPr>
          <p:cNvSpPr/>
          <p:nvPr/>
        </p:nvSpPr>
        <p:spPr>
          <a:xfrm>
            <a:off x="7833806" y="2870332"/>
            <a:ext cx="318513" cy="1080120"/>
          </a:xfrm>
          <a:prstGeom prst="rect">
            <a:avLst/>
          </a:prstGeom>
          <a:noFill/>
          <a:ln w="31750">
            <a:solidFill>
              <a:srgbClr val="0066C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灯片编号占位符 2">
            <a:extLst>
              <a:ext uri="{FF2B5EF4-FFF2-40B4-BE49-F238E27FC236}">
                <a16:creationId xmlns:a16="http://schemas.microsoft.com/office/drawing/2014/main" id="{65A2C3F3-61B5-4281-B86D-4F0340AFAB0C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31</a:t>
            </a:fld>
            <a:endParaRPr lang="en-US" altLang="zh-CN" dirty="0"/>
          </a:p>
        </p:txBody>
      </p:sp>
      <p:sp>
        <p:nvSpPr>
          <p:cNvPr id="13" name="AutoShape 5">
            <a:extLst>
              <a:ext uri="{FF2B5EF4-FFF2-40B4-BE49-F238E27FC236}">
                <a16:creationId xmlns:a16="http://schemas.microsoft.com/office/drawing/2014/main" id="{F3666936-5827-48B4-9770-E2F6170D6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2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00"/>
                            </p:stCondLst>
                            <p:childTnLst>
                              <p:par>
                                <p:cTn id="6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 tmFilter="0, 0; .2, .5; .8, .5; 1, 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2" dur="250" autoRev="1" fill="hold"/>
                                        <p:tgtEl>
                                          <p:spTgt spid="1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7" grpId="0" animBg="1"/>
      <p:bldP spid="11" grpId="0" animBg="1"/>
      <p:bldP spid="13" grpId="0" animBg="1"/>
      <p:bldP spid="13" grpId="1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Quiz</a:t>
            </a:r>
            <a:r>
              <a:rPr lang="zh-CN" altLang="en-US" dirty="0"/>
              <a:t>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pic>
        <p:nvPicPr>
          <p:cNvPr id="58" name="图片 57">
            <a:extLst>
              <a:ext uri="{FF2B5EF4-FFF2-40B4-BE49-F238E27FC236}">
                <a16:creationId xmlns:a16="http://schemas.microsoft.com/office/drawing/2014/main" id="{F1E11970-78E4-4636-A7C9-688F62C177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003798"/>
            <a:ext cx="2491201" cy="1623894"/>
          </a:xfrm>
          <a:prstGeom prst="rect">
            <a:avLst/>
          </a:prstGeom>
          <a:ln w="22225">
            <a:solidFill>
              <a:schemeClr val="accent1">
                <a:shade val="50000"/>
              </a:schemeClr>
            </a:solidFill>
          </a:ln>
        </p:spPr>
      </p:pic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BA23014F-3ABF-420F-9436-1E2B65E770FA}"/>
              </a:ext>
            </a:extLst>
          </p:cNvPr>
          <p:cNvCxnSpPr>
            <a:cxnSpLocks/>
          </p:cNvCxnSpPr>
          <p:nvPr/>
        </p:nvCxnSpPr>
        <p:spPr>
          <a:xfrm>
            <a:off x="3851920" y="4011910"/>
            <a:ext cx="1872208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>
            <a:extLst>
              <a:ext uri="{FF2B5EF4-FFF2-40B4-BE49-F238E27FC236}">
                <a16:creationId xmlns:a16="http://schemas.microsoft.com/office/drawing/2014/main" id="{257923F9-0D5E-4A30-9ADF-50567F9475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7057" y="3723878"/>
            <a:ext cx="1129826" cy="736478"/>
          </a:xfrm>
          <a:prstGeom prst="rect">
            <a:avLst/>
          </a:prstGeom>
          <a:ln w="38100">
            <a:solidFill>
              <a:srgbClr val="FF0000"/>
            </a:solidFill>
          </a:ln>
        </p:spPr>
      </p:pic>
      <p:sp>
        <p:nvSpPr>
          <p:cNvPr id="64" name="等腰三角形 63">
            <a:extLst>
              <a:ext uri="{FF2B5EF4-FFF2-40B4-BE49-F238E27FC236}">
                <a16:creationId xmlns:a16="http://schemas.microsoft.com/office/drawing/2014/main" id="{CE8AAF47-BFEE-41F2-ADCB-5A4C25118A64}"/>
              </a:ext>
            </a:extLst>
          </p:cNvPr>
          <p:cNvSpPr/>
          <p:nvPr/>
        </p:nvSpPr>
        <p:spPr>
          <a:xfrm rot="18212630">
            <a:off x="2907681" y="3204897"/>
            <a:ext cx="759973" cy="1102944"/>
          </a:xfrm>
          <a:prstGeom prst="triangl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5" name="灯片编号占位符 2">
            <a:extLst>
              <a:ext uri="{FF2B5EF4-FFF2-40B4-BE49-F238E27FC236}">
                <a16:creationId xmlns:a16="http://schemas.microsoft.com/office/drawing/2014/main" id="{7F3BC278-17E8-41B7-997E-2533953CB36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32</a:t>
            </a:fld>
            <a:endParaRPr lang="en-US" altLang="zh-CN" dirty="0"/>
          </a:p>
        </p:txBody>
      </p:sp>
      <p:sp>
        <p:nvSpPr>
          <p:cNvPr id="66" name="AutoShape 5">
            <a:extLst>
              <a:ext uri="{FF2B5EF4-FFF2-40B4-BE49-F238E27FC236}">
                <a16:creationId xmlns:a16="http://schemas.microsoft.com/office/drawing/2014/main" id="{93B08453-C808-49F8-8415-DF841B2FD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6" grpId="1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包括学院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7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①-⑦)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，每个学院最多有主机设备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500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台，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en-US" sz="1400" dirty="0">
                <a:effectLst/>
              </a:rPr>
              <a:t>还有</a:t>
            </a:r>
            <a:r>
              <a:rPr lang="zh-CN" altLang="zh-CN" sz="1400" dirty="0">
                <a:effectLst/>
              </a:rPr>
              <a:t>直属机关部门</a:t>
            </a:r>
            <a:r>
              <a:rPr lang="en-US" altLang="zh-CN" sz="1400" dirty="0">
                <a:effectLst/>
              </a:rPr>
              <a:t>8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1-8)</a:t>
            </a:r>
            <a:r>
              <a:rPr lang="zh-CN" altLang="zh-CN" sz="1400" dirty="0">
                <a:effectLst/>
              </a:rPr>
              <a:t>每个机关部门最多有主机设备</a:t>
            </a:r>
            <a:r>
              <a:rPr lang="en-US" altLang="zh-CN" sz="1400" dirty="0">
                <a:effectLst/>
              </a:rPr>
              <a:t>60</a:t>
            </a:r>
            <a:r>
              <a:rPr lang="zh-CN" altLang="zh-CN" sz="1400" dirty="0">
                <a:effectLst/>
              </a:rPr>
              <a:t>台。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按分层结构为各部门和学院规划子网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学院和部门的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地址段按升序排列</a:t>
            </a:r>
            <a:r>
              <a:rPr lang="en-US" altLang="zh-CN" sz="1400" dirty="0">
                <a:effectLst/>
              </a:rPr>
              <a:t>)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请</a:t>
            </a:r>
            <a:r>
              <a:rPr lang="zh-CN" altLang="en-US" sz="1400" dirty="0">
                <a:effectLst/>
              </a:rPr>
              <a:t>为</a:t>
            </a:r>
            <a:r>
              <a:rPr lang="zh-CN" altLang="zh-CN" sz="1400" dirty="0">
                <a:effectLst/>
              </a:rPr>
              <a:t>所有学院与部门</a:t>
            </a:r>
            <a:r>
              <a:rPr lang="zh-CN" altLang="en-US" sz="1400" dirty="0">
                <a:effectLst/>
              </a:rPr>
              <a:t>分配</a:t>
            </a:r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地址段。</a:t>
            </a:r>
            <a:endParaRPr lang="zh-CN" altLang="en-US" sz="1400" dirty="0"/>
          </a:p>
          <a:p>
            <a:r>
              <a:rPr lang="en-US" altLang="zh-CN" sz="1400" dirty="0">
                <a:effectLst/>
              </a:rPr>
              <a:t>IP</a:t>
            </a:r>
            <a:r>
              <a:rPr lang="zh-CN" altLang="zh-CN" sz="1400" dirty="0">
                <a:effectLst/>
              </a:rPr>
              <a:t>地址段以</a:t>
            </a:r>
            <a:r>
              <a:rPr lang="en-US" altLang="zh-CN" sz="1400" dirty="0">
                <a:effectLst/>
              </a:rPr>
              <a:t>CIDR</a:t>
            </a:r>
            <a:r>
              <a:rPr lang="zh-CN" altLang="zh-CN" sz="1400" dirty="0">
                <a:effectLst/>
              </a:rPr>
              <a:t>记法表示</a:t>
            </a:r>
            <a:r>
              <a:rPr lang="en-US" altLang="zh-CN" sz="1400" dirty="0">
                <a:effectLst/>
              </a:rPr>
              <a:t>a.b.c.d/x</a:t>
            </a:r>
            <a:r>
              <a:rPr lang="zh-CN" altLang="zh-CN" sz="1400" dirty="0">
                <a:effectLst/>
              </a:rPr>
              <a:t>，如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zh-CN" sz="1400" dirty="0">
                <a:effectLst/>
              </a:rPr>
              <a:t>。</a:t>
            </a:r>
            <a:endParaRPr lang="en-US" altLang="zh-CN" sz="1400" dirty="0"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5208136"/>
              </p:ext>
            </p:extLst>
          </p:nvPr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>
                              <a:lumMod val="8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bg1">
                            <a:lumMod val="8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963127"/>
              </p:ext>
            </p:extLst>
          </p:nvPr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194A00D-20F3-472C-8BB3-4FED92064A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1638501"/>
              </p:ext>
            </p:extLst>
          </p:nvPr>
        </p:nvGraphicFramePr>
        <p:xfrm>
          <a:off x="827581" y="3513058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66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7286D0F-7A64-481A-BE33-8CEB369C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8300439"/>
              </p:ext>
            </p:extLst>
          </p:nvPr>
        </p:nvGraphicFramePr>
        <p:xfrm>
          <a:off x="827581" y="389839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010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C5415BB-C073-483A-B471-9CC3D7750313}"/>
              </a:ext>
            </a:extLst>
          </p:cNvPr>
          <p:cNvCxnSpPr>
            <a:cxnSpLocks/>
          </p:cNvCxnSpPr>
          <p:nvPr/>
        </p:nvCxnSpPr>
        <p:spPr>
          <a:xfrm>
            <a:off x="5610592" y="3401938"/>
            <a:ext cx="1008112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>
            <a:extLst>
              <a:ext uri="{FF2B5EF4-FFF2-40B4-BE49-F238E27FC236}">
                <a16:creationId xmlns:a16="http://schemas.microsoft.com/office/drawing/2014/main" id="{EBFDC513-F5DD-4B2E-AC64-19282BECE9A8}"/>
              </a:ext>
            </a:extLst>
          </p:cNvPr>
          <p:cNvSpPr/>
          <p:nvPr/>
        </p:nvSpPr>
        <p:spPr>
          <a:xfrm>
            <a:off x="4921520" y="1203598"/>
            <a:ext cx="658592" cy="288032"/>
          </a:xfrm>
          <a:prstGeom prst="rect">
            <a:avLst/>
          </a:prstGeom>
          <a:noFill/>
          <a:ln w="19050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连接符: 肘形 40">
            <a:extLst>
              <a:ext uri="{FF2B5EF4-FFF2-40B4-BE49-F238E27FC236}">
                <a16:creationId xmlns:a16="http://schemas.microsoft.com/office/drawing/2014/main" id="{351B6F57-3C2B-48B7-BCFC-CC74F0318058}"/>
              </a:ext>
            </a:extLst>
          </p:cNvPr>
          <p:cNvCxnSpPr>
            <a:cxnSpLocks/>
            <a:stCxn id="28" idx="3"/>
            <a:endCxn id="6" idx="3"/>
          </p:cNvCxnSpPr>
          <p:nvPr/>
        </p:nvCxnSpPr>
        <p:spPr>
          <a:xfrm>
            <a:off x="5580112" y="1347614"/>
            <a:ext cx="1387909" cy="1975078"/>
          </a:xfrm>
          <a:prstGeom prst="bentConnector3">
            <a:avLst>
              <a:gd name="adj1" fmla="val 116471"/>
            </a:avLst>
          </a:prstGeom>
          <a:ln w="19050">
            <a:solidFill>
              <a:srgbClr val="00B0F0"/>
            </a:solidFill>
            <a:tailEnd type="triangle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B61B86BD-DEC2-41B8-9B42-E8F3904BF8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959412"/>
              </p:ext>
            </p:extLst>
          </p:nvPr>
        </p:nvGraphicFramePr>
        <p:xfrm>
          <a:off x="827581" y="4293981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53010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196857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31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3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 ? .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0/?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……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16" name="图片 15">
            <a:extLst>
              <a:ext uri="{FF2B5EF4-FFF2-40B4-BE49-F238E27FC236}">
                <a16:creationId xmlns:a16="http://schemas.microsoft.com/office/drawing/2014/main" id="{8402827C-3835-4614-A164-724B51B07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6613" y="1119733"/>
            <a:ext cx="1141048" cy="743794"/>
          </a:xfrm>
          <a:prstGeom prst="rect">
            <a:avLst/>
          </a:prstGeom>
          <a:ln w="22225">
            <a:solidFill>
              <a:srgbClr val="00B0F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30960BD7-D2AC-42E2-BEFD-A8A0C870AB22}"/>
              </a:ext>
            </a:extLst>
          </p:cNvPr>
          <p:cNvCxnSpPr>
            <a:cxnSpLocks/>
          </p:cNvCxnSpPr>
          <p:nvPr/>
        </p:nvCxnSpPr>
        <p:spPr>
          <a:xfrm>
            <a:off x="4860032" y="379588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6E4905D1-BA3C-4B8C-9B7A-B70705FF10B7}"/>
              </a:ext>
            </a:extLst>
          </p:cNvPr>
          <p:cNvCxnSpPr>
            <a:cxnSpLocks/>
          </p:cNvCxnSpPr>
          <p:nvPr/>
        </p:nvCxnSpPr>
        <p:spPr>
          <a:xfrm>
            <a:off x="4860032" y="4155926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68D9A27A-C396-4380-A0F3-27B2B992A97B}"/>
              </a:ext>
            </a:extLst>
          </p:cNvPr>
          <p:cNvCxnSpPr>
            <a:cxnSpLocks/>
          </p:cNvCxnSpPr>
          <p:nvPr/>
        </p:nvCxnSpPr>
        <p:spPr>
          <a:xfrm>
            <a:off x="4860032" y="4549874"/>
            <a:ext cx="86409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36D396AD-0402-4F75-BD71-79DC5931F0D0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33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C7519F9F-3D7B-4E56-9973-B28BCEA479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9477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例题：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4" y="936000"/>
            <a:ext cx="7992887" cy="3779688"/>
          </a:xfrm>
        </p:spPr>
        <p:txBody>
          <a:bodyPr>
            <a:normAutofit/>
          </a:bodyPr>
          <a:lstStyle/>
          <a:p>
            <a:r>
              <a:rPr lang="zh-CN" altLang="en-US" sz="1400" dirty="0">
                <a:effectLst/>
              </a:rPr>
              <a:t>设虎溪校区地址段</a:t>
            </a:r>
            <a:r>
              <a:rPr lang="en-US" altLang="zh-CN" sz="1400" dirty="0">
                <a:effectLst/>
              </a:rPr>
              <a:t>202.23.48.0/20</a:t>
            </a:r>
            <a:r>
              <a:rPr lang="zh-CN" altLang="en-US" sz="1400" dirty="0">
                <a:effectLst/>
              </a:rPr>
              <a:t>，</a:t>
            </a:r>
            <a:endParaRPr lang="en-US" altLang="zh-CN" sz="1400" dirty="0">
              <a:effectLst/>
            </a:endParaRPr>
          </a:p>
          <a:p>
            <a:r>
              <a:rPr lang="zh-CN" altLang="zh-CN" sz="1400" dirty="0">
                <a:effectLst/>
              </a:rPr>
              <a:t>包括学院</a:t>
            </a:r>
            <a:r>
              <a:rPr lang="en-US" altLang="zh-CN" sz="1400" dirty="0">
                <a:effectLst/>
              </a:rPr>
              <a:t>7</a:t>
            </a:r>
            <a:r>
              <a:rPr lang="zh-CN" altLang="zh-CN" sz="1400" dirty="0">
                <a:effectLst/>
              </a:rPr>
              <a:t>个</a:t>
            </a:r>
            <a:r>
              <a:rPr lang="en-US" altLang="zh-CN" sz="1400" dirty="0">
                <a:effectLst/>
              </a:rPr>
              <a:t>(</a:t>
            </a:r>
            <a:r>
              <a:rPr lang="zh-CN" altLang="zh-CN" sz="1400" dirty="0">
                <a:effectLst/>
              </a:rPr>
              <a:t>编号为</a:t>
            </a:r>
            <a:r>
              <a:rPr lang="en-US" altLang="zh-CN" sz="1400" dirty="0">
                <a:effectLst/>
              </a:rPr>
              <a:t>①-⑦)</a:t>
            </a:r>
            <a:r>
              <a:rPr lang="zh-CN" altLang="zh-CN" sz="1400" dirty="0">
                <a:effectLst/>
              </a:rPr>
              <a:t>，每个学院最多有主机设备</a:t>
            </a:r>
            <a:r>
              <a:rPr lang="en-US" altLang="zh-CN" sz="1400" dirty="0">
                <a:effectLst/>
              </a:rPr>
              <a:t>500</a:t>
            </a:r>
            <a:r>
              <a:rPr lang="zh-CN" altLang="zh-CN" sz="1400" dirty="0">
                <a:effectLst/>
              </a:rPr>
              <a:t>台，</a:t>
            </a:r>
            <a:endParaRPr lang="en-US" altLang="zh-CN" sz="1400" dirty="0">
              <a:effectLst/>
            </a:endParaRPr>
          </a:p>
          <a:p>
            <a:r>
              <a:rPr lang="zh-CN" altLang="en-US" sz="1400" dirty="0">
                <a:solidFill>
                  <a:srgbClr val="C00000"/>
                </a:solidFill>
                <a:effectLst/>
              </a:rPr>
              <a:t>还有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直属机关部门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8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个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编号为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1-8)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每个机关部门最多有主机设备</a:t>
            </a:r>
            <a:r>
              <a:rPr lang="en-US" altLang="zh-CN" sz="1400" dirty="0">
                <a:solidFill>
                  <a:srgbClr val="C00000"/>
                </a:solidFill>
                <a:effectLst/>
              </a:rPr>
              <a:t>60</a:t>
            </a:r>
            <a:r>
              <a:rPr lang="zh-CN" altLang="zh-CN" sz="1400" dirty="0">
                <a:solidFill>
                  <a:srgbClr val="C00000"/>
                </a:solidFill>
                <a:effectLst/>
              </a:rPr>
              <a:t>台。</a:t>
            </a:r>
            <a:endParaRPr lang="en-US" altLang="zh-CN" sz="1400" dirty="0">
              <a:solidFill>
                <a:srgbClr val="C0000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按分层结构为各部门和学院规划子网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(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学院和部门的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地址段按升序排列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)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  <a:p>
            <a:r>
              <a:rPr lang="zh-CN" altLang="zh-CN" sz="1400" dirty="0">
                <a:solidFill>
                  <a:srgbClr val="0070C0"/>
                </a:solidFill>
                <a:effectLst/>
              </a:rPr>
              <a:t>请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为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所有学院与部门</a:t>
            </a:r>
            <a:r>
              <a:rPr lang="zh-CN" altLang="en-US" sz="1400" dirty="0">
                <a:solidFill>
                  <a:srgbClr val="0070C0"/>
                </a:solidFill>
                <a:effectLst/>
              </a:rPr>
              <a:t>分配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地址段。</a:t>
            </a:r>
            <a:endParaRPr lang="zh-CN" altLang="en-US" sz="1400" dirty="0">
              <a:solidFill>
                <a:srgbClr val="0070C0"/>
              </a:solidFill>
            </a:endParaRPr>
          </a:p>
          <a:p>
            <a:r>
              <a:rPr lang="en-US" altLang="zh-CN" sz="1400" dirty="0">
                <a:solidFill>
                  <a:srgbClr val="0070C0"/>
                </a:solidFill>
                <a:effectLst/>
              </a:rPr>
              <a:t>IP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地址段以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CIDR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记法表示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a.b.c.d/x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，如</a:t>
            </a:r>
            <a:r>
              <a:rPr lang="en-US" altLang="zh-CN" sz="1400" dirty="0">
                <a:solidFill>
                  <a:srgbClr val="0070C0"/>
                </a:solidFill>
                <a:effectLst/>
              </a:rPr>
              <a:t>202.23.48.0/20</a:t>
            </a:r>
            <a:r>
              <a:rPr lang="zh-CN" altLang="zh-CN" sz="1400" dirty="0">
                <a:solidFill>
                  <a:srgbClr val="0070C0"/>
                </a:solidFill>
                <a:effectLst/>
              </a:rPr>
              <a:t>。</a:t>
            </a:r>
            <a:endParaRPr lang="en-US" altLang="zh-CN" sz="1400" dirty="0">
              <a:solidFill>
                <a:srgbClr val="0070C0"/>
              </a:solidFill>
              <a:effectLst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C13BEE03-961F-4556-8C2C-C1271F0D7D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435605"/>
              </p:ext>
            </p:extLst>
          </p:nvPr>
        </p:nvGraphicFramePr>
        <p:xfrm>
          <a:off x="712953" y="2715766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482783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dirty="0"/>
                        <a:t>202.23.48.0/20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202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23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/>
                        <a:t>0011 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2F8CC5-9965-4465-AABE-7C901422E8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243919"/>
              </p:ext>
            </p:extLst>
          </p:nvPr>
        </p:nvGraphicFramePr>
        <p:xfrm>
          <a:off x="827583" y="3137272"/>
          <a:ext cx="614043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84177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6443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1829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71885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rgbClr val="FFFF00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lvl="1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FF00"/>
                          </a:solidFill>
                        </a:rPr>
                        <a:t> 000</a:t>
                      </a:r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graphicFrame>
        <p:nvGraphicFramePr>
          <p:cNvPr id="46" name="表格 45">
            <a:extLst>
              <a:ext uri="{FF2B5EF4-FFF2-40B4-BE49-F238E27FC236}">
                <a16:creationId xmlns:a16="http://schemas.microsoft.com/office/drawing/2014/main" id="{0B63BAD4-D389-48E5-BA5D-75DF6C7DBF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0517477"/>
              </p:ext>
            </p:extLst>
          </p:nvPr>
        </p:nvGraphicFramePr>
        <p:xfrm>
          <a:off x="1084426" y="3723878"/>
          <a:ext cx="6255068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543358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202.23.</a:t>
                      </a:r>
                      <a:r>
                        <a:rPr lang="en-US" altLang="zh-CN" u="sng" dirty="0">
                          <a:solidFill>
                            <a:schemeClr val="bg1"/>
                          </a:solidFill>
                        </a:rPr>
                        <a:t> 48 .0/23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sp>
        <p:nvSpPr>
          <p:cNvPr id="53" name="矩形 52">
            <a:extLst>
              <a:ext uri="{FF2B5EF4-FFF2-40B4-BE49-F238E27FC236}">
                <a16:creationId xmlns:a16="http://schemas.microsoft.com/office/drawing/2014/main" id="{5449BC66-A291-46A0-98A7-C43B92BDA650}"/>
              </a:ext>
            </a:extLst>
          </p:cNvPr>
          <p:cNvSpPr/>
          <p:nvPr/>
        </p:nvSpPr>
        <p:spPr>
          <a:xfrm>
            <a:off x="5641370" y="1498543"/>
            <a:ext cx="586814" cy="2880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5" name="连接符: 肘形 54">
            <a:extLst>
              <a:ext uri="{FF2B5EF4-FFF2-40B4-BE49-F238E27FC236}">
                <a16:creationId xmlns:a16="http://schemas.microsoft.com/office/drawing/2014/main" id="{743B9C9C-BB2B-4F97-A416-5A118AD7BC66}"/>
              </a:ext>
            </a:extLst>
          </p:cNvPr>
          <p:cNvCxnSpPr>
            <a:cxnSpLocks/>
            <a:stCxn id="53" idx="3"/>
            <a:endCxn id="20" idx="3"/>
          </p:cNvCxnSpPr>
          <p:nvPr/>
        </p:nvCxnSpPr>
        <p:spPr>
          <a:xfrm>
            <a:off x="6228184" y="1642559"/>
            <a:ext cx="1111310" cy="2665623"/>
          </a:xfrm>
          <a:prstGeom prst="bentConnector3">
            <a:avLst>
              <a:gd name="adj1" fmla="val 120570"/>
            </a:avLst>
          </a:prstGeom>
          <a:ln w="19050">
            <a:solidFill>
              <a:schemeClr val="accent6">
                <a:lumMod val="75000"/>
              </a:schemeClr>
            </a:solidFill>
            <a:tailEnd type="triangle"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71D645DC-84C9-4DAF-937B-D0BC049D71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6500831"/>
              </p:ext>
            </p:extLst>
          </p:nvPr>
        </p:nvGraphicFramePr>
        <p:xfrm>
          <a:off x="1259632" y="4122762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00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pic>
        <p:nvPicPr>
          <p:cNvPr id="21" name="图片 20">
            <a:extLst>
              <a:ext uri="{FF2B5EF4-FFF2-40B4-BE49-F238E27FC236}">
                <a16:creationId xmlns:a16="http://schemas.microsoft.com/office/drawing/2014/main" id="{D1A40F7B-3CD5-480B-A85D-4C2BF1343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3843" y="1320002"/>
            <a:ext cx="526588" cy="343256"/>
          </a:xfrm>
          <a:prstGeom prst="rect">
            <a:avLst/>
          </a:prstGeom>
          <a:ln w="22225">
            <a:solidFill>
              <a:schemeClr val="accent6">
                <a:lumMod val="7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id="{E21C2ED4-92C5-4643-9775-A538D5DE6CAE}"/>
              </a:ext>
            </a:extLst>
          </p:cNvPr>
          <p:cNvCxnSpPr>
            <a:cxnSpLocks/>
          </p:cNvCxnSpPr>
          <p:nvPr/>
        </p:nvCxnSpPr>
        <p:spPr>
          <a:xfrm>
            <a:off x="6444208" y="4371950"/>
            <a:ext cx="54215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4" name="表格 23">
            <a:extLst>
              <a:ext uri="{FF2B5EF4-FFF2-40B4-BE49-F238E27FC236}">
                <a16:creationId xmlns:a16="http://schemas.microsoft.com/office/drawing/2014/main" id="{19F569BC-230A-4B42-9712-485651AD3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873460"/>
              </p:ext>
            </p:extLst>
          </p:nvPr>
        </p:nvGraphicFramePr>
        <p:xfrm>
          <a:off x="1259632" y="4530938"/>
          <a:ext cx="6079862" cy="370840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68152">
                  <a:extLst>
                    <a:ext uri="{9D8B030D-6E8A-4147-A177-3AD203B41FA5}">
                      <a16:colId xmlns:a16="http://schemas.microsoft.com/office/drawing/2014/main" val="594654033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4196994740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3451875293"/>
                    </a:ext>
                  </a:extLst>
                </a:gridCol>
                <a:gridCol w="1224136">
                  <a:extLst>
                    <a:ext uri="{9D8B030D-6E8A-4147-A177-3AD203B41FA5}">
                      <a16:colId xmlns:a16="http://schemas.microsoft.com/office/drawing/2014/main" val="694636743"/>
                    </a:ext>
                  </a:extLst>
                </a:gridCol>
                <a:gridCol w="1183318">
                  <a:extLst>
                    <a:ext uri="{9D8B030D-6E8A-4147-A177-3AD203B41FA5}">
                      <a16:colId xmlns:a16="http://schemas.microsoft.com/office/drawing/2014/main" val="169062536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202.23</a:t>
                      </a:r>
                      <a:r>
                        <a:rPr lang="en-US" altLang="zh-CN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 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rgbClr val="0000FF"/>
                          </a:solidFill>
                        </a:rPr>
                        <a:t>.</a:t>
                      </a:r>
                      <a:r>
                        <a:rPr lang="zh-CN" altLang="en-US" u="sng" dirty="0">
                          <a:solidFill>
                            <a:srgbClr val="0000FF"/>
                          </a:solidFill>
                        </a:rPr>
                        <a:t>？</a:t>
                      </a:r>
                      <a:r>
                        <a:rPr lang="en-US" altLang="zh-CN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/</a:t>
                      </a:r>
                      <a:r>
                        <a:rPr lang="zh-CN" altLang="en-US" u="sng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？</a:t>
                      </a:r>
                      <a:endParaRPr lang="zh-CN" altLang="en-US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202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1" indent="0" algn="ct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23</a:t>
                      </a:r>
                      <a:endParaRPr lang="zh-CN" altLang="en-US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0011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 </a:t>
                      </a:r>
                      <a:r>
                        <a:rPr lang="en-US" altLang="zh-CN" dirty="0">
                          <a:solidFill>
                            <a:schemeClr val="bg1"/>
                          </a:solidFill>
                        </a:rPr>
                        <a:t>000</a:t>
                      </a:r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altLang="zh-CN" dirty="0">
                          <a:solidFill>
                            <a:srgbClr val="FF0000"/>
                          </a:solidFill>
                        </a:rPr>
                        <a:t>01</a:t>
                      </a:r>
                      <a:r>
                        <a:rPr lang="en-US" altLang="zh-CN" dirty="0">
                          <a:solidFill>
                            <a:schemeClr val="tx1"/>
                          </a:solidFill>
                        </a:rPr>
                        <a:t>000000</a:t>
                      </a:r>
                      <a:endParaRPr lang="zh-CN" alt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432204"/>
                  </a:ext>
                </a:extLst>
              </a:tr>
            </a:tbl>
          </a:graphicData>
        </a:graphic>
      </p:graphicFrame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9540CAF-6105-4125-88FF-3D5B224DBB9E}"/>
              </a:ext>
            </a:extLst>
          </p:cNvPr>
          <p:cNvCxnSpPr>
            <a:cxnSpLocks/>
          </p:cNvCxnSpPr>
          <p:nvPr/>
        </p:nvCxnSpPr>
        <p:spPr>
          <a:xfrm>
            <a:off x="5209322" y="4803998"/>
            <a:ext cx="1234886" cy="0"/>
          </a:xfrm>
          <a:prstGeom prst="line">
            <a:avLst/>
          </a:prstGeom>
          <a:ln w="22225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灯片编号占位符 2">
            <a:extLst>
              <a:ext uri="{FF2B5EF4-FFF2-40B4-BE49-F238E27FC236}">
                <a16:creationId xmlns:a16="http://schemas.microsoft.com/office/drawing/2014/main" id="{11C301A7-A630-4B0F-8E34-D0291074CC4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34</a:t>
            </a:fld>
            <a:endParaRPr lang="en-US" altLang="zh-CN" dirty="0"/>
          </a:p>
        </p:txBody>
      </p:sp>
      <p:sp>
        <p:nvSpPr>
          <p:cNvPr id="30" name="AutoShape 5">
            <a:extLst>
              <a:ext uri="{FF2B5EF4-FFF2-40B4-BE49-F238E27FC236}">
                <a16:creationId xmlns:a16="http://schemas.microsoft.com/office/drawing/2014/main" id="{551C915D-5F26-4AFF-88C2-8D410B6F1D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43950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0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分层编址的优点：路由聚集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817694" y="2126853"/>
            <a:ext cx="5934075" cy="2749153"/>
            <a:chOff x="899592" y="2503488"/>
            <a:chExt cx="7912100" cy="3665537"/>
          </a:xfrm>
        </p:grpSpPr>
        <p:sp>
          <p:nvSpPr>
            <p:cNvPr id="13" name="Freeform 3"/>
            <p:cNvSpPr/>
            <p:nvPr/>
          </p:nvSpPr>
          <p:spPr bwMode="auto">
            <a:xfrm>
              <a:off x="5373167" y="4121150"/>
              <a:ext cx="2019300" cy="295275"/>
            </a:xfrm>
            <a:custGeom>
              <a:avLst/>
              <a:gdLst>
                <a:gd name="T0" fmla="*/ 0 w 1272"/>
                <a:gd name="T1" fmla="*/ 0 h 186"/>
                <a:gd name="T2" fmla="*/ 2147483647 w 1272"/>
                <a:gd name="T3" fmla="*/ 2147483647 h 1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72" h="186">
                  <a:moveTo>
                    <a:pt x="0" y="0"/>
                  </a:moveTo>
                  <a:lnTo>
                    <a:pt x="1272" y="18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4"/>
            <p:cNvSpPr>
              <a:spLocks noChangeShapeType="1"/>
            </p:cNvSpPr>
            <p:nvPr/>
          </p:nvSpPr>
          <p:spPr bwMode="auto">
            <a:xfrm flipV="1">
              <a:off x="3030017" y="4397375"/>
              <a:ext cx="895350" cy="4572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5" name="Line 5"/>
            <p:cNvSpPr>
              <a:spLocks noChangeShapeType="1"/>
            </p:cNvSpPr>
            <p:nvPr/>
          </p:nvSpPr>
          <p:spPr bwMode="auto">
            <a:xfrm>
              <a:off x="3058592" y="3768725"/>
              <a:ext cx="752475" cy="171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6" name="Line 6"/>
            <p:cNvSpPr>
              <a:spLocks noChangeShapeType="1"/>
            </p:cNvSpPr>
            <p:nvPr/>
          </p:nvSpPr>
          <p:spPr bwMode="auto">
            <a:xfrm>
              <a:off x="3125267" y="2987675"/>
              <a:ext cx="847725" cy="7620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17" name="Freeform 7"/>
            <p:cNvSpPr/>
            <p:nvPr/>
          </p:nvSpPr>
          <p:spPr bwMode="auto">
            <a:xfrm>
              <a:off x="3771380" y="3567113"/>
              <a:ext cx="1773237" cy="979487"/>
            </a:xfrm>
            <a:custGeom>
              <a:avLst/>
              <a:gdLst>
                <a:gd name="T0" fmla="*/ 2147483647 w 1117"/>
                <a:gd name="T1" fmla="*/ 2147483647 h 617"/>
                <a:gd name="T2" fmla="*/ 2147483647 w 1117"/>
                <a:gd name="T3" fmla="*/ 2147483647 h 617"/>
                <a:gd name="T4" fmla="*/ 2147483647 w 1117"/>
                <a:gd name="T5" fmla="*/ 2147483647 h 617"/>
                <a:gd name="T6" fmla="*/ 2147483647 w 1117"/>
                <a:gd name="T7" fmla="*/ 2147483647 h 617"/>
                <a:gd name="T8" fmla="*/ 2147483647 w 1117"/>
                <a:gd name="T9" fmla="*/ 2147483647 h 617"/>
                <a:gd name="T10" fmla="*/ 2147483647 w 1117"/>
                <a:gd name="T11" fmla="*/ 2147483647 h 617"/>
                <a:gd name="T12" fmla="*/ 2147483647 w 1117"/>
                <a:gd name="T13" fmla="*/ 2147483647 h 617"/>
                <a:gd name="T14" fmla="*/ 2147483647 w 1117"/>
                <a:gd name="T15" fmla="*/ 2147483647 h 617"/>
                <a:gd name="T16" fmla="*/ 2147483647 w 1117"/>
                <a:gd name="T17" fmla="*/ 2147483647 h 617"/>
                <a:gd name="T18" fmla="*/ 2147483647 w 1117"/>
                <a:gd name="T19" fmla="*/ 2147483647 h 617"/>
                <a:gd name="T20" fmla="*/ 2147483647 w 1117"/>
                <a:gd name="T21" fmla="*/ 2147483647 h 617"/>
                <a:gd name="T22" fmla="*/ 2147483647 w 1117"/>
                <a:gd name="T23" fmla="*/ 2147483647 h 6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7" h="617">
                  <a:moveTo>
                    <a:pt x="439" y="97"/>
                  </a:moveTo>
                  <a:cubicBezTo>
                    <a:pt x="358" y="85"/>
                    <a:pt x="269" y="23"/>
                    <a:pt x="205" y="19"/>
                  </a:cubicBezTo>
                  <a:cubicBezTo>
                    <a:pt x="141" y="15"/>
                    <a:pt x="89" y="0"/>
                    <a:pt x="55" y="73"/>
                  </a:cubicBezTo>
                  <a:cubicBezTo>
                    <a:pt x="21" y="146"/>
                    <a:pt x="0" y="371"/>
                    <a:pt x="4" y="456"/>
                  </a:cubicBezTo>
                  <a:cubicBezTo>
                    <a:pt x="8" y="541"/>
                    <a:pt x="3" y="560"/>
                    <a:pt x="77" y="582"/>
                  </a:cubicBezTo>
                  <a:cubicBezTo>
                    <a:pt x="152" y="604"/>
                    <a:pt x="350" y="582"/>
                    <a:pt x="451" y="587"/>
                  </a:cubicBezTo>
                  <a:cubicBezTo>
                    <a:pt x="552" y="592"/>
                    <a:pt x="606" y="617"/>
                    <a:pt x="685" y="613"/>
                  </a:cubicBezTo>
                  <a:cubicBezTo>
                    <a:pt x="764" y="609"/>
                    <a:pt x="856" y="612"/>
                    <a:pt x="925" y="565"/>
                  </a:cubicBezTo>
                  <a:cubicBezTo>
                    <a:pt x="994" y="518"/>
                    <a:pt x="1081" y="401"/>
                    <a:pt x="1099" y="330"/>
                  </a:cubicBezTo>
                  <a:cubicBezTo>
                    <a:pt x="1117" y="259"/>
                    <a:pt x="1104" y="178"/>
                    <a:pt x="1036" y="138"/>
                  </a:cubicBezTo>
                  <a:cubicBezTo>
                    <a:pt x="968" y="98"/>
                    <a:pt x="790" y="98"/>
                    <a:pt x="691" y="91"/>
                  </a:cubicBezTo>
                  <a:cubicBezTo>
                    <a:pt x="592" y="84"/>
                    <a:pt x="520" y="109"/>
                    <a:pt x="439" y="9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8" name="Text Box 8"/>
            <p:cNvSpPr txBox="1">
              <a:spLocks noChangeArrowheads="1"/>
            </p:cNvSpPr>
            <p:nvPr/>
          </p:nvSpPr>
          <p:spPr bwMode="auto">
            <a:xfrm>
              <a:off x="5604943" y="3294063"/>
              <a:ext cx="1787243" cy="9848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ja-JP" altLang="en-US" sz="1050"/>
                <a:t>“</a:t>
              </a:r>
              <a:r>
                <a:rPr lang="en-US" altLang="ja-JP" sz="1050"/>
                <a:t>Send me anything</a:t>
              </a:r>
            </a:p>
            <a:p>
              <a:r>
                <a:rPr lang="en-US" altLang="zh-CN" sz="1050"/>
                <a:t>with addresses </a:t>
              </a:r>
            </a:p>
            <a:p>
              <a:r>
                <a:rPr lang="en-US" altLang="zh-CN" sz="1050"/>
                <a:t>beginning </a:t>
              </a:r>
            </a:p>
            <a:p>
              <a:r>
                <a:rPr lang="en-US" altLang="zh-CN" sz="1050"/>
                <a:t>200.23.16.0/20</a:t>
              </a:r>
              <a:r>
                <a:rPr lang="ja-JP" altLang="en-US" sz="1050"/>
                <a:t>”</a:t>
              </a:r>
              <a:endParaRPr lang="en-US" altLang="zh-CN" sz="1050"/>
            </a:p>
          </p:txBody>
        </p:sp>
        <p:grpSp>
          <p:nvGrpSpPr>
            <p:cNvPr id="20" name="Group 9"/>
            <p:cNvGrpSpPr/>
            <p:nvPr/>
          </p:nvGrpSpPr>
          <p:grpSpPr bwMode="auto">
            <a:xfrm>
              <a:off x="956742" y="2760660"/>
              <a:ext cx="2338388" cy="409574"/>
              <a:chOff x="1004" y="1639"/>
              <a:chExt cx="1473" cy="258"/>
            </a:xfrm>
          </p:grpSpPr>
          <p:sp>
            <p:nvSpPr>
              <p:cNvPr id="21" name="Freeform 10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" name="Text Box 11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200.23.16.0/23</a:t>
                </a:r>
                <a:endParaRPr lang="en-US" altLang="zh-CN" sz="1350"/>
              </a:p>
            </p:txBody>
          </p:sp>
        </p:grpSp>
        <p:grpSp>
          <p:nvGrpSpPr>
            <p:cNvPr id="23" name="Group 12"/>
            <p:cNvGrpSpPr/>
            <p:nvPr/>
          </p:nvGrpSpPr>
          <p:grpSpPr bwMode="auto">
            <a:xfrm>
              <a:off x="985317" y="3351210"/>
              <a:ext cx="2338388" cy="409574"/>
              <a:chOff x="1004" y="1639"/>
              <a:chExt cx="1473" cy="258"/>
            </a:xfrm>
          </p:grpSpPr>
          <p:sp>
            <p:nvSpPr>
              <p:cNvPr id="24" name="Freeform 13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5" name="Text Box 14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200.23.18.0/23</a:t>
                </a:r>
                <a:endParaRPr lang="en-US" altLang="zh-CN" sz="1350"/>
              </a:p>
            </p:txBody>
          </p:sp>
        </p:grpSp>
        <p:grpSp>
          <p:nvGrpSpPr>
            <p:cNvPr id="26" name="Group 15"/>
            <p:cNvGrpSpPr/>
            <p:nvPr/>
          </p:nvGrpSpPr>
          <p:grpSpPr bwMode="auto">
            <a:xfrm>
              <a:off x="899592" y="4770435"/>
              <a:ext cx="2338388" cy="409574"/>
              <a:chOff x="1004" y="1639"/>
              <a:chExt cx="1473" cy="258"/>
            </a:xfrm>
          </p:grpSpPr>
          <p:sp>
            <p:nvSpPr>
              <p:cNvPr id="27" name="Freeform 16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8" name="Text Box 17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200.23.30.0/23</a:t>
                </a:r>
                <a:endParaRPr lang="en-US" altLang="zh-CN" sz="1350"/>
              </a:p>
            </p:txBody>
          </p:sp>
        </p:grpSp>
        <p:sp>
          <p:nvSpPr>
            <p:cNvPr id="29" name="Text Box 18"/>
            <p:cNvSpPr txBox="1">
              <a:spLocks noChangeArrowheads="1"/>
            </p:cNvSpPr>
            <p:nvPr/>
          </p:nvSpPr>
          <p:spPr bwMode="auto">
            <a:xfrm>
              <a:off x="3804717" y="3998913"/>
              <a:ext cx="158419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050" dirty="0"/>
                <a:t>Fly-By-Night-ISP</a:t>
              </a:r>
              <a:endParaRPr lang="en-US" altLang="zh-CN" sz="1350" dirty="0"/>
            </a:p>
          </p:txBody>
        </p:sp>
        <p:sp>
          <p:nvSpPr>
            <p:cNvPr id="30" name="Freeform 19"/>
            <p:cNvSpPr/>
            <p:nvPr/>
          </p:nvSpPr>
          <p:spPr bwMode="auto">
            <a:xfrm>
              <a:off x="7367067" y="3095625"/>
              <a:ext cx="1444625" cy="2714625"/>
            </a:xfrm>
            <a:custGeom>
              <a:avLst/>
              <a:gdLst>
                <a:gd name="T0" fmla="*/ 2147483647 w 910"/>
                <a:gd name="T1" fmla="*/ 2147483647 h 1710"/>
                <a:gd name="T2" fmla="*/ 2147483647 w 910"/>
                <a:gd name="T3" fmla="*/ 2147483647 h 1710"/>
                <a:gd name="T4" fmla="*/ 2147483647 w 910"/>
                <a:gd name="T5" fmla="*/ 2147483647 h 1710"/>
                <a:gd name="T6" fmla="*/ 2147483647 w 910"/>
                <a:gd name="T7" fmla="*/ 2147483647 h 1710"/>
                <a:gd name="T8" fmla="*/ 2147483647 w 910"/>
                <a:gd name="T9" fmla="*/ 2147483647 h 1710"/>
                <a:gd name="T10" fmla="*/ 2147483647 w 910"/>
                <a:gd name="T11" fmla="*/ 2147483647 h 1710"/>
                <a:gd name="T12" fmla="*/ 2147483647 w 910"/>
                <a:gd name="T13" fmla="*/ 2147483647 h 1710"/>
                <a:gd name="T14" fmla="*/ 2147483647 w 910"/>
                <a:gd name="T15" fmla="*/ 2147483647 h 1710"/>
                <a:gd name="T16" fmla="*/ 2147483647 w 910"/>
                <a:gd name="T17" fmla="*/ 2147483647 h 1710"/>
                <a:gd name="T18" fmla="*/ 2147483647 w 910"/>
                <a:gd name="T19" fmla="*/ 2147483647 h 1710"/>
                <a:gd name="T20" fmla="*/ 2147483647 w 910"/>
                <a:gd name="T21" fmla="*/ 2147483647 h 1710"/>
                <a:gd name="T22" fmla="*/ 2147483647 w 910"/>
                <a:gd name="T23" fmla="*/ 2147483647 h 171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10" h="1710">
                  <a:moveTo>
                    <a:pt x="766" y="38"/>
                  </a:moveTo>
                  <a:cubicBezTo>
                    <a:pt x="714" y="0"/>
                    <a:pt x="520" y="186"/>
                    <a:pt x="411" y="282"/>
                  </a:cubicBezTo>
                  <a:cubicBezTo>
                    <a:pt x="302" y="378"/>
                    <a:pt x="180" y="490"/>
                    <a:pt x="115" y="611"/>
                  </a:cubicBezTo>
                  <a:cubicBezTo>
                    <a:pt x="49" y="732"/>
                    <a:pt x="0" y="907"/>
                    <a:pt x="14" y="1008"/>
                  </a:cubicBezTo>
                  <a:cubicBezTo>
                    <a:pt x="28" y="1108"/>
                    <a:pt x="127" y="1139"/>
                    <a:pt x="198" y="1214"/>
                  </a:cubicBezTo>
                  <a:cubicBezTo>
                    <a:pt x="269" y="1288"/>
                    <a:pt x="328" y="1380"/>
                    <a:pt x="435" y="1456"/>
                  </a:cubicBezTo>
                  <a:cubicBezTo>
                    <a:pt x="542" y="1533"/>
                    <a:pt x="768" y="1710"/>
                    <a:pt x="839" y="1674"/>
                  </a:cubicBezTo>
                  <a:cubicBezTo>
                    <a:pt x="910" y="1638"/>
                    <a:pt x="863" y="1328"/>
                    <a:pt x="863" y="1239"/>
                  </a:cubicBezTo>
                  <a:cubicBezTo>
                    <a:pt x="863" y="1150"/>
                    <a:pt x="868" y="1189"/>
                    <a:pt x="839" y="1139"/>
                  </a:cubicBezTo>
                  <a:cubicBezTo>
                    <a:pt x="809" y="1090"/>
                    <a:pt x="703" y="1045"/>
                    <a:pt x="684" y="940"/>
                  </a:cubicBezTo>
                  <a:cubicBezTo>
                    <a:pt x="665" y="835"/>
                    <a:pt x="710" y="659"/>
                    <a:pt x="724" y="509"/>
                  </a:cubicBezTo>
                  <a:cubicBezTo>
                    <a:pt x="738" y="359"/>
                    <a:pt x="818" y="76"/>
                    <a:pt x="766" y="38"/>
                  </a:cubicBezTo>
                  <a:close/>
                </a:path>
              </a:pathLst>
            </a:custGeom>
            <a:gradFill rotWithShape="1">
              <a:gsLst>
                <a:gs pos="0">
                  <a:srgbClr val="66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1" name="Text Box 20"/>
            <p:cNvSpPr txBox="1">
              <a:spLocks noChangeArrowheads="1"/>
            </p:cNvSpPr>
            <p:nvPr/>
          </p:nvSpPr>
          <p:spPr bwMode="auto">
            <a:xfrm>
              <a:off x="956743" y="2503488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0</a:t>
              </a:r>
            </a:p>
          </p:txBody>
        </p:sp>
        <p:sp>
          <p:nvSpPr>
            <p:cNvPr id="32" name="Text Box 21"/>
            <p:cNvSpPr txBox="1">
              <a:spLocks noChangeArrowheads="1"/>
            </p:cNvSpPr>
            <p:nvPr/>
          </p:nvSpPr>
          <p:spPr bwMode="auto">
            <a:xfrm>
              <a:off x="985317" y="4513262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7</a:t>
              </a:r>
            </a:p>
          </p:txBody>
        </p:sp>
        <p:sp>
          <p:nvSpPr>
            <p:cNvPr id="33" name="Text Box 22"/>
            <p:cNvSpPr txBox="1">
              <a:spLocks noChangeArrowheads="1"/>
            </p:cNvSpPr>
            <p:nvPr/>
          </p:nvSpPr>
          <p:spPr bwMode="auto">
            <a:xfrm>
              <a:off x="7605192" y="4322763"/>
              <a:ext cx="85536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Internet</a:t>
              </a:r>
            </a:p>
          </p:txBody>
        </p:sp>
        <p:sp>
          <p:nvSpPr>
            <p:cNvPr id="34" name="Text Box 23"/>
            <p:cNvSpPr txBox="1">
              <a:spLocks noChangeArrowheads="1"/>
            </p:cNvSpPr>
            <p:nvPr/>
          </p:nvSpPr>
          <p:spPr bwMode="auto">
            <a:xfrm>
              <a:off x="966267" y="3151188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1</a:t>
              </a:r>
            </a:p>
          </p:txBody>
        </p:sp>
        <p:sp>
          <p:nvSpPr>
            <p:cNvPr id="35" name="Freeform 24"/>
            <p:cNvSpPr/>
            <p:nvPr/>
          </p:nvSpPr>
          <p:spPr bwMode="auto">
            <a:xfrm>
              <a:off x="3714230" y="4881563"/>
              <a:ext cx="1773237" cy="979487"/>
            </a:xfrm>
            <a:custGeom>
              <a:avLst/>
              <a:gdLst>
                <a:gd name="T0" fmla="*/ 2147483647 w 1117"/>
                <a:gd name="T1" fmla="*/ 2147483647 h 617"/>
                <a:gd name="T2" fmla="*/ 2147483647 w 1117"/>
                <a:gd name="T3" fmla="*/ 2147483647 h 617"/>
                <a:gd name="T4" fmla="*/ 2147483647 w 1117"/>
                <a:gd name="T5" fmla="*/ 2147483647 h 617"/>
                <a:gd name="T6" fmla="*/ 2147483647 w 1117"/>
                <a:gd name="T7" fmla="*/ 2147483647 h 617"/>
                <a:gd name="T8" fmla="*/ 2147483647 w 1117"/>
                <a:gd name="T9" fmla="*/ 2147483647 h 617"/>
                <a:gd name="T10" fmla="*/ 2147483647 w 1117"/>
                <a:gd name="T11" fmla="*/ 2147483647 h 617"/>
                <a:gd name="T12" fmla="*/ 2147483647 w 1117"/>
                <a:gd name="T13" fmla="*/ 2147483647 h 617"/>
                <a:gd name="T14" fmla="*/ 2147483647 w 1117"/>
                <a:gd name="T15" fmla="*/ 2147483647 h 617"/>
                <a:gd name="T16" fmla="*/ 2147483647 w 1117"/>
                <a:gd name="T17" fmla="*/ 2147483647 h 617"/>
                <a:gd name="T18" fmla="*/ 2147483647 w 1117"/>
                <a:gd name="T19" fmla="*/ 2147483647 h 617"/>
                <a:gd name="T20" fmla="*/ 2147483647 w 1117"/>
                <a:gd name="T21" fmla="*/ 2147483647 h 617"/>
                <a:gd name="T22" fmla="*/ 2147483647 w 1117"/>
                <a:gd name="T23" fmla="*/ 2147483647 h 61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17" h="617">
                  <a:moveTo>
                    <a:pt x="439" y="97"/>
                  </a:moveTo>
                  <a:cubicBezTo>
                    <a:pt x="358" y="85"/>
                    <a:pt x="269" y="23"/>
                    <a:pt x="205" y="19"/>
                  </a:cubicBezTo>
                  <a:cubicBezTo>
                    <a:pt x="141" y="15"/>
                    <a:pt x="89" y="0"/>
                    <a:pt x="55" y="73"/>
                  </a:cubicBezTo>
                  <a:cubicBezTo>
                    <a:pt x="21" y="146"/>
                    <a:pt x="0" y="371"/>
                    <a:pt x="4" y="456"/>
                  </a:cubicBezTo>
                  <a:cubicBezTo>
                    <a:pt x="8" y="541"/>
                    <a:pt x="3" y="560"/>
                    <a:pt x="77" y="582"/>
                  </a:cubicBezTo>
                  <a:cubicBezTo>
                    <a:pt x="152" y="604"/>
                    <a:pt x="350" y="582"/>
                    <a:pt x="451" y="587"/>
                  </a:cubicBezTo>
                  <a:cubicBezTo>
                    <a:pt x="552" y="592"/>
                    <a:pt x="606" y="617"/>
                    <a:pt x="685" y="613"/>
                  </a:cubicBezTo>
                  <a:cubicBezTo>
                    <a:pt x="764" y="609"/>
                    <a:pt x="856" y="612"/>
                    <a:pt x="925" y="565"/>
                  </a:cubicBezTo>
                  <a:cubicBezTo>
                    <a:pt x="994" y="518"/>
                    <a:pt x="1081" y="401"/>
                    <a:pt x="1099" y="330"/>
                  </a:cubicBezTo>
                  <a:cubicBezTo>
                    <a:pt x="1117" y="259"/>
                    <a:pt x="1104" y="178"/>
                    <a:pt x="1036" y="138"/>
                  </a:cubicBezTo>
                  <a:cubicBezTo>
                    <a:pt x="968" y="98"/>
                    <a:pt x="790" y="98"/>
                    <a:pt x="691" y="91"/>
                  </a:cubicBezTo>
                  <a:cubicBezTo>
                    <a:pt x="592" y="84"/>
                    <a:pt x="520" y="109"/>
                    <a:pt x="439" y="97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6" name="Text Box 25"/>
            <p:cNvSpPr txBox="1">
              <a:spLocks noChangeArrowheads="1"/>
            </p:cNvSpPr>
            <p:nvPr/>
          </p:nvSpPr>
          <p:spPr bwMode="auto">
            <a:xfrm>
              <a:off x="4014267" y="5256213"/>
              <a:ext cx="1094745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050"/>
                <a:t>ISPs-R-Us</a:t>
              </a:r>
              <a:endParaRPr lang="en-US" altLang="zh-CN" sz="1350"/>
            </a:p>
          </p:txBody>
        </p:sp>
        <p:sp>
          <p:nvSpPr>
            <p:cNvPr id="37" name="Freeform 26"/>
            <p:cNvSpPr/>
            <p:nvPr/>
          </p:nvSpPr>
          <p:spPr bwMode="auto">
            <a:xfrm flipV="1">
              <a:off x="5439842" y="4902200"/>
              <a:ext cx="2019300" cy="295275"/>
            </a:xfrm>
            <a:custGeom>
              <a:avLst/>
              <a:gdLst>
                <a:gd name="T0" fmla="*/ 0 w 1272"/>
                <a:gd name="T1" fmla="*/ 0 h 186"/>
                <a:gd name="T2" fmla="*/ 2147483647 w 1272"/>
                <a:gd name="T3" fmla="*/ 2147483647 h 1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72" h="186">
                  <a:moveTo>
                    <a:pt x="0" y="0"/>
                  </a:moveTo>
                  <a:lnTo>
                    <a:pt x="1272" y="186"/>
                  </a:ln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8" name="Line 27"/>
            <p:cNvSpPr>
              <a:spLocks noChangeShapeType="1"/>
            </p:cNvSpPr>
            <p:nvPr/>
          </p:nvSpPr>
          <p:spPr bwMode="auto">
            <a:xfrm>
              <a:off x="3230042" y="5445125"/>
              <a:ext cx="4857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39" name="Line 28"/>
            <p:cNvSpPr>
              <a:spLocks noChangeShapeType="1"/>
            </p:cNvSpPr>
            <p:nvPr/>
          </p:nvSpPr>
          <p:spPr bwMode="auto">
            <a:xfrm flipV="1">
              <a:off x="3077642" y="5511800"/>
              <a:ext cx="638175" cy="1714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40" name="Line 29"/>
            <p:cNvSpPr>
              <a:spLocks noChangeShapeType="1"/>
            </p:cNvSpPr>
            <p:nvPr/>
          </p:nvSpPr>
          <p:spPr bwMode="auto">
            <a:xfrm flipV="1">
              <a:off x="3515792" y="5759450"/>
              <a:ext cx="247650" cy="4095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41" name="Text Box 30"/>
            <p:cNvSpPr txBox="1">
              <a:spLocks noChangeArrowheads="1"/>
            </p:cNvSpPr>
            <p:nvPr/>
          </p:nvSpPr>
          <p:spPr bwMode="auto">
            <a:xfrm>
              <a:off x="5728767" y="5151438"/>
              <a:ext cx="1787243" cy="98488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ja-JP" altLang="en-US" sz="1050"/>
                <a:t>“</a:t>
              </a:r>
              <a:r>
                <a:rPr lang="en-US" altLang="ja-JP" sz="1050"/>
                <a:t>Send me anything</a:t>
              </a:r>
            </a:p>
            <a:p>
              <a:r>
                <a:rPr lang="en-US" altLang="zh-CN" sz="1050"/>
                <a:t>with addresses </a:t>
              </a:r>
            </a:p>
            <a:p>
              <a:r>
                <a:rPr lang="en-US" altLang="zh-CN" sz="1050"/>
                <a:t>beginning </a:t>
              </a:r>
            </a:p>
            <a:p>
              <a:r>
                <a:rPr lang="en-US" altLang="zh-CN" sz="1050"/>
                <a:t>199.31.0.0/16</a:t>
              </a:r>
              <a:r>
                <a:rPr lang="ja-JP" altLang="en-US" sz="1050"/>
                <a:t>”</a:t>
              </a:r>
              <a:endParaRPr lang="en-US" altLang="zh-CN" sz="1050"/>
            </a:p>
          </p:txBody>
        </p:sp>
        <p:grpSp>
          <p:nvGrpSpPr>
            <p:cNvPr id="42" name="Group 31"/>
            <p:cNvGrpSpPr/>
            <p:nvPr/>
          </p:nvGrpSpPr>
          <p:grpSpPr bwMode="auto">
            <a:xfrm>
              <a:off x="1004367" y="3941760"/>
              <a:ext cx="2338388" cy="409574"/>
              <a:chOff x="1004" y="1639"/>
              <a:chExt cx="1473" cy="258"/>
            </a:xfrm>
          </p:grpSpPr>
          <p:sp>
            <p:nvSpPr>
              <p:cNvPr id="43" name="Freeform 32"/>
              <p:cNvSpPr/>
              <p:nvPr/>
            </p:nvSpPr>
            <p:spPr bwMode="auto">
              <a:xfrm>
                <a:off x="1004" y="1639"/>
                <a:ext cx="1473" cy="255"/>
              </a:xfrm>
              <a:custGeom>
                <a:avLst/>
                <a:gdLst>
                  <a:gd name="T0" fmla="*/ 172 w 1473"/>
                  <a:gd name="T1" fmla="*/ 11 h 255"/>
                  <a:gd name="T2" fmla="*/ 73 w 1473"/>
                  <a:gd name="T3" fmla="*/ 94 h 255"/>
                  <a:gd name="T4" fmla="*/ 146 w 1473"/>
                  <a:gd name="T5" fmla="*/ 220 h 255"/>
                  <a:gd name="T6" fmla="*/ 520 w 1473"/>
                  <a:gd name="T7" fmla="*/ 225 h 255"/>
                  <a:gd name="T8" fmla="*/ 754 w 1473"/>
                  <a:gd name="T9" fmla="*/ 251 h 255"/>
                  <a:gd name="T10" fmla="*/ 1306 w 1473"/>
                  <a:gd name="T11" fmla="*/ 203 h 255"/>
                  <a:gd name="T12" fmla="*/ 1360 w 1473"/>
                  <a:gd name="T13" fmla="*/ 29 h 255"/>
                  <a:gd name="T14" fmla="*/ 628 w 1473"/>
                  <a:gd name="T15" fmla="*/ 29 h 255"/>
                  <a:gd name="T16" fmla="*/ 172 w 1473"/>
                  <a:gd name="T17" fmla="*/ 11 h 25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73" h="255">
                    <a:moveTo>
                      <a:pt x="172" y="11"/>
                    </a:moveTo>
                    <a:cubicBezTo>
                      <a:pt x="0" y="64"/>
                      <a:pt x="77" y="59"/>
                      <a:pt x="73" y="94"/>
                    </a:cubicBezTo>
                    <a:cubicBezTo>
                      <a:pt x="69" y="129"/>
                      <a:pt x="72" y="198"/>
                      <a:pt x="146" y="220"/>
                    </a:cubicBezTo>
                    <a:cubicBezTo>
                      <a:pt x="221" y="242"/>
                      <a:pt x="419" y="220"/>
                      <a:pt x="520" y="225"/>
                    </a:cubicBezTo>
                    <a:cubicBezTo>
                      <a:pt x="621" y="230"/>
                      <a:pt x="623" y="255"/>
                      <a:pt x="754" y="251"/>
                    </a:cubicBezTo>
                    <a:cubicBezTo>
                      <a:pt x="885" y="247"/>
                      <a:pt x="1205" y="240"/>
                      <a:pt x="1306" y="203"/>
                    </a:cubicBezTo>
                    <a:cubicBezTo>
                      <a:pt x="1407" y="166"/>
                      <a:pt x="1473" y="58"/>
                      <a:pt x="1360" y="29"/>
                    </a:cubicBezTo>
                    <a:cubicBezTo>
                      <a:pt x="1247" y="0"/>
                      <a:pt x="826" y="32"/>
                      <a:pt x="628" y="29"/>
                    </a:cubicBezTo>
                    <a:cubicBezTo>
                      <a:pt x="430" y="26"/>
                      <a:pt x="267" y="15"/>
                      <a:pt x="172" y="11"/>
                    </a:cubicBezTo>
                    <a:close/>
                  </a:path>
                </a:pathLst>
              </a:custGeom>
              <a:solidFill>
                <a:srgbClr val="66CC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44" name="Text Box 33"/>
              <p:cNvSpPr txBox="1">
                <a:spLocks noChangeArrowheads="1"/>
              </p:cNvSpPr>
              <p:nvPr/>
            </p:nvSpPr>
            <p:spPr bwMode="auto">
              <a:xfrm>
                <a:off x="1226" y="1664"/>
                <a:ext cx="1014" cy="233"/>
              </a:xfrm>
              <a:prstGeom prst="rect">
                <a:avLst/>
              </a:prstGeom>
              <a:solidFill>
                <a:srgbClr val="66CCFF"/>
              </a:solidFill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200"/>
                  <a:t>200.23.20.0/23</a:t>
                </a:r>
                <a:endParaRPr lang="en-US" altLang="zh-CN" sz="1350"/>
              </a:p>
            </p:txBody>
          </p:sp>
        </p:grpSp>
        <p:sp>
          <p:nvSpPr>
            <p:cNvPr id="45" name="Text Box 34"/>
            <p:cNvSpPr txBox="1">
              <a:spLocks noChangeArrowheads="1"/>
            </p:cNvSpPr>
            <p:nvPr/>
          </p:nvSpPr>
          <p:spPr bwMode="auto">
            <a:xfrm>
              <a:off x="985317" y="3741739"/>
              <a:ext cx="1417483" cy="338555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1050"/>
                <a:t>Organization 2</a:t>
              </a:r>
            </a:p>
          </p:txBody>
        </p:sp>
        <p:grpSp>
          <p:nvGrpSpPr>
            <p:cNvPr id="46" name="Group 35"/>
            <p:cNvGrpSpPr/>
            <p:nvPr/>
          </p:nvGrpSpPr>
          <p:grpSpPr bwMode="auto">
            <a:xfrm>
              <a:off x="2353742" y="4198941"/>
              <a:ext cx="320675" cy="696913"/>
              <a:chOff x="870" y="2941"/>
              <a:chExt cx="202" cy="439"/>
            </a:xfrm>
          </p:grpSpPr>
          <p:sp>
            <p:nvSpPr>
              <p:cNvPr id="47" name="Text Box 36"/>
              <p:cNvSpPr txBox="1">
                <a:spLocks noChangeArrowheads="1"/>
              </p:cNvSpPr>
              <p:nvPr/>
            </p:nvSpPr>
            <p:spPr bwMode="auto">
              <a:xfrm>
                <a:off x="872" y="2941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48" name="Text Box 37"/>
              <p:cNvSpPr txBox="1">
                <a:spLocks noChangeArrowheads="1"/>
              </p:cNvSpPr>
              <p:nvPr/>
            </p:nvSpPr>
            <p:spPr bwMode="auto">
              <a:xfrm>
                <a:off x="870" y="3026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49" name="Text Box 38"/>
              <p:cNvSpPr txBox="1">
                <a:spLocks noChangeArrowheads="1"/>
              </p:cNvSpPr>
              <p:nvPr/>
            </p:nvSpPr>
            <p:spPr bwMode="auto">
              <a:xfrm>
                <a:off x="871" y="3109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</p:grpSp>
        <p:grpSp>
          <p:nvGrpSpPr>
            <p:cNvPr id="50" name="Group 39"/>
            <p:cNvGrpSpPr/>
            <p:nvPr/>
          </p:nvGrpSpPr>
          <p:grpSpPr bwMode="auto">
            <a:xfrm>
              <a:off x="3382442" y="3903666"/>
              <a:ext cx="320675" cy="696913"/>
              <a:chOff x="870" y="2941"/>
              <a:chExt cx="202" cy="439"/>
            </a:xfrm>
          </p:grpSpPr>
          <p:sp>
            <p:nvSpPr>
              <p:cNvPr id="51" name="Text Box 40"/>
              <p:cNvSpPr txBox="1">
                <a:spLocks noChangeArrowheads="1"/>
              </p:cNvSpPr>
              <p:nvPr/>
            </p:nvSpPr>
            <p:spPr bwMode="auto">
              <a:xfrm>
                <a:off x="872" y="2941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52" name="Text Box 41"/>
              <p:cNvSpPr txBox="1">
                <a:spLocks noChangeArrowheads="1"/>
              </p:cNvSpPr>
              <p:nvPr/>
            </p:nvSpPr>
            <p:spPr bwMode="auto">
              <a:xfrm>
                <a:off x="870" y="3026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  <p:sp>
            <p:nvSpPr>
              <p:cNvPr id="53" name="Text Box 42"/>
              <p:cNvSpPr txBox="1">
                <a:spLocks noChangeArrowheads="1"/>
              </p:cNvSpPr>
              <p:nvPr/>
            </p:nvSpPr>
            <p:spPr bwMode="auto">
              <a:xfrm>
                <a:off x="871" y="3109"/>
                <a:ext cx="200" cy="2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r>
                  <a:rPr lang="en-US" altLang="zh-CN" sz="1500" b="1"/>
                  <a:t>.</a:t>
                </a:r>
                <a:endParaRPr lang="en-US" altLang="zh-CN" sz="1500"/>
              </a:p>
            </p:txBody>
          </p:sp>
        </p:grpSp>
      </p:grpSp>
      <p:sp>
        <p:nvSpPr>
          <p:cNvPr id="54" name="灯片编号占位符 2">
            <a:extLst>
              <a:ext uri="{FF2B5EF4-FFF2-40B4-BE49-F238E27FC236}">
                <a16:creationId xmlns:a16="http://schemas.microsoft.com/office/drawing/2014/main" id="{26ECD420-E726-4701-BAB4-F8E48DB76B7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35</a:t>
            </a:fld>
            <a:endParaRPr lang="en-US" altLang="zh-CN" dirty="0"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2BB37A6D-4FB6-405E-8759-D2AF4960AA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分层编址的优点：路由聚集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sp>
        <p:nvSpPr>
          <p:cNvPr id="13" name="Freeform 3"/>
          <p:cNvSpPr/>
          <p:nvPr/>
        </p:nvSpPr>
        <p:spPr bwMode="auto">
          <a:xfrm>
            <a:off x="5172875" y="3340100"/>
            <a:ext cx="1514475" cy="221456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4" name="Line 4"/>
          <p:cNvSpPr>
            <a:spLocks noChangeShapeType="1"/>
          </p:cNvSpPr>
          <p:nvPr/>
        </p:nvSpPr>
        <p:spPr bwMode="auto">
          <a:xfrm flipV="1">
            <a:off x="3415513" y="3547268"/>
            <a:ext cx="671513" cy="3429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5" name="Line 5"/>
          <p:cNvSpPr>
            <a:spLocks noChangeShapeType="1"/>
          </p:cNvSpPr>
          <p:nvPr/>
        </p:nvSpPr>
        <p:spPr bwMode="auto">
          <a:xfrm>
            <a:off x="3436945" y="3075781"/>
            <a:ext cx="564356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6" name="Line 6"/>
          <p:cNvSpPr>
            <a:spLocks noChangeShapeType="1"/>
          </p:cNvSpPr>
          <p:nvPr/>
        </p:nvSpPr>
        <p:spPr bwMode="auto">
          <a:xfrm>
            <a:off x="3486951" y="2489993"/>
            <a:ext cx="635794" cy="5715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17" name="Freeform 7"/>
          <p:cNvSpPr/>
          <p:nvPr/>
        </p:nvSpPr>
        <p:spPr bwMode="auto">
          <a:xfrm>
            <a:off x="3971535" y="2924572"/>
            <a:ext cx="1329928" cy="734615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5346707" y="2719784"/>
            <a:ext cx="1340432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050" dirty="0"/>
              <a:t>“</a:t>
            </a:r>
            <a:r>
              <a:rPr lang="en-US" altLang="ja-JP" sz="1050" dirty="0"/>
              <a:t>Send me anything</a:t>
            </a:r>
          </a:p>
          <a:p>
            <a:r>
              <a:rPr lang="en-US" altLang="zh-CN" sz="1050" dirty="0"/>
              <a:t>with addresses </a:t>
            </a:r>
          </a:p>
          <a:p>
            <a:r>
              <a:rPr lang="en-US" altLang="zh-CN" sz="1050" dirty="0"/>
              <a:t>beginning </a:t>
            </a:r>
          </a:p>
          <a:p>
            <a:r>
              <a:rPr lang="en-US" altLang="zh-CN" sz="1050" dirty="0">
                <a:solidFill>
                  <a:srgbClr val="FF0000"/>
                </a:solidFill>
              </a:rPr>
              <a:t>200.23.16.0/20</a:t>
            </a:r>
            <a:r>
              <a:rPr lang="ja-JP" altLang="en-US" sz="1050" dirty="0">
                <a:solidFill>
                  <a:srgbClr val="FF0000"/>
                </a:solidFill>
              </a:rPr>
              <a:t>”</a:t>
            </a:r>
            <a:endParaRPr lang="en-US" altLang="zh-CN" sz="1050" dirty="0">
              <a:solidFill>
                <a:srgbClr val="FF0000"/>
              </a:solidFill>
            </a:endParaRPr>
          </a:p>
        </p:txBody>
      </p:sp>
      <p:grpSp>
        <p:nvGrpSpPr>
          <p:cNvPr id="20" name="Group 9"/>
          <p:cNvGrpSpPr/>
          <p:nvPr/>
        </p:nvGrpSpPr>
        <p:grpSpPr bwMode="auto">
          <a:xfrm>
            <a:off x="1860557" y="2319735"/>
            <a:ext cx="1753791" cy="307181"/>
            <a:chOff x="1004" y="1639"/>
            <a:chExt cx="1473" cy="258"/>
          </a:xfrm>
        </p:grpSpPr>
        <p:sp>
          <p:nvSpPr>
            <p:cNvPr id="21" name="Freeform 10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2" name="Text Box 11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200.23.16.0/23</a:t>
              </a:r>
              <a:endParaRPr lang="en-US" altLang="zh-CN" sz="1350"/>
            </a:p>
          </p:txBody>
        </p:sp>
      </p:grpSp>
      <p:grpSp>
        <p:nvGrpSpPr>
          <p:cNvPr id="23" name="Group 12"/>
          <p:cNvGrpSpPr/>
          <p:nvPr/>
        </p:nvGrpSpPr>
        <p:grpSpPr bwMode="auto">
          <a:xfrm>
            <a:off x="1881988" y="2762648"/>
            <a:ext cx="1753791" cy="307181"/>
            <a:chOff x="1004" y="1639"/>
            <a:chExt cx="1473" cy="258"/>
          </a:xfrm>
        </p:grpSpPr>
        <p:sp>
          <p:nvSpPr>
            <p:cNvPr id="24" name="Freeform 13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5" name="Text Box 14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200.23.18.0/23</a:t>
              </a:r>
              <a:endParaRPr lang="en-US" altLang="zh-CN" sz="1350"/>
            </a:p>
          </p:txBody>
        </p:sp>
      </p:grpSp>
      <p:grpSp>
        <p:nvGrpSpPr>
          <p:cNvPr id="26" name="Group 15"/>
          <p:cNvGrpSpPr/>
          <p:nvPr/>
        </p:nvGrpSpPr>
        <p:grpSpPr bwMode="auto">
          <a:xfrm>
            <a:off x="1817694" y="3827067"/>
            <a:ext cx="1753791" cy="307181"/>
            <a:chOff x="1004" y="1639"/>
            <a:chExt cx="1473" cy="258"/>
          </a:xfrm>
        </p:grpSpPr>
        <p:sp>
          <p:nvSpPr>
            <p:cNvPr id="27" name="Freeform 16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28" name="Text Box 17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200.23.30.0/23</a:t>
              </a:r>
              <a:endParaRPr lang="en-US" altLang="zh-CN" sz="1350"/>
            </a:p>
          </p:txBody>
        </p:sp>
      </p:grpSp>
      <p:sp>
        <p:nvSpPr>
          <p:cNvPr id="29" name="Text Box 18"/>
          <p:cNvSpPr txBox="1">
            <a:spLocks noChangeArrowheads="1"/>
          </p:cNvSpPr>
          <p:nvPr/>
        </p:nvSpPr>
        <p:spPr bwMode="auto">
          <a:xfrm>
            <a:off x="3996538" y="3248422"/>
            <a:ext cx="1188146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 dirty="0"/>
              <a:t>Fly-By-Night-ISP</a:t>
            </a:r>
            <a:endParaRPr lang="en-US" altLang="zh-CN" sz="1350" dirty="0"/>
          </a:p>
        </p:txBody>
      </p:sp>
      <p:sp>
        <p:nvSpPr>
          <p:cNvPr id="30" name="Freeform 19"/>
          <p:cNvSpPr/>
          <p:nvPr/>
        </p:nvSpPr>
        <p:spPr bwMode="auto">
          <a:xfrm>
            <a:off x="6668301" y="2570956"/>
            <a:ext cx="1083469" cy="2035969"/>
          </a:xfrm>
          <a:custGeom>
            <a:avLst/>
            <a:gdLst>
              <a:gd name="T0" fmla="*/ 2147483647 w 910"/>
              <a:gd name="T1" fmla="*/ 2147483647 h 1710"/>
              <a:gd name="T2" fmla="*/ 2147483647 w 910"/>
              <a:gd name="T3" fmla="*/ 2147483647 h 1710"/>
              <a:gd name="T4" fmla="*/ 2147483647 w 910"/>
              <a:gd name="T5" fmla="*/ 2147483647 h 1710"/>
              <a:gd name="T6" fmla="*/ 2147483647 w 910"/>
              <a:gd name="T7" fmla="*/ 2147483647 h 1710"/>
              <a:gd name="T8" fmla="*/ 2147483647 w 910"/>
              <a:gd name="T9" fmla="*/ 2147483647 h 1710"/>
              <a:gd name="T10" fmla="*/ 2147483647 w 910"/>
              <a:gd name="T11" fmla="*/ 2147483647 h 1710"/>
              <a:gd name="T12" fmla="*/ 2147483647 w 910"/>
              <a:gd name="T13" fmla="*/ 2147483647 h 1710"/>
              <a:gd name="T14" fmla="*/ 2147483647 w 910"/>
              <a:gd name="T15" fmla="*/ 2147483647 h 1710"/>
              <a:gd name="T16" fmla="*/ 2147483647 w 910"/>
              <a:gd name="T17" fmla="*/ 2147483647 h 1710"/>
              <a:gd name="T18" fmla="*/ 2147483647 w 910"/>
              <a:gd name="T19" fmla="*/ 2147483647 h 1710"/>
              <a:gd name="T20" fmla="*/ 2147483647 w 910"/>
              <a:gd name="T21" fmla="*/ 2147483647 h 1710"/>
              <a:gd name="T22" fmla="*/ 2147483647 w 910"/>
              <a:gd name="T23" fmla="*/ 2147483647 h 1710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910" h="1710">
                <a:moveTo>
                  <a:pt x="766" y="38"/>
                </a:moveTo>
                <a:cubicBezTo>
                  <a:pt x="714" y="0"/>
                  <a:pt x="520" y="186"/>
                  <a:pt x="411" y="282"/>
                </a:cubicBezTo>
                <a:cubicBezTo>
                  <a:pt x="302" y="378"/>
                  <a:pt x="180" y="490"/>
                  <a:pt x="115" y="611"/>
                </a:cubicBezTo>
                <a:cubicBezTo>
                  <a:pt x="49" y="732"/>
                  <a:pt x="0" y="907"/>
                  <a:pt x="14" y="1008"/>
                </a:cubicBezTo>
                <a:cubicBezTo>
                  <a:pt x="28" y="1108"/>
                  <a:pt x="127" y="1139"/>
                  <a:pt x="198" y="1214"/>
                </a:cubicBezTo>
                <a:cubicBezTo>
                  <a:pt x="269" y="1288"/>
                  <a:pt x="328" y="1380"/>
                  <a:pt x="435" y="1456"/>
                </a:cubicBezTo>
                <a:cubicBezTo>
                  <a:pt x="542" y="1533"/>
                  <a:pt x="768" y="1710"/>
                  <a:pt x="839" y="1674"/>
                </a:cubicBezTo>
                <a:cubicBezTo>
                  <a:pt x="910" y="1638"/>
                  <a:pt x="863" y="1328"/>
                  <a:pt x="863" y="1239"/>
                </a:cubicBezTo>
                <a:cubicBezTo>
                  <a:pt x="863" y="1150"/>
                  <a:pt x="868" y="1189"/>
                  <a:pt x="839" y="1139"/>
                </a:cubicBezTo>
                <a:cubicBezTo>
                  <a:pt x="809" y="1090"/>
                  <a:pt x="703" y="1045"/>
                  <a:pt x="684" y="940"/>
                </a:cubicBezTo>
                <a:cubicBezTo>
                  <a:pt x="665" y="835"/>
                  <a:pt x="710" y="659"/>
                  <a:pt x="724" y="509"/>
                </a:cubicBezTo>
                <a:cubicBezTo>
                  <a:pt x="738" y="359"/>
                  <a:pt x="818" y="76"/>
                  <a:pt x="766" y="38"/>
                </a:cubicBezTo>
                <a:close/>
              </a:path>
            </a:pathLst>
          </a:custGeom>
          <a:gradFill rotWithShape="1">
            <a:gsLst>
              <a:gs pos="0">
                <a:srgbClr val="66CCFF"/>
              </a:gs>
              <a:gs pos="100000">
                <a:srgbClr val="FFFFFF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1" name="Text Box 20"/>
          <p:cNvSpPr txBox="1">
            <a:spLocks noChangeArrowheads="1"/>
          </p:cNvSpPr>
          <p:nvPr/>
        </p:nvSpPr>
        <p:spPr bwMode="auto">
          <a:xfrm>
            <a:off x="1860557" y="2126853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0</a:t>
            </a:r>
          </a:p>
        </p:txBody>
      </p:sp>
      <p:sp>
        <p:nvSpPr>
          <p:cNvPr id="32" name="Text Box 21"/>
          <p:cNvSpPr txBox="1">
            <a:spLocks noChangeArrowheads="1"/>
          </p:cNvSpPr>
          <p:nvPr/>
        </p:nvSpPr>
        <p:spPr bwMode="auto">
          <a:xfrm>
            <a:off x="1881988" y="3634184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7</a:t>
            </a:r>
          </a:p>
        </p:txBody>
      </p:sp>
      <p:sp>
        <p:nvSpPr>
          <p:cNvPr id="33" name="Text Box 22"/>
          <p:cNvSpPr txBox="1">
            <a:spLocks noChangeArrowheads="1"/>
          </p:cNvSpPr>
          <p:nvPr/>
        </p:nvSpPr>
        <p:spPr bwMode="auto">
          <a:xfrm>
            <a:off x="6846894" y="3491309"/>
            <a:ext cx="64152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Internet</a:t>
            </a:r>
          </a:p>
        </p:txBody>
      </p:sp>
      <p:sp>
        <p:nvSpPr>
          <p:cNvPr id="34" name="Text Box 23"/>
          <p:cNvSpPr txBox="1">
            <a:spLocks noChangeArrowheads="1"/>
          </p:cNvSpPr>
          <p:nvPr/>
        </p:nvSpPr>
        <p:spPr bwMode="auto">
          <a:xfrm>
            <a:off x="1867700" y="2612628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1</a:t>
            </a:r>
          </a:p>
        </p:txBody>
      </p:sp>
      <p:sp>
        <p:nvSpPr>
          <p:cNvPr id="35" name="Freeform 24"/>
          <p:cNvSpPr/>
          <p:nvPr/>
        </p:nvSpPr>
        <p:spPr bwMode="auto">
          <a:xfrm>
            <a:off x="3928673" y="3910410"/>
            <a:ext cx="1329928" cy="734615"/>
          </a:xfrm>
          <a:custGeom>
            <a:avLst/>
            <a:gdLst>
              <a:gd name="T0" fmla="*/ 2147483647 w 1117"/>
              <a:gd name="T1" fmla="*/ 2147483647 h 617"/>
              <a:gd name="T2" fmla="*/ 2147483647 w 1117"/>
              <a:gd name="T3" fmla="*/ 2147483647 h 617"/>
              <a:gd name="T4" fmla="*/ 2147483647 w 1117"/>
              <a:gd name="T5" fmla="*/ 2147483647 h 617"/>
              <a:gd name="T6" fmla="*/ 2147483647 w 1117"/>
              <a:gd name="T7" fmla="*/ 2147483647 h 617"/>
              <a:gd name="T8" fmla="*/ 2147483647 w 1117"/>
              <a:gd name="T9" fmla="*/ 2147483647 h 617"/>
              <a:gd name="T10" fmla="*/ 2147483647 w 1117"/>
              <a:gd name="T11" fmla="*/ 2147483647 h 617"/>
              <a:gd name="T12" fmla="*/ 2147483647 w 1117"/>
              <a:gd name="T13" fmla="*/ 2147483647 h 617"/>
              <a:gd name="T14" fmla="*/ 2147483647 w 1117"/>
              <a:gd name="T15" fmla="*/ 2147483647 h 617"/>
              <a:gd name="T16" fmla="*/ 2147483647 w 1117"/>
              <a:gd name="T17" fmla="*/ 2147483647 h 617"/>
              <a:gd name="T18" fmla="*/ 2147483647 w 1117"/>
              <a:gd name="T19" fmla="*/ 2147483647 h 617"/>
              <a:gd name="T20" fmla="*/ 2147483647 w 1117"/>
              <a:gd name="T21" fmla="*/ 2147483647 h 617"/>
              <a:gd name="T22" fmla="*/ 2147483647 w 1117"/>
              <a:gd name="T23" fmla="*/ 2147483647 h 617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0" t="0" r="r" b="b"/>
            <a:pathLst>
              <a:path w="1117" h="617">
                <a:moveTo>
                  <a:pt x="439" y="97"/>
                </a:moveTo>
                <a:cubicBezTo>
                  <a:pt x="358" y="85"/>
                  <a:pt x="269" y="23"/>
                  <a:pt x="205" y="19"/>
                </a:cubicBezTo>
                <a:cubicBezTo>
                  <a:pt x="141" y="15"/>
                  <a:pt x="89" y="0"/>
                  <a:pt x="55" y="73"/>
                </a:cubicBezTo>
                <a:cubicBezTo>
                  <a:pt x="21" y="146"/>
                  <a:pt x="0" y="371"/>
                  <a:pt x="4" y="456"/>
                </a:cubicBezTo>
                <a:cubicBezTo>
                  <a:pt x="8" y="541"/>
                  <a:pt x="3" y="560"/>
                  <a:pt x="77" y="582"/>
                </a:cubicBezTo>
                <a:cubicBezTo>
                  <a:pt x="152" y="604"/>
                  <a:pt x="350" y="582"/>
                  <a:pt x="451" y="587"/>
                </a:cubicBezTo>
                <a:cubicBezTo>
                  <a:pt x="552" y="592"/>
                  <a:pt x="606" y="617"/>
                  <a:pt x="685" y="613"/>
                </a:cubicBezTo>
                <a:cubicBezTo>
                  <a:pt x="764" y="609"/>
                  <a:pt x="856" y="612"/>
                  <a:pt x="925" y="565"/>
                </a:cubicBezTo>
                <a:cubicBezTo>
                  <a:pt x="994" y="518"/>
                  <a:pt x="1081" y="401"/>
                  <a:pt x="1099" y="330"/>
                </a:cubicBezTo>
                <a:cubicBezTo>
                  <a:pt x="1117" y="259"/>
                  <a:pt x="1104" y="178"/>
                  <a:pt x="1036" y="138"/>
                </a:cubicBezTo>
                <a:cubicBezTo>
                  <a:pt x="968" y="98"/>
                  <a:pt x="790" y="98"/>
                  <a:pt x="691" y="91"/>
                </a:cubicBezTo>
                <a:cubicBezTo>
                  <a:pt x="592" y="84"/>
                  <a:pt x="520" y="109"/>
                  <a:pt x="439" y="97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6" name="Text Box 25"/>
          <p:cNvSpPr txBox="1">
            <a:spLocks noChangeArrowheads="1"/>
          </p:cNvSpPr>
          <p:nvPr/>
        </p:nvSpPr>
        <p:spPr bwMode="auto">
          <a:xfrm>
            <a:off x="4153701" y="4191397"/>
            <a:ext cx="821059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/>
              <a:t>ISPs-R-Us</a:t>
            </a:r>
            <a:endParaRPr lang="en-US" altLang="zh-CN" sz="1350"/>
          </a:p>
        </p:txBody>
      </p:sp>
      <p:sp>
        <p:nvSpPr>
          <p:cNvPr id="37" name="Freeform 26"/>
          <p:cNvSpPr/>
          <p:nvPr/>
        </p:nvSpPr>
        <p:spPr bwMode="auto">
          <a:xfrm flipV="1">
            <a:off x="5222882" y="3925888"/>
            <a:ext cx="1514475" cy="221456"/>
          </a:xfrm>
          <a:custGeom>
            <a:avLst/>
            <a:gdLst>
              <a:gd name="T0" fmla="*/ 0 w 1272"/>
              <a:gd name="T1" fmla="*/ 0 h 186"/>
              <a:gd name="T2" fmla="*/ 2147483647 w 1272"/>
              <a:gd name="T3" fmla="*/ 2147483647 h 18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272" h="186">
                <a:moveTo>
                  <a:pt x="0" y="0"/>
                </a:moveTo>
                <a:lnTo>
                  <a:pt x="1272" y="186"/>
                </a:lnTo>
              </a:path>
            </a:pathLst>
          </a:cu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38" name="Line 27"/>
          <p:cNvSpPr>
            <a:spLocks noChangeShapeType="1"/>
          </p:cNvSpPr>
          <p:nvPr/>
        </p:nvSpPr>
        <p:spPr bwMode="auto">
          <a:xfrm>
            <a:off x="3565532" y="4333081"/>
            <a:ext cx="364331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39" name="Line 28"/>
          <p:cNvSpPr>
            <a:spLocks noChangeShapeType="1"/>
          </p:cNvSpPr>
          <p:nvPr/>
        </p:nvSpPr>
        <p:spPr bwMode="auto">
          <a:xfrm flipV="1">
            <a:off x="3451232" y="4383087"/>
            <a:ext cx="478631" cy="12858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0" name="Line 29"/>
          <p:cNvSpPr>
            <a:spLocks noChangeShapeType="1"/>
          </p:cNvSpPr>
          <p:nvPr/>
        </p:nvSpPr>
        <p:spPr bwMode="auto">
          <a:xfrm flipV="1">
            <a:off x="3779844" y="4568825"/>
            <a:ext cx="185738" cy="307181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</a:ln>
          <a:effectLst/>
        </p:spPr>
        <p:txBody>
          <a:bodyPr wrap="none" anchor="ctr"/>
          <a:lstStyle/>
          <a:p>
            <a:pPr>
              <a:defRPr/>
            </a:pPr>
            <a:endParaRPr lang="en-US" sz="1350">
              <a:latin typeface="Arial" panose="020B0604020202020204" pitchFamily="34" charset="0"/>
              <a:ea typeface="MS PGothic" charset="0"/>
            </a:endParaRPr>
          </a:p>
        </p:txBody>
      </p:sp>
      <p:sp>
        <p:nvSpPr>
          <p:cNvPr id="41" name="Text Box 30"/>
          <p:cNvSpPr txBox="1">
            <a:spLocks noChangeArrowheads="1"/>
          </p:cNvSpPr>
          <p:nvPr/>
        </p:nvSpPr>
        <p:spPr bwMode="auto">
          <a:xfrm>
            <a:off x="5439574" y="4112816"/>
            <a:ext cx="2156762" cy="738664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ja-JP" altLang="en-US" sz="1050" dirty="0"/>
              <a:t>“</a:t>
            </a:r>
            <a:r>
              <a:rPr lang="en-US" altLang="ja-JP" sz="1050" dirty="0"/>
              <a:t>Send me anything</a:t>
            </a:r>
          </a:p>
          <a:p>
            <a:r>
              <a:rPr lang="en-US" altLang="zh-CN" sz="1050" dirty="0"/>
              <a:t>with addresses </a:t>
            </a:r>
          </a:p>
          <a:p>
            <a:r>
              <a:rPr lang="en-US" altLang="zh-CN" sz="1050" dirty="0"/>
              <a:t>beginning 199.31.0.0/16</a:t>
            </a:r>
            <a:r>
              <a:rPr lang="ja-JP" altLang="en-US" sz="1050" dirty="0"/>
              <a:t>” </a:t>
            </a:r>
            <a:r>
              <a:rPr lang="en-US" altLang="zh-CN" sz="1050" dirty="0"/>
              <a:t>or</a:t>
            </a:r>
          </a:p>
          <a:p>
            <a:r>
              <a:rPr lang="en-US" altLang="zh-CN" sz="1050" dirty="0">
                <a:solidFill>
                  <a:srgbClr val="FF0000"/>
                </a:solidFill>
              </a:rPr>
              <a:t>200.23.18.0/23</a:t>
            </a:r>
          </a:p>
        </p:txBody>
      </p:sp>
      <p:grpSp>
        <p:nvGrpSpPr>
          <p:cNvPr id="42" name="Group 31"/>
          <p:cNvGrpSpPr/>
          <p:nvPr/>
        </p:nvGrpSpPr>
        <p:grpSpPr bwMode="auto">
          <a:xfrm>
            <a:off x="1896275" y="3205560"/>
            <a:ext cx="1753791" cy="307181"/>
            <a:chOff x="1004" y="1639"/>
            <a:chExt cx="1473" cy="258"/>
          </a:xfrm>
        </p:grpSpPr>
        <p:sp>
          <p:nvSpPr>
            <p:cNvPr id="43" name="Freeform 32"/>
            <p:cNvSpPr/>
            <p:nvPr/>
          </p:nvSpPr>
          <p:spPr bwMode="auto">
            <a:xfrm>
              <a:off x="1004" y="1639"/>
              <a:ext cx="1473" cy="255"/>
            </a:xfrm>
            <a:custGeom>
              <a:avLst/>
              <a:gdLst>
                <a:gd name="T0" fmla="*/ 172 w 1473"/>
                <a:gd name="T1" fmla="*/ 11 h 255"/>
                <a:gd name="T2" fmla="*/ 73 w 1473"/>
                <a:gd name="T3" fmla="*/ 94 h 255"/>
                <a:gd name="T4" fmla="*/ 146 w 1473"/>
                <a:gd name="T5" fmla="*/ 220 h 255"/>
                <a:gd name="T6" fmla="*/ 520 w 1473"/>
                <a:gd name="T7" fmla="*/ 225 h 255"/>
                <a:gd name="T8" fmla="*/ 754 w 1473"/>
                <a:gd name="T9" fmla="*/ 251 h 255"/>
                <a:gd name="T10" fmla="*/ 1306 w 1473"/>
                <a:gd name="T11" fmla="*/ 203 h 255"/>
                <a:gd name="T12" fmla="*/ 1360 w 1473"/>
                <a:gd name="T13" fmla="*/ 29 h 255"/>
                <a:gd name="T14" fmla="*/ 628 w 1473"/>
                <a:gd name="T15" fmla="*/ 29 h 255"/>
                <a:gd name="T16" fmla="*/ 172 w 1473"/>
                <a:gd name="T17" fmla="*/ 11 h 25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73" h="255">
                  <a:moveTo>
                    <a:pt x="172" y="11"/>
                  </a:moveTo>
                  <a:cubicBezTo>
                    <a:pt x="0" y="64"/>
                    <a:pt x="77" y="59"/>
                    <a:pt x="73" y="94"/>
                  </a:cubicBezTo>
                  <a:cubicBezTo>
                    <a:pt x="69" y="129"/>
                    <a:pt x="72" y="198"/>
                    <a:pt x="146" y="220"/>
                  </a:cubicBezTo>
                  <a:cubicBezTo>
                    <a:pt x="221" y="242"/>
                    <a:pt x="419" y="220"/>
                    <a:pt x="520" y="225"/>
                  </a:cubicBezTo>
                  <a:cubicBezTo>
                    <a:pt x="621" y="230"/>
                    <a:pt x="623" y="255"/>
                    <a:pt x="754" y="251"/>
                  </a:cubicBezTo>
                  <a:cubicBezTo>
                    <a:pt x="885" y="247"/>
                    <a:pt x="1205" y="240"/>
                    <a:pt x="1306" y="203"/>
                  </a:cubicBezTo>
                  <a:cubicBezTo>
                    <a:pt x="1407" y="166"/>
                    <a:pt x="1473" y="58"/>
                    <a:pt x="1360" y="29"/>
                  </a:cubicBezTo>
                  <a:cubicBezTo>
                    <a:pt x="1247" y="0"/>
                    <a:pt x="826" y="32"/>
                    <a:pt x="628" y="29"/>
                  </a:cubicBezTo>
                  <a:cubicBezTo>
                    <a:pt x="430" y="26"/>
                    <a:pt x="267" y="15"/>
                    <a:pt x="172" y="11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4" name="Text Box 33"/>
            <p:cNvSpPr txBox="1">
              <a:spLocks noChangeArrowheads="1"/>
            </p:cNvSpPr>
            <p:nvPr/>
          </p:nvSpPr>
          <p:spPr bwMode="auto">
            <a:xfrm>
              <a:off x="1226" y="1664"/>
              <a:ext cx="1014" cy="233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200"/>
                <a:t>200.23.20.0/23</a:t>
              </a:r>
              <a:endParaRPr lang="en-US" altLang="zh-CN" sz="1350"/>
            </a:p>
          </p:txBody>
        </p:sp>
      </p:grpSp>
      <p:sp>
        <p:nvSpPr>
          <p:cNvPr id="45" name="Text Box 34"/>
          <p:cNvSpPr txBox="1">
            <a:spLocks noChangeArrowheads="1"/>
          </p:cNvSpPr>
          <p:nvPr/>
        </p:nvSpPr>
        <p:spPr bwMode="auto">
          <a:xfrm>
            <a:off x="1881988" y="3055541"/>
            <a:ext cx="1063112" cy="253916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050"/>
              <a:t>Organization 2</a:t>
            </a:r>
          </a:p>
        </p:txBody>
      </p:sp>
      <p:grpSp>
        <p:nvGrpSpPr>
          <p:cNvPr id="46" name="Group 35"/>
          <p:cNvGrpSpPr/>
          <p:nvPr/>
        </p:nvGrpSpPr>
        <p:grpSpPr bwMode="auto">
          <a:xfrm>
            <a:off x="2908306" y="3398440"/>
            <a:ext cx="240506" cy="522685"/>
            <a:chOff x="870" y="2941"/>
            <a:chExt cx="202" cy="439"/>
          </a:xfrm>
        </p:grpSpPr>
        <p:sp>
          <p:nvSpPr>
            <p:cNvPr id="47" name="Text Box 36"/>
            <p:cNvSpPr txBox="1">
              <a:spLocks noChangeArrowheads="1"/>
            </p:cNvSpPr>
            <p:nvPr/>
          </p:nvSpPr>
          <p:spPr bwMode="auto">
            <a:xfrm>
              <a:off x="872" y="2941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48" name="Text Box 37"/>
            <p:cNvSpPr txBox="1">
              <a:spLocks noChangeArrowheads="1"/>
            </p:cNvSpPr>
            <p:nvPr/>
          </p:nvSpPr>
          <p:spPr bwMode="auto">
            <a:xfrm>
              <a:off x="870" y="3026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49" name="Text Box 38"/>
            <p:cNvSpPr txBox="1">
              <a:spLocks noChangeArrowheads="1"/>
            </p:cNvSpPr>
            <p:nvPr/>
          </p:nvSpPr>
          <p:spPr bwMode="auto">
            <a:xfrm>
              <a:off x="871" y="3109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</p:grpSp>
      <p:grpSp>
        <p:nvGrpSpPr>
          <p:cNvPr id="50" name="Group 39"/>
          <p:cNvGrpSpPr/>
          <p:nvPr/>
        </p:nvGrpSpPr>
        <p:grpSpPr bwMode="auto">
          <a:xfrm>
            <a:off x="3679831" y="3176984"/>
            <a:ext cx="240506" cy="522685"/>
            <a:chOff x="870" y="2941"/>
            <a:chExt cx="202" cy="439"/>
          </a:xfrm>
        </p:grpSpPr>
        <p:sp>
          <p:nvSpPr>
            <p:cNvPr id="51" name="Text Box 40"/>
            <p:cNvSpPr txBox="1">
              <a:spLocks noChangeArrowheads="1"/>
            </p:cNvSpPr>
            <p:nvPr/>
          </p:nvSpPr>
          <p:spPr bwMode="auto">
            <a:xfrm>
              <a:off x="872" y="2941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52" name="Text Box 41"/>
            <p:cNvSpPr txBox="1">
              <a:spLocks noChangeArrowheads="1"/>
            </p:cNvSpPr>
            <p:nvPr/>
          </p:nvSpPr>
          <p:spPr bwMode="auto">
            <a:xfrm>
              <a:off x="870" y="3026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  <p:sp>
          <p:nvSpPr>
            <p:cNvPr id="53" name="Text Box 42"/>
            <p:cNvSpPr txBox="1">
              <a:spLocks noChangeArrowheads="1"/>
            </p:cNvSpPr>
            <p:nvPr/>
          </p:nvSpPr>
          <p:spPr bwMode="auto">
            <a:xfrm>
              <a:off x="871" y="3109"/>
              <a:ext cx="200" cy="271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r>
                <a:rPr lang="en-US" altLang="zh-CN" sz="1500" b="1"/>
                <a:t>.</a:t>
              </a:r>
              <a:endParaRPr lang="en-US" altLang="zh-CN" sz="1500"/>
            </a:p>
          </p:txBody>
        </p:sp>
      </p:grpSp>
      <p:sp>
        <p:nvSpPr>
          <p:cNvPr id="7" name="任意多边形 6"/>
          <p:cNvSpPr/>
          <p:nvPr/>
        </p:nvSpPr>
        <p:spPr>
          <a:xfrm>
            <a:off x="1592835" y="2935288"/>
            <a:ext cx="1879028" cy="1682897"/>
          </a:xfrm>
          <a:custGeom>
            <a:avLst/>
            <a:gdLst>
              <a:gd name="connsiteX0" fmla="*/ 543220 w 2505370"/>
              <a:gd name="connsiteY0" fmla="*/ 0 h 2243863"/>
              <a:gd name="connsiteX1" fmla="*/ 295 w 2505370"/>
              <a:gd name="connsiteY1" fmla="*/ 1371600 h 2243863"/>
              <a:gd name="connsiteX2" fmla="*/ 505120 w 2505370"/>
              <a:gd name="connsiteY2" fmla="*/ 2190750 h 2243863"/>
              <a:gd name="connsiteX3" fmla="*/ 2505370 w 2505370"/>
              <a:gd name="connsiteY3" fmla="*/ 2095500 h 2243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05370" h="2243863">
                <a:moveTo>
                  <a:pt x="543220" y="0"/>
                </a:moveTo>
                <a:cubicBezTo>
                  <a:pt x="274932" y="503237"/>
                  <a:pt x="6645" y="1006475"/>
                  <a:pt x="295" y="1371600"/>
                </a:cubicBezTo>
                <a:cubicBezTo>
                  <a:pt x="-6055" y="1736725"/>
                  <a:pt x="87607" y="2070100"/>
                  <a:pt x="505120" y="2190750"/>
                </a:cubicBezTo>
                <a:cubicBezTo>
                  <a:pt x="922633" y="2311400"/>
                  <a:pt x="1714001" y="2203450"/>
                  <a:pt x="2505370" y="2095500"/>
                </a:cubicBezTo>
              </a:path>
            </a:pathLst>
          </a:cu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  <p:sp>
        <p:nvSpPr>
          <p:cNvPr id="54" name="灯片编号占位符 2">
            <a:extLst>
              <a:ext uri="{FF2B5EF4-FFF2-40B4-BE49-F238E27FC236}">
                <a16:creationId xmlns:a16="http://schemas.microsoft.com/office/drawing/2014/main" id="{B51115DF-94FA-4BEA-80A7-930AF448A377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36</a:t>
            </a:fld>
            <a:endParaRPr lang="en-US" altLang="zh-CN" dirty="0"/>
          </a:p>
        </p:txBody>
      </p:sp>
      <p:sp>
        <p:nvSpPr>
          <p:cNvPr id="55" name="AutoShape 5">
            <a:extLst>
              <a:ext uri="{FF2B5EF4-FFF2-40B4-BE49-F238E27FC236}">
                <a16:creationId xmlns:a16="http://schemas.microsoft.com/office/drawing/2014/main" id="{349B6932-D490-4E8E-906B-6EA04AE556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5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5" grpId="1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问题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1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：组织机构怎么获得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IP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地址块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(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子网</a:t>
            </a:r>
            <a:r>
              <a:rPr lang="en-US" altLang="zh-CN" sz="1800" dirty="0">
                <a:solidFill>
                  <a:schemeClr val="bg1">
                    <a:lumMod val="65000"/>
                  </a:schemeClr>
                </a:solidFill>
                <a:effectLst/>
              </a:rPr>
              <a:t>)</a:t>
            </a:r>
            <a:r>
              <a:rPr lang="zh-CN" altLang="en-US" sz="1800" dirty="0">
                <a:solidFill>
                  <a:schemeClr val="bg1">
                    <a:lumMod val="65000"/>
                  </a:schemeClr>
                </a:solidFill>
                <a:effectLst/>
              </a:rPr>
              <a:t>？</a:t>
            </a:r>
            <a:endParaRPr lang="en-US" altLang="zh-CN" sz="1800" dirty="0">
              <a:solidFill>
                <a:schemeClr val="bg1">
                  <a:lumMod val="6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0000FF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2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：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ISP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从哪里获得地址块？</a:t>
            </a:r>
            <a:endParaRPr lang="en-US" altLang="zh-CN" sz="1800" dirty="0">
              <a:solidFill>
                <a:srgbClr val="0000FF"/>
              </a:solidFill>
              <a:effectLst/>
            </a:endParaRPr>
          </a:p>
          <a:p>
            <a:pPr lvl="1"/>
            <a:r>
              <a:rPr lang="en-US" altLang="zh-CN" sz="1600" dirty="0">
                <a:solidFill>
                  <a:srgbClr val="FF0000"/>
                </a:solidFill>
                <a:effectLst/>
              </a:rPr>
              <a:t>ICANN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Internet Corporation for Assigned Names and Numbers 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http://www.icann.org/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(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因特网名字和编号分配机构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分配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管理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DNS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注册域名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解决争端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……</a:t>
            </a:r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6C349DD-2EAF-49DE-93CF-0F891EA2F0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4168" y="2859782"/>
            <a:ext cx="1512168" cy="120346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9" name="灯片编号占位符 2">
            <a:extLst>
              <a:ext uri="{FF2B5EF4-FFF2-40B4-BE49-F238E27FC236}">
                <a16:creationId xmlns:a16="http://schemas.microsoft.com/office/drawing/2014/main" id="{8403C278-5B3E-4485-AA7F-4AA1910F8E6A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37</a:t>
            </a:fld>
            <a:endParaRPr lang="en-US" altLang="zh-CN" dirty="0"/>
          </a:p>
        </p:txBody>
      </p:sp>
      <p:sp>
        <p:nvSpPr>
          <p:cNvPr id="10" name="AutoShape 5">
            <a:extLst>
              <a:ext uri="{FF2B5EF4-FFF2-40B4-BE49-F238E27FC236}">
                <a16:creationId xmlns:a16="http://schemas.microsoft.com/office/drawing/2014/main" id="{546D8941-0F35-4DA3-9DA5-FEEF566DC0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0000FF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3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：主机怎么获得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IP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地址？</a:t>
            </a:r>
            <a:endParaRPr lang="en-US" altLang="zh-CN" sz="1800" dirty="0">
              <a:solidFill>
                <a:srgbClr val="0000FF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方式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1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：手工配置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Windows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control-panel-&gt;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network-&gt;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configuration-&gt;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tcp/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ip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-&gt;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           properties</a:t>
            </a: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Unix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etc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rc.config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sz="1350" dirty="0">
              <a:solidFill>
                <a:srgbClr val="0066CC"/>
              </a:solidFill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4329" y="1660177"/>
            <a:ext cx="2957513" cy="3071813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80216101-91E7-480E-A69A-7E0E335717C6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38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06A56DF5-900D-41A6-9377-089BC3EF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 </a:t>
            </a:r>
            <a:r>
              <a:rPr lang="zh-CN" altLang="en-US" dirty="0"/>
              <a:t>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4.3.3 IPv4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网络编址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r>
              <a:rPr lang="zh-CN" altLang="en-US" sz="1800" dirty="0">
                <a:solidFill>
                  <a:srgbClr val="0000FF"/>
                </a:solidFill>
                <a:effectLst/>
              </a:rPr>
              <a:t>问题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3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：主机怎么获得</a:t>
            </a:r>
            <a:r>
              <a:rPr lang="en-US" altLang="zh-CN" sz="1800" dirty="0">
                <a:solidFill>
                  <a:srgbClr val="0000FF"/>
                </a:solidFill>
                <a:effectLst/>
              </a:rPr>
              <a:t>IP</a:t>
            </a:r>
            <a:r>
              <a:rPr lang="zh-CN" altLang="en-US" sz="1800" dirty="0">
                <a:solidFill>
                  <a:srgbClr val="0000FF"/>
                </a:solidFill>
                <a:effectLst/>
              </a:rPr>
              <a:t>地址？</a:t>
            </a:r>
            <a:endParaRPr lang="en-US" altLang="zh-CN" sz="1800" dirty="0">
              <a:solidFill>
                <a:srgbClr val="0000FF"/>
              </a:solidFill>
              <a:effectLst/>
            </a:endParaRPr>
          </a:p>
          <a:p>
            <a:pPr lvl="1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方式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2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：动态配置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：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 Dynamic Host </a:t>
            </a:r>
            <a:b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</a:b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Configuration Protocol</a:t>
            </a:r>
          </a:p>
          <a:p>
            <a:pPr lvl="2"/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MS PGothic" panose="020B0600070205080204" pitchFamily="34" charset="-128"/>
              </a:rPr>
              <a:t>“</a:t>
            </a:r>
            <a:r>
              <a:rPr lang="en-US" altLang="zh-CN" dirty="0">
                <a:solidFill>
                  <a:schemeClr val="tx1">
                    <a:lumMod val="75000"/>
                    <a:lumOff val="25000"/>
                  </a:schemeClr>
                </a:solidFill>
                <a:ea typeface="MS PGothic" panose="020B0600070205080204" pitchFamily="34" charset="-128"/>
              </a:rPr>
              <a:t>plug-and-play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ea typeface="MS PGothic" panose="020B0600070205080204" pitchFamily="34" charset="-128"/>
              </a:rPr>
              <a:t>”</a:t>
            </a: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endParaRPr lang="en-US" altLang="zh-CN" dirty="0">
              <a:solidFill>
                <a:srgbClr val="0066CC"/>
              </a:solidFill>
              <a:effectLst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2301" y="1660177"/>
            <a:ext cx="2957513" cy="3071813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1403DBB1-2C47-42B0-9748-EE2BB8AEE949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39</a:t>
            </a:fld>
            <a:endParaRPr lang="en-US" altLang="zh-CN" dirty="0"/>
          </a:p>
        </p:txBody>
      </p:sp>
      <p:sp>
        <p:nvSpPr>
          <p:cNvPr id="8" name="AutoShape 5">
            <a:extLst>
              <a:ext uri="{FF2B5EF4-FFF2-40B4-BE49-F238E27FC236}">
                <a16:creationId xmlns:a16="http://schemas.microsoft.com/office/drawing/2014/main" id="{955B56CF-25D7-4FC1-8BAD-C8024BA916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4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sz="1800" dirty="0">
                <a:solidFill>
                  <a:srgbClr val="0000FF"/>
                </a:solidFill>
                <a:effectLst/>
              </a:rPr>
              <a:t>DHCP</a:t>
            </a:r>
            <a:r>
              <a:rPr lang="en-US" altLang="zh-CN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</a:t>
            </a:r>
            <a:r>
              <a:rPr lang="zh-CN" altLang="en-US" sz="18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动态主机配置协议</a:t>
            </a:r>
            <a:endParaRPr lang="en-US" altLang="zh-CN" sz="18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1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RFC 2131</a:t>
            </a:r>
          </a:p>
          <a:p>
            <a:pPr lvl="1"/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目标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允许入网计算机自动地从网络中获得并动态配置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sz="16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主机地址会变化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地址可以更好地重用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适用于间歇式加入网络的主机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(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如移动式终端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)</a:t>
            </a:r>
          </a:p>
          <a:p>
            <a:pPr lvl="1"/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一览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</a:t>
            </a: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入网主机广播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discover”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[optional]</a:t>
            </a:r>
          </a:p>
          <a:p>
            <a:pPr lvl="2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服务器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给主机反馈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offer”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[optional]</a:t>
            </a:r>
          </a:p>
          <a:p>
            <a:pPr lvl="2"/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主机通过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“DHCP request”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报文请求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/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DHCP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服务器通过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: “DHCP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ack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”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报文向主机返回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地址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 </a:t>
            </a:r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946F29F8-9037-4372-B110-D1B0D46F5A53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40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E3A4B7FA-22E1-48BE-8486-1E975B71A6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7545" y="936000"/>
            <a:ext cx="7525518" cy="1293877"/>
          </a:xfr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sz="1800" dirty="0">
                <a:solidFill>
                  <a:srgbClr val="0000FF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zh-CN" altLang="en-US" sz="1600" dirty="0">
                <a:effectLst/>
              </a:rPr>
              <a:t>协议工作的场景：</a:t>
            </a:r>
            <a:r>
              <a:rPr lang="en-US" altLang="zh-CN" sz="1600" dirty="0">
                <a:effectLst/>
              </a:rPr>
              <a:t>Client-Server</a:t>
            </a:r>
            <a:r>
              <a:rPr lang="zh-CN" altLang="en-US" sz="1600" dirty="0">
                <a:effectLst/>
              </a:rPr>
              <a:t>模式</a:t>
            </a:r>
            <a:endParaRPr lang="en-US" altLang="zh-CN" sz="1600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427685" y="2366218"/>
            <a:ext cx="5565378" cy="2365772"/>
            <a:chOff x="1712913" y="2866926"/>
            <a:chExt cx="7420503" cy="3154362"/>
          </a:xfrm>
        </p:grpSpPr>
        <p:sp>
          <p:nvSpPr>
            <p:cNvPr id="8" name="Freeform 4"/>
            <p:cNvSpPr/>
            <p:nvPr/>
          </p:nvSpPr>
          <p:spPr bwMode="auto">
            <a:xfrm>
              <a:off x="1712913" y="2866926"/>
              <a:ext cx="1941512" cy="2049462"/>
            </a:xfrm>
            <a:custGeom>
              <a:avLst/>
              <a:gdLst>
                <a:gd name="T0" fmla="*/ 1906587 w 1223"/>
                <a:gd name="T1" fmla="*/ 1200150 h 1291"/>
                <a:gd name="T2" fmla="*/ 1114425 w 1223"/>
                <a:gd name="T3" fmla="*/ 1063625 h 1291"/>
                <a:gd name="T4" fmla="*/ 965200 w 1223"/>
                <a:gd name="T5" fmla="*/ 163512 h 1291"/>
                <a:gd name="T6" fmla="*/ 531812 w 1223"/>
                <a:gd name="T7" fmla="*/ 82550 h 1291"/>
                <a:gd name="T8" fmla="*/ 103187 w 1223"/>
                <a:gd name="T9" fmla="*/ 130175 h 1291"/>
                <a:gd name="T10" fmla="*/ 65087 w 1223"/>
                <a:gd name="T11" fmla="*/ 863600 h 1291"/>
                <a:gd name="T12" fmla="*/ 60325 w 1223"/>
                <a:gd name="T13" fmla="*/ 1192212 h 1291"/>
                <a:gd name="T14" fmla="*/ 36512 w 1223"/>
                <a:gd name="T15" fmla="*/ 1492249 h 1291"/>
                <a:gd name="T16" fmla="*/ 26987 w 1223"/>
                <a:gd name="T17" fmla="*/ 1768475 h 1291"/>
                <a:gd name="T18" fmla="*/ 203200 w 1223"/>
                <a:gd name="T19" fmla="*/ 1935162 h 1291"/>
                <a:gd name="T20" fmla="*/ 955675 w 1223"/>
                <a:gd name="T21" fmla="*/ 1973262 h 1291"/>
                <a:gd name="T22" fmla="*/ 1089025 w 1223"/>
                <a:gd name="T23" fmla="*/ 1476374 h 1291"/>
                <a:gd name="T24" fmla="*/ 1868487 w 1223"/>
                <a:gd name="T25" fmla="*/ 1454149 h 1291"/>
                <a:gd name="T26" fmla="*/ 1906587 w 1223"/>
                <a:gd name="T27" fmla="*/ 1200150 h 12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23"/>
                <a:gd name="T43" fmla="*/ 0 h 1291"/>
                <a:gd name="T44" fmla="*/ 1223 w 1223"/>
                <a:gd name="T45" fmla="*/ 1291 h 1291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23" h="1291">
                  <a:moveTo>
                    <a:pt x="1201" y="756"/>
                  </a:moveTo>
                  <a:cubicBezTo>
                    <a:pt x="1180" y="640"/>
                    <a:pt x="798" y="744"/>
                    <a:pt x="702" y="670"/>
                  </a:cubicBezTo>
                  <a:cubicBezTo>
                    <a:pt x="603" y="561"/>
                    <a:pt x="669" y="206"/>
                    <a:pt x="608" y="103"/>
                  </a:cubicBezTo>
                  <a:cubicBezTo>
                    <a:pt x="547" y="0"/>
                    <a:pt x="425" y="55"/>
                    <a:pt x="335" y="52"/>
                  </a:cubicBezTo>
                  <a:cubicBezTo>
                    <a:pt x="245" y="49"/>
                    <a:pt x="114" y="0"/>
                    <a:pt x="65" y="82"/>
                  </a:cubicBezTo>
                  <a:cubicBezTo>
                    <a:pt x="16" y="164"/>
                    <a:pt x="45" y="433"/>
                    <a:pt x="41" y="544"/>
                  </a:cubicBezTo>
                  <a:cubicBezTo>
                    <a:pt x="37" y="655"/>
                    <a:pt x="41" y="685"/>
                    <a:pt x="38" y="751"/>
                  </a:cubicBezTo>
                  <a:cubicBezTo>
                    <a:pt x="35" y="817"/>
                    <a:pt x="26" y="880"/>
                    <a:pt x="23" y="940"/>
                  </a:cubicBezTo>
                  <a:cubicBezTo>
                    <a:pt x="20" y="1000"/>
                    <a:pt x="0" y="1068"/>
                    <a:pt x="17" y="1114"/>
                  </a:cubicBezTo>
                  <a:cubicBezTo>
                    <a:pt x="34" y="1160"/>
                    <a:pt x="31" y="1198"/>
                    <a:pt x="128" y="1219"/>
                  </a:cubicBezTo>
                  <a:cubicBezTo>
                    <a:pt x="225" y="1240"/>
                    <a:pt x="509" y="1291"/>
                    <a:pt x="602" y="1243"/>
                  </a:cubicBezTo>
                  <a:cubicBezTo>
                    <a:pt x="695" y="1195"/>
                    <a:pt x="590" y="984"/>
                    <a:pt x="686" y="930"/>
                  </a:cubicBezTo>
                  <a:cubicBezTo>
                    <a:pt x="782" y="876"/>
                    <a:pt x="1091" y="945"/>
                    <a:pt x="1177" y="916"/>
                  </a:cubicBezTo>
                  <a:cubicBezTo>
                    <a:pt x="1208" y="864"/>
                    <a:pt x="1223" y="871"/>
                    <a:pt x="1201" y="756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9" name="Freeform 5"/>
            <p:cNvSpPr/>
            <p:nvPr/>
          </p:nvSpPr>
          <p:spPr bwMode="auto">
            <a:xfrm>
              <a:off x="4229100" y="3154263"/>
              <a:ext cx="1906588" cy="1958975"/>
            </a:xfrm>
            <a:custGeom>
              <a:avLst/>
              <a:gdLst>
                <a:gd name="T0" fmla="*/ 39688 w 1201"/>
                <a:gd name="T1" fmla="*/ 1125537 h 1234"/>
                <a:gd name="T2" fmla="*/ 835025 w 1201"/>
                <a:gd name="T3" fmla="*/ 1238250 h 1234"/>
                <a:gd name="T4" fmla="*/ 973138 w 1201"/>
                <a:gd name="T5" fmla="*/ 1800225 h 1234"/>
                <a:gd name="T6" fmla="*/ 1501775 w 1201"/>
                <a:gd name="T7" fmla="*/ 1952625 h 1234"/>
                <a:gd name="T8" fmla="*/ 1858963 w 1201"/>
                <a:gd name="T9" fmla="*/ 1757363 h 1234"/>
                <a:gd name="T10" fmla="*/ 1787526 w 1201"/>
                <a:gd name="T11" fmla="*/ 1419225 h 1234"/>
                <a:gd name="T12" fmla="*/ 1768476 w 1201"/>
                <a:gd name="T13" fmla="*/ 1100137 h 1234"/>
                <a:gd name="T14" fmla="*/ 1744663 w 1201"/>
                <a:gd name="T15" fmla="*/ 671512 h 1234"/>
                <a:gd name="T16" fmla="*/ 1811338 w 1201"/>
                <a:gd name="T17" fmla="*/ 342900 h 1234"/>
                <a:gd name="T18" fmla="*/ 1749426 w 1201"/>
                <a:gd name="T19" fmla="*/ 52388 h 1234"/>
                <a:gd name="T20" fmla="*/ 1025525 w 1201"/>
                <a:gd name="T21" fmla="*/ 128587 h 1234"/>
                <a:gd name="T22" fmla="*/ 849313 w 1201"/>
                <a:gd name="T23" fmla="*/ 823913 h 1234"/>
                <a:gd name="T24" fmla="*/ 69850 w 1201"/>
                <a:gd name="T25" fmla="*/ 869950 h 1234"/>
                <a:gd name="T26" fmla="*/ 39688 w 1201"/>
                <a:gd name="T27" fmla="*/ 1125537 h 123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w 1201"/>
                <a:gd name="T43" fmla="*/ 0 h 1234"/>
                <a:gd name="T44" fmla="*/ 1201 w 1201"/>
                <a:gd name="T45" fmla="*/ 1234 h 1234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T42" t="T43" r="T44" b="T45"/>
              <a:pathLst>
                <a:path w="1201" h="1234">
                  <a:moveTo>
                    <a:pt x="25" y="709"/>
                  </a:moveTo>
                  <a:cubicBezTo>
                    <a:pt x="49" y="824"/>
                    <a:pt x="428" y="709"/>
                    <a:pt x="526" y="780"/>
                  </a:cubicBezTo>
                  <a:cubicBezTo>
                    <a:pt x="624" y="851"/>
                    <a:pt x="543" y="1059"/>
                    <a:pt x="613" y="1134"/>
                  </a:cubicBezTo>
                  <a:cubicBezTo>
                    <a:pt x="683" y="1209"/>
                    <a:pt x="853" y="1234"/>
                    <a:pt x="946" y="1230"/>
                  </a:cubicBezTo>
                  <a:cubicBezTo>
                    <a:pt x="1039" y="1226"/>
                    <a:pt x="1141" y="1163"/>
                    <a:pt x="1171" y="1107"/>
                  </a:cubicBezTo>
                  <a:cubicBezTo>
                    <a:pt x="1201" y="1051"/>
                    <a:pt x="1135" y="963"/>
                    <a:pt x="1126" y="894"/>
                  </a:cubicBezTo>
                  <a:cubicBezTo>
                    <a:pt x="1117" y="825"/>
                    <a:pt x="1119" y="772"/>
                    <a:pt x="1114" y="693"/>
                  </a:cubicBezTo>
                  <a:cubicBezTo>
                    <a:pt x="1109" y="614"/>
                    <a:pt x="1095" y="502"/>
                    <a:pt x="1099" y="423"/>
                  </a:cubicBezTo>
                  <a:cubicBezTo>
                    <a:pt x="1103" y="344"/>
                    <a:pt x="1141" y="281"/>
                    <a:pt x="1141" y="216"/>
                  </a:cubicBezTo>
                  <a:cubicBezTo>
                    <a:pt x="1141" y="151"/>
                    <a:pt x="1185" y="56"/>
                    <a:pt x="1102" y="33"/>
                  </a:cubicBezTo>
                  <a:cubicBezTo>
                    <a:pt x="1019" y="10"/>
                    <a:pt x="740" y="0"/>
                    <a:pt x="646" y="81"/>
                  </a:cubicBezTo>
                  <a:cubicBezTo>
                    <a:pt x="552" y="162"/>
                    <a:pt x="635" y="441"/>
                    <a:pt x="535" y="519"/>
                  </a:cubicBezTo>
                  <a:cubicBezTo>
                    <a:pt x="435" y="597"/>
                    <a:pt x="129" y="516"/>
                    <a:pt x="44" y="548"/>
                  </a:cubicBezTo>
                  <a:cubicBezTo>
                    <a:pt x="15" y="601"/>
                    <a:pt x="0" y="594"/>
                    <a:pt x="25" y="709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0" name="Freeform 6"/>
            <p:cNvSpPr/>
            <p:nvPr/>
          </p:nvSpPr>
          <p:spPr bwMode="auto">
            <a:xfrm>
              <a:off x="2921000" y="4530626"/>
              <a:ext cx="2055813" cy="1490662"/>
            </a:xfrm>
            <a:custGeom>
              <a:avLst/>
              <a:gdLst>
                <a:gd name="T0" fmla="*/ 952500 w 1295"/>
                <a:gd name="T1" fmla="*/ 47625 h 939"/>
                <a:gd name="T2" fmla="*/ 833438 w 1295"/>
                <a:gd name="T3" fmla="*/ 623887 h 939"/>
                <a:gd name="T4" fmla="*/ 128588 w 1295"/>
                <a:gd name="T5" fmla="*/ 747712 h 939"/>
                <a:gd name="T6" fmla="*/ 61913 w 1295"/>
                <a:gd name="T7" fmla="*/ 1357312 h 939"/>
                <a:gd name="T8" fmla="*/ 328613 w 1295"/>
                <a:gd name="T9" fmla="*/ 1471612 h 939"/>
                <a:gd name="T10" fmla="*/ 681038 w 1295"/>
                <a:gd name="T11" fmla="*/ 1471612 h 939"/>
                <a:gd name="T12" fmla="*/ 1119188 w 1295"/>
                <a:gd name="T13" fmla="*/ 1414462 h 939"/>
                <a:gd name="T14" fmla="*/ 1947863 w 1295"/>
                <a:gd name="T15" fmla="*/ 1347787 h 939"/>
                <a:gd name="T16" fmla="*/ 1766888 w 1295"/>
                <a:gd name="T17" fmla="*/ 728662 h 939"/>
                <a:gd name="T18" fmla="*/ 1233488 w 1295"/>
                <a:gd name="T19" fmla="*/ 576262 h 939"/>
                <a:gd name="T20" fmla="*/ 1209675 w 1295"/>
                <a:gd name="T21" fmla="*/ 66675 h 939"/>
                <a:gd name="T22" fmla="*/ 952500 w 1295"/>
                <a:gd name="T23" fmla="*/ 47625 h 93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5"/>
                <a:gd name="T37" fmla="*/ 0 h 939"/>
                <a:gd name="T38" fmla="*/ 1295 w 1295"/>
                <a:gd name="T39" fmla="*/ 939 h 939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5" h="939">
                  <a:moveTo>
                    <a:pt x="600" y="30"/>
                  </a:moveTo>
                  <a:cubicBezTo>
                    <a:pt x="486" y="60"/>
                    <a:pt x="610" y="247"/>
                    <a:pt x="525" y="393"/>
                  </a:cubicBezTo>
                  <a:cubicBezTo>
                    <a:pt x="439" y="467"/>
                    <a:pt x="162" y="394"/>
                    <a:pt x="81" y="471"/>
                  </a:cubicBezTo>
                  <a:cubicBezTo>
                    <a:pt x="0" y="548"/>
                    <a:pt x="18" y="779"/>
                    <a:pt x="39" y="855"/>
                  </a:cubicBezTo>
                  <a:cubicBezTo>
                    <a:pt x="60" y="931"/>
                    <a:pt x="142" y="915"/>
                    <a:pt x="207" y="927"/>
                  </a:cubicBezTo>
                  <a:cubicBezTo>
                    <a:pt x="272" y="939"/>
                    <a:pt x="346" y="933"/>
                    <a:pt x="429" y="927"/>
                  </a:cubicBezTo>
                  <a:cubicBezTo>
                    <a:pt x="512" y="921"/>
                    <a:pt x="572" y="904"/>
                    <a:pt x="705" y="891"/>
                  </a:cubicBezTo>
                  <a:cubicBezTo>
                    <a:pt x="838" y="878"/>
                    <a:pt x="1159" y="921"/>
                    <a:pt x="1227" y="849"/>
                  </a:cubicBezTo>
                  <a:cubicBezTo>
                    <a:pt x="1295" y="777"/>
                    <a:pt x="1188" y="540"/>
                    <a:pt x="1113" y="459"/>
                  </a:cubicBezTo>
                  <a:cubicBezTo>
                    <a:pt x="1038" y="378"/>
                    <a:pt x="835" y="432"/>
                    <a:pt x="777" y="363"/>
                  </a:cubicBezTo>
                  <a:cubicBezTo>
                    <a:pt x="719" y="294"/>
                    <a:pt x="791" y="97"/>
                    <a:pt x="762" y="42"/>
                  </a:cubicBezTo>
                  <a:cubicBezTo>
                    <a:pt x="708" y="15"/>
                    <a:pt x="714" y="0"/>
                    <a:pt x="600" y="30"/>
                  </a:cubicBezTo>
                  <a:close/>
                </a:path>
              </a:pathLst>
            </a:cu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1" name="Object 7"/>
            <p:cNvGraphicFramePr>
              <a:graphicFrameLocks noChangeAspect="1"/>
            </p:cNvGraphicFramePr>
            <p:nvPr/>
          </p:nvGraphicFramePr>
          <p:xfrm>
            <a:off x="1790700" y="297170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8" name="Clip" r:id="rId4" imgW="18192750" imgH="15087600" progId="MS_ClipArt_Gallery.2">
                    <p:embed/>
                  </p:oleObj>
                </mc:Choice>
                <mc:Fallback>
                  <p:oleObj name="Clip" r:id="rId4" imgW="18192750" imgH="15087600" progId="MS_ClipArt_Gallery.2">
                    <p:embed/>
                    <p:pic>
                      <p:nvPicPr>
                        <p:cNvPr id="11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297170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2351088" y="3344763"/>
              <a:ext cx="277812" cy="15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 flipH="1">
              <a:off x="2641600" y="3330476"/>
              <a:ext cx="0" cy="1290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4" name="Line 10"/>
            <p:cNvSpPr>
              <a:spLocks noChangeShapeType="1"/>
            </p:cNvSpPr>
            <p:nvPr/>
          </p:nvSpPr>
          <p:spPr bwMode="auto">
            <a:xfrm flipV="1">
              <a:off x="2351088" y="3989288"/>
              <a:ext cx="277812" cy="31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15" name="Line 11"/>
            <p:cNvSpPr>
              <a:spLocks noChangeShapeType="1"/>
            </p:cNvSpPr>
            <p:nvPr/>
          </p:nvSpPr>
          <p:spPr bwMode="auto">
            <a:xfrm>
              <a:off x="2360613" y="4616351"/>
              <a:ext cx="27305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16" name="Object 12"/>
            <p:cNvGraphicFramePr>
              <a:graphicFrameLocks noChangeAspect="1"/>
            </p:cNvGraphicFramePr>
            <p:nvPr/>
          </p:nvGraphicFramePr>
          <p:xfrm>
            <a:off x="1790700" y="36384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49" name="Clip" r:id="rId6" imgW="18192750" imgH="15087600" progId="MS_ClipArt_Gallery.2">
                    <p:embed/>
                  </p:oleObj>
                </mc:Choice>
                <mc:Fallback>
                  <p:oleObj name="Clip" r:id="rId6" imgW="18192750" imgH="15087600" progId="MS_ClipArt_Gallery.2">
                    <p:embed/>
                    <p:pic>
                      <p:nvPicPr>
                        <p:cNvPr id="16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36384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" name="Object 13"/>
            <p:cNvGraphicFramePr>
              <a:graphicFrameLocks noChangeAspect="1"/>
            </p:cNvGraphicFramePr>
            <p:nvPr/>
          </p:nvGraphicFramePr>
          <p:xfrm>
            <a:off x="1790700" y="42480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0" name="Clip" r:id="rId7" imgW="18192750" imgH="15087600" progId="MS_ClipArt_Gallery.2">
                    <p:embed/>
                  </p:oleObj>
                </mc:Choice>
                <mc:Fallback>
                  <p:oleObj name="Clip" r:id="rId7" imgW="18192750" imgH="15087600" progId="MS_ClipArt_Gallery.2">
                    <p:embed/>
                    <p:pic>
                      <p:nvPicPr>
                        <p:cNvPr id="17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90700" y="42480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641600" y="4187726"/>
              <a:ext cx="10350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pSp>
          <p:nvGrpSpPr>
            <p:cNvPr id="19" name="Group 15"/>
            <p:cNvGrpSpPr/>
            <p:nvPr/>
          </p:nvGrpSpPr>
          <p:grpSpPr bwMode="auto">
            <a:xfrm>
              <a:off x="3584575" y="4152801"/>
              <a:ext cx="711200" cy="381000"/>
              <a:chOff x="3600" y="219"/>
              <a:chExt cx="360" cy="175"/>
            </a:xfrm>
          </p:grpSpPr>
          <p:sp>
            <p:nvSpPr>
              <p:cNvPr id="20" name="Oval 16"/>
              <p:cNvSpPr>
                <a:spLocks noChangeArrowheads="1"/>
              </p:cNvSpPr>
              <p:nvPr/>
            </p:nvSpPr>
            <p:spPr bwMode="auto">
              <a:xfrm>
                <a:off x="3603" y="297"/>
                <a:ext cx="357" cy="97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21" name="Line 17"/>
              <p:cNvSpPr>
                <a:spLocks noChangeShapeType="1"/>
              </p:cNvSpPr>
              <p:nvPr/>
            </p:nvSpPr>
            <p:spPr bwMode="auto">
              <a:xfrm>
                <a:off x="3603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2" name="Line 18"/>
              <p:cNvSpPr>
                <a:spLocks noChangeShapeType="1"/>
              </p:cNvSpPr>
              <p:nvPr/>
            </p:nvSpPr>
            <p:spPr bwMode="auto">
              <a:xfrm>
                <a:off x="3960" y="289"/>
                <a:ext cx="0" cy="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350"/>
              </a:p>
            </p:txBody>
          </p:sp>
          <p:sp>
            <p:nvSpPr>
              <p:cNvPr id="23" name="Rectangle 19"/>
              <p:cNvSpPr>
                <a:spLocks noChangeArrowheads="1"/>
              </p:cNvSpPr>
              <p:nvPr/>
            </p:nvSpPr>
            <p:spPr bwMode="auto">
              <a:xfrm>
                <a:off x="3603" y="289"/>
                <a:ext cx="354" cy="59"/>
              </a:xfrm>
              <a:prstGeom prst="rect">
                <a:avLst/>
              </a:prstGeom>
              <a:solidFill>
                <a:schemeClr val="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0" hangingPunct="0"/>
                <a:endParaRPr lang="zh-CN" altLang="zh-CN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24" name="Oval 20"/>
              <p:cNvSpPr>
                <a:spLocks noChangeArrowheads="1"/>
              </p:cNvSpPr>
              <p:nvPr/>
            </p:nvSpPr>
            <p:spPr bwMode="auto">
              <a:xfrm>
                <a:off x="3600" y="219"/>
                <a:ext cx="357" cy="113"/>
              </a:xfrm>
              <a:prstGeom prst="ellipse">
                <a:avLst/>
              </a:prstGeom>
              <a:solidFill>
                <a:schemeClr val="hlink"/>
              </a:solidFill>
              <a:ln w="12700">
                <a:solidFill>
                  <a:schemeClr val="tx1"/>
                </a:solidFill>
                <a:rou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grpSp>
            <p:nvGrpSpPr>
              <p:cNvPr id="25" name="Group 21"/>
              <p:cNvGrpSpPr/>
              <p:nvPr/>
            </p:nvGrpSpPr>
            <p:grpSpPr bwMode="auto">
              <a:xfrm>
                <a:off x="3686" y="244"/>
                <a:ext cx="177" cy="66"/>
                <a:chOff x="2848" y="848"/>
                <a:chExt cx="140" cy="98"/>
              </a:xfrm>
            </p:grpSpPr>
            <p:sp>
              <p:nvSpPr>
                <p:cNvPr id="30" name="Line 22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1" name="Line 23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32" name="Line 24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  <p:grpSp>
            <p:nvGrpSpPr>
              <p:cNvPr id="26" name="Group 25"/>
              <p:cNvGrpSpPr/>
              <p:nvPr/>
            </p:nvGrpSpPr>
            <p:grpSpPr bwMode="auto">
              <a:xfrm flipV="1">
                <a:off x="3686" y="243"/>
                <a:ext cx="177" cy="66"/>
                <a:chOff x="2848" y="848"/>
                <a:chExt cx="140" cy="98"/>
              </a:xfrm>
            </p:grpSpPr>
            <p:sp>
              <p:nvSpPr>
                <p:cNvPr id="27" name="Line 26"/>
                <p:cNvSpPr>
                  <a:spLocks noChangeShapeType="1"/>
                </p:cNvSpPr>
                <p:nvPr/>
              </p:nvSpPr>
              <p:spPr bwMode="auto">
                <a:xfrm flipV="1">
                  <a:off x="2848" y="848"/>
                  <a:ext cx="50" cy="2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8" name="Line 27"/>
                <p:cNvSpPr>
                  <a:spLocks noChangeShapeType="1"/>
                </p:cNvSpPr>
                <p:nvPr/>
              </p:nvSpPr>
              <p:spPr bwMode="auto">
                <a:xfrm>
                  <a:off x="2944" y="946"/>
                  <a:ext cx="4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  <p:sp>
              <p:nvSpPr>
                <p:cNvPr id="29" name="Line 28"/>
                <p:cNvSpPr>
                  <a:spLocks noChangeShapeType="1"/>
                </p:cNvSpPr>
                <p:nvPr/>
              </p:nvSpPr>
              <p:spPr bwMode="auto">
                <a:xfrm>
                  <a:off x="2894" y="850"/>
                  <a:ext cx="52" cy="96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 sz="1350"/>
                </a:p>
              </p:txBody>
            </p:sp>
          </p:grpSp>
        </p:grp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2309813" y="3019326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223.1.1.1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34" name="Rectangle 30"/>
            <p:cNvSpPr>
              <a:spLocks noChangeArrowheads="1"/>
            </p:cNvSpPr>
            <p:nvPr/>
          </p:nvSpPr>
          <p:spPr bwMode="auto">
            <a:xfrm>
              <a:off x="2397125" y="3740051"/>
              <a:ext cx="309563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35" name="Text Box 31"/>
            <p:cNvSpPr txBox="1">
              <a:spLocks noChangeArrowheads="1"/>
            </p:cNvSpPr>
            <p:nvPr/>
          </p:nvSpPr>
          <p:spPr bwMode="auto">
            <a:xfrm>
              <a:off x="2387600" y="3647977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223.1.1.2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36" name="Text Box 32"/>
            <p:cNvSpPr txBox="1">
              <a:spLocks noChangeArrowheads="1"/>
            </p:cNvSpPr>
            <p:nvPr/>
          </p:nvSpPr>
          <p:spPr bwMode="auto">
            <a:xfrm>
              <a:off x="2195513" y="4600476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223.1.1.3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37" name="Text Box 33"/>
            <p:cNvSpPr txBox="1">
              <a:spLocks noChangeArrowheads="1"/>
            </p:cNvSpPr>
            <p:nvPr/>
          </p:nvSpPr>
          <p:spPr bwMode="auto">
            <a:xfrm>
              <a:off x="2986088" y="3928963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223.1.1.4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38" name="Line 34"/>
            <p:cNvSpPr>
              <a:spLocks noChangeShapeType="1"/>
            </p:cNvSpPr>
            <p:nvPr/>
          </p:nvSpPr>
          <p:spPr bwMode="auto">
            <a:xfrm>
              <a:off x="4189413" y="4197251"/>
              <a:ext cx="1016000" cy="158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4062413" y="39194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223.1.2.9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40" name="Line 36"/>
            <p:cNvSpPr>
              <a:spLocks noChangeShapeType="1"/>
            </p:cNvSpPr>
            <p:nvPr/>
          </p:nvSpPr>
          <p:spPr bwMode="auto">
            <a:xfrm flipH="1">
              <a:off x="5213350" y="3501926"/>
              <a:ext cx="0" cy="129063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41" name="Object 37"/>
            <p:cNvGraphicFramePr>
              <a:graphicFrameLocks noChangeAspect="1"/>
            </p:cNvGraphicFramePr>
            <p:nvPr/>
          </p:nvGraphicFramePr>
          <p:xfrm>
            <a:off x="5391150" y="3209826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1" name="Clip" r:id="rId8" imgW="18192750" imgH="15087600" progId="MS_ClipArt_Gallery.2">
                    <p:embed/>
                  </p:oleObj>
                </mc:Choice>
                <mc:Fallback>
                  <p:oleObj name="Clip" r:id="rId8" imgW="18192750" imgH="15087600" progId="MS_ClipArt_Gallery.2">
                    <p:embed/>
                    <p:pic>
                      <p:nvPicPr>
                        <p:cNvPr id="41" name="Object 3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1150" y="3209826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5213350" y="3506688"/>
              <a:ext cx="2349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43" name="Object 39"/>
            <p:cNvGraphicFramePr>
              <a:graphicFrameLocks noChangeAspect="1"/>
            </p:cNvGraphicFramePr>
            <p:nvPr/>
          </p:nvGraphicFramePr>
          <p:xfrm>
            <a:off x="5395913" y="459095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2" name="Clip" r:id="rId9" imgW="18192750" imgH="15087600" progId="MS_ClipArt_Gallery.2">
                    <p:embed/>
                  </p:oleObj>
                </mc:Choice>
                <mc:Fallback>
                  <p:oleObj name="Clip" r:id="rId9" imgW="18192750" imgH="15087600" progId="MS_ClipArt_Gallery.2">
                    <p:embed/>
                    <p:pic>
                      <p:nvPicPr>
                        <p:cNvPr id="43" name="Object 3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95913" y="459095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4" name="Line 40"/>
            <p:cNvSpPr>
              <a:spLocks noChangeShapeType="1"/>
            </p:cNvSpPr>
            <p:nvPr/>
          </p:nvSpPr>
          <p:spPr bwMode="auto">
            <a:xfrm>
              <a:off x="5213350" y="4778276"/>
              <a:ext cx="234950" cy="635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5" name="Rectangle 41"/>
            <p:cNvSpPr>
              <a:spLocks noChangeArrowheads="1"/>
            </p:cNvSpPr>
            <p:nvPr/>
          </p:nvSpPr>
          <p:spPr bwMode="auto">
            <a:xfrm>
              <a:off x="5159375" y="4513163"/>
              <a:ext cx="171450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46" name="Text Box 42"/>
            <p:cNvSpPr txBox="1">
              <a:spLocks noChangeArrowheads="1"/>
            </p:cNvSpPr>
            <p:nvPr/>
          </p:nvSpPr>
          <p:spPr bwMode="auto">
            <a:xfrm>
              <a:off x="4573587" y="4400451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223.1.2.2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47" name="Text Box 43"/>
            <p:cNvSpPr txBox="1">
              <a:spLocks noChangeArrowheads="1"/>
            </p:cNvSpPr>
            <p:nvPr/>
          </p:nvSpPr>
          <p:spPr bwMode="auto">
            <a:xfrm>
              <a:off x="5297489" y="2908201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223.1.2.1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48" name="Line 44"/>
            <p:cNvSpPr>
              <a:spLocks noChangeShapeType="1"/>
            </p:cNvSpPr>
            <p:nvPr/>
          </p:nvSpPr>
          <p:spPr bwMode="auto">
            <a:xfrm flipH="1">
              <a:off x="3951288" y="4535388"/>
              <a:ext cx="0" cy="71913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49" name="Line 45"/>
            <p:cNvSpPr>
              <a:spLocks noChangeShapeType="1"/>
            </p:cNvSpPr>
            <p:nvPr/>
          </p:nvSpPr>
          <p:spPr bwMode="auto">
            <a:xfrm flipH="1">
              <a:off x="3294063" y="5254526"/>
              <a:ext cx="118586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50" name="Line 46"/>
            <p:cNvSpPr>
              <a:spLocks noChangeShapeType="1"/>
            </p:cNvSpPr>
            <p:nvPr/>
          </p:nvSpPr>
          <p:spPr bwMode="auto">
            <a:xfrm flipH="1" flipV="1">
              <a:off x="3290888" y="5246588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sp>
          <p:nvSpPr>
            <p:cNvPr id="51" name="Line 47"/>
            <p:cNvSpPr>
              <a:spLocks noChangeShapeType="1"/>
            </p:cNvSpPr>
            <p:nvPr/>
          </p:nvSpPr>
          <p:spPr bwMode="auto">
            <a:xfrm flipH="1" flipV="1">
              <a:off x="4467225" y="5251351"/>
              <a:ext cx="3175" cy="24130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 sz="1350"/>
            </a:p>
          </p:txBody>
        </p:sp>
        <p:graphicFrame>
          <p:nvGraphicFramePr>
            <p:cNvPr id="52" name="Object 48"/>
            <p:cNvGraphicFramePr>
              <a:graphicFrameLocks noChangeAspect="1"/>
            </p:cNvGraphicFramePr>
            <p:nvPr/>
          </p:nvGraphicFramePr>
          <p:xfrm>
            <a:off x="4252913" y="5410101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3" name="Clip" r:id="rId10" imgW="18192750" imgH="15087600" progId="MS_ClipArt_Gallery.2">
                    <p:embed/>
                  </p:oleObj>
                </mc:Choice>
                <mc:Fallback>
                  <p:oleObj name="Clip" r:id="rId10" imgW="18192750" imgH="15087600" progId="MS_ClipArt_Gallery.2">
                    <p:embed/>
                    <p:pic>
                      <p:nvPicPr>
                        <p:cNvPr id="52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2913" y="5410101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3" name="Object 49"/>
            <p:cNvGraphicFramePr>
              <a:graphicFrameLocks noChangeAspect="1"/>
            </p:cNvGraphicFramePr>
            <p:nvPr/>
          </p:nvGraphicFramePr>
          <p:xfrm>
            <a:off x="2995613" y="5424388"/>
            <a:ext cx="584200" cy="4635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554" name="Clip" r:id="rId11" imgW="18192750" imgH="15087600" progId="MS_ClipArt_Gallery.2">
                    <p:embed/>
                  </p:oleObj>
                </mc:Choice>
                <mc:Fallback>
                  <p:oleObj name="Clip" r:id="rId11" imgW="18192750" imgH="15087600" progId="MS_ClipArt_Gallery.2">
                    <p:embed/>
                    <p:pic>
                      <p:nvPicPr>
                        <p:cNvPr id="53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995613" y="5424388"/>
                          <a:ext cx="584200" cy="46355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4" name="Text Box 50"/>
            <p:cNvSpPr txBox="1">
              <a:spLocks noChangeArrowheads="1"/>
            </p:cNvSpPr>
            <p:nvPr/>
          </p:nvSpPr>
          <p:spPr bwMode="auto">
            <a:xfrm>
              <a:off x="4471987" y="51005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223.1.3.2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55" name="Text Box 51"/>
            <p:cNvSpPr txBox="1">
              <a:spLocks noChangeArrowheads="1"/>
            </p:cNvSpPr>
            <p:nvPr/>
          </p:nvSpPr>
          <p:spPr bwMode="auto">
            <a:xfrm>
              <a:off x="2295525" y="5138638"/>
              <a:ext cx="109902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223.1.3.1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56" name="Rectangle 52"/>
            <p:cNvSpPr>
              <a:spLocks noChangeArrowheads="1"/>
            </p:cNvSpPr>
            <p:nvPr/>
          </p:nvSpPr>
          <p:spPr bwMode="auto">
            <a:xfrm>
              <a:off x="3887788" y="4668738"/>
              <a:ext cx="128587" cy="180975"/>
            </a:xfrm>
            <a:prstGeom prst="rect">
              <a:avLst/>
            </a:prstGeom>
            <a:solidFill>
              <a:srgbClr val="66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57" name="Text Box 53"/>
            <p:cNvSpPr txBox="1">
              <a:spLocks noChangeArrowheads="1"/>
            </p:cNvSpPr>
            <p:nvPr/>
          </p:nvSpPr>
          <p:spPr bwMode="auto">
            <a:xfrm>
              <a:off x="3322638" y="4603651"/>
              <a:ext cx="121229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200"/>
                <a:t>223.1.3.27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58" name="Group 54"/>
            <p:cNvGrpSpPr/>
            <p:nvPr/>
          </p:nvGrpSpPr>
          <p:grpSpPr bwMode="auto">
            <a:xfrm>
              <a:off x="1890709" y="2933603"/>
              <a:ext cx="434974" cy="430213"/>
              <a:chOff x="2822" y="1181"/>
              <a:chExt cx="274" cy="271"/>
            </a:xfrm>
          </p:grpSpPr>
          <p:sp>
            <p:nvSpPr>
              <p:cNvPr id="59" name="Rectangle 55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0" name="Text Box 56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74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5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A</a:t>
                </a:r>
                <a:endPara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61" name="Group 57"/>
            <p:cNvGrpSpPr/>
            <p:nvPr/>
          </p:nvGrpSpPr>
          <p:grpSpPr bwMode="auto">
            <a:xfrm>
              <a:off x="1881189" y="4171853"/>
              <a:ext cx="407987" cy="430213"/>
              <a:chOff x="2822" y="1181"/>
              <a:chExt cx="257" cy="271"/>
            </a:xfrm>
          </p:grpSpPr>
          <p:sp>
            <p:nvSpPr>
              <p:cNvPr id="62" name="Rectangle 58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3" name="Text Box 59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57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5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B</a:t>
                </a:r>
                <a:endPara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  <p:grpSp>
          <p:nvGrpSpPr>
            <p:cNvPr id="64" name="Group 60"/>
            <p:cNvGrpSpPr/>
            <p:nvPr/>
          </p:nvGrpSpPr>
          <p:grpSpPr bwMode="auto">
            <a:xfrm>
              <a:off x="5491163" y="4533803"/>
              <a:ext cx="406400" cy="430213"/>
              <a:chOff x="2822" y="1181"/>
              <a:chExt cx="256" cy="271"/>
            </a:xfrm>
          </p:grpSpPr>
          <p:sp>
            <p:nvSpPr>
              <p:cNvPr id="65" name="Rectangle 61"/>
              <p:cNvSpPr>
                <a:spLocks noChangeArrowheads="1"/>
              </p:cNvSpPr>
              <p:nvPr/>
            </p:nvSpPr>
            <p:spPr bwMode="auto">
              <a:xfrm>
                <a:off x="2886" y="1230"/>
                <a:ext cx="114" cy="1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350">
                  <a:latin typeface="Comic Sans MS" panose="030F0702030302020204" pitchFamily="66" charset="0"/>
                </a:endParaRPr>
              </a:p>
            </p:txBody>
          </p:sp>
          <p:sp>
            <p:nvSpPr>
              <p:cNvPr id="66" name="Text Box 62"/>
              <p:cNvSpPr txBox="1">
                <a:spLocks noChangeArrowheads="1"/>
              </p:cNvSpPr>
              <p:nvPr/>
            </p:nvSpPr>
            <p:spPr bwMode="auto">
              <a:xfrm>
                <a:off x="2822" y="1181"/>
                <a:ext cx="256" cy="27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1500">
                    <a:solidFill>
                      <a:srgbClr val="FF0000"/>
                    </a:solidFill>
                    <a:latin typeface="Comic Sans MS" panose="030F0702030302020204" pitchFamily="66" charset="0"/>
                  </a:rPr>
                  <a:t>E</a:t>
                </a:r>
                <a:endParaRPr lang="en-US" altLang="zh-CN" sz="1350">
                  <a:solidFill>
                    <a:srgbClr val="FF0000"/>
                  </a:solidFill>
                  <a:latin typeface="Comic Sans MS" panose="030F0702030302020204" pitchFamily="66" charset="0"/>
                </a:endParaRPr>
              </a:p>
            </p:txBody>
          </p:sp>
        </p:grpSp>
        <p:sp>
          <p:nvSpPr>
            <p:cNvPr id="67" name="Line 64"/>
            <p:cNvSpPr>
              <a:spLocks noChangeShapeType="1"/>
            </p:cNvSpPr>
            <p:nvPr/>
          </p:nvSpPr>
          <p:spPr bwMode="auto">
            <a:xfrm>
              <a:off x="4851400" y="3671788"/>
              <a:ext cx="334963" cy="1588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Freeform 65"/>
            <p:cNvSpPr/>
            <p:nvPr/>
          </p:nvSpPr>
          <p:spPr bwMode="auto">
            <a:xfrm>
              <a:off x="4664075" y="3544788"/>
              <a:ext cx="361950" cy="180975"/>
            </a:xfrm>
            <a:custGeom>
              <a:avLst/>
              <a:gdLst>
                <a:gd name="T0" fmla="*/ 139700 w 228"/>
                <a:gd name="T1" fmla="*/ 0 h 114"/>
                <a:gd name="T2" fmla="*/ 0 w 228"/>
                <a:gd name="T3" fmla="*/ 180975 h 114"/>
                <a:gd name="T4" fmla="*/ 220663 w 228"/>
                <a:gd name="T5" fmla="*/ 180975 h 114"/>
                <a:gd name="T6" fmla="*/ 361950 w 228"/>
                <a:gd name="T7" fmla="*/ 0 h 114"/>
                <a:gd name="T8" fmla="*/ 139700 w 228"/>
                <a:gd name="T9" fmla="*/ 0 h 1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4"/>
                <a:gd name="T17" fmla="*/ 228 w 228"/>
                <a:gd name="T18" fmla="*/ 114 h 1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4">
                  <a:moveTo>
                    <a:pt x="88" y="0"/>
                  </a:moveTo>
                  <a:lnTo>
                    <a:pt x="0" y="114"/>
                  </a:lnTo>
                  <a:lnTo>
                    <a:pt x="139" y="114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Rectangle 66"/>
            <p:cNvSpPr>
              <a:spLocks noChangeArrowheads="1"/>
            </p:cNvSpPr>
            <p:nvPr/>
          </p:nvSpPr>
          <p:spPr bwMode="auto">
            <a:xfrm>
              <a:off x="4848225" y="2952651"/>
              <a:ext cx="166688" cy="598487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0" name="Rectangle 67"/>
            <p:cNvSpPr>
              <a:spLocks noChangeArrowheads="1"/>
            </p:cNvSpPr>
            <p:nvPr/>
          </p:nvSpPr>
          <p:spPr bwMode="auto">
            <a:xfrm>
              <a:off x="4664075" y="3124101"/>
              <a:ext cx="231775" cy="598487"/>
            </a:xfrm>
            <a:prstGeom prst="rect">
              <a:avLst/>
            </a:pr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1" name="Rectangle 68"/>
            <p:cNvSpPr>
              <a:spLocks noChangeArrowheads="1"/>
            </p:cNvSpPr>
            <p:nvPr/>
          </p:nvSpPr>
          <p:spPr bwMode="auto">
            <a:xfrm>
              <a:off x="4652963" y="3124101"/>
              <a:ext cx="231775" cy="598487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2" name="Freeform 69"/>
            <p:cNvSpPr/>
            <p:nvPr/>
          </p:nvSpPr>
          <p:spPr bwMode="auto">
            <a:xfrm>
              <a:off x="4664075" y="2944713"/>
              <a:ext cx="361950" cy="182563"/>
            </a:xfrm>
            <a:custGeom>
              <a:avLst/>
              <a:gdLst>
                <a:gd name="T0" fmla="*/ 139700 w 228"/>
                <a:gd name="T1" fmla="*/ 0 h 115"/>
                <a:gd name="T2" fmla="*/ 0 w 228"/>
                <a:gd name="T3" fmla="*/ 182563 h 115"/>
                <a:gd name="T4" fmla="*/ 220663 w 228"/>
                <a:gd name="T5" fmla="*/ 182563 h 115"/>
                <a:gd name="T6" fmla="*/ 361950 w 228"/>
                <a:gd name="T7" fmla="*/ 0 h 115"/>
                <a:gd name="T8" fmla="*/ 139700 w 228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5"/>
                <a:gd name="T17" fmla="*/ 228 w 228"/>
                <a:gd name="T18" fmla="*/ 115 h 1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5">
                  <a:moveTo>
                    <a:pt x="88" y="0"/>
                  </a:moveTo>
                  <a:lnTo>
                    <a:pt x="0" y="115"/>
                  </a:lnTo>
                  <a:lnTo>
                    <a:pt x="139" y="115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solidFill>
              <a:srgbClr val="33CC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3" name="Freeform 70"/>
            <p:cNvSpPr/>
            <p:nvPr/>
          </p:nvSpPr>
          <p:spPr bwMode="auto">
            <a:xfrm>
              <a:off x="4664075" y="2944713"/>
              <a:ext cx="361950" cy="182563"/>
            </a:xfrm>
            <a:custGeom>
              <a:avLst/>
              <a:gdLst>
                <a:gd name="T0" fmla="*/ 139700 w 228"/>
                <a:gd name="T1" fmla="*/ 0 h 115"/>
                <a:gd name="T2" fmla="*/ 0 w 228"/>
                <a:gd name="T3" fmla="*/ 182563 h 115"/>
                <a:gd name="T4" fmla="*/ 220663 w 228"/>
                <a:gd name="T5" fmla="*/ 182563 h 115"/>
                <a:gd name="T6" fmla="*/ 361950 w 228"/>
                <a:gd name="T7" fmla="*/ 0 h 115"/>
                <a:gd name="T8" fmla="*/ 139700 w 228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8"/>
                <a:gd name="T16" fmla="*/ 0 h 115"/>
                <a:gd name="T17" fmla="*/ 228 w 228"/>
                <a:gd name="T18" fmla="*/ 115 h 11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8" h="115">
                  <a:moveTo>
                    <a:pt x="88" y="0"/>
                  </a:moveTo>
                  <a:lnTo>
                    <a:pt x="0" y="115"/>
                  </a:lnTo>
                  <a:lnTo>
                    <a:pt x="139" y="115"/>
                  </a:lnTo>
                  <a:lnTo>
                    <a:pt x="228" y="0"/>
                  </a:lnTo>
                  <a:lnTo>
                    <a:pt x="88" y="0"/>
                  </a:lnTo>
                  <a:close/>
                </a:path>
              </a:pathLst>
            </a:custGeom>
            <a:noFill/>
            <a:ln w="20638">
              <a:solidFill>
                <a:srgbClr val="000000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4" name="Line 71"/>
            <p:cNvSpPr>
              <a:spLocks noChangeShapeType="1"/>
            </p:cNvSpPr>
            <p:nvPr/>
          </p:nvSpPr>
          <p:spPr bwMode="auto">
            <a:xfrm>
              <a:off x="5026025" y="2959001"/>
              <a:ext cx="1588" cy="585787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Line 72"/>
            <p:cNvSpPr>
              <a:spLocks noChangeShapeType="1"/>
            </p:cNvSpPr>
            <p:nvPr/>
          </p:nvSpPr>
          <p:spPr bwMode="auto">
            <a:xfrm flipH="1">
              <a:off x="4895850" y="3544788"/>
              <a:ext cx="130175" cy="177800"/>
            </a:xfrm>
            <a:prstGeom prst="line">
              <a:avLst/>
            </a:prstGeom>
            <a:noFill/>
            <a:ln w="20638">
              <a:solidFill>
                <a:srgbClr val="000000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Rectangle 73"/>
            <p:cNvSpPr>
              <a:spLocks noChangeArrowheads="1"/>
            </p:cNvSpPr>
            <p:nvPr/>
          </p:nvSpPr>
          <p:spPr bwMode="auto">
            <a:xfrm>
              <a:off x="4694238" y="3201888"/>
              <a:ext cx="153987" cy="342900"/>
            </a:xfrm>
            <a:prstGeom prst="rect">
              <a:avLst/>
            </a:prstGeom>
            <a:solidFill>
              <a:srgbClr val="3333C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7" name="Rectangle 74"/>
            <p:cNvSpPr>
              <a:spLocks noChangeArrowheads="1"/>
            </p:cNvSpPr>
            <p:nvPr/>
          </p:nvSpPr>
          <p:spPr bwMode="auto">
            <a:xfrm>
              <a:off x="4694238" y="3201888"/>
              <a:ext cx="153987" cy="342900"/>
            </a:xfrm>
            <a:prstGeom prst="rect">
              <a:avLst/>
            </a:prstGeom>
            <a:noFill/>
            <a:ln w="20638">
              <a:solidFill>
                <a:srgbClr val="000000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8" name="Rectangle 75"/>
            <p:cNvSpPr>
              <a:spLocks noChangeArrowheads="1"/>
            </p:cNvSpPr>
            <p:nvPr/>
          </p:nvSpPr>
          <p:spPr bwMode="auto">
            <a:xfrm>
              <a:off x="4714875" y="3305076"/>
              <a:ext cx="115888" cy="12382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endParaRPr lang="zh-CN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79" name="Rectangle 76"/>
            <p:cNvSpPr>
              <a:spLocks noChangeArrowheads="1"/>
            </p:cNvSpPr>
            <p:nvPr/>
          </p:nvSpPr>
          <p:spPr bwMode="auto">
            <a:xfrm>
              <a:off x="3952875" y="2957413"/>
              <a:ext cx="713957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solidFill>
                    <a:srgbClr val="FF0000"/>
                  </a:solidFill>
                </a:rPr>
                <a:t>DHCP </a:t>
              </a:r>
              <a:endParaRPr lang="en-US" altLang="zh-CN" sz="135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0" name="Rectangle 77"/>
            <p:cNvSpPr>
              <a:spLocks noChangeArrowheads="1"/>
            </p:cNvSpPr>
            <p:nvPr/>
          </p:nvSpPr>
          <p:spPr bwMode="auto">
            <a:xfrm>
              <a:off x="4664075" y="2957413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solidFill>
                    <a:srgbClr val="000000"/>
                  </a:solidFill>
                </a:rPr>
                <a:t> 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82" name="Rectangle 78"/>
            <p:cNvSpPr>
              <a:spLocks noChangeArrowheads="1"/>
            </p:cNvSpPr>
            <p:nvPr/>
          </p:nvSpPr>
          <p:spPr bwMode="auto">
            <a:xfrm>
              <a:off x="3952875" y="3222526"/>
              <a:ext cx="641201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solidFill>
                    <a:srgbClr val="FF0000"/>
                  </a:solidFill>
                </a:rPr>
                <a:t>server</a:t>
              </a:r>
              <a:endParaRPr lang="en-US" altLang="zh-CN" sz="1350" dirty="0">
                <a:solidFill>
                  <a:srgbClr val="FF0000"/>
                </a:solidFill>
                <a:latin typeface="Comic Sans MS" panose="030F0702030302020204" pitchFamily="66" charset="0"/>
              </a:endParaRPr>
            </a:p>
          </p:txBody>
        </p:sp>
        <p:sp>
          <p:nvSpPr>
            <p:cNvPr id="83" name="Rectangle 79"/>
            <p:cNvSpPr>
              <a:spLocks noChangeArrowheads="1"/>
            </p:cNvSpPr>
            <p:nvPr/>
          </p:nvSpPr>
          <p:spPr bwMode="auto">
            <a:xfrm>
              <a:off x="4584699" y="3222526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solidFill>
                    <a:srgbClr val="000000"/>
                  </a:solidFill>
                </a:rPr>
                <a:t> 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sp>
          <p:nvSpPr>
            <p:cNvPr id="84" name="Rectangle 80"/>
            <p:cNvSpPr>
              <a:spLocks noChangeArrowheads="1"/>
            </p:cNvSpPr>
            <p:nvPr/>
          </p:nvSpPr>
          <p:spPr bwMode="auto">
            <a:xfrm>
              <a:off x="4541838" y="4781451"/>
              <a:ext cx="64120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>
                  <a:solidFill>
                    <a:srgbClr val="000000"/>
                  </a:solidFill>
                </a:rPr>
                <a:t> </a:t>
              </a:r>
              <a:endParaRPr lang="en-US" altLang="zh-CN" sz="1350">
                <a:latin typeface="Comic Sans MS" panose="030F0702030302020204" pitchFamily="66" charset="0"/>
              </a:endParaRPr>
            </a:p>
          </p:txBody>
        </p:sp>
        <p:grpSp>
          <p:nvGrpSpPr>
            <p:cNvPr id="85" name="Group 91"/>
            <p:cNvGrpSpPr/>
            <p:nvPr/>
          </p:nvGrpSpPr>
          <p:grpSpPr bwMode="auto">
            <a:xfrm>
              <a:off x="6269038" y="3762276"/>
              <a:ext cx="676275" cy="674687"/>
              <a:chOff x="2870" y="1518"/>
              <a:chExt cx="292" cy="320"/>
            </a:xfrm>
          </p:grpSpPr>
          <p:graphicFrame>
            <p:nvGraphicFramePr>
              <p:cNvPr id="86" name="Object 92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5" name="Clip" r:id="rId12" imgW="11601450" imgH="11791950" progId="MS_ClipArt_Gallery.2">
                      <p:embed/>
                    </p:oleObj>
                  </mc:Choice>
                  <mc:Fallback>
                    <p:oleObj name="Clip" r:id="rId12" imgW="11601450" imgH="11791950" progId="MS_ClipArt_Gallery.2">
                      <p:embed/>
                      <p:pic>
                        <p:nvPicPr>
                          <p:cNvPr id="86" name="Object 9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7" name="Object 93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556" name="Clip" r:id="rId14" imgW="17716500" imgH="16754475" progId="MS_ClipArt_Gallery.2">
                      <p:embed/>
                    </p:oleObj>
                  </mc:Choice>
                  <mc:Fallback>
                    <p:oleObj name="Clip" r:id="rId14" imgW="17716500" imgH="16754475" progId="MS_ClipArt_Gallery.2">
                      <p:embed/>
                      <p:pic>
                        <p:nvPicPr>
                          <p:cNvPr id="87" name="Object 9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88" name="Rectangle 94"/>
            <p:cNvSpPr>
              <a:spLocks noChangeArrowheads="1"/>
            </p:cNvSpPr>
            <p:nvPr/>
          </p:nvSpPr>
          <p:spPr bwMode="auto">
            <a:xfrm>
              <a:off x="6457950" y="4433788"/>
              <a:ext cx="2675466" cy="830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1350" dirty="0">
                  <a:solidFill>
                    <a:srgbClr val="000000"/>
                  </a:solidFill>
                </a:rPr>
                <a:t>arriving </a:t>
              </a:r>
              <a:r>
                <a:rPr lang="en-US" altLang="zh-CN" sz="1350" dirty="0">
                  <a:solidFill>
                    <a:srgbClr val="FF0000"/>
                  </a:solidFill>
                </a:rPr>
                <a:t>DHCP client</a:t>
              </a:r>
              <a:r>
                <a:rPr lang="en-US" altLang="zh-CN" sz="1350" dirty="0">
                  <a:solidFill>
                    <a:srgbClr val="000000"/>
                  </a:solidFill>
                </a:rPr>
                <a:t> needs address in this</a:t>
              </a:r>
            </a:p>
            <a:p>
              <a:pPr eaLnBrk="0" hangingPunct="0"/>
              <a:r>
                <a:rPr lang="en-US" altLang="zh-CN" sz="1350" dirty="0">
                  <a:solidFill>
                    <a:srgbClr val="000000"/>
                  </a:solidFill>
                </a:rPr>
                <a:t>network</a:t>
              </a:r>
              <a:endParaRPr lang="en-US" altLang="zh-CN" sz="1350" dirty="0">
                <a:latin typeface="Comic Sans MS" panose="030F0702030302020204" pitchFamily="66" charset="0"/>
              </a:endParaRPr>
            </a:p>
          </p:txBody>
        </p:sp>
        <p:sp>
          <p:nvSpPr>
            <p:cNvPr id="89" name="Freeform 95"/>
            <p:cNvSpPr>
              <a:spLocks noEditPoints="1"/>
            </p:cNvSpPr>
            <p:nvPr/>
          </p:nvSpPr>
          <p:spPr bwMode="auto">
            <a:xfrm>
              <a:off x="5629275" y="4022626"/>
              <a:ext cx="706438" cy="171450"/>
            </a:xfrm>
            <a:custGeom>
              <a:avLst/>
              <a:gdLst>
                <a:gd name="T0" fmla="*/ 696913 w 445"/>
                <a:gd name="T1" fmla="*/ 100012 h 108"/>
                <a:gd name="T2" fmla="*/ 139700 w 445"/>
                <a:gd name="T3" fmla="*/ 100012 h 108"/>
                <a:gd name="T4" fmla="*/ 136525 w 445"/>
                <a:gd name="T5" fmla="*/ 95250 h 108"/>
                <a:gd name="T6" fmla="*/ 133350 w 445"/>
                <a:gd name="T7" fmla="*/ 95250 h 108"/>
                <a:gd name="T8" fmla="*/ 130175 w 445"/>
                <a:gd name="T9" fmla="*/ 92075 h 108"/>
                <a:gd name="T10" fmla="*/ 130175 w 445"/>
                <a:gd name="T11" fmla="*/ 85725 h 108"/>
                <a:gd name="T12" fmla="*/ 130175 w 445"/>
                <a:gd name="T13" fmla="*/ 82550 h 108"/>
                <a:gd name="T14" fmla="*/ 133350 w 445"/>
                <a:gd name="T15" fmla="*/ 79375 h 108"/>
                <a:gd name="T16" fmla="*/ 136525 w 445"/>
                <a:gd name="T17" fmla="*/ 79375 h 108"/>
                <a:gd name="T18" fmla="*/ 139700 w 445"/>
                <a:gd name="T19" fmla="*/ 76200 h 108"/>
                <a:gd name="T20" fmla="*/ 696913 w 445"/>
                <a:gd name="T21" fmla="*/ 76200 h 108"/>
                <a:gd name="T22" fmla="*/ 700088 w 445"/>
                <a:gd name="T23" fmla="*/ 79375 h 108"/>
                <a:gd name="T24" fmla="*/ 703263 w 445"/>
                <a:gd name="T25" fmla="*/ 79375 h 108"/>
                <a:gd name="T26" fmla="*/ 706438 w 445"/>
                <a:gd name="T27" fmla="*/ 82550 h 108"/>
                <a:gd name="T28" fmla="*/ 706438 w 445"/>
                <a:gd name="T29" fmla="*/ 85725 h 108"/>
                <a:gd name="T30" fmla="*/ 706438 w 445"/>
                <a:gd name="T31" fmla="*/ 92075 h 108"/>
                <a:gd name="T32" fmla="*/ 703263 w 445"/>
                <a:gd name="T33" fmla="*/ 95250 h 108"/>
                <a:gd name="T34" fmla="*/ 700088 w 445"/>
                <a:gd name="T35" fmla="*/ 95250 h 108"/>
                <a:gd name="T36" fmla="*/ 696913 w 445"/>
                <a:gd name="T37" fmla="*/ 100012 h 108"/>
                <a:gd name="T38" fmla="*/ 696913 w 445"/>
                <a:gd name="T39" fmla="*/ 100012 h 108"/>
                <a:gd name="T40" fmla="*/ 169863 w 445"/>
                <a:gd name="T41" fmla="*/ 171450 h 108"/>
                <a:gd name="T42" fmla="*/ 0 w 445"/>
                <a:gd name="T43" fmla="*/ 85725 h 108"/>
                <a:gd name="T44" fmla="*/ 169863 w 445"/>
                <a:gd name="T45" fmla="*/ 0 h 108"/>
                <a:gd name="T46" fmla="*/ 169863 w 445"/>
                <a:gd name="T47" fmla="*/ 171450 h 10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w 445"/>
                <a:gd name="T73" fmla="*/ 0 h 108"/>
                <a:gd name="T74" fmla="*/ 445 w 445"/>
                <a:gd name="T75" fmla="*/ 108 h 108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T72" t="T73" r="T74" b="T75"/>
              <a:pathLst>
                <a:path w="445" h="108">
                  <a:moveTo>
                    <a:pt x="439" y="63"/>
                  </a:moveTo>
                  <a:lnTo>
                    <a:pt x="88" y="63"/>
                  </a:lnTo>
                  <a:lnTo>
                    <a:pt x="86" y="60"/>
                  </a:lnTo>
                  <a:lnTo>
                    <a:pt x="84" y="60"/>
                  </a:lnTo>
                  <a:lnTo>
                    <a:pt x="82" y="58"/>
                  </a:lnTo>
                  <a:lnTo>
                    <a:pt x="82" y="54"/>
                  </a:lnTo>
                  <a:lnTo>
                    <a:pt x="82" y="52"/>
                  </a:lnTo>
                  <a:lnTo>
                    <a:pt x="84" y="50"/>
                  </a:lnTo>
                  <a:lnTo>
                    <a:pt x="86" y="50"/>
                  </a:lnTo>
                  <a:lnTo>
                    <a:pt x="88" y="48"/>
                  </a:lnTo>
                  <a:lnTo>
                    <a:pt x="439" y="48"/>
                  </a:lnTo>
                  <a:lnTo>
                    <a:pt x="441" y="50"/>
                  </a:lnTo>
                  <a:lnTo>
                    <a:pt x="443" y="50"/>
                  </a:lnTo>
                  <a:lnTo>
                    <a:pt x="445" y="52"/>
                  </a:lnTo>
                  <a:lnTo>
                    <a:pt x="445" y="54"/>
                  </a:lnTo>
                  <a:lnTo>
                    <a:pt x="445" y="58"/>
                  </a:lnTo>
                  <a:lnTo>
                    <a:pt x="443" y="60"/>
                  </a:lnTo>
                  <a:lnTo>
                    <a:pt x="441" y="60"/>
                  </a:lnTo>
                  <a:lnTo>
                    <a:pt x="439" y="63"/>
                  </a:lnTo>
                  <a:close/>
                  <a:moveTo>
                    <a:pt x="107" y="108"/>
                  </a:moveTo>
                  <a:lnTo>
                    <a:pt x="0" y="54"/>
                  </a:lnTo>
                  <a:lnTo>
                    <a:pt x="107" y="0"/>
                  </a:lnTo>
                  <a:lnTo>
                    <a:pt x="107" y="108"/>
                  </a:lnTo>
                  <a:close/>
                </a:path>
              </a:pathLst>
            </a:custGeom>
            <a:solidFill>
              <a:srgbClr val="FF0000"/>
            </a:solidFill>
            <a:ln w="3175">
              <a:solidFill>
                <a:srgbClr val="FF0000"/>
              </a:solidFill>
              <a:prstDash val="solid"/>
              <a:round/>
            </a:ln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90" name="灯片编号占位符 2">
            <a:extLst>
              <a:ext uri="{FF2B5EF4-FFF2-40B4-BE49-F238E27FC236}">
                <a16:creationId xmlns:a16="http://schemas.microsoft.com/office/drawing/2014/main" id="{28ECCBD4-4D0F-4402-B062-878BD15D689E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41</a:t>
            </a:fld>
            <a:endParaRPr lang="en-US" altLang="zh-CN" dirty="0"/>
          </a:p>
        </p:txBody>
      </p:sp>
      <p:sp>
        <p:nvSpPr>
          <p:cNvPr id="91" name="AutoShape 5">
            <a:extLst>
              <a:ext uri="{FF2B5EF4-FFF2-40B4-BE49-F238E27FC236}">
                <a16:creationId xmlns:a16="http://schemas.microsoft.com/office/drawing/2014/main" id="{913D8701-1582-4EFF-8617-28FC468BE4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16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9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" grpId="0" animBg="1"/>
      <p:bldP spid="91" grpId="1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sz="1800" dirty="0">
                <a:solidFill>
                  <a:srgbClr val="0000FF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zh-CN" altLang="en-US" dirty="0">
                <a:effectLst/>
              </a:rPr>
              <a:t>工作流程</a:t>
            </a:r>
            <a:endParaRPr lang="en-US" altLang="zh-CN" dirty="0">
              <a:effectLst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152157" y="1437624"/>
            <a:ext cx="4308275" cy="3472227"/>
            <a:chOff x="2719253" y="1436018"/>
            <a:chExt cx="6209015" cy="5127979"/>
          </a:xfrm>
        </p:grpSpPr>
        <p:grpSp>
          <p:nvGrpSpPr>
            <p:cNvPr id="90" name="Group 4"/>
            <p:cNvGrpSpPr/>
            <p:nvPr/>
          </p:nvGrpSpPr>
          <p:grpSpPr bwMode="auto">
            <a:xfrm>
              <a:off x="8212063" y="1839243"/>
              <a:ext cx="460375" cy="492125"/>
              <a:chOff x="2870" y="1518"/>
              <a:chExt cx="292" cy="320"/>
            </a:xfrm>
          </p:grpSpPr>
          <p:graphicFrame>
            <p:nvGraphicFramePr>
              <p:cNvPr id="91" name="Object 5"/>
              <p:cNvGraphicFramePr>
                <a:graphicFrameLocks noChangeAspect="1"/>
              </p:cNvGraphicFramePr>
              <p:nvPr/>
            </p:nvGraphicFramePr>
            <p:xfrm>
              <a:off x="2870" y="1518"/>
              <a:ext cx="272" cy="2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6" r:id="rId4" imgW="11601450" imgH="11791950" progId="">
                      <p:embed/>
                    </p:oleObj>
                  </mc:Choice>
                  <mc:Fallback>
                    <p:oleObj r:id="rId4" imgW="11601450" imgH="11791950" progId="">
                      <p:embed/>
                      <p:pic>
                        <p:nvPicPr>
                          <p:cNvPr id="91" name="Object 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870" y="1518"/>
                            <a:ext cx="272" cy="2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92" name="Object 6"/>
              <p:cNvGraphicFramePr>
                <a:graphicFrameLocks noChangeAspect="1"/>
              </p:cNvGraphicFramePr>
              <p:nvPr/>
            </p:nvGraphicFramePr>
            <p:xfrm>
              <a:off x="2913" y="1602"/>
              <a:ext cx="249" cy="23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2167" r:id="rId6" imgW="17716500" imgH="16754475" progId="">
                      <p:embed/>
                    </p:oleObj>
                  </mc:Choice>
                  <mc:Fallback>
                    <p:oleObj r:id="rId6" imgW="17716500" imgH="16754475" progId="">
                      <p:embed/>
                      <p:pic>
                        <p:nvPicPr>
                          <p:cNvPr id="92" name="Object 6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913" y="1602"/>
                            <a:ext cx="249" cy="236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93" name="Text Box 7"/>
            <p:cNvSpPr txBox="1">
              <a:spLocks noChangeArrowheads="1"/>
            </p:cNvSpPr>
            <p:nvPr/>
          </p:nvSpPr>
          <p:spPr bwMode="auto">
            <a:xfrm>
              <a:off x="2719253" y="1436018"/>
              <a:ext cx="2257549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DHCP server: 223.1.2.5</a:t>
              </a:r>
            </a:p>
          </p:txBody>
        </p:sp>
        <p:sp>
          <p:nvSpPr>
            <p:cNvPr id="94" name="Text Box 8"/>
            <p:cNvSpPr txBox="1">
              <a:spLocks noChangeArrowheads="1"/>
            </p:cNvSpPr>
            <p:nvPr/>
          </p:nvSpPr>
          <p:spPr bwMode="auto">
            <a:xfrm>
              <a:off x="7361406" y="1436018"/>
              <a:ext cx="1566862" cy="374997"/>
            </a:xfrm>
            <a:prstGeom prst="rect">
              <a:avLst/>
            </a:prstGeom>
            <a:noFill/>
            <a:ln>
              <a:noFill/>
            </a:ln>
            <a:effectLst>
              <a:outerShdw blurRad="57785" dist="33020" dir="3180000" algn="ctr">
                <a:srgbClr val="000000">
                  <a:alpha val="30000"/>
                </a:srgbClr>
              </a:outerShdw>
            </a:effectLst>
            <a:scene3d>
              <a:camera prst="orthographicFront">
                <a:rot lat="0" lon="0" rev="0"/>
              </a:camera>
              <a:lightRig rig="brightRoom" dir="t">
                <a:rot lat="0" lon="0" rev="600000"/>
              </a:lightRig>
            </a:scene3d>
            <a:sp3d prstMaterial="metal">
              <a:bevelT w="38100" h="57150" prst="angle"/>
            </a:sp3d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0" hangingPunct="0"/>
              <a:r>
                <a:rPr lang="en-US" altLang="zh-CN" sz="1050" b="1" dirty="0">
                  <a:solidFill>
                    <a:srgbClr val="0000FF"/>
                  </a:solidFill>
                  <a:latin typeface="+mn-lt"/>
                </a:rPr>
                <a:t>Arriving client</a:t>
              </a:r>
              <a:endParaRPr lang="en-US" altLang="zh-CN" sz="1200" b="1" dirty="0">
                <a:solidFill>
                  <a:srgbClr val="0000FF"/>
                </a:solidFill>
                <a:latin typeface="+mn-lt"/>
              </a:endParaRPr>
            </a:p>
          </p:txBody>
        </p:sp>
        <p:sp>
          <p:nvSpPr>
            <p:cNvPr id="95" name="Line 9"/>
            <p:cNvSpPr>
              <a:spLocks noChangeShapeType="1"/>
            </p:cNvSpPr>
            <p:nvPr/>
          </p:nvSpPr>
          <p:spPr bwMode="auto">
            <a:xfrm flipH="1">
              <a:off x="3835325" y="2307556"/>
              <a:ext cx="4395788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96" name="Line 10"/>
            <p:cNvSpPr>
              <a:spLocks noChangeShapeType="1"/>
            </p:cNvSpPr>
            <p:nvPr/>
          </p:nvSpPr>
          <p:spPr bwMode="auto">
            <a:xfrm>
              <a:off x="3801988" y="2263106"/>
              <a:ext cx="0" cy="3760787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97" name="Line 11"/>
            <p:cNvSpPr>
              <a:spLocks noChangeShapeType="1"/>
            </p:cNvSpPr>
            <p:nvPr/>
          </p:nvSpPr>
          <p:spPr bwMode="auto">
            <a:xfrm>
              <a:off x="8327950" y="2339306"/>
              <a:ext cx="0" cy="3762375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prstDash val="sysDot"/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98" name="Line 12"/>
            <p:cNvSpPr>
              <a:spLocks noChangeShapeType="1"/>
            </p:cNvSpPr>
            <p:nvPr/>
          </p:nvSpPr>
          <p:spPr bwMode="auto">
            <a:xfrm>
              <a:off x="3382888" y="3031456"/>
              <a:ext cx="0" cy="190658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99" name="Text Box 13"/>
            <p:cNvSpPr txBox="1">
              <a:spLocks noChangeArrowheads="1"/>
            </p:cNvSpPr>
            <p:nvPr/>
          </p:nvSpPr>
          <p:spPr bwMode="auto">
            <a:xfrm>
              <a:off x="3124125" y="4906293"/>
              <a:ext cx="560388" cy="3937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788">
                  <a:latin typeface="+mn-lt"/>
                </a:rPr>
                <a:t>time</a:t>
              </a:r>
              <a:endParaRPr lang="en-US" altLang="zh-CN" sz="1200">
                <a:latin typeface="+mn-lt"/>
              </a:endParaRPr>
            </a:p>
          </p:txBody>
        </p:sp>
        <p:grpSp>
          <p:nvGrpSpPr>
            <p:cNvPr id="100" name="Group 14"/>
            <p:cNvGrpSpPr/>
            <p:nvPr/>
          </p:nvGrpSpPr>
          <p:grpSpPr bwMode="auto">
            <a:xfrm>
              <a:off x="3740075" y="1829718"/>
              <a:ext cx="182563" cy="400050"/>
              <a:chOff x="4180" y="783"/>
              <a:chExt cx="150" cy="307"/>
            </a:xfrm>
          </p:grpSpPr>
          <p:sp>
            <p:nvSpPr>
              <p:cNvPr id="101" name="AutoShape 15"/>
              <p:cNvSpPr>
                <a:spLocks noChangeArrowheads="1"/>
              </p:cNvSpPr>
              <p:nvPr/>
            </p:nvSpPr>
            <p:spPr bwMode="auto">
              <a:xfrm>
                <a:off x="4180" y="1019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102" name="Rectangle 16"/>
              <p:cNvSpPr>
                <a:spLocks noChangeArrowheads="1"/>
              </p:cNvSpPr>
              <p:nvPr/>
            </p:nvSpPr>
            <p:spPr bwMode="auto">
              <a:xfrm>
                <a:off x="4256" y="785"/>
                <a:ext cx="69" cy="236"/>
              </a:xfrm>
              <a:prstGeom prst="rect">
                <a:avLst/>
              </a:prstGeom>
              <a:solidFill>
                <a:srgbClr val="33CCC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103" name="Rectangle 17"/>
              <p:cNvSpPr>
                <a:spLocks noChangeArrowheads="1"/>
              </p:cNvSpPr>
              <p:nvPr/>
            </p:nvSpPr>
            <p:spPr bwMode="auto">
              <a:xfrm>
                <a:off x="4181" y="852"/>
                <a:ext cx="95" cy="236"/>
              </a:xfrm>
              <a:prstGeom prst="rect">
                <a:avLst/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104" name="AutoShape 18"/>
              <p:cNvSpPr>
                <a:spLocks noChangeArrowheads="1"/>
              </p:cNvSpPr>
              <p:nvPr/>
            </p:nvSpPr>
            <p:spPr bwMode="auto">
              <a:xfrm>
                <a:off x="4180" y="783"/>
                <a:ext cx="150" cy="71"/>
              </a:xfrm>
              <a:prstGeom prst="parallelogram">
                <a:avLst>
                  <a:gd name="adj" fmla="val 81387"/>
                </a:avLst>
              </a:prstGeom>
              <a:solidFill>
                <a:srgbClr val="33CC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105" name="Line 19"/>
              <p:cNvSpPr>
                <a:spLocks noChangeShapeType="1"/>
              </p:cNvSpPr>
              <p:nvPr/>
            </p:nvSpPr>
            <p:spPr bwMode="auto">
              <a:xfrm>
                <a:off x="4330" y="788"/>
                <a:ext cx="0" cy="231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06" name="Line 20"/>
              <p:cNvSpPr>
                <a:spLocks noChangeShapeType="1"/>
              </p:cNvSpPr>
              <p:nvPr/>
            </p:nvSpPr>
            <p:spPr bwMode="auto">
              <a:xfrm flipH="1">
                <a:off x="4276" y="1019"/>
                <a:ext cx="54" cy="6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 sz="1200"/>
              </a:p>
            </p:txBody>
          </p:sp>
          <p:sp>
            <p:nvSpPr>
              <p:cNvPr id="107" name="Rectangle 21"/>
              <p:cNvSpPr>
                <a:spLocks noChangeArrowheads="1"/>
              </p:cNvSpPr>
              <p:nvPr/>
            </p:nvSpPr>
            <p:spPr bwMode="auto">
              <a:xfrm>
                <a:off x="4193" y="883"/>
                <a:ext cx="63" cy="136"/>
              </a:xfrm>
              <a:prstGeom prst="rect">
                <a:avLst/>
              </a:prstGeom>
              <a:solidFill>
                <a:srgbClr val="3333CC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  <p:sp>
            <p:nvSpPr>
              <p:cNvPr id="108" name="Rectangle 22"/>
              <p:cNvSpPr>
                <a:spLocks noChangeArrowheads="1"/>
              </p:cNvSpPr>
              <p:nvPr/>
            </p:nvSpPr>
            <p:spPr bwMode="auto">
              <a:xfrm>
                <a:off x="4202" y="924"/>
                <a:ext cx="48" cy="4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endParaRPr lang="zh-CN" altLang="zh-CN" sz="1200">
                  <a:latin typeface="+mn-lt"/>
                </a:endParaRPr>
              </a:p>
            </p:txBody>
          </p:sp>
        </p:grpSp>
        <p:grpSp>
          <p:nvGrpSpPr>
            <p:cNvPr id="109" name="Group 23"/>
            <p:cNvGrpSpPr/>
            <p:nvPr/>
          </p:nvGrpSpPr>
          <p:grpSpPr bwMode="auto">
            <a:xfrm>
              <a:off x="5364088" y="1442369"/>
              <a:ext cx="2673350" cy="1258615"/>
              <a:chOff x="11865" y="3885"/>
              <a:chExt cx="3720" cy="1421"/>
            </a:xfrm>
          </p:grpSpPr>
          <p:sp>
            <p:nvSpPr>
              <p:cNvPr id="110" name="Text Box 24"/>
              <p:cNvSpPr txBox="1">
                <a:spLocks noChangeArrowheads="1"/>
              </p:cNvSpPr>
              <p:nvPr/>
            </p:nvSpPr>
            <p:spPr bwMode="auto">
              <a:xfrm>
                <a:off x="11865" y="3885"/>
                <a:ext cx="2062" cy="49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b="1" dirty="0">
                    <a:latin typeface="+mn-lt"/>
                  </a:rPr>
                  <a:t>DHCP discover</a:t>
                </a:r>
              </a:p>
            </p:txBody>
          </p:sp>
          <p:sp>
            <p:nvSpPr>
              <p:cNvPr id="111" name="Text Box 25"/>
              <p:cNvSpPr txBox="1">
                <a:spLocks noChangeArrowheads="1"/>
              </p:cNvSpPr>
              <p:nvPr/>
            </p:nvSpPr>
            <p:spPr bwMode="auto">
              <a:xfrm>
                <a:off x="12015" y="4231"/>
                <a:ext cx="3570" cy="107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fontAlgn="base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0" hangingPunct="0"/>
                <a:r>
                  <a:rPr lang="en-US" altLang="zh-CN" sz="825" dirty="0" err="1">
                    <a:latin typeface="+mn-lt"/>
                  </a:rPr>
                  <a:t>src</a:t>
                </a:r>
                <a:r>
                  <a:rPr lang="en-US" altLang="zh-CN" sz="825" dirty="0">
                    <a:latin typeface="+mn-lt"/>
                  </a:rPr>
                  <a:t> : 0.0.0.0, 68     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dest</a:t>
                </a:r>
                <a:r>
                  <a:rPr lang="en-US" altLang="zh-CN" sz="825" dirty="0">
                    <a:latin typeface="+mn-lt"/>
                  </a:rPr>
                  <a:t>.: </a:t>
                </a:r>
                <a:r>
                  <a:rPr lang="en-US" altLang="zh-CN" sz="825" dirty="0">
                    <a:solidFill>
                      <a:srgbClr val="FF0000"/>
                    </a:solidFill>
                    <a:latin typeface="+mn-lt"/>
                  </a:rPr>
                  <a:t>255.255.255.255</a:t>
                </a:r>
                <a:r>
                  <a:rPr lang="en-US" altLang="zh-CN" sz="825" dirty="0">
                    <a:latin typeface="+mn-lt"/>
                  </a:rPr>
                  <a:t>,67</a:t>
                </a:r>
              </a:p>
              <a:p>
                <a:pPr eaLnBrk="0" hangingPunct="0"/>
                <a:r>
                  <a:rPr lang="en-US" altLang="zh-CN" sz="825" dirty="0" err="1">
                    <a:latin typeface="+mn-lt"/>
                  </a:rPr>
                  <a:t>yiaddr</a:t>
                </a:r>
                <a:r>
                  <a:rPr lang="en-US" altLang="zh-CN" sz="825" dirty="0">
                    <a:latin typeface="+mn-lt"/>
                  </a:rPr>
                  <a:t>:    0.0.0.0</a:t>
                </a:r>
              </a:p>
              <a:p>
                <a:pPr eaLnBrk="0" hangingPunct="0"/>
                <a:r>
                  <a:rPr lang="en-US" altLang="zh-CN" sz="825" dirty="0">
                    <a:latin typeface="+mn-lt"/>
                  </a:rPr>
                  <a:t>transaction ID: 654</a:t>
                </a:r>
                <a:endParaRPr lang="en-US" altLang="zh-CN" sz="1200" dirty="0">
                  <a:latin typeface="+mn-lt"/>
                </a:endParaRPr>
              </a:p>
            </p:txBody>
          </p:sp>
        </p:grpSp>
        <p:sp>
          <p:nvSpPr>
            <p:cNvPr id="112" name="Line 26"/>
            <p:cNvSpPr>
              <a:spLocks noChangeShapeType="1"/>
            </p:cNvSpPr>
            <p:nvPr/>
          </p:nvSpPr>
          <p:spPr bwMode="auto">
            <a:xfrm>
              <a:off x="3878188" y="3293393"/>
              <a:ext cx="4395787" cy="538163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3" name="Text Box 27"/>
            <p:cNvSpPr txBox="1">
              <a:spLocks noChangeArrowheads="1"/>
            </p:cNvSpPr>
            <p:nvPr/>
          </p:nvSpPr>
          <p:spPr bwMode="auto">
            <a:xfrm>
              <a:off x="5138664" y="2779856"/>
              <a:ext cx="1379538" cy="3302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offer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114" name="Text Box 28"/>
            <p:cNvSpPr txBox="1">
              <a:spLocks noChangeArrowheads="1"/>
            </p:cNvSpPr>
            <p:nvPr/>
          </p:nvSpPr>
          <p:spPr bwMode="auto">
            <a:xfrm>
              <a:off x="5437187" y="3042921"/>
              <a:ext cx="2424112" cy="10788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00FF"/>
                  </a:solidFill>
                  <a:latin typeface="+mn-lt"/>
                </a:rPr>
                <a:t>223.1.2.5</a:t>
              </a:r>
              <a:r>
                <a:rPr lang="en-US" altLang="zh-CN" sz="825" dirty="0">
                  <a:latin typeface="+mn-lt"/>
                </a:rPr>
                <a:t>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</a:t>
              </a:r>
              <a:r>
                <a:rPr lang="en-US" altLang="zh-CN" sz="825" dirty="0">
                  <a:solidFill>
                    <a:srgbClr val="C00000"/>
                  </a:solidFill>
                  <a:latin typeface="+mn-lt"/>
                </a:rPr>
                <a:t>255.255.255.255</a:t>
              </a:r>
              <a:r>
                <a:rPr lang="en-US" altLang="zh-CN" sz="825" dirty="0">
                  <a:latin typeface="+mn-lt"/>
                </a:rPr>
                <a:t>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</a:t>
              </a:r>
              <a:r>
                <a:rPr lang="en-US" altLang="zh-CN" sz="825" dirty="0" err="1">
                  <a:latin typeface="+mn-lt"/>
                </a:rPr>
                <a:t>secs</a:t>
              </a:r>
              <a:endParaRPr lang="en-US" altLang="zh-CN" sz="525" dirty="0">
                <a:latin typeface="+mn-lt"/>
              </a:endParaRPr>
            </a:p>
          </p:txBody>
        </p:sp>
        <p:sp>
          <p:nvSpPr>
            <p:cNvPr id="115" name="Line 29"/>
            <p:cNvSpPr>
              <a:spLocks noChangeShapeType="1"/>
            </p:cNvSpPr>
            <p:nvPr/>
          </p:nvSpPr>
          <p:spPr bwMode="auto">
            <a:xfrm flipH="1">
              <a:off x="3770238" y="4522118"/>
              <a:ext cx="4395787" cy="536575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6" name="Text Box 30"/>
            <p:cNvSpPr txBox="1">
              <a:spLocks noChangeArrowheads="1"/>
            </p:cNvSpPr>
            <p:nvPr/>
          </p:nvSpPr>
          <p:spPr bwMode="auto">
            <a:xfrm>
              <a:off x="4007175" y="3924479"/>
              <a:ext cx="1379537" cy="32861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request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117" name="Text Box 31"/>
            <p:cNvSpPr txBox="1">
              <a:spLocks noChangeArrowheads="1"/>
            </p:cNvSpPr>
            <p:nvPr/>
          </p:nvSpPr>
          <p:spPr bwMode="auto">
            <a:xfrm>
              <a:off x="4104806" y="4198255"/>
              <a:ext cx="2757487" cy="1037268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>
                  <a:latin typeface="+mn-lt"/>
                </a:rPr>
                <a:t>src:  0.0.0.0, 68     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dest::  255.255.255.255, 67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yiaddrr: </a:t>
              </a:r>
              <a:r>
                <a:rPr lang="en-US" altLang="zh-CN" sz="825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>
                  <a:latin typeface="+mn-lt"/>
                </a:rPr>
                <a:t>Lifetime: 3600 secs</a:t>
              </a:r>
              <a:endParaRPr lang="en-US" altLang="zh-CN" sz="1200">
                <a:latin typeface="+mn-lt"/>
              </a:endParaRPr>
            </a:p>
          </p:txBody>
        </p:sp>
        <p:sp>
          <p:nvSpPr>
            <p:cNvPr id="118" name="Line 32"/>
            <p:cNvSpPr>
              <a:spLocks noChangeShapeType="1"/>
            </p:cNvSpPr>
            <p:nvPr/>
          </p:nvSpPr>
          <p:spPr bwMode="auto">
            <a:xfrm>
              <a:off x="3855963" y="5552406"/>
              <a:ext cx="4395787" cy="53816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 sz="1200"/>
            </a:p>
          </p:txBody>
        </p:sp>
        <p:sp>
          <p:nvSpPr>
            <p:cNvPr id="119" name="Text Box 33"/>
            <p:cNvSpPr txBox="1">
              <a:spLocks noChangeArrowheads="1"/>
            </p:cNvSpPr>
            <p:nvPr/>
          </p:nvSpPr>
          <p:spPr bwMode="auto">
            <a:xfrm>
              <a:off x="5461997" y="5255380"/>
              <a:ext cx="1379537" cy="32861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b="1" dirty="0">
                  <a:latin typeface="+mn-lt"/>
                </a:rPr>
                <a:t>DHCP ACK</a:t>
              </a:r>
              <a:endParaRPr lang="en-US" altLang="zh-CN" sz="1200" dirty="0">
                <a:latin typeface="+mn-lt"/>
              </a:endParaRPr>
            </a:p>
          </p:txBody>
        </p:sp>
        <p:sp>
          <p:nvSpPr>
            <p:cNvPr id="120" name="Text Box 34"/>
            <p:cNvSpPr txBox="1">
              <a:spLocks noChangeArrowheads="1"/>
            </p:cNvSpPr>
            <p:nvPr/>
          </p:nvSpPr>
          <p:spPr bwMode="auto">
            <a:xfrm>
              <a:off x="5538198" y="5526726"/>
              <a:ext cx="2412999" cy="103727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0" hangingPunct="0"/>
              <a:r>
                <a:rPr lang="en-US" altLang="zh-CN" sz="825" dirty="0" err="1">
                  <a:latin typeface="+mn-lt"/>
                </a:rPr>
                <a:t>src</a:t>
              </a:r>
              <a:r>
                <a:rPr lang="en-US" altLang="zh-CN" sz="825" dirty="0">
                  <a:latin typeface="+mn-lt"/>
                </a:rPr>
                <a:t>: 223.1.2.5, 67      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dest</a:t>
              </a:r>
              <a:r>
                <a:rPr lang="en-US" altLang="zh-CN" sz="825" dirty="0">
                  <a:latin typeface="+mn-lt"/>
                </a:rPr>
                <a:t>:  255.255.255.255, 68</a:t>
              </a:r>
            </a:p>
            <a:p>
              <a:pPr eaLnBrk="0" hangingPunct="0"/>
              <a:r>
                <a:rPr lang="en-US" altLang="zh-CN" sz="825" dirty="0" err="1">
                  <a:latin typeface="+mn-lt"/>
                </a:rPr>
                <a:t>yiaddrr</a:t>
              </a:r>
              <a:r>
                <a:rPr lang="en-US" altLang="zh-CN" sz="825" dirty="0">
                  <a:latin typeface="+mn-lt"/>
                </a:rPr>
                <a:t>: </a:t>
              </a:r>
              <a:r>
                <a:rPr lang="en-US" altLang="zh-CN" sz="825" dirty="0">
                  <a:solidFill>
                    <a:srgbClr val="008000"/>
                  </a:solidFill>
                  <a:latin typeface="+mn-lt"/>
                </a:rPr>
                <a:t>223.1.2.4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transaction ID: 655</a:t>
              </a:r>
            </a:p>
            <a:p>
              <a:pPr eaLnBrk="0" hangingPunct="0"/>
              <a:r>
                <a:rPr lang="en-US" altLang="zh-CN" sz="825" dirty="0">
                  <a:latin typeface="+mn-lt"/>
                </a:rPr>
                <a:t>Lifetime: 3600 secs</a:t>
              </a:r>
              <a:endParaRPr lang="en-US" altLang="zh-CN" sz="675" dirty="0">
                <a:latin typeface="+mn-lt"/>
              </a:endParaRPr>
            </a:p>
          </p:txBody>
        </p:sp>
      </p:grpSp>
      <p:sp>
        <p:nvSpPr>
          <p:cNvPr id="121" name="矩形 120"/>
          <p:cNvSpPr/>
          <p:nvPr/>
        </p:nvSpPr>
        <p:spPr>
          <a:xfrm>
            <a:off x="1807554" y="4394682"/>
            <a:ext cx="2438488" cy="300082"/>
          </a:xfrm>
          <a:prstGeom prst="rect">
            <a:avLst/>
          </a:prstGeom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255.255.255.255</a:t>
            </a:r>
            <a:r>
              <a:rPr lang="zh-CN" altLang="en-US" sz="135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是广播地址 </a:t>
            </a:r>
            <a:endParaRPr lang="zh-CN" altLang="en-US" sz="135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灯片编号占位符 2">
            <a:extLst>
              <a:ext uri="{FF2B5EF4-FFF2-40B4-BE49-F238E27FC236}">
                <a16:creationId xmlns:a16="http://schemas.microsoft.com/office/drawing/2014/main" id="{5556EEF5-90BE-46A4-BCA1-59BAAA38AF1F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42</a:t>
            </a:fld>
            <a:endParaRPr lang="en-US" altLang="zh-CN" dirty="0"/>
          </a:p>
        </p:txBody>
      </p:sp>
      <p:sp>
        <p:nvSpPr>
          <p:cNvPr id="39" name="AutoShape 5">
            <a:extLst>
              <a:ext uri="{FF2B5EF4-FFF2-40B4-BE49-F238E27FC236}">
                <a16:creationId xmlns:a16="http://schemas.microsoft.com/office/drawing/2014/main" id="{CA8DCDF8-F50E-4555-B9E0-A4AA33DB3F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8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39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9" grpId="1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sz="1800" dirty="0">
                <a:solidFill>
                  <a:srgbClr val="0000FF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DHCP</a:t>
            </a:r>
            <a:r>
              <a:rPr lang="zh-CN" altLang="en-US" dirty="0">
                <a:effectLst/>
              </a:rPr>
              <a:t>协议不仅仅配置</a:t>
            </a:r>
            <a:r>
              <a:rPr lang="en-US" altLang="zh-CN" dirty="0">
                <a:effectLst/>
              </a:rPr>
              <a:t>IP</a:t>
            </a:r>
            <a:r>
              <a:rPr lang="zh-CN" altLang="en-US" dirty="0">
                <a:effectLst/>
              </a:rPr>
              <a:t>地址，还有其他重要的联网参数：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>
                <a:solidFill>
                  <a:srgbClr val="FF0000"/>
                </a:solidFill>
              </a:rPr>
              <a:t>网关地址</a:t>
            </a:r>
            <a:r>
              <a:rPr lang="en-US" altLang="zh-CN" dirty="0"/>
              <a:t>(</a:t>
            </a:r>
            <a:r>
              <a:rPr lang="zh-CN" altLang="en-US" dirty="0"/>
              <a:t>邻接路由器网络接口的</a:t>
            </a:r>
            <a:r>
              <a:rPr lang="en-US" altLang="zh-CN" dirty="0"/>
              <a:t>IP</a:t>
            </a:r>
            <a:r>
              <a:rPr lang="zh-CN" altLang="en-US" dirty="0"/>
              <a:t>地址</a:t>
            </a:r>
            <a:r>
              <a:rPr lang="en-US" altLang="zh-CN" dirty="0"/>
              <a:t>)</a:t>
            </a:r>
          </a:p>
          <a:p>
            <a:pPr lvl="2"/>
            <a:r>
              <a:rPr lang="en-US" altLang="zh-CN" dirty="0"/>
              <a:t>DNS</a:t>
            </a:r>
            <a:r>
              <a:rPr lang="zh-CN" altLang="en-US" dirty="0"/>
              <a:t>服务器</a:t>
            </a:r>
            <a:endParaRPr lang="en-US" altLang="zh-CN" dirty="0"/>
          </a:p>
          <a:p>
            <a:pPr lvl="2"/>
            <a:r>
              <a:rPr lang="zh-CN" altLang="en-US" dirty="0"/>
              <a:t>子网掩码</a:t>
            </a:r>
            <a:endParaRPr lang="en-US" altLang="zh-CN" dirty="0"/>
          </a:p>
        </p:txBody>
      </p:sp>
      <p:sp>
        <p:nvSpPr>
          <p:cNvPr id="5" name="灯片编号占位符 2">
            <a:extLst>
              <a:ext uri="{FF2B5EF4-FFF2-40B4-BE49-F238E27FC236}">
                <a16:creationId xmlns:a16="http://schemas.microsoft.com/office/drawing/2014/main" id="{1982B915-5D4E-4657-BC12-C35A8528853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43</a:t>
            </a:fld>
            <a:endParaRPr lang="en-US" altLang="zh-CN" dirty="0"/>
          </a:p>
        </p:txBody>
      </p:sp>
      <p:sp>
        <p:nvSpPr>
          <p:cNvPr id="6" name="AutoShape 5">
            <a:extLst>
              <a:ext uri="{FF2B5EF4-FFF2-40B4-BE49-F238E27FC236}">
                <a16:creationId xmlns:a16="http://schemas.microsoft.com/office/drawing/2014/main" id="{4A5D7D0D-4997-49F3-A217-223B58FAD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3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4.3 IP:</a:t>
            </a:r>
            <a:r>
              <a:rPr lang="zh-CN" altLang="en-US" dirty="0"/>
              <a:t> 网际协议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  <a:extLst>
            <a:ext uri="{909E8E84-426E-40DD-AFC4-6F175D3DCCD1}">
              <a14:hiddenFill xmlns:a14="http://schemas.microsoft.com/office/drawing/2010/main">
                <a:solidFill>
                  <a:srgbClr val="FAFAFA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68580" tIns="34290" rIns="68580" bIns="34290" numCol="1" rtlCol="0" anchor="t" anchorCtr="0" compatLnSpc="1">
            <a:normAutofit/>
          </a:bodyPr>
          <a:lstStyle/>
          <a:p>
            <a:r>
              <a:rPr lang="en-US" altLang="zh-CN" dirty="0">
                <a:solidFill>
                  <a:srgbClr val="FF0000"/>
                </a:solidFill>
                <a:effectLst/>
              </a:rPr>
              <a:t>4.3.3 IPv4</a:t>
            </a:r>
            <a:r>
              <a:rPr lang="zh-CN" altLang="en-US" dirty="0">
                <a:solidFill>
                  <a:srgbClr val="FF0000"/>
                </a:solidFill>
                <a:effectLst/>
              </a:rPr>
              <a:t>网络编址</a:t>
            </a:r>
            <a:endParaRPr lang="en-US" altLang="zh-CN" dirty="0">
              <a:solidFill>
                <a:srgbClr val="FF0000"/>
              </a:solidFill>
              <a:effectLst/>
            </a:endParaRPr>
          </a:p>
          <a:p>
            <a:r>
              <a:rPr lang="en-US" altLang="zh-CN" sz="1800" dirty="0">
                <a:solidFill>
                  <a:srgbClr val="0000FF"/>
                </a:solidFill>
                <a:effectLst/>
              </a:rPr>
              <a:t>DHCP</a:t>
            </a:r>
            <a:r>
              <a:rPr lang="en-US" altLang="zh-CN" sz="1800" dirty="0">
                <a:effectLst/>
              </a:rPr>
              <a:t>: </a:t>
            </a:r>
            <a:r>
              <a:rPr lang="zh-CN" altLang="en-US" sz="1800" dirty="0">
                <a:effectLst/>
              </a:rPr>
              <a:t>动态主机配置协议</a:t>
            </a:r>
            <a:endParaRPr lang="en-US" altLang="zh-CN" sz="1800" dirty="0">
              <a:effectLst/>
            </a:endParaRPr>
          </a:p>
          <a:p>
            <a:pPr lvl="1"/>
            <a:r>
              <a:rPr lang="en-US" altLang="zh-CN" dirty="0">
                <a:effectLst/>
              </a:rPr>
              <a:t>DHCP</a:t>
            </a:r>
            <a:r>
              <a:rPr lang="zh-CN" altLang="en-US" dirty="0">
                <a:effectLst/>
              </a:rPr>
              <a:t>工作的协议栈</a:t>
            </a:r>
            <a:endParaRPr lang="en-US" altLang="zh-CN" dirty="0">
              <a:effectLst/>
            </a:endParaRPr>
          </a:p>
          <a:p>
            <a:pPr lvl="2"/>
            <a:r>
              <a:rPr lang="zh-CN" altLang="en-US" dirty="0"/>
              <a:t>工作在应用层</a:t>
            </a:r>
            <a:endParaRPr lang="en-US" altLang="zh-CN" dirty="0"/>
          </a:p>
          <a:p>
            <a:pPr lvl="3"/>
            <a:r>
              <a:rPr lang="en-US" altLang="zh-CN" dirty="0"/>
              <a:t>port</a:t>
            </a:r>
            <a:r>
              <a:rPr lang="zh-CN" altLang="en-US" dirty="0"/>
              <a:t>：</a:t>
            </a:r>
            <a:r>
              <a:rPr lang="en-US" altLang="zh-CN" dirty="0"/>
              <a:t>67</a:t>
            </a:r>
            <a:r>
              <a:rPr lang="zh-CN" altLang="en-US" dirty="0"/>
              <a:t>、</a:t>
            </a:r>
            <a:r>
              <a:rPr lang="en-US" altLang="zh-CN" dirty="0"/>
              <a:t>68</a:t>
            </a:r>
          </a:p>
          <a:p>
            <a:pPr lvl="2"/>
            <a:r>
              <a:rPr lang="zh-CN" altLang="en-US" dirty="0">
                <a:effectLst/>
              </a:rPr>
              <a:t>传输层：</a:t>
            </a:r>
            <a:r>
              <a:rPr lang="en-US" altLang="zh-CN" dirty="0">
                <a:effectLst/>
              </a:rPr>
              <a:t>UDP</a:t>
            </a:r>
          </a:p>
        </p:txBody>
      </p:sp>
      <p:sp>
        <p:nvSpPr>
          <p:cNvPr id="8" name="Freeform 3"/>
          <p:cNvSpPr/>
          <p:nvPr/>
        </p:nvSpPr>
        <p:spPr bwMode="auto">
          <a:xfrm>
            <a:off x="4992291" y="1815666"/>
            <a:ext cx="2665809" cy="2065735"/>
          </a:xfrm>
          <a:custGeom>
            <a:avLst/>
            <a:gdLst>
              <a:gd name="T0" fmla="*/ 2147483647 w 2406"/>
              <a:gd name="T1" fmla="*/ 2147483647 h 958"/>
              <a:gd name="T2" fmla="*/ 2147483647 w 2406"/>
              <a:gd name="T3" fmla="*/ 2147483647 h 958"/>
              <a:gd name="T4" fmla="*/ 2147483647 w 2406"/>
              <a:gd name="T5" fmla="*/ 2147483647 h 958"/>
              <a:gd name="T6" fmla="*/ 2147483647 w 2406"/>
              <a:gd name="T7" fmla="*/ 2147483647 h 958"/>
              <a:gd name="T8" fmla="*/ 2147483647 w 2406"/>
              <a:gd name="T9" fmla="*/ 2147483647 h 958"/>
              <a:gd name="T10" fmla="*/ 2147483647 w 2406"/>
              <a:gd name="T11" fmla="*/ 2147483647 h 958"/>
              <a:gd name="T12" fmla="*/ 2147483647 w 2406"/>
              <a:gd name="T13" fmla="*/ 2147483647 h 958"/>
              <a:gd name="T14" fmla="*/ 2147483647 w 2406"/>
              <a:gd name="T15" fmla="*/ 2147483647 h 958"/>
              <a:gd name="T16" fmla="*/ 2147483647 w 2406"/>
              <a:gd name="T17" fmla="*/ 2147483647 h 958"/>
              <a:gd name="T18" fmla="*/ 2147483647 w 2406"/>
              <a:gd name="T19" fmla="*/ 2147483647 h 958"/>
              <a:gd name="T20" fmla="*/ 2147483647 w 2406"/>
              <a:gd name="T21" fmla="*/ 2147483647 h 958"/>
              <a:gd name="T22" fmla="*/ 2147483647 w 2406"/>
              <a:gd name="T23" fmla="*/ 2147483647 h 958"/>
              <a:gd name="T24" fmla="*/ 2147483647 w 2406"/>
              <a:gd name="T25" fmla="*/ 2147483647 h 958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w 2406"/>
              <a:gd name="T40" fmla="*/ 0 h 958"/>
              <a:gd name="T41" fmla="*/ 2406 w 2406"/>
              <a:gd name="T42" fmla="*/ 958 h 958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T39" t="T40" r="T41" b="T42"/>
            <a:pathLst>
              <a:path w="2406" h="958">
                <a:moveTo>
                  <a:pt x="2192" y="274"/>
                </a:moveTo>
                <a:cubicBezTo>
                  <a:pt x="1978" y="94"/>
                  <a:pt x="1990" y="122"/>
                  <a:pt x="1857" y="77"/>
                </a:cubicBezTo>
                <a:cubicBezTo>
                  <a:pt x="1724" y="32"/>
                  <a:pt x="1584" y="0"/>
                  <a:pt x="1393" y="7"/>
                </a:cubicBezTo>
                <a:cubicBezTo>
                  <a:pt x="1202" y="14"/>
                  <a:pt x="898" y="84"/>
                  <a:pt x="713" y="122"/>
                </a:cubicBezTo>
                <a:cubicBezTo>
                  <a:pt x="528" y="160"/>
                  <a:pt x="395" y="168"/>
                  <a:pt x="280" y="234"/>
                </a:cubicBezTo>
                <a:cubicBezTo>
                  <a:pt x="166" y="301"/>
                  <a:pt x="52" y="432"/>
                  <a:pt x="26" y="522"/>
                </a:cubicBezTo>
                <a:cubicBezTo>
                  <a:pt x="0" y="612"/>
                  <a:pt x="81" y="711"/>
                  <a:pt x="122" y="773"/>
                </a:cubicBezTo>
                <a:cubicBezTo>
                  <a:pt x="163" y="835"/>
                  <a:pt x="99" y="877"/>
                  <a:pt x="273" y="894"/>
                </a:cubicBezTo>
                <a:cubicBezTo>
                  <a:pt x="447" y="911"/>
                  <a:pt x="938" y="866"/>
                  <a:pt x="1169" y="876"/>
                </a:cubicBezTo>
                <a:cubicBezTo>
                  <a:pt x="1400" y="886"/>
                  <a:pt x="1499" y="950"/>
                  <a:pt x="1659" y="954"/>
                </a:cubicBezTo>
                <a:cubicBezTo>
                  <a:pt x="1819" y="958"/>
                  <a:pt x="2014" y="958"/>
                  <a:pt x="2129" y="897"/>
                </a:cubicBezTo>
                <a:cubicBezTo>
                  <a:pt x="2244" y="836"/>
                  <a:pt x="2327" y="856"/>
                  <a:pt x="2350" y="591"/>
                </a:cubicBezTo>
                <a:cubicBezTo>
                  <a:pt x="2373" y="326"/>
                  <a:pt x="2406" y="454"/>
                  <a:pt x="2192" y="274"/>
                </a:cubicBezTo>
                <a:close/>
              </a:path>
            </a:pathLst>
          </a:custGeom>
          <a:solidFill>
            <a:srgbClr val="66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sp>
        <p:nvSpPr>
          <p:cNvPr id="9" name="Line 36"/>
          <p:cNvSpPr>
            <a:spLocks noChangeShapeType="1"/>
          </p:cNvSpPr>
          <p:nvPr/>
        </p:nvSpPr>
        <p:spPr bwMode="auto">
          <a:xfrm flipV="1">
            <a:off x="7243763" y="2619339"/>
            <a:ext cx="116681" cy="107156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0" name="Line 43"/>
          <p:cNvSpPr>
            <a:spLocks noChangeShapeType="1"/>
          </p:cNvSpPr>
          <p:nvPr/>
        </p:nvSpPr>
        <p:spPr bwMode="auto">
          <a:xfrm flipV="1">
            <a:off x="6411516" y="2749116"/>
            <a:ext cx="521494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1" name="Line 44"/>
          <p:cNvSpPr>
            <a:spLocks noChangeShapeType="1"/>
          </p:cNvSpPr>
          <p:nvPr/>
        </p:nvSpPr>
        <p:spPr bwMode="auto">
          <a:xfrm flipV="1">
            <a:off x="7355682" y="2512183"/>
            <a:ext cx="103585" cy="107156"/>
          </a:xfrm>
          <a:prstGeom prst="line">
            <a:avLst/>
          </a:prstGeom>
          <a:noFill/>
          <a:ln w="9525">
            <a:solidFill>
              <a:srgbClr val="000000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2" name="Line 48"/>
          <p:cNvSpPr>
            <a:spLocks noChangeShapeType="1"/>
          </p:cNvSpPr>
          <p:nvPr/>
        </p:nvSpPr>
        <p:spPr bwMode="auto">
          <a:xfrm flipV="1">
            <a:off x="6872288" y="2913423"/>
            <a:ext cx="384572" cy="45958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350"/>
          </a:p>
        </p:txBody>
      </p:sp>
      <p:sp>
        <p:nvSpPr>
          <p:cNvPr id="13" name="Text Box 44"/>
          <p:cNvSpPr txBox="1">
            <a:spLocks noChangeArrowheads="1"/>
          </p:cNvSpPr>
          <p:nvPr/>
        </p:nvSpPr>
        <p:spPr bwMode="auto">
          <a:xfrm>
            <a:off x="6334125" y="3719476"/>
            <a:ext cx="1572866" cy="715581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charset="0"/>
              </a:defRPr>
            </a:lvl9pPr>
          </a:lstStyle>
          <a:p>
            <a:pPr>
              <a:defRPr/>
            </a:pPr>
            <a:r>
              <a:rPr lang="en-US" sz="1350" i="1"/>
              <a:t>router with DHCP </a:t>
            </a:r>
          </a:p>
          <a:p>
            <a:pPr>
              <a:defRPr/>
            </a:pPr>
            <a:r>
              <a:rPr lang="en-US" sz="1350" i="1"/>
              <a:t>server built into </a:t>
            </a:r>
          </a:p>
          <a:p>
            <a:pPr>
              <a:defRPr/>
            </a:pPr>
            <a:r>
              <a:rPr lang="en-US" sz="1350" i="1"/>
              <a:t>router</a:t>
            </a:r>
          </a:p>
        </p:txBody>
      </p:sp>
      <p:sp>
        <p:nvSpPr>
          <p:cNvPr id="14" name="Text Box 155"/>
          <p:cNvSpPr txBox="1">
            <a:spLocks noChangeArrowheads="1"/>
          </p:cNvSpPr>
          <p:nvPr/>
        </p:nvSpPr>
        <p:spPr bwMode="auto">
          <a:xfrm>
            <a:off x="6908006" y="3207507"/>
            <a:ext cx="785813" cy="415498"/>
          </a:xfrm>
          <a:prstGeom prst="rect">
            <a:avLst/>
          </a:prstGeom>
          <a:noFill/>
          <a:ln>
            <a:noFill/>
          </a:ln>
          <a:effectLst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en-US" altLang="zh-CN" sz="1050"/>
              <a:t>168.1.1.1</a:t>
            </a:r>
          </a:p>
          <a:p>
            <a:endParaRPr lang="en-US" altLang="zh-CN" sz="1050"/>
          </a:p>
        </p:txBody>
      </p:sp>
      <p:grpSp>
        <p:nvGrpSpPr>
          <p:cNvPr id="15" name="Group 186"/>
          <p:cNvGrpSpPr/>
          <p:nvPr/>
        </p:nvGrpSpPr>
        <p:grpSpPr bwMode="auto">
          <a:xfrm>
            <a:off x="6767513" y="2693157"/>
            <a:ext cx="722710" cy="225028"/>
            <a:chOff x="4410" y="1365"/>
            <a:chExt cx="663" cy="224"/>
          </a:xfrm>
        </p:grpSpPr>
        <p:sp>
          <p:nvSpPr>
            <p:cNvPr id="16" name="Rectangle 187"/>
            <p:cNvSpPr>
              <a:spLocks noChangeArrowheads="1"/>
            </p:cNvSpPr>
            <p:nvPr/>
          </p:nvSpPr>
          <p:spPr bwMode="auto">
            <a:xfrm>
              <a:off x="4410" y="1500"/>
              <a:ext cx="495" cy="87"/>
            </a:xfrm>
            <a:prstGeom prst="rect">
              <a:avLst/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7" name="AutoShape 188"/>
            <p:cNvSpPr>
              <a:spLocks noChangeArrowheads="1"/>
            </p:cNvSpPr>
            <p:nvPr/>
          </p:nvSpPr>
          <p:spPr bwMode="auto">
            <a:xfrm>
              <a:off x="4410" y="1369"/>
              <a:ext cx="663" cy="134"/>
            </a:xfrm>
            <a:prstGeom prst="parallelogram">
              <a:avLst>
                <a:gd name="adj" fmla="val 122778"/>
              </a:avLst>
            </a:prstGeom>
            <a:gradFill rotWithShape="1">
              <a:gsLst>
                <a:gs pos="0">
                  <a:srgbClr val="0099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8" name="Freeform 189"/>
            <p:cNvSpPr/>
            <p:nvPr/>
          </p:nvSpPr>
          <p:spPr bwMode="auto">
            <a:xfrm>
              <a:off x="4904" y="1365"/>
              <a:ext cx="169" cy="224"/>
            </a:xfrm>
            <a:custGeom>
              <a:avLst/>
              <a:gdLst>
                <a:gd name="T0" fmla="*/ 0 w 169"/>
                <a:gd name="T1" fmla="*/ 138 h 224"/>
                <a:gd name="T2" fmla="*/ 0 w 169"/>
                <a:gd name="T3" fmla="*/ 224 h 224"/>
                <a:gd name="T4" fmla="*/ 169 w 169"/>
                <a:gd name="T5" fmla="*/ 77 h 224"/>
                <a:gd name="T6" fmla="*/ 169 w 169"/>
                <a:gd name="T7" fmla="*/ 0 h 224"/>
                <a:gd name="T8" fmla="*/ 0 w 169"/>
                <a:gd name="T9" fmla="*/ 138 h 2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9" h="224">
                  <a:moveTo>
                    <a:pt x="0" y="138"/>
                  </a:moveTo>
                  <a:lnTo>
                    <a:pt x="0" y="224"/>
                  </a:lnTo>
                  <a:lnTo>
                    <a:pt x="169" y="77"/>
                  </a:lnTo>
                  <a:lnTo>
                    <a:pt x="169" y="0"/>
                  </a:lnTo>
                  <a:lnTo>
                    <a:pt x="0" y="138"/>
                  </a:lnTo>
                  <a:close/>
                </a:path>
              </a:pathLst>
            </a:custGeom>
            <a:solidFill>
              <a:srgbClr val="BBE0E3"/>
            </a:solidFill>
            <a:ln w="6350" cmpd="sng">
              <a:solidFill>
                <a:srgbClr val="000000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19" name="Freeform 190"/>
            <p:cNvSpPr/>
            <p:nvPr/>
          </p:nvSpPr>
          <p:spPr bwMode="auto">
            <a:xfrm>
              <a:off x="4475" y="1395"/>
              <a:ext cx="506" cy="80"/>
            </a:xfrm>
            <a:custGeom>
              <a:avLst/>
              <a:gdLst>
                <a:gd name="T0" fmla="*/ 0 w 280"/>
                <a:gd name="T1" fmla="*/ 210 h 63"/>
                <a:gd name="T2" fmla="*/ 716 w 280"/>
                <a:gd name="T3" fmla="*/ 204 h 63"/>
                <a:gd name="T4" fmla="*/ 4225 w 280"/>
                <a:gd name="T5" fmla="*/ 0 h 63"/>
                <a:gd name="T6" fmla="*/ 5394 w 280"/>
                <a:gd name="T7" fmla="*/ 0 h 6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0" h="63">
                  <a:moveTo>
                    <a:pt x="0" y="63"/>
                  </a:moveTo>
                  <a:lnTo>
                    <a:pt x="37" y="62"/>
                  </a:lnTo>
                  <a:lnTo>
                    <a:pt x="219" y="0"/>
                  </a:lnTo>
                  <a:lnTo>
                    <a:pt x="280" y="0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sp>
          <p:nvSpPr>
            <p:cNvPr id="20" name="Freeform 191"/>
            <p:cNvSpPr/>
            <p:nvPr/>
          </p:nvSpPr>
          <p:spPr bwMode="auto">
            <a:xfrm>
              <a:off x="4593" y="1391"/>
              <a:ext cx="293" cy="93"/>
            </a:xfrm>
            <a:custGeom>
              <a:avLst/>
              <a:gdLst>
                <a:gd name="T0" fmla="*/ 0 w 293"/>
                <a:gd name="T1" fmla="*/ 0 h 93"/>
                <a:gd name="T2" fmla="*/ 67 w 293"/>
                <a:gd name="T3" fmla="*/ 1 h 93"/>
                <a:gd name="T4" fmla="*/ 195 w 293"/>
                <a:gd name="T5" fmla="*/ 93 h 93"/>
                <a:gd name="T6" fmla="*/ 293 w 293"/>
                <a:gd name="T7" fmla="*/ 93 h 9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3" h="93">
                  <a:moveTo>
                    <a:pt x="0" y="0"/>
                  </a:moveTo>
                  <a:lnTo>
                    <a:pt x="67" y="1"/>
                  </a:lnTo>
                  <a:lnTo>
                    <a:pt x="195" y="93"/>
                  </a:lnTo>
                  <a:lnTo>
                    <a:pt x="293" y="93"/>
                  </a:lnTo>
                </a:path>
              </a:pathLst>
            </a:custGeom>
            <a:noFill/>
            <a:ln w="19050" cap="flat" cmpd="sng">
              <a:solidFill>
                <a:srgbClr val="000000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BBE0E3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</p:grpSp>
      <p:grpSp>
        <p:nvGrpSpPr>
          <p:cNvPr id="21" name="Group 192"/>
          <p:cNvGrpSpPr/>
          <p:nvPr/>
        </p:nvGrpSpPr>
        <p:grpSpPr bwMode="auto">
          <a:xfrm>
            <a:off x="6418660" y="3388482"/>
            <a:ext cx="800100" cy="304800"/>
            <a:chOff x="4396" y="1245"/>
            <a:chExt cx="672" cy="248"/>
          </a:xfrm>
        </p:grpSpPr>
        <p:sp>
          <p:nvSpPr>
            <p:cNvPr id="22" name="Oval 407"/>
            <p:cNvSpPr>
              <a:spLocks noChangeArrowheads="1"/>
            </p:cNvSpPr>
            <p:nvPr/>
          </p:nvSpPr>
          <p:spPr bwMode="auto">
            <a:xfrm>
              <a:off x="4399" y="1355"/>
              <a:ext cx="666" cy="138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3" name="Rectangle 410"/>
            <p:cNvSpPr>
              <a:spLocks noChangeArrowheads="1"/>
            </p:cNvSpPr>
            <p:nvPr/>
          </p:nvSpPr>
          <p:spPr bwMode="auto">
            <a:xfrm>
              <a:off x="4399" y="1339"/>
              <a:ext cx="669" cy="86"/>
            </a:xfrm>
            <a:prstGeom prst="rect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/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sp>
          <p:nvSpPr>
            <p:cNvPr id="24" name="Oval 411"/>
            <p:cNvSpPr>
              <a:spLocks noChangeArrowheads="1"/>
            </p:cNvSpPr>
            <p:nvPr/>
          </p:nvSpPr>
          <p:spPr bwMode="auto">
            <a:xfrm>
              <a:off x="4396" y="1245"/>
              <a:ext cx="667" cy="162"/>
            </a:xfrm>
            <a:prstGeom prst="ellipse">
              <a:avLst/>
            </a:prstGeom>
            <a:gradFill rotWithShape="1">
              <a:gsLst>
                <a:gs pos="0">
                  <a:srgbClr val="CCCCFF"/>
                </a:gs>
                <a:gs pos="100000">
                  <a:srgbClr val="FFFFFF"/>
                </a:gs>
              </a:gsLst>
              <a:lin ang="0" scaled="1"/>
            </a:gradFill>
            <a:ln w="19050">
              <a:solidFill>
                <a:srgbClr val="000000"/>
              </a:solidFill>
              <a:round/>
            </a:ln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800">
                <a:latin typeface="Times New Roman" panose="02020603050405020304" pitchFamily="18" charset="0"/>
                <a:cs typeface="Arial" panose="020B0604020202020204" pitchFamily="34" charset="0"/>
              </a:endParaRPr>
            </a:p>
          </p:txBody>
        </p:sp>
        <p:grpSp>
          <p:nvGrpSpPr>
            <p:cNvPr id="25" name="Group 196"/>
            <p:cNvGrpSpPr/>
            <p:nvPr/>
          </p:nvGrpSpPr>
          <p:grpSpPr bwMode="auto">
            <a:xfrm>
              <a:off x="4530" y="1287"/>
              <a:ext cx="377" cy="75"/>
              <a:chOff x="2468" y="1332"/>
              <a:chExt cx="310" cy="60"/>
            </a:xfrm>
          </p:grpSpPr>
          <p:sp>
            <p:nvSpPr>
              <p:cNvPr id="28" name="Freeform 197"/>
              <p:cNvSpPr/>
              <p:nvPr/>
            </p:nvSpPr>
            <p:spPr bwMode="auto">
              <a:xfrm>
                <a:off x="2468" y="1332"/>
                <a:ext cx="310" cy="60"/>
              </a:xfrm>
              <a:custGeom>
                <a:avLst/>
                <a:gdLst>
                  <a:gd name="T0" fmla="*/ 0 w 310"/>
                  <a:gd name="T1" fmla="*/ 60 h 60"/>
                  <a:gd name="T2" fmla="*/ 96 w 310"/>
                  <a:gd name="T3" fmla="*/ 60 h 60"/>
                  <a:gd name="T4" fmla="*/ 192 w 310"/>
                  <a:gd name="T5" fmla="*/ 0 h 60"/>
                  <a:gd name="T6" fmla="*/ 310 w 310"/>
                  <a:gd name="T7" fmla="*/ 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10" h="60">
                    <a:moveTo>
                      <a:pt x="0" y="60"/>
                    </a:moveTo>
                    <a:lnTo>
                      <a:pt x="96" y="60"/>
                    </a:lnTo>
                    <a:lnTo>
                      <a:pt x="192" y="0"/>
                    </a:lnTo>
                    <a:lnTo>
                      <a:pt x="310" y="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29" name="Freeform 198"/>
              <p:cNvSpPr/>
              <p:nvPr/>
            </p:nvSpPr>
            <p:spPr bwMode="auto">
              <a:xfrm>
                <a:off x="2482" y="1332"/>
                <a:ext cx="282" cy="60"/>
              </a:xfrm>
              <a:custGeom>
                <a:avLst/>
                <a:gdLst>
                  <a:gd name="T0" fmla="*/ 0 w 282"/>
                  <a:gd name="T1" fmla="*/ 0 h 60"/>
                  <a:gd name="T2" fmla="*/ 96 w 282"/>
                  <a:gd name="T3" fmla="*/ 0 h 60"/>
                  <a:gd name="T4" fmla="*/ 192 w 282"/>
                  <a:gd name="T5" fmla="*/ 60 h 60"/>
                  <a:gd name="T6" fmla="*/ 282 w 282"/>
                  <a:gd name="T7" fmla="*/ 60 h 6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2" h="60">
                    <a:moveTo>
                      <a:pt x="0" y="0"/>
                    </a:moveTo>
                    <a:lnTo>
                      <a:pt x="96" y="0"/>
                    </a:lnTo>
                    <a:lnTo>
                      <a:pt x="192" y="60"/>
                    </a:lnTo>
                    <a:lnTo>
                      <a:pt x="282" y="60"/>
                    </a:lnTo>
                  </a:path>
                </a:pathLst>
              </a:custGeom>
              <a:noFill/>
              <a:ln w="28575" cmpd="sng">
                <a:solidFill>
                  <a:srgbClr val="000000"/>
                </a:solidFill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CC99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26" name="Line 199"/>
            <p:cNvSpPr>
              <a:spLocks noChangeShapeType="1"/>
            </p:cNvSpPr>
            <p:nvPr/>
          </p:nvSpPr>
          <p:spPr bwMode="auto">
            <a:xfrm>
              <a:off x="4399" y="1321"/>
              <a:ext cx="0" cy="109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  <p:sp>
          <p:nvSpPr>
            <p:cNvPr id="27" name="Line 200"/>
            <p:cNvSpPr>
              <a:spLocks noChangeShapeType="1"/>
            </p:cNvSpPr>
            <p:nvPr/>
          </p:nvSpPr>
          <p:spPr bwMode="auto">
            <a:xfrm>
              <a:off x="5063" y="1326"/>
              <a:ext cx="0" cy="10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</a:ln>
            <a:effectLst/>
          </p:spPr>
          <p:txBody>
            <a:bodyPr/>
            <a:lstStyle/>
            <a:p>
              <a:pPr>
                <a:defRPr/>
              </a:pPr>
              <a:endParaRPr lang="en-US" sz="1350">
                <a:latin typeface="Arial" panose="020B0604020202020204" pitchFamily="34" charset="0"/>
                <a:ea typeface="MS PGothic" charset="0"/>
              </a:endParaRPr>
            </a:p>
          </p:txBody>
        </p:sp>
      </p:grpSp>
      <p:grpSp>
        <p:nvGrpSpPr>
          <p:cNvPr id="30" name="Group 201"/>
          <p:cNvGrpSpPr/>
          <p:nvPr/>
        </p:nvGrpSpPr>
        <p:grpSpPr bwMode="auto">
          <a:xfrm>
            <a:off x="6442472" y="3242035"/>
            <a:ext cx="317897" cy="485775"/>
            <a:chOff x="4140" y="429"/>
            <a:chExt cx="1425" cy="2396"/>
          </a:xfrm>
        </p:grpSpPr>
        <p:sp>
          <p:nvSpPr>
            <p:cNvPr id="31" name="Freeform 202"/>
            <p:cNvSpPr/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1 w 354"/>
                <a:gd name="T1" fmla="*/ 0 h 2742"/>
                <a:gd name="T2" fmla="*/ 116 w 354"/>
                <a:gd name="T3" fmla="*/ 137 h 2742"/>
                <a:gd name="T4" fmla="*/ 114 w 354"/>
                <a:gd name="T5" fmla="*/ 1057 h 2742"/>
                <a:gd name="T6" fmla="*/ 0 w 354"/>
                <a:gd name="T7" fmla="*/ 1105 h 2742"/>
                <a:gd name="T8" fmla="*/ 21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2" name="Rectangle 203"/>
            <p:cNvSpPr>
              <a:spLocks noChangeArrowheads="1"/>
            </p:cNvSpPr>
            <p:nvPr/>
          </p:nvSpPr>
          <p:spPr bwMode="auto">
            <a:xfrm>
              <a:off x="4204" y="429"/>
              <a:ext cx="1051" cy="2284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33" name="Freeform 204"/>
            <p:cNvSpPr/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0 w 211"/>
                <a:gd name="T3" fmla="*/ 88 h 2537"/>
                <a:gd name="T4" fmla="*/ 2 w 211"/>
                <a:gd name="T5" fmla="*/ 1007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4" name="Freeform 205"/>
            <p:cNvSpPr/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2 h 226"/>
                <a:gd name="T4" fmla="*/ 108 w 328"/>
                <a:gd name="T5" fmla="*/ 92 h 226"/>
                <a:gd name="T6" fmla="*/ 0 w 328"/>
                <a:gd name="T7" fmla="*/ 41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35" name="Rectangle 206"/>
            <p:cNvSpPr>
              <a:spLocks noChangeArrowheads="1"/>
            </p:cNvSpPr>
            <p:nvPr/>
          </p:nvSpPr>
          <p:spPr bwMode="auto">
            <a:xfrm>
              <a:off x="4209" y="693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36" name="Group 207"/>
            <p:cNvGrpSpPr/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1" name="AutoShape 208"/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6" cy="135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2" name="AutoShape 209"/>
              <p:cNvSpPr>
                <a:spLocks noChangeArrowheads="1"/>
              </p:cNvSpPr>
              <p:nvPr/>
            </p:nvSpPr>
            <p:spPr bwMode="auto">
              <a:xfrm>
                <a:off x="627" y="2587"/>
                <a:ext cx="693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37" name="Rectangle 210"/>
            <p:cNvSpPr>
              <a:spLocks noChangeArrowheads="1"/>
            </p:cNvSpPr>
            <p:nvPr/>
          </p:nvSpPr>
          <p:spPr bwMode="auto">
            <a:xfrm>
              <a:off x="4225" y="1016"/>
              <a:ext cx="592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38" name="Group 211"/>
            <p:cNvGrpSpPr/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9" name="AutoShape 212"/>
              <p:cNvSpPr>
                <a:spLocks noChangeArrowheads="1"/>
              </p:cNvSpPr>
              <p:nvPr/>
            </p:nvSpPr>
            <p:spPr bwMode="auto">
              <a:xfrm>
                <a:off x="616" y="2567"/>
                <a:ext cx="726" cy="140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60" name="AutoShape 213"/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93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39" name="Rectangle 214"/>
            <p:cNvSpPr>
              <a:spLocks noChangeArrowheads="1"/>
            </p:cNvSpPr>
            <p:nvPr/>
          </p:nvSpPr>
          <p:spPr bwMode="auto">
            <a:xfrm>
              <a:off x="4215" y="1357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0" name="Rectangle 215"/>
            <p:cNvSpPr>
              <a:spLocks noChangeArrowheads="1"/>
            </p:cNvSpPr>
            <p:nvPr/>
          </p:nvSpPr>
          <p:spPr bwMode="auto">
            <a:xfrm>
              <a:off x="4225" y="1656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grpSp>
          <p:nvGrpSpPr>
            <p:cNvPr id="41" name="Group 216"/>
            <p:cNvGrpSpPr/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7" name="AutoShape 217"/>
              <p:cNvSpPr>
                <a:spLocks noChangeArrowheads="1"/>
              </p:cNvSpPr>
              <p:nvPr/>
            </p:nvSpPr>
            <p:spPr bwMode="auto">
              <a:xfrm>
                <a:off x="611" y="2568"/>
                <a:ext cx="731" cy="141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8" name="AutoShape 218"/>
              <p:cNvSpPr>
                <a:spLocks noChangeArrowheads="1"/>
              </p:cNvSpPr>
              <p:nvPr/>
            </p:nvSpPr>
            <p:spPr bwMode="auto">
              <a:xfrm>
                <a:off x="624" y="2584"/>
                <a:ext cx="698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2" name="Freeform 219"/>
            <p:cNvSpPr/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09 w 328"/>
                <a:gd name="T3" fmla="*/ 51 h 226"/>
                <a:gd name="T4" fmla="*/ 108 w 328"/>
                <a:gd name="T5" fmla="*/ 90 h 226"/>
                <a:gd name="T6" fmla="*/ 0 w 328"/>
                <a:gd name="T7" fmla="*/ 3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43" name="Group 220"/>
            <p:cNvGrpSpPr/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5" name="AutoShape 221"/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5" cy="14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56" name="AutoShape 222"/>
              <p:cNvSpPr>
                <a:spLocks noChangeArrowheads="1"/>
              </p:cNvSpPr>
              <p:nvPr/>
            </p:nvSpPr>
            <p:spPr bwMode="auto">
              <a:xfrm>
                <a:off x="626" y="2586"/>
                <a:ext cx="691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44" name="Rectangle 223"/>
            <p:cNvSpPr>
              <a:spLocks noChangeArrowheads="1"/>
            </p:cNvSpPr>
            <p:nvPr/>
          </p:nvSpPr>
          <p:spPr bwMode="auto">
            <a:xfrm>
              <a:off x="5250" y="429"/>
              <a:ext cx="69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5" name="Freeform 224"/>
            <p:cNvSpPr/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96 w 296"/>
                <a:gd name="T3" fmla="*/ 57 h 256"/>
                <a:gd name="T4" fmla="*/ 98 w 296"/>
                <a:gd name="T5" fmla="*/ 102 h 256"/>
                <a:gd name="T6" fmla="*/ 0 w 296"/>
                <a:gd name="T7" fmla="*/ 39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6" name="Freeform 225"/>
            <p:cNvSpPr/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01 w 304"/>
                <a:gd name="T3" fmla="*/ 66 h 288"/>
                <a:gd name="T4" fmla="*/ 95 w 304"/>
                <a:gd name="T5" fmla="*/ 116 h 288"/>
                <a:gd name="T6" fmla="*/ 2 w 304"/>
                <a:gd name="T7" fmla="*/ 5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7" name="Oval 226"/>
            <p:cNvSpPr>
              <a:spLocks noChangeArrowheads="1"/>
            </p:cNvSpPr>
            <p:nvPr/>
          </p:nvSpPr>
          <p:spPr bwMode="auto">
            <a:xfrm>
              <a:off x="5517" y="2614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48" name="Freeform 227"/>
            <p:cNvSpPr/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43 h 240"/>
                <a:gd name="T2" fmla="*/ 2 w 306"/>
                <a:gd name="T3" fmla="*/ 97 h 240"/>
                <a:gd name="T4" fmla="*/ 101 w 306"/>
                <a:gd name="T5" fmla="*/ 44 h 240"/>
                <a:gd name="T6" fmla="*/ 98 w 306"/>
                <a:gd name="T7" fmla="*/ 0 h 240"/>
                <a:gd name="T8" fmla="*/ 0 w 306"/>
                <a:gd name="T9" fmla="*/ 43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49" name="AutoShape 228"/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0" name="AutoShape 229"/>
            <p:cNvSpPr>
              <a:spLocks noChangeArrowheads="1"/>
            </p:cNvSpPr>
            <p:nvPr/>
          </p:nvSpPr>
          <p:spPr bwMode="auto">
            <a:xfrm>
              <a:off x="4204" y="2713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1" name="Oval 230"/>
            <p:cNvSpPr>
              <a:spLocks noChangeArrowheads="1"/>
            </p:cNvSpPr>
            <p:nvPr/>
          </p:nvSpPr>
          <p:spPr bwMode="auto">
            <a:xfrm>
              <a:off x="4305" y="2385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2" name="Oval 231"/>
            <p:cNvSpPr>
              <a:spLocks noChangeArrowheads="1"/>
            </p:cNvSpPr>
            <p:nvPr/>
          </p:nvSpPr>
          <p:spPr bwMode="auto">
            <a:xfrm>
              <a:off x="4487" y="2385"/>
              <a:ext cx="160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pPr algn="ctr" eaLnBrk="1" hangingPunct="1"/>
              <a:endParaRPr lang="zh-CN" altLang="zh-CN" sz="1350">
                <a:solidFill>
                  <a:srgbClr val="FF0000"/>
                </a:solidFill>
                <a:cs typeface="Arial" panose="020B0604020202020204" pitchFamily="34" charset="0"/>
              </a:endParaRPr>
            </a:p>
          </p:txBody>
        </p:sp>
        <p:sp>
          <p:nvSpPr>
            <p:cNvPr id="53" name="Oval 232"/>
            <p:cNvSpPr>
              <a:spLocks noChangeArrowheads="1"/>
            </p:cNvSpPr>
            <p:nvPr/>
          </p:nvSpPr>
          <p:spPr bwMode="auto">
            <a:xfrm>
              <a:off x="4663" y="2379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54" name="Rectangle 233"/>
            <p:cNvSpPr>
              <a:spLocks noChangeArrowheads="1"/>
            </p:cNvSpPr>
            <p:nvPr/>
          </p:nvSpPr>
          <p:spPr bwMode="auto">
            <a:xfrm>
              <a:off x="5063" y="1833"/>
              <a:ext cx="85" cy="763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63" name="Group 234"/>
          <p:cNvGrpSpPr/>
          <p:nvPr/>
        </p:nvGrpSpPr>
        <p:grpSpPr bwMode="auto">
          <a:xfrm>
            <a:off x="5895975" y="2465747"/>
            <a:ext cx="638175" cy="461963"/>
            <a:chOff x="4420" y="878"/>
            <a:chExt cx="614" cy="458"/>
          </a:xfrm>
        </p:grpSpPr>
        <p:pic>
          <p:nvPicPr>
            <p:cNvPr id="64" name="Picture 235" descr="laptop_keyboard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4420" y="1108"/>
              <a:ext cx="527" cy="2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5" name="Freeform 236"/>
            <p:cNvSpPr/>
            <p:nvPr/>
          </p:nvSpPr>
          <p:spPr bwMode="auto">
            <a:xfrm>
              <a:off x="4595" y="888"/>
              <a:ext cx="424" cy="297"/>
            </a:xfrm>
            <a:custGeom>
              <a:avLst/>
              <a:gdLst>
                <a:gd name="T0" fmla="*/ 0 w 2982"/>
                <a:gd name="T1" fmla="*/ 0 h 2442"/>
                <a:gd name="T2" fmla="*/ 0 w 2982"/>
                <a:gd name="T3" fmla="*/ 0 h 2442"/>
                <a:gd name="T4" fmla="*/ 0 w 2982"/>
                <a:gd name="T5" fmla="*/ 0 h 2442"/>
                <a:gd name="T6" fmla="*/ 0 w 2982"/>
                <a:gd name="T7" fmla="*/ 0 h 2442"/>
                <a:gd name="T8" fmla="*/ 0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pic>
          <p:nvPicPr>
            <p:cNvPr id="66" name="Picture 237" descr="screen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16" y="895"/>
              <a:ext cx="385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238"/>
            <p:cNvSpPr/>
            <p:nvPr/>
          </p:nvSpPr>
          <p:spPr bwMode="auto">
            <a:xfrm>
              <a:off x="4672" y="879"/>
              <a:ext cx="359" cy="55"/>
            </a:xfrm>
            <a:custGeom>
              <a:avLst/>
              <a:gdLst>
                <a:gd name="T0" fmla="*/ 0 w 2528"/>
                <a:gd name="T1" fmla="*/ 0 h 455"/>
                <a:gd name="T2" fmla="*/ 0 w 2528"/>
                <a:gd name="T3" fmla="*/ 0 h 455"/>
                <a:gd name="T4" fmla="*/ 0 w 2528"/>
                <a:gd name="T5" fmla="*/ 0 h 455"/>
                <a:gd name="T6" fmla="*/ 0 w 2528"/>
                <a:gd name="T7" fmla="*/ 0 h 455"/>
                <a:gd name="T8" fmla="*/ 0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8" name="Freeform 239"/>
            <p:cNvSpPr/>
            <p:nvPr/>
          </p:nvSpPr>
          <p:spPr bwMode="auto">
            <a:xfrm>
              <a:off x="4591" y="878"/>
              <a:ext cx="100" cy="230"/>
            </a:xfrm>
            <a:custGeom>
              <a:avLst/>
              <a:gdLst>
                <a:gd name="T0" fmla="*/ 0 w 702"/>
                <a:gd name="T1" fmla="*/ 0 h 1893"/>
                <a:gd name="T2" fmla="*/ 0 w 702"/>
                <a:gd name="T3" fmla="*/ 0 h 1893"/>
                <a:gd name="T4" fmla="*/ 0 w 702"/>
                <a:gd name="T5" fmla="*/ 0 h 1893"/>
                <a:gd name="T6" fmla="*/ 0 w 702"/>
                <a:gd name="T7" fmla="*/ 0 h 1893"/>
                <a:gd name="T8" fmla="*/ 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69" name="Freeform 240"/>
            <p:cNvSpPr/>
            <p:nvPr/>
          </p:nvSpPr>
          <p:spPr bwMode="auto">
            <a:xfrm>
              <a:off x="4921" y="920"/>
              <a:ext cx="108" cy="265"/>
            </a:xfrm>
            <a:custGeom>
              <a:avLst/>
              <a:gdLst>
                <a:gd name="T0" fmla="*/ 0 w 756"/>
                <a:gd name="T1" fmla="*/ 0 h 2184"/>
                <a:gd name="T2" fmla="*/ 0 w 756"/>
                <a:gd name="T3" fmla="*/ 0 h 2184"/>
                <a:gd name="T4" fmla="*/ 0 w 756"/>
                <a:gd name="T5" fmla="*/ 0 h 2184"/>
                <a:gd name="T6" fmla="*/ 0 w 756"/>
                <a:gd name="T7" fmla="*/ 0 h 2184"/>
                <a:gd name="T8" fmla="*/ 0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0" name="Freeform 241"/>
            <p:cNvSpPr/>
            <p:nvPr/>
          </p:nvSpPr>
          <p:spPr bwMode="auto">
            <a:xfrm>
              <a:off x="4590" y="1097"/>
              <a:ext cx="394" cy="89"/>
            </a:xfrm>
            <a:custGeom>
              <a:avLst/>
              <a:gdLst>
                <a:gd name="T0" fmla="*/ 0 w 2773"/>
                <a:gd name="T1" fmla="*/ 0 h 738"/>
                <a:gd name="T2" fmla="*/ 0 w 2773"/>
                <a:gd name="T3" fmla="*/ 0 h 738"/>
                <a:gd name="T4" fmla="*/ 0 w 2773"/>
                <a:gd name="T5" fmla="*/ 0 h 738"/>
                <a:gd name="T6" fmla="*/ 0 w 2773"/>
                <a:gd name="T7" fmla="*/ 0 h 738"/>
                <a:gd name="T8" fmla="*/ 0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1" name="Freeform 242"/>
            <p:cNvSpPr/>
            <p:nvPr/>
          </p:nvSpPr>
          <p:spPr bwMode="auto">
            <a:xfrm>
              <a:off x="4933" y="922"/>
              <a:ext cx="101" cy="266"/>
            </a:xfrm>
            <a:custGeom>
              <a:avLst/>
              <a:gdLst>
                <a:gd name="T0" fmla="*/ 0 w 637"/>
                <a:gd name="T1" fmla="*/ 0 h 1659"/>
                <a:gd name="T2" fmla="*/ 0 w 637"/>
                <a:gd name="T3" fmla="*/ 0 h 1659"/>
                <a:gd name="T4" fmla="*/ 0 w 637"/>
                <a:gd name="T5" fmla="*/ 0 h 1659"/>
                <a:gd name="T6" fmla="*/ 0 w 637"/>
                <a:gd name="T7" fmla="*/ 0 h 1659"/>
                <a:gd name="T8" fmla="*/ 0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2" name="Freeform 243"/>
            <p:cNvSpPr/>
            <p:nvPr/>
          </p:nvSpPr>
          <p:spPr bwMode="auto">
            <a:xfrm>
              <a:off x="4590" y="1109"/>
              <a:ext cx="351" cy="88"/>
            </a:xfrm>
            <a:custGeom>
              <a:avLst/>
              <a:gdLst>
                <a:gd name="T0" fmla="*/ 0 w 2216"/>
                <a:gd name="T1" fmla="*/ 0 h 550"/>
                <a:gd name="T2" fmla="*/ 0 w 2216"/>
                <a:gd name="T3" fmla="*/ 0 h 550"/>
                <a:gd name="T4" fmla="*/ 0 w 2216"/>
                <a:gd name="T5" fmla="*/ 0 h 550"/>
                <a:gd name="T6" fmla="*/ 0 w 2216"/>
                <a:gd name="T7" fmla="*/ 0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grpSp>
          <p:nvGrpSpPr>
            <p:cNvPr id="73" name="Group 244"/>
            <p:cNvGrpSpPr/>
            <p:nvPr/>
          </p:nvGrpSpPr>
          <p:grpSpPr bwMode="auto">
            <a:xfrm>
              <a:off x="4584" y="1203"/>
              <a:ext cx="119" cy="53"/>
              <a:chOff x="1740" y="2642"/>
              <a:chExt cx="752" cy="327"/>
            </a:xfrm>
          </p:grpSpPr>
          <p:sp>
            <p:nvSpPr>
              <p:cNvPr id="80" name="Freeform 245"/>
              <p:cNvSpPr/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2" name="Freeform 246"/>
              <p:cNvSpPr/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3" name="Freeform 247"/>
              <p:cNvSpPr/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4" name="Freeform 248"/>
              <p:cNvSpPr/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5" name="Freeform 249"/>
              <p:cNvSpPr/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  <p:sp>
            <p:nvSpPr>
              <p:cNvPr id="86" name="Freeform 250"/>
              <p:cNvSpPr/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 sz="1350"/>
              </a:p>
            </p:txBody>
          </p:sp>
        </p:grpSp>
        <p:sp>
          <p:nvSpPr>
            <p:cNvPr id="74" name="Freeform 251"/>
            <p:cNvSpPr/>
            <p:nvPr/>
          </p:nvSpPr>
          <p:spPr bwMode="auto">
            <a:xfrm>
              <a:off x="4788" y="1211"/>
              <a:ext cx="144" cy="116"/>
            </a:xfrm>
            <a:custGeom>
              <a:avLst/>
              <a:gdLst>
                <a:gd name="T0" fmla="*/ 0 w 990"/>
                <a:gd name="T1" fmla="*/ 0 h 792"/>
                <a:gd name="T2" fmla="*/ 0 w 990"/>
                <a:gd name="T3" fmla="*/ 0 h 792"/>
                <a:gd name="T4" fmla="*/ 0 w 990"/>
                <a:gd name="T5" fmla="*/ 0 h 792"/>
                <a:gd name="T6" fmla="*/ 0 w 990"/>
                <a:gd name="T7" fmla="*/ 0 h 792"/>
                <a:gd name="T8" fmla="*/ 0 w 990"/>
                <a:gd name="T9" fmla="*/ 0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5" name="Freeform 252"/>
            <p:cNvSpPr/>
            <p:nvPr/>
          </p:nvSpPr>
          <p:spPr bwMode="auto">
            <a:xfrm>
              <a:off x="4420" y="1220"/>
              <a:ext cx="369" cy="10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6" name="Freeform 253"/>
            <p:cNvSpPr/>
            <p:nvPr/>
          </p:nvSpPr>
          <p:spPr bwMode="auto">
            <a:xfrm>
              <a:off x="4420" y="1201"/>
              <a:ext cx="4" cy="21"/>
            </a:xfrm>
            <a:custGeom>
              <a:avLst/>
              <a:gdLst>
                <a:gd name="T0" fmla="*/ 0 w 26"/>
                <a:gd name="T1" fmla="*/ 0 h 147"/>
                <a:gd name="T2" fmla="*/ 0 w 26"/>
                <a:gd name="T3" fmla="*/ 0 h 147"/>
                <a:gd name="T4" fmla="*/ 0 w 26"/>
                <a:gd name="T5" fmla="*/ 0 h 147"/>
                <a:gd name="T6" fmla="*/ 0 w 26"/>
                <a:gd name="T7" fmla="*/ 0 h 147"/>
                <a:gd name="T8" fmla="*/ 0 w 26"/>
                <a:gd name="T9" fmla="*/ 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7" name="Freeform 254"/>
            <p:cNvSpPr/>
            <p:nvPr/>
          </p:nvSpPr>
          <p:spPr bwMode="auto">
            <a:xfrm>
              <a:off x="4421" y="1114"/>
              <a:ext cx="171" cy="88"/>
            </a:xfrm>
            <a:custGeom>
              <a:avLst/>
              <a:gdLst>
                <a:gd name="T0" fmla="*/ 0 w 1176"/>
                <a:gd name="T1" fmla="*/ 0 h 606"/>
                <a:gd name="T2" fmla="*/ 0 w 1176"/>
                <a:gd name="T3" fmla="*/ 0 h 606"/>
                <a:gd name="T4" fmla="*/ 0 w 1176"/>
                <a:gd name="T5" fmla="*/ 0 h 606"/>
                <a:gd name="T6" fmla="*/ 0 w 1176"/>
                <a:gd name="T7" fmla="*/ 0 h 606"/>
                <a:gd name="T8" fmla="*/ 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8" name="Freeform 255"/>
            <p:cNvSpPr/>
            <p:nvPr/>
          </p:nvSpPr>
          <p:spPr bwMode="auto">
            <a:xfrm>
              <a:off x="4432" y="1205"/>
              <a:ext cx="350" cy="102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  <p:sp>
          <p:nvSpPr>
            <p:cNvPr id="79" name="Freeform 256"/>
            <p:cNvSpPr/>
            <p:nvPr/>
          </p:nvSpPr>
          <p:spPr bwMode="auto">
            <a:xfrm flipV="1">
              <a:off x="4782" y="1198"/>
              <a:ext cx="142" cy="10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0 h 723"/>
                <a:gd name="T6" fmla="*/ 0 w 2532"/>
                <a:gd name="T7" fmla="*/ 0 h 723"/>
                <a:gd name="T8" fmla="*/ 0 w 2532"/>
                <a:gd name="T9" fmla="*/ 0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 sz="1350"/>
            </a:p>
          </p:txBody>
        </p:sp>
      </p:grpSp>
      <p:sp>
        <p:nvSpPr>
          <p:cNvPr id="87" name="AutoShape 34"/>
          <p:cNvSpPr>
            <a:spLocks noChangeArrowheads="1"/>
          </p:cNvSpPr>
          <p:nvPr/>
        </p:nvSpPr>
        <p:spPr bwMode="auto">
          <a:xfrm>
            <a:off x="5035154" y="2560998"/>
            <a:ext cx="732234" cy="364331"/>
          </a:xfrm>
          <a:custGeom>
            <a:avLst/>
            <a:gdLst>
              <a:gd name="T0" fmla="*/ 2147483647 w 21600"/>
              <a:gd name="T1" fmla="*/ 0 h 21600"/>
              <a:gd name="T2" fmla="*/ 0 w 21600"/>
              <a:gd name="T3" fmla="*/ 2147483647 h 21600"/>
              <a:gd name="T4" fmla="*/ 2147483647 w 21600"/>
              <a:gd name="T5" fmla="*/ 2147483647 h 21600"/>
              <a:gd name="T6" fmla="*/ 2147483647 w 21600"/>
              <a:gd name="T7" fmla="*/ 2147483647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5400 h 21600"/>
              <a:gd name="T14" fmla="*/ 18900 w 21600"/>
              <a:gd name="T15" fmla="*/ 16200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lnTo>
                  <a:pt x="16200" y="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lnTo>
                  <a:pt x="135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lnTo>
                  <a:pt x="0" y="5400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350"/>
          </a:p>
        </p:txBody>
      </p:sp>
      <p:grpSp>
        <p:nvGrpSpPr>
          <p:cNvPr id="88" name="Group 45"/>
          <p:cNvGrpSpPr/>
          <p:nvPr/>
        </p:nvGrpSpPr>
        <p:grpSpPr bwMode="auto">
          <a:xfrm>
            <a:off x="5308997" y="1688270"/>
            <a:ext cx="732234" cy="1095375"/>
            <a:chOff x="651" y="681"/>
            <a:chExt cx="615" cy="920"/>
          </a:xfrm>
        </p:grpSpPr>
        <p:sp>
          <p:nvSpPr>
            <p:cNvPr id="89" name="Freeform 46"/>
            <p:cNvSpPr/>
            <p:nvPr/>
          </p:nvSpPr>
          <p:spPr bwMode="auto">
            <a:xfrm>
              <a:off x="662" y="698"/>
              <a:ext cx="604" cy="903"/>
            </a:xfrm>
            <a:custGeom>
              <a:avLst/>
              <a:gdLst>
                <a:gd name="T0" fmla="*/ 496 w 604"/>
                <a:gd name="T1" fmla="*/ 0 h 903"/>
                <a:gd name="T2" fmla="*/ 604 w 604"/>
                <a:gd name="T3" fmla="*/ 903 h 903"/>
                <a:gd name="T4" fmla="*/ 0 w 604"/>
                <a:gd name="T5" fmla="*/ 788 h 903"/>
                <a:gd name="T6" fmla="*/ 456 w 604"/>
                <a:gd name="T7" fmla="*/ 750 h 903"/>
                <a:gd name="T8" fmla="*/ 496 w 604"/>
                <a:gd name="T9" fmla="*/ 0 h 9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4" h="903">
                  <a:moveTo>
                    <a:pt x="496" y="0"/>
                  </a:moveTo>
                  <a:lnTo>
                    <a:pt x="604" y="903"/>
                  </a:lnTo>
                  <a:lnTo>
                    <a:pt x="0" y="788"/>
                  </a:lnTo>
                  <a:lnTo>
                    <a:pt x="456" y="750"/>
                  </a:lnTo>
                  <a:lnTo>
                    <a:pt x="496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5999"/>
                  </a:schemeClr>
                </a:gs>
                <a:gs pos="100000">
                  <a:srgbClr val="000099">
                    <a:alpha val="67000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90" name="Group 47"/>
            <p:cNvGrpSpPr/>
            <p:nvPr/>
          </p:nvGrpSpPr>
          <p:grpSpPr bwMode="auto">
            <a:xfrm>
              <a:off x="651" y="681"/>
              <a:ext cx="523" cy="853"/>
              <a:chOff x="569" y="2954"/>
              <a:chExt cx="523" cy="853"/>
            </a:xfrm>
          </p:grpSpPr>
          <p:sp>
            <p:nvSpPr>
              <p:cNvPr id="91" name="Rectangle 48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92" name="Text Box 49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200"/>
                  <a:t>DHCP</a:t>
                </a:r>
              </a:p>
              <a:p>
                <a:pPr algn="ctr">
                  <a:defRPr/>
                </a:pPr>
                <a:r>
                  <a:rPr lang="en-US" sz="1200"/>
                  <a:t>UDP</a:t>
                </a:r>
              </a:p>
              <a:p>
                <a:pPr algn="ctr">
                  <a:defRPr/>
                </a:pPr>
                <a:r>
                  <a:rPr lang="en-US" sz="1200"/>
                  <a:t>IP</a:t>
                </a:r>
              </a:p>
              <a:p>
                <a:pPr algn="ctr">
                  <a:defRPr/>
                </a:pPr>
                <a:r>
                  <a:rPr lang="en-US" sz="1200"/>
                  <a:t>Eth</a:t>
                </a:r>
              </a:p>
              <a:p>
                <a:pPr algn="ctr">
                  <a:defRPr/>
                </a:pPr>
                <a:r>
                  <a:rPr lang="en-US" sz="1200"/>
                  <a:t>Phy</a:t>
                </a:r>
              </a:p>
            </p:txBody>
          </p:sp>
          <p:sp>
            <p:nvSpPr>
              <p:cNvPr id="93" name="Line 50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4" name="Line 51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5" name="Line 52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96" name="Line 53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97" name="Group 54"/>
          <p:cNvGrpSpPr/>
          <p:nvPr/>
        </p:nvGrpSpPr>
        <p:grpSpPr bwMode="auto">
          <a:xfrm>
            <a:off x="4802981" y="1732335"/>
            <a:ext cx="456009" cy="207169"/>
            <a:chOff x="844" y="3337"/>
            <a:chExt cx="383" cy="174"/>
          </a:xfrm>
        </p:grpSpPr>
        <p:sp>
          <p:nvSpPr>
            <p:cNvPr id="98" name="Rectangle 55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99" name="Text Box 56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750">
                  <a:solidFill>
                    <a:schemeClr val="bg1"/>
                  </a:solidFill>
                </a:rPr>
                <a:t>DHCP</a:t>
              </a:r>
            </a:p>
          </p:txBody>
        </p:sp>
      </p:grpSp>
      <p:grpSp>
        <p:nvGrpSpPr>
          <p:cNvPr id="100" name="Group 57"/>
          <p:cNvGrpSpPr/>
          <p:nvPr/>
        </p:nvGrpSpPr>
        <p:grpSpPr bwMode="auto">
          <a:xfrm>
            <a:off x="4462463" y="1746610"/>
            <a:ext cx="810816" cy="875110"/>
            <a:chOff x="42" y="744"/>
            <a:chExt cx="681" cy="735"/>
          </a:xfrm>
        </p:grpSpPr>
        <p:grpSp>
          <p:nvGrpSpPr>
            <p:cNvPr id="101" name="Group 58"/>
            <p:cNvGrpSpPr/>
            <p:nvPr/>
          </p:nvGrpSpPr>
          <p:grpSpPr bwMode="auto">
            <a:xfrm>
              <a:off x="42" y="886"/>
              <a:ext cx="681" cy="482"/>
              <a:chOff x="42" y="886"/>
              <a:chExt cx="681" cy="482"/>
            </a:xfrm>
          </p:grpSpPr>
          <p:grpSp>
            <p:nvGrpSpPr>
              <p:cNvPr id="103" name="Group 59"/>
              <p:cNvGrpSpPr/>
              <p:nvPr/>
            </p:nvGrpSpPr>
            <p:grpSpPr bwMode="auto">
              <a:xfrm>
                <a:off x="278" y="886"/>
                <a:ext cx="420" cy="168"/>
                <a:chOff x="740" y="3209"/>
                <a:chExt cx="420" cy="168"/>
              </a:xfrm>
            </p:grpSpPr>
            <p:grpSp>
              <p:nvGrpSpPr>
                <p:cNvPr id="128" name="Group 60"/>
                <p:cNvGrpSpPr/>
                <p:nvPr/>
              </p:nvGrpSpPr>
              <p:grpSpPr bwMode="auto">
                <a:xfrm>
                  <a:off x="794" y="3209"/>
                  <a:ext cx="366" cy="168"/>
                  <a:chOff x="844" y="3337"/>
                  <a:chExt cx="366" cy="168"/>
                </a:xfrm>
              </p:grpSpPr>
              <p:sp>
                <p:nvSpPr>
                  <p:cNvPr id="131" name="Rectangle 61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32" name="Text Box 62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700">
                        <a:solidFill>
                          <a:schemeClr val="bg1"/>
                        </a:solidFill>
                      </a:rPr>
                      <a:t>DHCP</a:t>
                    </a:r>
                  </a:p>
                </p:txBody>
              </p:sp>
            </p:grpSp>
            <p:sp>
              <p:nvSpPr>
                <p:cNvPr id="129" name="Rectangle 63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30" name="Rectangle 64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grpSp>
            <p:nvGrpSpPr>
              <p:cNvPr id="104" name="Group 65"/>
              <p:cNvGrpSpPr/>
              <p:nvPr/>
            </p:nvGrpSpPr>
            <p:grpSpPr bwMode="auto">
              <a:xfrm>
                <a:off x="278" y="1034"/>
                <a:ext cx="420" cy="168"/>
                <a:chOff x="836" y="3305"/>
                <a:chExt cx="420" cy="168"/>
              </a:xfrm>
            </p:grpSpPr>
            <p:grpSp>
              <p:nvGrpSpPr>
                <p:cNvPr id="122" name="Group 66"/>
                <p:cNvGrpSpPr/>
                <p:nvPr/>
              </p:nvGrpSpPr>
              <p:grpSpPr bwMode="auto">
                <a:xfrm>
                  <a:off x="890" y="3305"/>
                  <a:ext cx="366" cy="168"/>
                  <a:chOff x="844" y="3337"/>
                  <a:chExt cx="366" cy="168"/>
                </a:xfrm>
              </p:grpSpPr>
              <p:sp>
                <p:nvSpPr>
                  <p:cNvPr id="126" name="Rectangle 6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27" name="Text Box 6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700">
                        <a:solidFill>
                          <a:schemeClr val="bg1"/>
                        </a:solidFill>
                      </a:rPr>
                      <a:t>DHCP</a:t>
                    </a:r>
                  </a:p>
                </p:txBody>
              </p:sp>
            </p:grpSp>
            <p:grpSp>
              <p:nvGrpSpPr>
                <p:cNvPr id="123" name="Group 69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24" name="Rectangle 70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25" name="Rectangle 71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</p:grpSp>
          </p:grpSp>
          <p:grpSp>
            <p:nvGrpSpPr>
              <p:cNvPr id="105" name="Group 72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20" name="Rectangle 73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21" name="Rectangle 74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grpSp>
            <p:nvGrpSpPr>
              <p:cNvPr id="106" name="Group 75"/>
              <p:cNvGrpSpPr/>
              <p:nvPr/>
            </p:nvGrpSpPr>
            <p:grpSpPr bwMode="auto">
              <a:xfrm>
                <a:off x="42" y="1200"/>
                <a:ext cx="681" cy="168"/>
                <a:chOff x="504" y="3523"/>
                <a:chExt cx="681" cy="168"/>
              </a:xfrm>
            </p:grpSpPr>
            <p:grpSp>
              <p:nvGrpSpPr>
                <p:cNvPr id="107" name="Group 76"/>
                <p:cNvGrpSpPr/>
                <p:nvPr/>
              </p:nvGrpSpPr>
              <p:grpSpPr bwMode="auto">
                <a:xfrm>
                  <a:off x="623" y="3523"/>
                  <a:ext cx="533" cy="168"/>
                  <a:chOff x="723" y="3453"/>
                  <a:chExt cx="533" cy="168"/>
                </a:xfrm>
              </p:grpSpPr>
              <p:grpSp>
                <p:nvGrpSpPr>
                  <p:cNvPr id="111" name="Group 77"/>
                  <p:cNvGrpSpPr/>
                  <p:nvPr/>
                </p:nvGrpSpPr>
                <p:grpSpPr bwMode="auto">
                  <a:xfrm>
                    <a:off x="836" y="3453"/>
                    <a:ext cx="420" cy="168"/>
                    <a:chOff x="836" y="3305"/>
                    <a:chExt cx="420" cy="168"/>
                  </a:xfrm>
                </p:grpSpPr>
                <p:grpSp>
                  <p:nvGrpSpPr>
                    <p:cNvPr id="114" name="Group 78"/>
                    <p:cNvGrpSpPr/>
                    <p:nvPr/>
                  </p:nvGrpSpPr>
                  <p:grpSpPr bwMode="auto">
                    <a:xfrm>
                      <a:off x="890" y="3305"/>
                      <a:ext cx="366" cy="168"/>
                      <a:chOff x="844" y="3337"/>
                      <a:chExt cx="366" cy="168"/>
                    </a:xfrm>
                  </p:grpSpPr>
                  <p:sp>
                    <p:nvSpPr>
                      <p:cNvPr id="118" name="Rectangle 7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  <p:sp>
                    <p:nvSpPr>
                      <p:cNvPr id="119" name="Text Box 80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66" cy="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700">
                            <a:solidFill>
                              <a:schemeClr val="bg1"/>
                            </a:solidFill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15" name="Group 81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16" name="Rectangle 82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  <p:sp>
                    <p:nvSpPr>
                      <p:cNvPr id="117" name="Rectangle 83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</p:grpSp>
              </p:grpSp>
              <p:sp>
                <p:nvSpPr>
                  <p:cNvPr id="112" name="Rectangle 84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13" name="Rectangle 85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</p:grpSp>
            <p:sp>
              <p:nvSpPr>
                <p:cNvPr id="108" name="Rectangle 86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09" name="Rectangle 87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10" name="Rectangle 88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</p:grpSp>
        <p:sp>
          <p:nvSpPr>
            <p:cNvPr id="102" name="AutoShape 89"/>
            <p:cNvSpPr>
              <a:spLocks noChangeArrowheads="1"/>
            </p:cNvSpPr>
            <p:nvPr/>
          </p:nvSpPr>
          <p:spPr bwMode="auto">
            <a:xfrm>
              <a:off x="384" y="744"/>
              <a:ext cx="240" cy="735"/>
            </a:xfrm>
            <a:prstGeom prst="downArrow">
              <a:avLst>
                <a:gd name="adj1" fmla="val 54167"/>
                <a:gd name="adj2" fmla="val 49170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</p:grpSp>
      <p:grpSp>
        <p:nvGrpSpPr>
          <p:cNvPr id="133" name="Group 90"/>
          <p:cNvGrpSpPr/>
          <p:nvPr/>
        </p:nvGrpSpPr>
        <p:grpSpPr bwMode="auto">
          <a:xfrm>
            <a:off x="4900613" y="2652681"/>
            <a:ext cx="810816" cy="207169"/>
            <a:chOff x="504" y="3523"/>
            <a:chExt cx="681" cy="174"/>
          </a:xfrm>
        </p:grpSpPr>
        <p:grpSp>
          <p:nvGrpSpPr>
            <p:cNvPr id="134" name="Group 91"/>
            <p:cNvGrpSpPr/>
            <p:nvPr/>
          </p:nvGrpSpPr>
          <p:grpSpPr bwMode="auto">
            <a:xfrm>
              <a:off x="623" y="3523"/>
              <a:ext cx="550" cy="174"/>
              <a:chOff x="723" y="3453"/>
              <a:chExt cx="550" cy="174"/>
            </a:xfrm>
          </p:grpSpPr>
          <p:grpSp>
            <p:nvGrpSpPr>
              <p:cNvPr id="138" name="Group 92"/>
              <p:cNvGrpSpPr/>
              <p:nvPr/>
            </p:nvGrpSpPr>
            <p:grpSpPr bwMode="auto">
              <a:xfrm>
                <a:off x="836" y="3453"/>
                <a:ext cx="437" cy="174"/>
                <a:chOff x="836" y="3305"/>
                <a:chExt cx="437" cy="174"/>
              </a:xfrm>
            </p:grpSpPr>
            <p:grpSp>
              <p:nvGrpSpPr>
                <p:cNvPr id="141" name="Group 93"/>
                <p:cNvGrpSpPr/>
                <p:nvPr/>
              </p:nvGrpSpPr>
              <p:grpSpPr bwMode="auto">
                <a:xfrm>
                  <a:off x="890" y="3305"/>
                  <a:ext cx="383" cy="174"/>
                  <a:chOff x="844" y="3337"/>
                  <a:chExt cx="383" cy="174"/>
                </a:xfrm>
              </p:grpSpPr>
              <p:sp>
                <p:nvSpPr>
                  <p:cNvPr id="145" name="Rectangle 94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350"/>
                  </a:p>
                </p:txBody>
              </p:sp>
              <p:sp>
                <p:nvSpPr>
                  <p:cNvPr id="146" name="Text Box 95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83" cy="174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750">
                        <a:solidFill>
                          <a:schemeClr val="bg1"/>
                        </a:solidFill>
                      </a:rPr>
                      <a:t>DHCP</a:t>
                    </a:r>
                  </a:p>
                </p:txBody>
              </p:sp>
            </p:grpSp>
            <p:grpSp>
              <p:nvGrpSpPr>
                <p:cNvPr id="142" name="Group 96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43" name="Rectangle 97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350"/>
                  </a:p>
                </p:txBody>
              </p:sp>
              <p:sp>
                <p:nvSpPr>
                  <p:cNvPr id="144" name="Rectangle 98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350"/>
                  </a:p>
                </p:txBody>
              </p:sp>
            </p:grpSp>
          </p:grpSp>
          <p:sp>
            <p:nvSpPr>
              <p:cNvPr id="139" name="Rectangle 99"/>
              <p:cNvSpPr>
                <a:spLocks noChangeArrowheads="1"/>
              </p:cNvSpPr>
              <p:nvPr/>
            </p:nvSpPr>
            <p:spPr bwMode="auto">
              <a:xfrm>
                <a:off x="732" y="3484"/>
                <a:ext cx="96" cy="93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40" name="Rectangle 100"/>
              <p:cNvSpPr>
                <a:spLocks noChangeArrowheads="1"/>
              </p:cNvSpPr>
              <p:nvPr/>
            </p:nvSpPr>
            <p:spPr bwMode="auto">
              <a:xfrm>
                <a:off x="723" y="3473"/>
                <a:ext cx="480" cy="112"/>
              </a:xfrm>
              <a:prstGeom prst="rect">
                <a:avLst/>
              </a:prstGeom>
              <a:noFill/>
              <a:ln w="9525">
                <a:solidFill>
                  <a:schemeClr val="accent2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</p:grpSp>
        <p:sp>
          <p:nvSpPr>
            <p:cNvPr id="135" name="Rectangle 101"/>
            <p:cNvSpPr>
              <a:spLocks noChangeArrowheads="1"/>
            </p:cNvSpPr>
            <p:nvPr/>
          </p:nvSpPr>
          <p:spPr bwMode="auto">
            <a:xfrm>
              <a:off x="517" y="3545"/>
              <a:ext cx="94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6" name="Rectangle 102"/>
            <p:cNvSpPr>
              <a:spLocks noChangeArrowheads="1"/>
            </p:cNvSpPr>
            <p:nvPr/>
          </p:nvSpPr>
          <p:spPr bwMode="auto">
            <a:xfrm>
              <a:off x="1115" y="3544"/>
              <a:ext cx="60" cy="108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37" name="Rectangle 103"/>
            <p:cNvSpPr>
              <a:spLocks noChangeArrowheads="1"/>
            </p:cNvSpPr>
            <p:nvPr/>
          </p:nvSpPr>
          <p:spPr bwMode="auto">
            <a:xfrm>
              <a:off x="504" y="3529"/>
              <a:ext cx="681" cy="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</p:grpSp>
      <p:grpSp>
        <p:nvGrpSpPr>
          <p:cNvPr id="147" name="Group 104"/>
          <p:cNvGrpSpPr/>
          <p:nvPr/>
        </p:nvGrpSpPr>
        <p:grpSpPr bwMode="auto">
          <a:xfrm>
            <a:off x="5520929" y="3171790"/>
            <a:ext cx="987028" cy="1015604"/>
            <a:chOff x="931" y="1941"/>
            <a:chExt cx="829" cy="853"/>
          </a:xfrm>
        </p:grpSpPr>
        <p:sp>
          <p:nvSpPr>
            <p:cNvPr id="148" name="Freeform 105"/>
            <p:cNvSpPr/>
            <p:nvPr/>
          </p:nvSpPr>
          <p:spPr bwMode="auto">
            <a:xfrm>
              <a:off x="1424" y="1965"/>
              <a:ext cx="336" cy="801"/>
            </a:xfrm>
            <a:custGeom>
              <a:avLst/>
              <a:gdLst>
                <a:gd name="T0" fmla="*/ 1 w 551"/>
                <a:gd name="T1" fmla="*/ 0 h 801"/>
                <a:gd name="T2" fmla="*/ 46 w 551"/>
                <a:gd name="T3" fmla="*/ 402 h 801"/>
                <a:gd name="T4" fmla="*/ 1 w 551"/>
                <a:gd name="T5" fmla="*/ 801 h 801"/>
                <a:gd name="T6" fmla="*/ 1 w 551"/>
                <a:gd name="T7" fmla="*/ 535 h 801"/>
                <a:gd name="T8" fmla="*/ 0 w 551"/>
                <a:gd name="T9" fmla="*/ 371 h 801"/>
                <a:gd name="T10" fmla="*/ 1 w 551"/>
                <a:gd name="T11" fmla="*/ 0 h 80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51" h="801">
                  <a:moveTo>
                    <a:pt x="14" y="0"/>
                  </a:moveTo>
                  <a:lnTo>
                    <a:pt x="551" y="402"/>
                  </a:lnTo>
                  <a:lnTo>
                    <a:pt x="6" y="801"/>
                  </a:lnTo>
                  <a:lnTo>
                    <a:pt x="13" y="535"/>
                  </a:lnTo>
                  <a:lnTo>
                    <a:pt x="0" y="371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chemeClr val="bg1">
                    <a:alpha val="64998"/>
                  </a:schemeClr>
                </a:gs>
                <a:gs pos="100000">
                  <a:srgbClr val="000099">
                    <a:alpha val="64998"/>
                  </a:srgbClr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prstDash val="solid"/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350"/>
            </a:p>
          </p:txBody>
        </p:sp>
        <p:grpSp>
          <p:nvGrpSpPr>
            <p:cNvPr id="149" name="Group 106"/>
            <p:cNvGrpSpPr/>
            <p:nvPr/>
          </p:nvGrpSpPr>
          <p:grpSpPr bwMode="auto">
            <a:xfrm>
              <a:off x="931" y="1941"/>
              <a:ext cx="523" cy="853"/>
              <a:chOff x="569" y="2954"/>
              <a:chExt cx="523" cy="853"/>
            </a:xfrm>
          </p:grpSpPr>
          <p:sp>
            <p:nvSpPr>
              <p:cNvPr id="150" name="Rectangle 107"/>
              <p:cNvSpPr>
                <a:spLocks noChangeArrowheads="1"/>
              </p:cNvSpPr>
              <p:nvPr/>
            </p:nvSpPr>
            <p:spPr bwMode="auto">
              <a:xfrm>
                <a:off x="576" y="2973"/>
                <a:ext cx="493" cy="790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350"/>
              </a:p>
            </p:txBody>
          </p:sp>
          <p:sp>
            <p:nvSpPr>
              <p:cNvPr id="151" name="Text Box 108"/>
              <p:cNvSpPr txBox="1">
                <a:spLocks noChangeArrowheads="1"/>
              </p:cNvSpPr>
              <p:nvPr/>
            </p:nvSpPr>
            <p:spPr bwMode="auto">
              <a:xfrm>
                <a:off x="572" y="2954"/>
                <a:ext cx="520" cy="85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 algn="ctr">
                  <a:defRPr/>
                </a:pPr>
                <a:r>
                  <a:rPr lang="en-US" sz="1200"/>
                  <a:t>DHCP</a:t>
                </a:r>
              </a:p>
              <a:p>
                <a:pPr algn="ctr">
                  <a:defRPr/>
                </a:pPr>
                <a:r>
                  <a:rPr lang="en-US" sz="1200"/>
                  <a:t>UDP</a:t>
                </a:r>
              </a:p>
              <a:p>
                <a:pPr algn="ctr">
                  <a:defRPr/>
                </a:pPr>
                <a:r>
                  <a:rPr lang="en-US" sz="1200"/>
                  <a:t>IP</a:t>
                </a:r>
              </a:p>
              <a:p>
                <a:pPr algn="ctr">
                  <a:defRPr/>
                </a:pPr>
                <a:r>
                  <a:rPr lang="en-US" sz="1200"/>
                  <a:t>Eth</a:t>
                </a:r>
              </a:p>
              <a:p>
                <a:pPr algn="ctr">
                  <a:defRPr/>
                </a:pPr>
                <a:r>
                  <a:rPr lang="en-US" sz="1200"/>
                  <a:t>Phy</a:t>
                </a:r>
              </a:p>
            </p:txBody>
          </p:sp>
          <p:sp>
            <p:nvSpPr>
              <p:cNvPr id="152" name="Line 109"/>
              <p:cNvSpPr>
                <a:spLocks noChangeShapeType="1"/>
              </p:cNvSpPr>
              <p:nvPr/>
            </p:nvSpPr>
            <p:spPr bwMode="auto">
              <a:xfrm>
                <a:off x="578" y="3130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53" name="Line 110"/>
              <p:cNvSpPr>
                <a:spLocks noChangeShapeType="1"/>
              </p:cNvSpPr>
              <p:nvPr/>
            </p:nvSpPr>
            <p:spPr bwMode="auto">
              <a:xfrm>
                <a:off x="575" y="3289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54" name="Line 111"/>
              <p:cNvSpPr>
                <a:spLocks noChangeShapeType="1"/>
              </p:cNvSpPr>
              <p:nvPr/>
            </p:nvSpPr>
            <p:spPr bwMode="auto">
              <a:xfrm>
                <a:off x="572" y="3448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  <p:sp>
            <p:nvSpPr>
              <p:cNvPr id="155" name="Line 112"/>
              <p:cNvSpPr>
                <a:spLocks noChangeShapeType="1"/>
              </p:cNvSpPr>
              <p:nvPr/>
            </p:nvSpPr>
            <p:spPr bwMode="auto">
              <a:xfrm>
                <a:off x="569" y="3607"/>
                <a:ext cx="48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</a:ln>
              <a:effectLst/>
            </p:spPr>
            <p:txBody>
              <a:bodyPr wrap="none"/>
              <a:lstStyle/>
              <a:p>
                <a:pPr>
                  <a:defRPr/>
                </a:pPr>
                <a:endParaRPr lang="en-US" sz="1350">
                  <a:latin typeface="Arial" panose="020B0604020202020204" pitchFamily="34" charset="0"/>
                  <a:ea typeface="MS PGothic" charset="0"/>
                </a:endParaRPr>
              </a:p>
            </p:txBody>
          </p:sp>
        </p:grpSp>
      </p:grpSp>
      <p:grpSp>
        <p:nvGrpSpPr>
          <p:cNvPr id="156" name="Group 113"/>
          <p:cNvGrpSpPr/>
          <p:nvPr/>
        </p:nvGrpSpPr>
        <p:grpSpPr bwMode="auto">
          <a:xfrm>
            <a:off x="4667250" y="3096779"/>
            <a:ext cx="810816" cy="913210"/>
            <a:chOff x="1404" y="3105"/>
            <a:chExt cx="681" cy="767"/>
          </a:xfrm>
        </p:grpSpPr>
        <p:grpSp>
          <p:nvGrpSpPr>
            <p:cNvPr id="157" name="Group 114"/>
            <p:cNvGrpSpPr/>
            <p:nvPr/>
          </p:nvGrpSpPr>
          <p:grpSpPr bwMode="auto">
            <a:xfrm>
              <a:off x="1404" y="3355"/>
              <a:ext cx="681" cy="482"/>
              <a:chOff x="42" y="886"/>
              <a:chExt cx="681" cy="482"/>
            </a:xfrm>
          </p:grpSpPr>
          <p:grpSp>
            <p:nvGrpSpPr>
              <p:cNvPr id="162" name="Group 115"/>
              <p:cNvGrpSpPr/>
              <p:nvPr/>
            </p:nvGrpSpPr>
            <p:grpSpPr bwMode="auto">
              <a:xfrm>
                <a:off x="278" y="886"/>
                <a:ext cx="420" cy="168"/>
                <a:chOff x="740" y="3209"/>
                <a:chExt cx="420" cy="168"/>
              </a:xfrm>
            </p:grpSpPr>
            <p:grpSp>
              <p:nvGrpSpPr>
                <p:cNvPr id="187" name="Group 116"/>
                <p:cNvGrpSpPr/>
                <p:nvPr/>
              </p:nvGrpSpPr>
              <p:grpSpPr bwMode="auto">
                <a:xfrm>
                  <a:off x="794" y="3209"/>
                  <a:ext cx="366" cy="168"/>
                  <a:chOff x="844" y="3337"/>
                  <a:chExt cx="366" cy="168"/>
                </a:xfrm>
              </p:grpSpPr>
              <p:sp>
                <p:nvSpPr>
                  <p:cNvPr id="190" name="Rectangle 117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91" name="Text Box 11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700">
                        <a:solidFill>
                          <a:schemeClr val="bg1"/>
                        </a:solidFill>
                      </a:rPr>
                      <a:t>DHCP</a:t>
                    </a:r>
                  </a:p>
                </p:txBody>
              </p:sp>
            </p:grpSp>
            <p:sp>
              <p:nvSpPr>
                <p:cNvPr id="188" name="Rectangle 119"/>
                <p:cNvSpPr>
                  <a:spLocks noChangeArrowheads="1"/>
                </p:cNvSpPr>
                <p:nvPr/>
              </p:nvSpPr>
              <p:spPr bwMode="auto">
                <a:xfrm>
                  <a:off x="750" y="3244"/>
                  <a:ext cx="88" cy="82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solidFill>
                    <a:schemeClr val="bg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89" name="Rectangle 120"/>
                <p:cNvSpPr>
                  <a:spLocks noChangeArrowheads="1"/>
                </p:cNvSpPr>
                <p:nvPr/>
              </p:nvSpPr>
              <p:spPr bwMode="auto">
                <a:xfrm>
                  <a:off x="740" y="3238"/>
                  <a:ext cx="354" cy="94"/>
                </a:xfrm>
                <a:prstGeom prst="rect">
                  <a:avLst/>
                </a:prstGeom>
                <a:noFill/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grpSp>
            <p:nvGrpSpPr>
              <p:cNvPr id="163" name="Group 121"/>
              <p:cNvGrpSpPr/>
              <p:nvPr/>
            </p:nvGrpSpPr>
            <p:grpSpPr bwMode="auto">
              <a:xfrm>
                <a:off x="278" y="1034"/>
                <a:ext cx="420" cy="168"/>
                <a:chOff x="836" y="3305"/>
                <a:chExt cx="420" cy="168"/>
              </a:xfrm>
            </p:grpSpPr>
            <p:grpSp>
              <p:nvGrpSpPr>
                <p:cNvPr id="181" name="Group 122"/>
                <p:cNvGrpSpPr/>
                <p:nvPr/>
              </p:nvGrpSpPr>
              <p:grpSpPr bwMode="auto">
                <a:xfrm>
                  <a:off x="890" y="3305"/>
                  <a:ext cx="366" cy="168"/>
                  <a:chOff x="844" y="3337"/>
                  <a:chExt cx="366" cy="168"/>
                </a:xfrm>
              </p:grpSpPr>
              <p:sp>
                <p:nvSpPr>
                  <p:cNvPr id="185" name="Rectangle 123"/>
                  <p:cNvSpPr>
                    <a:spLocks noChangeArrowheads="1"/>
                  </p:cNvSpPr>
                  <p:nvPr/>
                </p:nvSpPr>
                <p:spPr bwMode="auto">
                  <a:xfrm>
                    <a:off x="889" y="3370"/>
                    <a:ext cx="245" cy="86"/>
                  </a:xfrm>
                  <a:prstGeom prst="rect">
                    <a:avLst/>
                  </a:prstGeom>
                  <a:solidFill>
                    <a:srgbClr val="FF0000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86" name="Text Box 124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844" y="3337"/>
                    <a:ext cx="366" cy="168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</p:spPr>
                <p:txBody>
                  <a:bodyPr wrap="none">
                    <a:spAutoFit/>
                  </a:bodyPr>
                  <a:lstStyle>
                    <a:lvl1pPr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1pPr>
                    <a:lvl2pPr marL="742950" indent="-28575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2pPr>
                    <a:lvl3pPr marL="11430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3pPr>
                    <a:lvl4pPr marL="16002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4pPr>
                    <a:lvl5pPr marL="2057400" indent="-228600"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charset="0"/>
                      </a:defRPr>
                    </a:lvl9pPr>
                  </a:lstStyle>
                  <a:p>
                    <a:pPr>
                      <a:defRPr/>
                    </a:pPr>
                    <a:r>
                      <a:rPr lang="en-US" sz="700">
                        <a:solidFill>
                          <a:schemeClr val="bg1"/>
                        </a:solidFill>
                      </a:rPr>
                      <a:t>DHCP</a:t>
                    </a:r>
                  </a:p>
                </p:txBody>
              </p:sp>
            </p:grpSp>
            <p:grpSp>
              <p:nvGrpSpPr>
                <p:cNvPr id="182" name="Group 125"/>
                <p:cNvGrpSpPr/>
                <p:nvPr/>
              </p:nvGrpSpPr>
              <p:grpSpPr bwMode="auto">
                <a:xfrm>
                  <a:off x="836" y="3334"/>
                  <a:ext cx="354" cy="94"/>
                  <a:chOff x="836" y="3334"/>
                  <a:chExt cx="354" cy="94"/>
                </a:xfrm>
              </p:grpSpPr>
              <p:sp>
                <p:nvSpPr>
                  <p:cNvPr id="183" name="Rectangle 126"/>
                  <p:cNvSpPr>
                    <a:spLocks noChangeArrowheads="1"/>
                  </p:cNvSpPr>
                  <p:nvPr/>
                </p:nvSpPr>
                <p:spPr bwMode="auto">
                  <a:xfrm>
                    <a:off x="846" y="3340"/>
                    <a:ext cx="88" cy="82"/>
                  </a:xfrm>
                  <a:prstGeom prst="rect">
                    <a:avLst/>
                  </a:prstGeom>
                  <a:solidFill>
                    <a:schemeClr val="accent1"/>
                  </a:solidFill>
                  <a:ln w="9525">
                    <a:solidFill>
                      <a:schemeClr val="bg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84" name="Rectangle 127"/>
                  <p:cNvSpPr>
                    <a:spLocks noChangeArrowheads="1"/>
                  </p:cNvSpPr>
                  <p:nvPr/>
                </p:nvSpPr>
                <p:spPr bwMode="auto">
                  <a:xfrm>
                    <a:off x="836" y="3334"/>
                    <a:ext cx="354" cy="94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1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</p:grpSp>
          </p:grpSp>
          <p:grpSp>
            <p:nvGrpSpPr>
              <p:cNvPr id="164" name="Group 128"/>
              <p:cNvGrpSpPr/>
              <p:nvPr/>
            </p:nvGrpSpPr>
            <p:grpSpPr bwMode="auto">
              <a:xfrm>
                <a:off x="165" y="1054"/>
                <a:ext cx="480" cy="112"/>
                <a:chOff x="627" y="3377"/>
                <a:chExt cx="480" cy="112"/>
              </a:xfrm>
            </p:grpSpPr>
            <p:sp>
              <p:nvSpPr>
                <p:cNvPr id="179" name="Rectangle 129"/>
                <p:cNvSpPr>
                  <a:spLocks noChangeArrowheads="1"/>
                </p:cNvSpPr>
                <p:nvPr/>
              </p:nvSpPr>
              <p:spPr bwMode="auto">
                <a:xfrm>
                  <a:off x="636" y="3388"/>
                  <a:ext cx="96" cy="93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80" name="Rectangle 130"/>
                <p:cNvSpPr>
                  <a:spLocks noChangeArrowheads="1"/>
                </p:cNvSpPr>
                <p:nvPr/>
              </p:nvSpPr>
              <p:spPr bwMode="auto">
                <a:xfrm>
                  <a:off x="627" y="3377"/>
                  <a:ext cx="480" cy="112"/>
                </a:xfrm>
                <a:prstGeom prst="rect">
                  <a:avLst/>
                </a:prstGeom>
                <a:noFill/>
                <a:ln w="9525">
                  <a:solidFill>
                    <a:schemeClr val="accent2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  <p:grpSp>
            <p:nvGrpSpPr>
              <p:cNvPr id="165" name="Group 131"/>
              <p:cNvGrpSpPr/>
              <p:nvPr/>
            </p:nvGrpSpPr>
            <p:grpSpPr bwMode="auto">
              <a:xfrm>
                <a:off x="42" y="1200"/>
                <a:ext cx="681" cy="168"/>
                <a:chOff x="504" y="3523"/>
                <a:chExt cx="681" cy="168"/>
              </a:xfrm>
            </p:grpSpPr>
            <p:grpSp>
              <p:nvGrpSpPr>
                <p:cNvPr id="166" name="Group 132"/>
                <p:cNvGrpSpPr/>
                <p:nvPr/>
              </p:nvGrpSpPr>
              <p:grpSpPr bwMode="auto">
                <a:xfrm>
                  <a:off x="623" y="3523"/>
                  <a:ext cx="533" cy="168"/>
                  <a:chOff x="723" y="3453"/>
                  <a:chExt cx="533" cy="168"/>
                </a:xfrm>
              </p:grpSpPr>
              <p:grpSp>
                <p:nvGrpSpPr>
                  <p:cNvPr id="170" name="Group 133"/>
                  <p:cNvGrpSpPr/>
                  <p:nvPr/>
                </p:nvGrpSpPr>
                <p:grpSpPr bwMode="auto">
                  <a:xfrm>
                    <a:off x="836" y="3453"/>
                    <a:ext cx="420" cy="168"/>
                    <a:chOff x="836" y="3305"/>
                    <a:chExt cx="420" cy="168"/>
                  </a:xfrm>
                </p:grpSpPr>
                <p:grpSp>
                  <p:nvGrpSpPr>
                    <p:cNvPr id="173" name="Group 134"/>
                    <p:cNvGrpSpPr/>
                    <p:nvPr/>
                  </p:nvGrpSpPr>
                  <p:grpSpPr bwMode="auto">
                    <a:xfrm>
                      <a:off x="890" y="3305"/>
                      <a:ext cx="366" cy="168"/>
                      <a:chOff x="844" y="3337"/>
                      <a:chExt cx="366" cy="168"/>
                    </a:xfrm>
                  </p:grpSpPr>
                  <p:sp>
                    <p:nvSpPr>
                      <p:cNvPr id="177" name="Rectangle 135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89" y="3370"/>
                        <a:ext cx="245" cy="86"/>
                      </a:xfrm>
                      <a:prstGeom prst="rect">
                        <a:avLst/>
                      </a:prstGeom>
                      <a:solidFill>
                        <a:srgbClr val="FF0000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  <p:sp>
                    <p:nvSpPr>
                      <p:cNvPr id="178" name="Text Box 136"/>
                      <p:cNvSpPr txBox="1">
                        <a:spLocks noChangeArrowheads="1"/>
                      </p:cNvSpPr>
                      <p:nvPr/>
                    </p:nvSpPr>
                    <p:spPr bwMode="auto">
                      <a:xfrm>
                        <a:off x="844" y="3337"/>
                        <a:ext cx="366" cy="16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  <p:txBody>
                      <a:bodyPr wrap="none">
                        <a:spAutoFit/>
                      </a:bodyPr>
                      <a:lstStyle>
                        <a:lvl1pPr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1pPr>
                        <a:lvl2pPr marL="742950" indent="-28575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2pPr>
                        <a:lvl3pPr marL="11430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3pPr>
                        <a:lvl4pPr marL="16002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4pPr>
                        <a:lvl5pPr marL="2057400" indent="-228600"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charset="0"/>
                          </a:defRPr>
                        </a:lvl9pPr>
                      </a:lstStyle>
                      <a:p>
                        <a:pPr>
                          <a:defRPr/>
                        </a:pPr>
                        <a:r>
                          <a:rPr lang="en-US" sz="700">
                            <a:solidFill>
                              <a:schemeClr val="bg1"/>
                            </a:solidFill>
                          </a:rPr>
                          <a:t>DHCP</a:t>
                        </a:r>
                      </a:p>
                    </p:txBody>
                  </p:sp>
                </p:grpSp>
                <p:grpSp>
                  <p:nvGrpSpPr>
                    <p:cNvPr id="174" name="Group 137"/>
                    <p:cNvGrpSpPr/>
                    <p:nvPr/>
                  </p:nvGrpSpPr>
                  <p:grpSpPr bwMode="auto">
                    <a:xfrm>
                      <a:off x="836" y="3334"/>
                      <a:ext cx="354" cy="94"/>
                      <a:chOff x="836" y="3334"/>
                      <a:chExt cx="354" cy="94"/>
                    </a:xfrm>
                  </p:grpSpPr>
                  <p:sp>
                    <p:nvSpPr>
                      <p:cNvPr id="175" name="Rectangle 138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46" y="3340"/>
                        <a:ext cx="88" cy="82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 w="9525">
                        <a:solidFill>
                          <a:schemeClr val="bg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  <p:sp>
                    <p:nvSpPr>
                      <p:cNvPr id="176" name="Rectangle 139"/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836" y="3334"/>
                        <a:ext cx="354" cy="94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accent1"/>
                        </a:solidFill>
                        <a:miter lim="800000"/>
                      </a:ln>
                      <a:effectLst/>
                    </p:spPr>
                    <p:txBody>
                      <a:bodyPr wrap="none" anchor="ctr"/>
                      <a:lstStyle>
                        <a:lvl1pPr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1pPr>
                        <a:lvl2pPr marL="742950" indent="-28575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2pPr>
                        <a:lvl3pPr marL="11430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3pPr>
                        <a:lvl4pPr marL="16002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4pPr>
                        <a:lvl5pPr marL="2057400" indent="-228600"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5pPr>
                        <a:lvl6pPr marL="25146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6pPr>
                        <a:lvl7pPr marL="29718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7pPr>
                        <a:lvl8pPr marL="34290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8pPr>
                        <a:lvl9pPr marL="3886200" indent="-228600"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 sz="2400"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  <a:ea typeface="MS PGothic" panose="020B0600070205080204" pitchFamily="34" charset="-128"/>
                          </a:defRPr>
                        </a:lvl9pPr>
                      </a:lstStyle>
                      <a:p>
                        <a:endParaRPr lang="zh-CN" altLang="zh-CN" sz="1200"/>
                      </a:p>
                    </p:txBody>
                  </p:sp>
                </p:grpSp>
              </p:grpSp>
              <p:sp>
                <p:nvSpPr>
                  <p:cNvPr id="171" name="Rectangle 140"/>
                  <p:cNvSpPr>
                    <a:spLocks noChangeArrowheads="1"/>
                  </p:cNvSpPr>
                  <p:nvPr/>
                </p:nvSpPr>
                <p:spPr bwMode="auto">
                  <a:xfrm>
                    <a:off x="732" y="3484"/>
                    <a:ext cx="96" cy="93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noFill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  <p:sp>
                <p:nvSpPr>
                  <p:cNvPr id="172" name="Rectangle 141"/>
                  <p:cNvSpPr>
                    <a:spLocks noChangeArrowheads="1"/>
                  </p:cNvSpPr>
                  <p:nvPr/>
                </p:nvSpPr>
                <p:spPr bwMode="auto">
                  <a:xfrm>
                    <a:off x="723" y="3473"/>
                    <a:ext cx="480" cy="112"/>
                  </a:xfrm>
                  <a:prstGeom prst="rect">
                    <a:avLst/>
                  </a:prstGeom>
                  <a:noFill/>
                  <a:ln w="9525">
                    <a:solidFill>
                      <a:schemeClr val="accent2"/>
                    </a:solidFill>
                    <a:miter lim="800000"/>
                  </a:ln>
                  <a:effectLst/>
                </p:spPr>
                <p:txBody>
                  <a:bodyPr wrap="none" anchor="ctr"/>
                  <a:lstStyle>
                    <a:lvl1pPr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1pPr>
                    <a:lvl2pPr marL="742950" indent="-28575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2pPr>
                    <a:lvl3pPr marL="11430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3pPr>
                    <a:lvl4pPr marL="16002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4pPr>
                    <a:lvl5pPr marL="2057400" indent="-228600"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MS PGothic" panose="020B0600070205080204" pitchFamily="34" charset="-128"/>
                      </a:defRPr>
                    </a:lvl9pPr>
                  </a:lstStyle>
                  <a:p>
                    <a:endParaRPr lang="zh-CN" altLang="zh-CN" sz="1200"/>
                  </a:p>
                </p:txBody>
              </p:sp>
            </p:grpSp>
            <p:sp>
              <p:nvSpPr>
                <p:cNvPr id="167" name="Rectangle 142"/>
                <p:cNvSpPr>
                  <a:spLocks noChangeArrowheads="1"/>
                </p:cNvSpPr>
                <p:nvPr/>
              </p:nvSpPr>
              <p:spPr bwMode="auto">
                <a:xfrm>
                  <a:off x="517" y="3545"/>
                  <a:ext cx="94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68" name="Rectangle 143"/>
                <p:cNvSpPr>
                  <a:spLocks noChangeArrowheads="1"/>
                </p:cNvSpPr>
                <p:nvPr/>
              </p:nvSpPr>
              <p:spPr bwMode="auto">
                <a:xfrm>
                  <a:off x="1115" y="3544"/>
                  <a:ext cx="60" cy="108"/>
                </a:xfrm>
                <a:prstGeom prst="rect">
                  <a:avLst/>
                </a:pr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  <p:sp>
              <p:nvSpPr>
                <p:cNvPr id="169" name="Rectangle 144"/>
                <p:cNvSpPr>
                  <a:spLocks noChangeArrowheads="1"/>
                </p:cNvSpPr>
                <p:nvPr/>
              </p:nvSpPr>
              <p:spPr bwMode="auto">
                <a:xfrm>
                  <a:off x="504" y="3529"/>
                  <a:ext cx="681" cy="138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</a:ln>
                <a:effectLst/>
              </p:spPr>
              <p:txBody>
                <a:bodyPr wrap="none" anchor="ctr"/>
                <a:lstStyle>
                  <a:lvl1pPr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2pPr>
                  <a:lvl3pPr marL="11430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3pPr>
                  <a:lvl4pPr marL="16002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4pPr>
                  <a:lvl5pPr marL="2057400" indent="-228600"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" panose="020B0604020202020204" pitchFamily="34" charset="0"/>
                      <a:ea typeface="MS PGothic" panose="020B0600070205080204" pitchFamily="34" charset="-128"/>
                    </a:defRPr>
                  </a:lvl9pPr>
                </a:lstStyle>
                <a:p>
                  <a:endParaRPr lang="zh-CN" altLang="zh-CN" sz="1200"/>
                </a:p>
              </p:txBody>
            </p:sp>
          </p:grpSp>
        </p:grpSp>
        <p:sp>
          <p:nvSpPr>
            <p:cNvPr id="158" name="AutoShape 145"/>
            <p:cNvSpPr>
              <a:spLocks noChangeArrowheads="1"/>
            </p:cNvSpPr>
            <p:nvPr/>
          </p:nvSpPr>
          <p:spPr bwMode="auto">
            <a:xfrm rot="10800000">
              <a:off x="1727" y="3105"/>
              <a:ext cx="240" cy="767"/>
            </a:xfrm>
            <a:prstGeom prst="downArrow">
              <a:avLst>
                <a:gd name="adj1" fmla="val 54167"/>
                <a:gd name="adj2" fmla="val 51311"/>
              </a:avLst>
            </a:prstGeom>
            <a:gradFill rotWithShape="1">
              <a:gsLst>
                <a:gs pos="0">
                  <a:srgbClr val="FF0000">
                    <a:alpha val="25000"/>
                  </a:srgbClr>
                </a:gs>
                <a:gs pos="100000">
                  <a:srgbClr val="FF0000">
                    <a:alpha val="25000"/>
                  </a:srgbClr>
                </a:gs>
              </a:gsLst>
              <a:lin ang="5400000" scaled="1"/>
            </a:gradFill>
            <a:ln>
              <a:noFill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200"/>
            </a:p>
          </p:txBody>
        </p:sp>
        <p:grpSp>
          <p:nvGrpSpPr>
            <p:cNvPr id="159" name="Group 146"/>
            <p:cNvGrpSpPr/>
            <p:nvPr/>
          </p:nvGrpSpPr>
          <p:grpSpPr bwMode="auto">
            <a:xfrm>
              <a:off x="1695" y="3227"/>
              <a:ext cx="366" cy="168"/>
              <a:chOff x="844" y="3337"/>
              <a:chExt cx="366" cy="168"/>
            </a:xfrm>
          </p:grpSpPr>
          <p:sp>
            <p:nvSpPr>
              <p:cNvPr id="160" name="Rectangle 147"/>
              <p:cNvSpPr>
                <a:spLocks noChangeArrowheads="1"/>
              </p:cNvSpPr>
              <p:nvPr/>
            </p:nvSpPr>
            <p:spPr bwMode="auto">
              <a:xfrm>
                <a:off x="889" y="3370"/>
                <a:ext cx="245" cy="86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chemeClr val="bg1"/>
                </a:solidFill>
                <a:miter lim="800000"/>
              </a:ln>
              <a:effectLst/>
            </p:spPr>
            <p:txBody>
              <a:bodyPr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CN" altLang="zh-CN" sz="1200"/>
              </a:p>
            </p:txBody>
          </p:sp>
          <p:sp>
            <p:nvSpPr>
              <p:cNvPr id="161" name="Text Box 148"/>
              <p:cNvSpPr txBox="1">
                <a:spLocks noChangeArrowheads="1"/>
              </p:cNvSpPr>
              <p:nvPr/>
            </p:nvSpPr>
            <p:spPr bwMode="auto">
              <a:xfrm>
                <a:off x="844" y="3337"/>
                <a:ext cx="366" cy="16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MS PGothic" charset="0"/>
                  </a:defRPr>
                </a:lvl9pPr>
              </a:lstStyle>
              <a:p>
                <a:pPr>
                  <a:defRPr/>
                </a:pPr>
                <a:r>
                  <a:rPr lang="en-US" sz="700">
                    <a:solidFill>
                      <a:schemeClr val="bg1"/>
                    </a:solidFill>
                  </a:rPr>
                  <a:t>DHCP</a:t>
                </a:r>
              </a:p>
            </p:txBody>
          </p:sp>
        </p:grpSp>
      </p:grpSp>
      <p:grpSp>
        <p:nvGrpSpPr>
          <p:cNvPr id="192" name="Group 149"/>
          <p:cNvGrpSpPr/>
          <p:nvPr/>
        </p:nvGrpSpPr>
        <p:grpSpPr bwMode="auto">
          <a:xfrm>
            <a:off x="5014912" y="3244428"/>
            <a:ext cx="456009" cy="207169"/>
            <a:chOff x="844" y="3337"/>
            <a:chExt cx="383" cy="174"/>
          </a:xfrm>
        </p:grpSpPr>
        <p:sp>
          <p:nvSpPr>
            <p:cNvPr id="193" name="Rectangle 150"/>
            <p:cNvSpPr>
              <a:spLocks noChangeArrowheads="1"/>
            </p:cNvSpPr>
            <p:nvPr/>
          </p:nvSpPr>
          <p:spPr bwMode="auto">
            <a:xfrm>
              <a:off x="889" y="3370"/>
              <a:ext cx="245" cy="86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bg1"/>
              </a:solidFill>
              <a:miter lim="800000"/>
            </a:ln>
            <a:effectLst/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CN" altLang="zh-CN" sz="1350"/>
            </a:p>
          </p:txBody>
        </p:sp>
        <p:sp>
          <p:nvSpPr>
            <p:cNvPr id="194" name="Text Box 151"/>
            <p:cNvSpPr txBox="1">
              <a:spLocks noChangeArrowheads="1"/>
            </p:cNvSpPr>
            <p:nvPr/>
          </p:nvSpPr>
          <p:spPr bwMode="auto">
            <a:xfrm>
              <a:off x="844" y="3337"/>
              <a:ext cx="383" cy="174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wrap="none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MS PGothic" charset="0"/>
                </a:defRPr>
              </a:lvl9pPr>
            </a:lstStyle>
            <a:p>
              <a:pPr>
                <a:defRPr/>
              </a:pPr>
              <a:r>
                <a:rPr lang="en-US" sz="750">
                  <a:solidFill>
                    <a:schemeClr val="bg1"/>
                  </a:solidFill>
                </a:rPr>
                <a:t>DHCP</a:t>
              </a:r>
            </a:p>
          </p:txBody>
        </p:sp>
      </p:grpSp>
      <p:sp>
        <p:nvSpPr>
          <p:cNvPr id="195" name="灯片编号占位符 2">
            <a:extLst>
              <a:ext uri="{FF2B5EF4-FFF2-40B4-BE49-F238E27FC236}">
                <a16:creationId xmlns:a16="http://schemas.microsoft.com/office/drawing/2014/main" id="{FB3210AA-5872-4AFC-8770-11729C17EC04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44</a:t>
            </a:fld>
            <a:endParaRPr lang="en-US" altLang="zh-CN" dirty="0"/>
          </a:p>
        </p:txBody>
      </p:sp>
      <p:sp>
        <p:nvSpPr>
          <p:cNvPr id="196" name="AutoShape 5">
            <a:extLst>
              <a:ext uri="{FF2B5EF4-FFF2-40B4-BE49-F238E27FC236}">
                <a16:creationId xmlns:a16="http://schemas.microsoft.com/office/drawing/2014/main" id="{FF59A26F-28EE-4899-980E-6C7E93842E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9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0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81481E-6 L 0.26823 -0.00138 L 0.10834 0.27292 L -0.01805 0.2713 " pathEditMode="relative" rAng="0" ptsTypes="AAAA">
                                      <p:cBhvr>
                                        <p:cTn id="57" dur="20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35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000"/>
                            </p:stCondLst>
                            <p:childTnLst>
                              <p:par>
                                <p:cTn id="70" presetID="1" presetClass="exit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 tmFilter="0, 0; .2, .5; .8, .5; 1, 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3" dur="250" autoRev="1" fill="hold"/>
                                        <p:tgtEl>
                                          <p:spTgt spid="19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87" grpId="1" animBg="1"/>
      <p:bldP spid="196" grpId="0" animBg="1"/>
      <p:bldP spid="196" grpId="1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22B21-4AA2-4E62-A9D7-89BB4D719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本讲总结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0A3AD0F-D67C-4997-9AAC-B4F1376E63F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dirty="0"/>
              <a:t>IP </a:t>
            </a:r>
            <a:r>
              <a:rPr lang="zh-CN" altLang="en-US" dirty="0"/>
              <a:t>数据报封装</a:t>
            </a:r>
            <a:endParaRPr lang="en-US" altLang="zh-CN" dirty="0"/>
          </a:p>
          <a:p>
            <a:pPr lvl="1"/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IP </a:t>
            </a:r>
            <a:r>
              <a:rPr lang="zh-CN" altLang="en-US" dirty="0"/>
              <a:t>数据报分片</a:t>
            </a:r>
            <a:endParaRPr lang="en-US" altLang="zh-CN" dirty="0"/>
          </a:p>
          <a:p>
            <a:pPr lvl="1"/>
            <a:r>
              <a:rPr lang="en-US" altLang="zh-CN" dirty="0"/>
              <a:t>ID</a:t>
            </a:r>
          </a:p>
          <a:p>
            <a:pPr lvl="1"/>
            <a:r>
              <a:rPr lang="en-US" altLang="zh-CN" dirty="0"/>
              <a:t>Flag</a:t>
            </a:r>
          </a:p>
          <a:p>
            <a:pPr lvl="1"/>
            <a:r>
              <a:rPr lang="en-US" altLang="zh-CN" dirty="0"/>
              <a:t>offset</a:t>
            </a:r>
          </a:p>
          <a:p>
            <a:endParaRPr lang="en-US" altLang="zh-CN" dirty="0"/>
          </a:p>
          <a:p>
            <a:r>
              <a:rPr lang="en-US" altLang="zh-CN" dirty="0"/>
              <a:t>IPv4</a:t>
            </a:r>
            <a:r>
              <a:rPr lang="zh-CN" altLang="en-US" dirty="0"/>
              <a:t>网络编址</a:t>
            </a:r>
            <a:endParaRPr lang="en-US" altLang="zh-CN" dirty="0"/>
          </a:p>
          <a:p>
            <a:pPr lvl="1"/>
            <a:r>
              <a:rPr lang="en-US" altLang="zh-CN" dirty="0"/>
              <a:t>CIDR</a:t>
            </a:r>
          </a:p>
          <a:p>
            <a:pPr lvl="1"/>
            <a:r>
              <a:rPr lang="en-US" altLang="zh-CN" dirty="0"/>
              <a:t>DHCP</a:t>
            </a:r>
          </a:p>
          <a:p>
            <a:endParaRPr lang="zh-CN" altLang="en-US" dirty="0"/>
          </a:p>
        </p:txBody>
      </p:sp>
      <p:pic>
        <p:nvPicPr>
          <p:cNvPr id="149" name="图片 148">
            <a:extLst>
              <a:ext uri="{FF2B5EF4-FFF2-40B4-BE49-F238E27FC236}">
                <a16:creationId xmlns:a16="http://schemas.microsoft.com/office/drawing/2014/main" id="{CD924F7A-5658-4384-BE87-D3ED5FF22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6136" y="2824306"/>
            <a:ext cx="2623347" cy="2210413"/>
          </a:xfrm>
          <a:prstGeom prst="rect">
            <a:avLst/>
          </a:prstGeom>
        </p:spPr>
      </p:pic>
      <p:pic>
        <p:nvPicPr>
          <p:cNvPr id="229" name="图片 228">
            <a:extLst>
              <a:ext uri="{FF2B5EF4-FFF2-40B4-BE49-F238E27FC236}">
                <a16:creationId xmlns:a16="http://schemas.microsoft.com/office/drawing/2014/main" id="{463B11FD-796F-4331-825E-58DDAA03E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786529"/>
            <a:ext cx="4498719" cy="2067571"/>
          </a:xfrm>
          <a:prstGeom prst="rect">
            <a:avLst/>
          </a:prstGeom>
        </p:spPr>
      </p:pic>
      <p:sp>
        <p:nvSpPr>
          <p:cNvPr id="6" name="灯片编号占位符 2">
            <a:extLst>
              <a:ext uri="{FF2B5EF4-FFF2-40B4-BE49-F238E27FC236}">
                <a16:creationId xmlns:a16="http://schemas.microsoft.com/office/drawing/2014/main" id="{BFEE9194-D0CD-4642-A2E9-F001B4AC8E55}"/>
              </a:ext>
            </a:extLst>
          </p:cNvPr>
          <p:cNvSpPr txBox="1">
            <a:spLocks/>
          </p:cNvSpPr>
          <p:nvPr/>
        </p:nvSpPr>
        <p:spPr>
          <a:xfrm>
            <a:off x="8316416" y="4680000"/>
            <a:ext cx="628650" cy="27384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algn="r">
              <a:defRPr sz="900" b="1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page</a:t>
            </a:r>
            <a:fld id="{5A4F2AFE-40E9-47D7-93C1-1557BE766B14}" type="slidenum">
              <a:rPr lang="en-US" altLang="zh-CN" smtClean="0"/>
              <a:pPr/>
              <a:t>45</a:t>
            </a:fld>
            <a:endParaRPr lang="en-US" altLang="zh-CN" dirty="0"/>
          </a:p>
        </p:txBody>
      </p:sp>
      <p:sp>
        <p:nvSpPr>
          <p:cNvPr id="7" name="AutoShape 5">
            <a:extLst>
              <a:ext uri="{FF2B5EF4-FFF2-40B4-BE49-F238E27FC236}">
                <a16:creationId xmlns:a16="http://schemas.microsoft.com/office/drawing/2014/main" id="{ABD46751-3018-4B42-99A8-296153EA2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85783" y="4753422"/>
            <a:ext cx="158750" cy="127000"/>
          </a:xfrm>
          <a:prstGeom prst="flowChartMerge">
            <a:avLst/>
          </a:prstGeom>
          <a:gradFill rotWithShape="1">
            <a:gsLst>
              <a:gs pos="0">
                <a:srgbClr val="FF9900"/>
              </a:gs>
              <a:gs pos="100000">
                <a:srgbClr val="764700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131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2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 tmFilter="0, 0; .2, .5; .8, .5; 1, 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250" autoRev="1" fill="hold"/>
                                        <p:tgtEl>
                                          <p:spTgt spid="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dkDnDiag">
          <a:fgClr>
            <a:schemeClr val="bg1"/>
          </a:fgClr>
          <a:bgClr>
            <a:schemeClr val="bg1">
              <a:lumMod val="95000"/>
            </a:schemeClr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9309273E-29FF-4C52-9570-10E3E7065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1800" y="2175926"/>
            <a:ext cx="3191838" cy="742074"/>
          </a:xfrm>
        </p:spPr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Q &amp; A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6866" name="日期占位符 3"/>
          <p:cNvSpPr>
            <a:spLocks noGrp="1"/>
          </p:cNvSpPr>
          <p:nvPr>
            <p:ph type="dt" sz="half" idx="4294967295"/>
          </p:nvPr>
        </p:nvSpPr>
        <p:spPr>
          <a:xfrm>
            <a:off x="0" y="4760913"/>
            <a:ext cx="863600" cy="273050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F54DBAD-753B-4F65-9204-124AE4700B0F}" type="datetime1"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pPr>
                <a:spcBef>
                  <a:spcPct val="0"/>
                </a:spcBef>
                <a:buFontTx/>
                <a:buNone/>
              </a:pPr>
              <a:t>2025/4/2</a:t>
            </a:fld>
            <a:endParaRPr lang="en-US" altLang="zh-CN" sz="90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6867" name="页脚占位符 4"/>
          <p:cNvSpPr>
            <a:spLocks noGrp="1"/>
          </p:cNvSpPr>
          <p:nvPr>
            <p:ph type="ftr" sz="quarter" idx="4294967295"/>
          </p:nvPr>
        </p:nvSpPr>
        <p:spPr>
          <a:xfrm>
            <a:off x="0" y="4767263"/>
            <a:ext cx="863600" cy="274637"/>
          </a:xfrm>
          <a:prstGeom prst="rect">
            <a:avLst/>
          </a:prstGeom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18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 marL="557213" indent="-214313">
              <a:spcBef>
                <a:spcPct val="20000"/>
              </a:spcBef>
              <a:buChar char="–"/>
              <a:defRPr sz="1500">
                <a:solidFill>
                  <a:srgbClr val="0000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 marL="857250" indent="-171450">
              <a:spcBef>
                <a:spcPct val="20000"/>
              </a:spcBef>
              <a:buChar char="•"/>
              <a:defRPr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 marL="1200150" indent="-171450">
              <a:spcBef>
                <a:spcPct val="20000"/>
              </a:spcBef>
              <a:buChar char="–"/>
              <a:defRPr sz="1200">
                <a:solidFill>
                  <a:srgbClr val="99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 marL="1543050" indent="-171450">
              <a:spcBef>
                <a:spcPct val="20000"/>
              </a:spcBef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18859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2288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25717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2914650" indent="-17145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050">
                <a:solidFill>
                  <a:srgbClr val="008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900">
                <a:solidFill>
                  <a:schemeClr val="bg1"/>
                </a:solidFill>
                <a:ea typeface="宋体" panose="02010600030101010101" pitchFamily="2" charset="-122"/>
              </a:rPr>
              <a:t>计算机网络与通信</a:t>
            </a:r>
            <a:endParaRPr lang="zh-CN" altLang="en-US" sz="900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317444" name="Rectangle 4"/>
          <p:cNvSpPr>
            <a:spLocks noChangeArrowheads="1"/>
          </p:cNvSpPr>
          <p:nvPr/>
        </p:nvSpPr>
        <p:spPr bwMode="auto">
          <a:xfrm>
            <a:off x="2145060" y="1815481"/>
            <a:ext cx="5400675" cy="11025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1pPr>
            <a:lvl2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2pPr>
            <a:lvl3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3pPr>
            <a:lvl4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4pPr>
            <a:lvl5pPr algn="ctr"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Arial" panose="020B0604020202020204" pitchFamily="34" charset="0"/>
                <a:ea typeface="华文新魏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4500" dirty="0"/>
              <a:t>  </a:t>
            </a:r>
          </a:p>
        </p:txBody>
      </p:sp>
      <p:pic>
        <p:nvPicPr>
          <p:cNvPr id="317445" name="Picture 5" descr="1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632563"/>
            <a:ext cx="1828800" cy="182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  <p:sndAc>
          <p:stSnd>
            <p:snd r:embed="rId3" name="arrow.wav"/>
          </p:stSnd>
        </p:sndAc>
      </p:transition>
    </mc:Choice>
    <mc:Fallback xmlns="">
      <p:transition spd="slow">
        <p:fade/>
        <p:sndAc>
          <p:stSnd>
            <p:snd r:embed="rId5" name="arrow.wav"/>
          </p:stSnd>
        </p:sndAc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cture 0 template" id="{E25467C6-F7F9-47B8-AE23-3C87BB8AD566}" vid="{BC9338DA-AB37-4861-BD4C-BC6C68590DDB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lecture 0 template</Template>
  <TotalTime>2078</TotalTime>
  <Words>3468</Words>
  <Application>Microsoft Office PowerPoint</Application>
  <PresentationFormat>全屏显示(16:9)</PresentationFormat>
  <Paragraphs>957</Paragraphs>
  <Slides>46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9" baseType="lpstr">
      <vt:lpstr>Courier</vt:lpstr>
      <vt:lpstr>等线</vt:lpstr>
      <vt:lpstr>等线 Light</vt:lpstr>
      <vt:lpstr>宋体</vt:lpstr>
      <vt:lpstr>微软雅黑</vt:lpstr>
      <vt:lpstr>Arial</vt:lpstr>
      <vt:lpstr>Calibri</vt:lpstr>
      <vt:lpstr>Comic Sans MS</vt:lpstr>
      <vt:lpstr>Courier New</vt:lpstr>
      <vt:lpstr>Times New Roman</vt:lpstr>
      <vt:lpstr>Wingdings</vt:lpstr>
      <vt:lpstr>Office 主题​​</vt:lpstr>
      <vt:lpstr>Clip</vt:lpstr>
      <vt:lpstr>计算机网络</vt:lpstr>
      <vt:lpstr>知识回顾 </vt:lpstr>
      <vt:lpstr>PowerPoint 演示文稿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Quiz：</vt:lpstr>
      <vt:lpstr>例题：</vt:lpstr>
      <vt:lpstr>例题：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4.3 IP: 网际协议</vt:lpstr>
      <vt:lpstr>本讲总结</vt:lpstr>
      <vt:lpstr>Q &amp; 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计算机网络</dc:title>
  <dc:creator>Whhou</dc:creator>
  <cp:lastModifiedBy>cistecoram</cp:lastModifiedBy>
  <cp:revision>86</cp:revision>
  <dcterms:created xsi:type="dcterms:W3CDTF">2020-03-31T00:45:34Z</dcterms:created>
  <dcterms:modified xsi:type="dcterms:W3CDTF">2025-04-02T02:08:17Z</dcterms:modified>
</cp:coreProperties>
</file>