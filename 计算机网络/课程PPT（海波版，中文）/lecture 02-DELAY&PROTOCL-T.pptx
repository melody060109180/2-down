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44"/>
  </p:notesMasterIdLst>
  <p:handoutMasterIdLst>
    <p:handoutMasterId r:id="rId45"/>
  </p:handoutMasterIdLst>
  <p:sldIdLst>
    <p:sldId id="319" r:id="rId2"/>
    <p:sldId id="306" r:id="rId3"/>
    <p:sldId id="258" r:id="rId4"/>
    <p:sldId id="321" r:id="rId5"/>
    <p:sldId id="261" r:id="rId6"/>
    <p:sldId id="262" r:id="rId7"/>
    <p:sldId id="263" r:id="rId8"/>
    <p:sldId id="323" r:id="rId9"/>
    <p:sldId id="268" r:id="rId10"/>
    <p:sldId id="267" r:id="rId11"/>
    <p:sldId id="266" r:id="rId12"/>
    <p:sldId id="265" r:id="rId13"/>
    <p:sldId id="264" r:id="rId14"/>
    <p:sldId id="271" r:id="rId15"/>
    <p:sldId id="272" r:id="rId16"/>
    <p:sldId id="327" r:id="rId17"/>
    <p:sldId id="329" r:id="rId18"/>
    <p:sldId id="275" r:id="rId19"/>
    <p:sldId id="276" r:id="rId20"/>
    <p:sldId id="277" r:id="rId21"/>
    <p:sldId id="325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328" r:id="rId35"/>
    <p:sldId id="292" r:id="rId36"/>
    <p:sldId id="293" r:id="rId37"/>
    <p:sldId id="294" r:id="rId38"/>
    <p:sldId id="326" r:id="rId39"/>
    <p:sldId id="301" r:id="rId40"/>
    <p:sldId id="302" r:id="rId41"/>
    <p:sldId id="374" r:id="rId42"/>
    <p:sldId id="296" r:id="rId43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6600"/>
    <a:srgbClr val="E18601"/>
    <a:srgbClr val="008000"/>
    <a:srgbClr val="8000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97" autoAdjust="0"/>
    <p:restoredTop sz="94515" autoAdjust="0"/>
  </p:normalViewPr>
  <p:slideViewPr>
    <p:cSldViewPr>
      <p:cViewPr varScale="1">
        <p:scale>
          <a:sx n="181" d="100"/>
          <a:sy n="181" d="100"/>
        </p:scale>
        <p:origin x="425" y="8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4481" y="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469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227035" y="3448764"/>
            <a:ext cx="4577214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2: 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网络时延和网络通信协议体系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628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EC969-2E3F-4E47-A142-94010AE4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BCDFB43A-0457-4A16-9040-25F93BACE24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91880" y="3757391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4B9B15A-8CBF-4B0E-B4A8-2A8AF91E233E}"/>
              </a:ext>
            </a:extLst>
          </p:cNvPr>
          <p:cNvSpPr/>
          <p:nvPr userDrawn="1"/>
        </p:nvSpPr>
        <p:spPr>
          <a:xfrm>
            <a:off x="2751195" y="374479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灯片编号占位符 6">
            <a:extLst>
              <a:ext uri="{FF2B5EF4-FFF2-40B4-BE49-F238E27FC236}">
                <a16:creationId xmlns:a16="http://schemas.microsoft.com/office/drawing/2014/main" id="{E6A17B63-7448-4A0A-BF3A-0DE07FCE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D5AC36E5-0A4A-40EE-A3AA-64037E91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4" name="灯片编号占位符 6">
            <a:extLst>
              <a:ext uri="{FF2B5EF4-FFF2-40B4-BE49-F238E27FC236}">
                <a16:creationId xmlns:a16="http://schemas.microsoft.com/office/drawing/2014/main" id="{E31952C7-B637-4C9E-A37E-5D60AB9E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10564231-3BD8-44B8-AA20-4F6298E2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20E1E35C-44A2-4AEE-A656-D00034DC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7A974-AECD-4A3D-8A7C-0C7CDF253C93}" type="datetime1">
              <a:rPr lang="zh-CN" altLang="en-US"/>
              <a:pPr>
                <a:defRPr/>
              </a:pPr>
              <a:t>2025/2/24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191248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50" r:id="rId2"/>
    <p:sldLayoutId id="2147483747" r:id="rId3"/>
    <p:sldLayoutId id="2147483735" r:id="rId4"/>
    <p:sldLayoutId id="2147483737" r:id="rId5"/>
    <p:sldLayoutId id="2147483746" r:id="rId6"/>
    <p:sldLayoutId id="2147483739" r:id="rId7"/>
    <p:sldLayoutId id="2147483740" r:id="rId8"/>
    <p:sldLayoutId id="214748374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1" name="arrow.wav"/>
          </p:stSnd>
        </p:sndAc>
      </p:transition>
    </mc:Choice>
    <mc:Fallback xmlns="">
      <p:transition spd="slow">
        <p:fade/>
        <p:sndAc>
          <p:stSnd>
            <p:snd r:embed="rId12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audio" Target="../media/audio1.wav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audio" Target="../media/audio1.wav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9.wmf"/><Relationship Id="rId10" Type="http://schemas.openxmlformats.org/officeDocument/2006/relationships/audio" Target="../media/audio1.wav"/><Relationship Id="rId4" Type="http://schemas.openxmlformats.org/officeDocument/2006/relationships/oleObject" Target="../embeddings/oleObject1.bin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audio" Target="../media/audio1.wav"/><Relationship Id="rId5" Type="http://schemas.openxmlformats.org/officeDocument/2006/relationships/image" Target="../media/image29.wmf"/><Relationship Id="rId10" Type="http://schemas.openxmlformats.org/officeDocument/2006/relationships/image" Target="../media/image30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audio" Target="../media/audio1.wav"/><Relationship Id="rId5" Type="http://schemas.openxmlformats.org/officeDocument/2006/relationships/image" Target="../media/image28.gif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5" Type="http://schemas.openxmlformats.org/officeDocument/2006/relationships/audio" Target="../media/audio1.wav"/><Relationship Id="rId4" Type="http://schemas.openxmlformats.org/officeDocument/2006/relationships/image" Target="../media/image28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audio" Target="../media/audio1.wav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9.bin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audio" Target="../media/audio1.wav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13" Type="http://schemas.openxmlformats.org/officeDocument/2006/relationships/image" Target="../media/image50.png"/><Relationship Id="rId1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54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3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47.png"/><Relationship Id="rId11" Type="http://schemas.openxmlformats.org/officeDocument/2006/relationships/image" Target="../media/image44.emf"/><Relationship Id="rId5" Type="http://schemas.openxmlformats.org/officeDocument/2006/relationships/image" Target="../media/image46.png"/><Relationship Id="rId15" Type="http://schemas.openxmlformats.org/officeDocument/2006/relationships/image" Target="../media/image52.png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45.png"/><Relationship Id="rId9" Type="http://schemas.openxmlformats.org/officeDocument/2006/relationships/image" Target="../media/image49.png"/><Relationship Id="rId1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audio" Target="../media/audio1.wav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5" Type="http://schemas.openxmlformats.org/officeDocument/2006/relationships/audio" Target="../media/audio1.wav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916662613@qq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effectLst/>
              </a:rPr>
              <a:t>Figures of today</a:t>
            </a:r>
            <a:endParaRPr lang="zh-CN" altLang="en-US" dirty="0">
              <a:effectLst/>
            </a:endParaRP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5FA332EB-714D-4494-83C3-8378750A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C7F7C7E9-A7FB-402F-BBD5-8E6FF064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66843B5-3B65-458C-9D37-5CC42E1A5774}"/>
              </a:ext>
            </a:extLst>
          </p:cNvPr>
          <p:cNvSpPr txBox="1">
            <a:spLocks/>
          </p:cNvSpPr>
          <p:nvPr/>
        </p:nvSpPr>
        <p:spPr>
          <a:xfrm>
            <a:off x="3280962" y="4309995"/>
            <a:ext cx="3456384" cy="405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2004 ACM Turing Award </a:t>
            </a:r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AA8F96-B9C3-46DD-AF7E-307DA4C0262A}"/>
              </a:ext>
            </a:extLst>
          </p:cNvPr>
          <p:cNvSpPr/>
          <p:nvPr/>
        </p:nvSpPr>
        <p:spPr>
          <a:xfrm>
            <a:off x="4414683" y="3724941"/>
            <a:ext cx="174240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GB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Vinton G. Cerf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CFCC41-C39F-4CD9-87BE-5AE986E4F5D9}"/>
              </a:ext>
            </a:extLst>
          </p:cNvPr>
          <p:cNvSpPr/>
          <p:nvPr/>
        </p:nvSpPr>
        <p:spPr>
          <a:xfrm>
            <a:off x="1984214" y="3724941"/>
            <a:ext cx="18165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GB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 E. Kahn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穿西装戴眼镜的男人&#10;&#10;描述已自动生成">
            <a:extLst>
              <a:ext uri="{FF2B5EF4-FFF2-40B4-BE49-F238E27FC236}">
                <a16:creationId xmlns:a16="http://schemas.microsoft.com/office/drawing/2014/main" id="{CCEADE7F-2282-475E-848C-3C402E616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80" y="1069444"/>
            <a:ext cx="1947664" cy="2434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 descr="穿着西装笔挺的男子&#10;&#10;描述已自动生成">
            <a:extLst>
              <a:ext uri="{FF2B5EF4-FFF2-40B4-BE49-F238E27FC236}">
                <a16:creationId xmlns:a16="http://schemas.microsoft.com/office/drawing/2014/main" id="{6A91FC26-FBFC-4618-A83F-149CBCA92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069443"/>
            <a:ext cx="1892052" cy="24293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图片 9" descr="桌子上放着碗&#10;&#10;描述已自动生成">
            <a:extLst>
              <a:ext uri="{FF2B5EF4-FFF2-40B4-BE49-F238E27FC236}">
                <a16:creationId xmlns:a16="http://schemas.microsoft.com/office/drawing/2014/main" id="{A58758DD-2F92-4F92-ACD4-4032566997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27" y="2076755"/>
            <a:ext cx="187220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4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知识回顾</a:t>
            </a:r>
            <a:endParaRPr lang="en-US" altLang="zh-CN" dirty="0">
              <a:effectLst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9552" y="970476"/>
            <a:ext cx="4286941" cy="394256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因特网和组成 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结构视图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交换设备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媒介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网络边缘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物理媒体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网络核心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  <a:endParaRPr lang="en-US" altLang="zh-CN" sz="16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层级接入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" descr="8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154" y="244337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">
            <a:extLst>
              <a:ext uri="{FF2B5EF4-FFF2-40B4-BE49-F238E27FC236}">
                <a16:creationId xmlns:a16="http://schemas.microsoft.com/office/drawing/2014/main" id="{3B937D75-E8D6-4240-873B-12B20810317A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6" name="Freeform 415">
              <a:extLst>
                <a:ext uri="{FF2B5EF4-FFF2-40B4-BE49-F238E27FC236}">
                  <a16:creationId xmlns:a16="http://schemas.microsoft.com/office/drawing/2014/main" id="{0643C584-D8FC-4E15-836E-4BAAC3794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416">
              <a:extLst>
                <a:ext uri="{FF2B5EF4-FFF2-40B4-BE49-F238E27FC236}">
                  <a16:creationId xmlns:a16="http://schemas.microsoft.com/office/drawing/2014/main" id="{C279323B-2BC8-48C2-B4A2-6C54E34BF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417">
              <a:extLst>
                <a:ext uri="{FF2B5EF4-FFF2-40B4-BE49-F238E27FC236}">
                  <a16:creationId xmlns:a16="http://schemas.microsoft.com/office/drawing/2014/main" id="{F3885F08-C5D7-43BE-9258-98161EE7D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418">
              <a:extLst>
                <a:ext uri="{FF2B5EF4-FFF2-40B4-BE49-F238E27FC236}">
                  <a16:creationId xmlns:a16="http://schemas.microsoft.com/office/drawing/2014/main" id="{F88F2F31-CEF2-443E-AE8C-20BCAD548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61" name="Rectangle 419">
                <a:extLst>
                  <a:ext uri="{FF2B5EF4-FFF2-40B4-BE49-F238E27FC236}">
                    <a16:creationId xmlns:a16="http://schemas.microsoft.com/office/drawing/2014/main" id="{9A63E5C6-DCE8-46AA-AA25-34850C076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AutoShape 420">
                <a:extLst>
                  <a:ext uri="{FF2B5EF4-FFF2-40B4-BE49-F238E27FC236}">
                    <a16:creationId xmlns:a16="http://schemas.microsoft.com/office/drawing/2014/main" id="{CB5FDB36-C7CE-43BE-AD1B-08412A076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Line 421">
              <a:extLst>
                <a:ext uri="{FF2B5EF4-FFF2-40B4-BE49-F238E27FC236}">
                  <a16:creationId xmlns:a16="http://schemas.microsoft.com/office/drawing/2014/main" id="{4A35F955-4621-4123-B16E-53B0383BD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422">
              <a:extLst>
                <a:ext uri="{FF2B5EF4-FFF2-40B4-BE49-F238E27FC236}">
                  <a16:creationId xmlns:a16="http://schemas.microsoft.com/office/drawing/2014/main" id="{E1B5C411-5399-43DD-959E-38DBD0A6F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423">
              <a:extLst>
                <a:ext uri="{FF2B5EF4-FFF2-40B4-BE49-F238E27FC236}">
                  <a16:creationId xmlns:a16="http://schemas.microsoft.com/office/drawing/2014/main" id="{EFA96E95-3E44-46D0-9B75-3504C0B74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424">
              <a:extLst>
                <a:ext uri="{FF2B5EF4-FFF2-40B4-BE49-F238E27FC236}">
                  <a16:creationId xmlns:a16="http://schemas.microsoft.com/office/drawing/2014/main" id="{E140E083-3435-4031-9E6D-5A4C19C8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425">
              <a:extLst>
                <a:ext uri="{FF2B5EF4-FFF2-40B4-BE49-F238E27FC236}">
                  <a16:creationId xmlns:a16="http://schemas.microsoft.com/office/drawing/2014/main" id="{C6E09EB8-BBC8-4F0B-88F5-331D532AC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426">
              <a:extLst>
                <a:ext uri="{FF2B5EF4-FFF2-40B4-BE49-F238E27FC236}">
                  <a16:creationId xmlns:a16="http://schemas.microsoft.com/office/drawing/2014/main" id="{3AE91BCD-8B4B-4A9B-B3C3-D6926FF16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427">
              <a:extLst>
                <a:ext uri="{FF2B5EF4-FFF2-40B4-BE49-F238E27FC236}">
                  <a16:creationId xmlns:a16="http://schemas.microsoft.com/office/drawing/2014/main" id="{8D3526B3-EB04-4418-AFCE-D9F8A4B24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428">
              <a:extLst>
                <a:ext uri="{FF2B5EF4-FFF2-40B4-BE49-F238E27FC236}">
                  <a16:creationId xmlns:a16="http://schemas.microsoft.com/office/drawing/2014/main" id="{793E4EA4-7297-4329-84D4-FF8F50A510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29">
              <a:extLst>
                <a:ext uri="{FF2B5EF4-FFF2-40B4-BE49-F238E27FC236}">
                  <a16:creationId xmlns:a16="http://schemas.microsoft.com/office/drawing/2014/main" id="{130915AB-6468-4655-BCD9-ABE8910520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430">
              <a:extLst>
                <a:ext uri="{FF2B5EF4-FFF2-40B4-BE49-F238E27FC236}">
                  <a16:creationId xmlns:a16="http://schemas.microsoft.com/office/drawing/2014/main" id="{AFF5474A-38A5-4EE3-AF3E-98E2EF8A54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31">
              <a:extLst>
                <a:ext uri="{FF2B5EF4-FFF2-40B4-BE49-F238E27FC236}">
                  <a16:creationId xmlns:a16="http://schemas.microsoft.com/office/drawing/2014/main" id="{2BBE4B29-8565-4B28-87BC-7C812C12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32">
              <a:extLst>
                <a:ext uri="{FF2B5EF4-FFF2-40B4-BE49-F238E27FC236}">
                  <a16:creationId xmlns:a16="http://schemas.microsoft.com/office/drawing/2014/main" id="{8691D9CB-88BB-4C66-9CE8-D6BAF7592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33">
              <a:extLst>
                <a:ext uri="{FF2B5EF4-FFF2-40B4-BE49-F238E27FC236}">
                  <a16:creationId xmlns:a16="http://schemas.microsoft.com/office/drawing/2014/main" id="{6C1A29C1-1E34-4A61-AC5E-71A760FD0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35">
              <a:extLst>
                <a:ext uri="{FF2B5EF4-FFF2-40B4-BE49-F238E27FC236}">
                  <a16:creationId xmlns:a16="http://schemas.microsoft.com/office/drawing/2014/main" id="{B4D7BE86-E6AA-41F4-B98E-637047348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36">
              <a:extLst>
                <a:ext uri="{FF2B5EF4-FFF2-40B4-BE49-F238E27FC236}">
                  <a16:creationId xmlns:a16="http://schemas.microsoft.com/office/drawing/2014/main" id="{3B549B19-55D3-4D66-A6FD-920AECA56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39">
              <a:extLst>
                <a:ext uri="{FF2B5EF4-FFF2-40B4-BE49-F238E27FC236}">
                  <a16:creationId xmlns:a16="http://schemas.microsoft.com/office/drawing/2014/main" id="{463BBBD5-4700-455A-9C29-99272CB06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40">
              <a:extLst>
                <a:ext uri="{FF2B5EF4-FFF2-40B4-BE49-F238E27FC236}">
                  <a16:creationId xmlns:a16="http://schemas.microsoft.com/office/drawing/2014/main" id="{1CD45CB2-E7F8-4CCA-A57E-8B60411D7C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441">
              <a:extLst>
                <a:ext uri="{FF2B5EF4-FFF2-40B4-BE49-F238E27FC236}">
                  <a16:creationId xmlns:a16="http://schemas.microsoft.com/office/drawing/2014/main" id="{062CB985-1552-4A80-9526-D79A4B445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443">
              <a:extLst>
                <a:ext uri="{FF2B5EF4-FFF2-40B4-BE49-F238E27FC236}">
                  <a16:creationId xmlns:a16="http://schemas.microsoft.com/office/drawing/2014/main" id="{893E9248-45C4-4C7D-9635-7B24BB40E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444">
              <a:extLst>
                <a:ext uri="{FF2B5EF4-FFF2-40B4-BE49-F238E27FC236}">
                  <a16:creationId xmlns:a16="http://schemas.microsoft.com/office/drawing/2014/main" id="{794EEF84-D04B-4C69-A673-F69DD8256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445">
              <a:extLst>
                <a:ext uri="{FF2B5EF4-FFF2-40B4-BE49-F238E27FC236}">
                  <a16:creationId xmlns:a16="http://schemas.microsoft.com/office/drawing/2014/main" id="{BCE6EF9A-D180-4CCB-BCDA-643BAE20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446">
              <a:extLst>
                <a:ext uri="{FF2B5EF4-FFF2-40B4-BE49-F238E27FC236}">
                  <a16:creationId xmlns:a16="http://schemas.microsoft.com/office/drawing/2014/main" id="{692B57C1-AF88-4C85-B871-DE3C78CE2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447">
              <a:extLst>
                <a:ext uri="{FF2B5EF4-FFF2-40B4-BE49-F238E27FC236}">
                  <a16:creationId xmlns:a16="http://schemas.microsoft.com/office/drawing/2014/main" id="{EE6A2D73-6538-434C-9930-D1ACAEA63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448">
              <a:extLst>
                <a:ext uri="{FF2B5EF4-FFF2-40B4-BE49-F238E27FC236}">
                  <a16:creationId xmlns:a16="http://schemas.microsoft.com/office/drawing/2014/main" id="{8A513C72-B338-4AD2-AFC5-E6469DE28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449">
              <a:extLst>
                <a:ext uri="{FF2B5EF4-FFF2-40B4-BE49-F238E27FC236}">
                  <a16:creationId xmlns:a16="http://schemas.microsoft.com/office/drawing/2014/main" id="{E04EE705-DB2D-45F3-A09A-C9308F420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450">
              <a:extLst>
                <a:ext uri="{FF2B5EF4-FFF2-40B4-BE49-F238E27FC236}">
                  <a16:creationId xmlns:a16="http://schemas.microsoft.com/office/drawing/2014/main" id="{B1DEFAD5-7982-4B51-BF37-FD086DD4C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451">
              <a:extLst>
                <a:ext uri="{FF2B5EF4-FFF2-40B4-BE49-F238E27FC236}">
                  <a16:creationId xmlns:a16="http://schemas.microsoft.com/office/drawing/2014/main" id="{4D73C076-FC9A-4BDF-AAC6-ED5675FF3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452">
              <a:extLst>
                <a:ext uri="{FF2B5EF4-FFF2-40B4-BE49-F238E27FC236}">
                  <a16:creationId xmlns:a16="http://schemas.microsoft.com/office/drawing/2014/main" id="{4473449A-9A6B-4C54-A735-2ACFEF6DD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541">
              <a:extLst>
                <a:ext uri="{FF2B5EF4-FFF2-40B4-BE49-F238E27FC236}">
                  <a16:creationId xmlns:a16="http://schemas.microsoft.com/office/drawing/2014/main" id="{5639ADCA-19FD-43F2-A98F-C9C9EAC88E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" name="Group 590">
              <a:extLst>
                <a:ext uri="{FF2B5EF4-FFF2-40B4-BE49-F238E27FC236}">
                  <a16:creationId xmlns:a16="http://schemas.microsoft.com/office/drawing/2014/main" id="{EB669516-3DED-4D85-BCDF-46185C9730C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59" name="Picture 591" descr="desktop_computer_stylized_medium">
                <a:extLst>
                  <a:ext uri="{FF2B5EF4-FFF2-40B4-BE49-F238E27FC236}">
                    <a16:creationId xmlns:a16="http://schemas.microsoft.com/office/drawing/2014/main" id="{16CCFAD9-2635-4034-B40C-66D5386B08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" name="Freeform 592">
                <a:extLst>
                  <a:ext uri="{FF2B5EF4-FFF2-40B4-BE49-F238E27FC236}">
                    <a16:creationId xmlns:a16="http://schemas.microsoft.com/office/drawing/2014/main" id="{A82D976B-B499-454C-BE6E-252119169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593">
              <a:extLst>
                <a:ext uri="{FF2B5EF4-FFF2-40B4-BE49-F238E27FC236}">
                  <a16:creationId xmlns:a16="http://schemas.microsoft.com/office/drawing/2014/main" id="{2C8F056D-6DF9-431E-8E12-CAD7696254A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57" name="Picture 594" descr="desktop_computer_stylized_medium">
                <a:extLst>
                  <a:ext uri="{FF2B5EF4-FFF2-40B4-BE49-F238E27FC236}">
                    <a16:creationId xmlns:a16="http://schemas.microsoft.com/office/drawing/2014/main" id="{09C220C9-51DF-4747-8A87-D75CD1E18D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595">
                <a:extLst>
                  <a:ext uri="{FF2B5EF4-FFF2-40B4-BE49-F238E27FC236}">
                    <a16:creationId xmlns:a16="http://schemas.microsoft.com/office/drawing/2014/main" id="{CB52553E-E1DC-432B-AFCD-13343E96B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Group 596">
              <a:extLst>
                <a:ext uri="{FF2B5EF4-FFF2-40B4-BE49-F238E27FC236}">
                  <a16:creationId xmlns:a16="http://schemas.microsoft.com/office/drawing/2014/main" id="{59DDD25C-1109-429D-B2F4-C01C0EBFAF4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55" name="Picture 597" descr="desktop_computer_stylized_medium">
                <a:extLst>
                  <a:ext uri="{FF2B5EF4-FFF2-40B4-BE49-F238E27FC236}">
                    <a16:creationId xmlns:a16="http://schemas.microsoft.com/office/drawing/2014/main" id="{4DB6E25F-8784-4F64-918D-0DB0A89E2D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6" name="Freeform 598">
                <a:extLst>
                  <a:ext uri="{FF2B5EF4-FFF2-40B4-BE49-F238E27FC236}">
                    <a16:creationId xmlns:a16="http://schemas.microsoft.com/office/drawing/2014/main" id="{A37BDD87-D19B-45D6-8002-5AF499052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Group 599">
              <a:extLst>
                <a:ext uri="{FF2B5EF4-FFF2-40B4-BE49-F238E27FC236}">
                  <a16:creationId xmlns:a16="http://schemas.microsoft.com/office/drawing/2014/main" id="{908153A7-B896-494D-BE01-BFB831658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53" name="Picture 600" descr="desktop_computer_stylized_medium">
                <a:extLst>
                  <a:ext uri="{FF2B5EF4-FFF2-40B4-BE49-F238E27FC236}">
                    <a16:creationId xmlns:a16="http://schemas.microsoft.com/office/drawing/2014/main" id="{5670F9A1-D861-4C2A-9EF1-8533FB8C34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4" name="Freeform 601">
                <a:extLst>
                  <a:ext uri="{FF2B5EF4-FFF2-40B4-BE49-F238E27FC236}">
                    <a16:creationId xmlns:a16="http://schemas.microsoft.com/office/drawing/2014/main" id="{E121710B-0237-447D-A001-DE3BCAD7F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5" name="Picture 603" descr="car_icon_small">
              <a:extLst>
                <a:ext uri="{FF2B5EF4-FFF2-40B4-BE49-F238E27FC236}">
                  <a16:creationId xmlns:a16="http://schemas.microsoft.com/office/drawing/2014/main" id="{989F26C3-92DF-41B0-BDFA-EB26FFB1A1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" name="Group 652">
              <a:extLst>
                <a:ext uri="{FF2B5EF4-FFF2-40B4-BE49-F238E27FC236}">
                  <a16:creationId xmlns:a16="http://schemas.microsoft.com/office/drawing/2014/main" id="{8F44C2C3-416F-43C3-9503-F629C33D0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51" name="Picture 653" descr="iphone_stylized_small">
                <a:extLst>
                  <a:ext uri="{FF2B5EF4-FFF2-40B4-BE49-F238E27FC236}">
                    <a16:creationId xmlns:a16="http://schemas.microsoft.com/office/drawing/2014/main" id="{D91B5899-1478-4529-B130-69940C2430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2" name="Picture 654" descr="antenna_radiation_stylized">
                <a:extLst>
                  <a:ext uri="{FF2B5EF4-FFF2-40B4-BE49-F238E27FC236}">
                    <a16:creationId xmlns:a16="http://schemas.microsoft.com/office/drawing/2014/main" id="{CBC4F843-98F6-414A-8A08-733134DB7C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7" name="Group 665">
              <a:extLst>
                <a:ext uri="{FF2B5EF4-FFF2-40B4-BE49-F238E27FC236}">
                  <a16:creationId xmlns:a16="http://schemas.microsoft.com/office/drawing/2014/main" id="{4743CEB3-9692-47D7-89B2-B043A5664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43" name="Oval 407">
                <a:extLst>
                  <a:ext uri="{FF2B5EF4-FFF2-40B4-BE49-F238E27FC236}">
                    <a16:creationId xmlns:a16="http://schemas.microsoft.com/office/drawing/2014/main" id="{96E6D5F5-3CF7-4DF6-95E8-0C3FA8174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Rectangle 410">
                <a:extLst>
                  <a:ext uri="{FF2B5EF4-FFF2-40B4-BE49-F238E27FC236}">
                    <a16:creationId xmlns:a16="http://schemas.microsoft.com/office/drawing/2014/main" id="{920EBFEC-DBAA-47A1-AF23-43D84CB6C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Oval 411">
                <a:extLst>
                  <a:ext uri="{FF2B5EF4-FFF2-40B4-BE49-F238E27FC236}">
                    <a16:creationId xmlns:a16="http://schemas.microsoft.com/office/drawing/2014/main" id="{E5FA8611-A16D-4651-92F1-A23A84FA5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6" name="Group 659">
                <a:extLst>
                  <a:ext uri="{FF2B5EF4-FFF2-40B4-BE49-F238E27FC236}">
                    <a16:creationId xmlns:a16="http://schemas.microsoft.com/office/drawing/2014/main" id="{101A2252-F9E3-4997-8730-E24A58D6FE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9" name="Freeform 660">
                  <a:extLst>
                    <a:ext uri="{FF2B5EF4-FFF2-40B4-BE49-F238E27FC236}">
                      <a16:creationId xmlns:a16="http://schemas.microsoft.com/office/drawing/2014/main" id="{69E492A9-24AB-42E5-AEB1-5CD1F728FB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0" name="Freeform 661">
                  <a:extLst>
                    <a:ext uri="{FF2B5EF4-FFF2-40B4-BE49-F238E27FC236}">
                      <a16:creationId xmlns:a16="http://schemas.microsoft.com/office/drawing/2014/main" id="{A1E43FAD-6793-429D-A09D-A063660D53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47" name="Line 662">
                <a:extLst>
                  <a:ext uri="{FF2B5EF4-FFF2-40B4-BE49-F238E27FC236}">
                    <a16:creationId xmlns:a16="http://schemas.microsoft.com/office/drawing/2014/main" id="{96D1B2AC-B938-4924-80C1-200917914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Line 663">
                <a:extLst>
                  <a:ext uri="{FF2B5EF4-FFF2-40B4-BE49-F238E27FC236}">
                    <a16:creationId xmlns:a16="http://schemas.microsoft.com/office/drawing/2014/main" id="{B92335C8-B69D-49FE-8244-1A021F12C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666">
              <a:extLst>
                <a:ext uri="{FF2B5EF4-FFF2-40B4-BE49-F238E27FC236}">
                  <a16:creationId xmlns:a16="http://schemas.microsoft.com/office/drawing/2014/main" id="{F5AE57DE-B7B1-4B15-9BCC-3DFBEDCC96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35" name="Oval 407">
                <a:extLst>
                  <a:ext uri="{FF2B5EF4-FFF2-40B4-BE49-F238E27FC236}">
                    <a16:creationId xmlns:a16="http://schemas.microsoft.com/office/drawing/2014/main" id="{4B382CCF-B89F-4136-9514-DEE8D7398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Rectangle 410">
                <a:extLst>
                  <a:ext uri="{FF2B5EF4-FFF2-40B4-BE49-F238E27FC236}">
                    <a16:creationId xmlns:a16="http://schemas.microsoft.com/office/drawing/2014/main" id="{41C85BF6-221F-449B-985D-B73326A8E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Oval 411">
                <a:extLst>
                  <a:ext uri="{FF2B5EF4-FFF2-40B4-BE49-F238E27FC236}">
                    <a16:creationId xmlns:a16="http://schemas.microsoft.com/office/drawing/2014/main" id="{C998DDC8-D349-4B32-BECE-506DF1F87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8" name="Group 670">
                <a:extLst>
                  <a:ext uri="{FF2B5EF4-FFF2-40B4-BE49-F238E27FC236}">
                    <a16:creationId xmlns:a16="http://schemas.microsoft.com/office/drawing/2014/main" id="{92472207-4303-4A5B-9059-072123F308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1" name="Freeform 671">
                  <a:extLst>
                    <a:ext uri="{FF2B5EF4-FFF2-40B4-BE49-F238E27FC236}">
                      <a16:creationId xmlns:a16="http://schemas.microsoft.com/office/drawing/2014/main" id="{9CE98317-19BB-4962-AAE5-8F7174B87B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2" name="Freeform 672">
                  <a:extLst>
                    <a:ext uri="{FF2B5EF4-FFF2-40B4-BE49-F238E27FC236}">
                      <a16:creationId xmlns:a16="http://schemas.microsoft.com/office/drawing/2014/main" id="{733679C8-58F3-4AC3-A93D-99FD07746F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9" name="Line 673">
                <a:extLst>
                  <a:ext uri="{FF2B5EF4-FFF2-40B4-BE49-F238E27FC236}">
                    <a16:creationId xmlns:a16="http://schemas.microsoft.com/office/drawing/2014/main" id="{D81A42F6-7C86-46C3-8797-090E9F2BF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674">
                <a:extLst>
                  <a:ext uri="{FF2B5EF4-FFF2-40B4-BE49-F238E27FC236}">
                    <a16:creationId xmlns:a16="http://schemas.microsoft.com/office/drawing/2014/main" id="{D25138F2-66A6-4B6F-917C-50C8F4E60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Group 675">
              <a:extLst>
                <a:ext uri="{FF2B5EF4-FFF2-40B4-BE49-F238E27FC236}">
                  <a16:creationId xmlns:a16="http://schemas.microsoft.com/office/drawing/2014/main" id="{97EC0A29-F940-4CF3-A9E3-319AB0225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27" name="Oval 407">
                <a:extLst>
                  <a:ext uri="{FF2B5EF4-FFF2-40B4-BE49-F238E27FC236}">
                    <a16:creationId xmlns:a16="http://schemas.microsoft.com/office/drawing/2014/main" id="{3A735A80-F192-4FF9-9922-7E03D495A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Rectangle 410">
                <a:extLst>
                  <a:ext uri="{FF2B5EF4-FFF2-40B4-BE49-F238E27FC236}">
                    <a16:creationId xmlns:a16="http://schemas.microsoft.com/office/drawing/2014/main" id="{58049D2F-CA20-462C-B752-1FC858D9B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Oval 411">
                <a:extLst>
                  <a:ext uri="{FF2B5EF4-FFF2-40B4-BE49-F238E27FC236}">
                    <a16:creationId xmlns:a16="http://schemas.microsoft.com/office/drawing/2014/main" id="{64F1E864-6707-41A4-940E-ED6616A33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0" name="Group 679">
                <a:extLst>
                  <a:ext uri="{FF2B5EF4-FFF2-40B4-BE49-F238E27FC236}">
                    <a16:creationId xmlns:a16="http://schemas.microsoft.com/office/drawing/2014/main" id="{6CFB8956-0D76-4DEA-AFF2-DA4215C45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3" name="Freeform 680">
                  <a:extLst>
                    <a:ext uri="{FF2B5EF4-FFF2-40B4-BE49-F238E27FC236}">
                      <a16:creationId xmlns:a16="http://schemas.microsoft.com/office/drawing/2014/main" id="{57AE26C3-A74F-4018-9E0F-19B98ACE7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4" name="Freeform 681">
                  <a:extLst>
                    <a:ext uri="{FF2B5EF4-FFF2-40B4-BE49-F238E27FC236}">
                      <a16:creationId xmlns:a16="http://schemas.microsoft.com/office/drawing/2014/main" id="{9C39527B-94E6-40A8-AA50-AF29C4CAEB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1" name="Line 682">
                <a:extLst>
                  <a:ext uri="{FF2B5EF4-FFF2-40B4-BE49-F238E27FC236}">
                    <a16:creationId xmlns:a16="http://schemas.microsoft.com/office/drawing/2014/main" id="{652618A7-FE3A-4BD1-91F8-749DF3235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Line 683">
                <a:extLst>
                  <a:ext uri="{FF2B5EF4-FFF2-40B4-BE49-F238E27FC236}">
                    <a16:creationId xmlns:a16="http://schemas.microsoft.com/office/drawing/2014/main" id="{AF9CE04E-38E7-4DF0-8BC9-47218F074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0" name="Group 684">
              <a:extLst>
                <a:ext uri="{FF2B5EF4-FFF2-40B4-BE49-F238E27FC236}">
                  <a16:creationId xmlns:a16="http://schemas.microsoft.com/office/drawing/2014/main" id="{1EBE9762-9445-4DD3-9C58-C9BB20DA4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19" name="Oval 407">
                <a:extLst>
                  <a:ext uri="{FF2B5EF4-FFF2-40B4-BE49-F238E27FC236}">
                    <a16:creationId xmlns:a16="http://schemas.microsoft.com/office/drawing/2014/main" id="{E5853D98-FDCD-4C70-98D7-18BE7AEE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Rectangle 410">
                <a:extLst>
                  <a:ext uri="{FF2B5EF4-FFF2-40B4-BE49-F238E27FC236}">
                    <a16:creationId xmlns:a16="http://schemas.microsoft.com/office/drawing/2014/main" id="{37EFFCE2-0E3A-40A8-BE11-2C4F991B0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Oval 411">
                <a:extLst>
                  <a:ext uri="{FF2B5EF4-FFF2-40B4-BE49-F238E27FC236}">
                    <a16:creationId xmlns:a16="http://schemas.microsoft.com/office/drawing/2014/main" id="{8B91A601-1297-4B25-8233-12A7FA592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2" name="Group 688">
                <a:extLst>
                  <a:ext uri="{FF2B5EF4-FFF2-40B4-BE49-F238E27FC236}">
                    <a16:creationId xmlns:a16="http://schemas.microsoft.com/office/drawing/2014/main" id="{47EBC22B-F88C-4079-9703-43A022AC2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5" name="Freeform 689">
                  <a:extLst>
                    <a:ext uri="{FF2B5EF4-FFF2-40B4-BE49-F238E27FC236}">
                      <a16:creationId xmlns:a16="http://schemas.microsoft.com/office/drawing/2014/main" id="{765FCA35-50D5-4537-9E1C-D7B97B252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6" name="Freeform 690">
                  <a:extLst>
                    <a:ext uri="{FF2B5EF4-FFF2-40B4-BE49-F238E27FC236}">
                      <a16:creationId xmlns:a16="http://schemas.microsoft.com/office/drawing/2014/main" id="{4E8CE9F6-6523-4CD2-879E-EE54FCA22A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3" name="Line 691">
                <a:extLst>
                  <a:ext uri="{FF2B5EF4-FFF2-40B4-BE49-F238E27FC236}">
                    <a16:creationId xmlns:a16="http://schemas.microsoft.com/office/drawing/2014/main" id="{5BC726DE-BC42-4DA7-9464-0101ED8E9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Line 692">
                <a:extLst>
                  <a:ext uri="{FF2B5EF4-FFF2-40B4-BE49-F238E27FC236}">
                    <a16:creationId xmlns:a16="http://schemas.microsoft.com/office/drawing/2014/main" id="{E73E10E1-9CDB-4AC8-AC09-07498B216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1" name="Line 693">
              <a:extLst>
                <a:ext uri="{FF2B5EF4-FFF2-40B4-BE49-F238E27FC236}">
                  <a16:creationId xmlns:a16="http://schemas.microsoft.com/office/drawing/2014/main" id="{05F33F83-EDF9-4430-BEDE-D9AB21BB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Group 694">
              <a:extLst>
                <a:ext uri="{FF2B5EF4-FFF2-40B4-BE49-F238E27FC236}">
                  <a16:creationId xmlns:a16="http://schemas.microsoft.com/office/drawing/2014/main" id="{7F9C7AD1-9EB2-455D-8E25-9FBCE7532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11" name="Oval 407">
                <a:extLst>
                  <a:ext uri="{FF2B5EF4-FFF2-40B4-BE49-F238E27FC236}">
                    <a16:creationId xmlns:a16="http://schemas.microsoft.com/office/drawing/2014/main" id="{DE4B4840-9FD7-4E16-8A8D-21A6F2272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Rectangle 410">
                <a:extLst>
                  <a:ext uri="{FF2B5EF4-FFF2-40B4-BE49-F238E27FC236}">
                    <a16:creationId xmlns:a16="http://schemas.microsoft.com/office/drawing/2014/main" id="{F0670EAF-7004-43D9-ACCB-206021353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3" name="Oval 411">
                <a:extLst>
                  <a:ext uri="{FF2B5EF4-FFF2-40B4-BE49-F238E27FC236}">
                    <a16:creationId xmlns:a16="http://schemas.microsoft.com/office/drawing/2014/main" id="{E3F44F11-D2FD-44E3-865D-0AC5C01DB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4" name="Group 698">
                <a:extLst>
                  <a:ext uri="{FF2B5EF4-FFF2-40B4-BE49-F238E27FC236}">
                    <a16:creationId xmlns:a16="http://schemas.microsoft.com/office/drawing/2014/main" id="{3A4E77B7-1FFA-497A-A544-269E4B9D21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7" name="Freeform 699">
                  <a:extLst>
                    <a:ext uri="{FF2B5EF4-FFF2-40B4-BE49-F238E27FC236}">
                      <a16:creationId xmlns:a16="http://schemas.microsoft.com/office/drawing/2014/main" id="{50E9B9F4-36E7-42F8-81C1-F815D8B5DD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8" name="Freeform 700">
                  <a:extLst>
                    <a:ext uri="{FF2B5EF4-FFF2-40B4-BE49-F238E27FC236}">
                      <a16:creationId xmlns:a16="http://schemas.microsoft.com/office/drawing/2014/main" id="{B1B3DB38-78F6-4941-A9FC-333BDE1AFF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5" name="Line 701">
                <a:extLst>
                  <a:ext uri="{FF2B5EF4-FFF2-40B4-BE49-F238E27FC236}">
                    <a16:creationId xmlns:a16="http://schemas.microsoft.com/office/drawing/2014/main" id="{49B9DDF9-B88E-4901-BAFC-925875F44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Line 702">
                <a:extLst>
                  <a:ext uri="{FF2B5EF4-FFF2-40B4-BE49-F238E27FC236}">
                    <a16:creationId xmlns:a16="http://schemas.microsoft.com/office/drawing/2014/main" id="{F9527168-0749-4007-A3A5-7BEAF491A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Group 712">
              <a:extLst>
                <a:ext uri="{FF2B5EF4-FFF2-40B4-BE49-F238E27FC236}">
                  <a16:creationId xmlns:a16="http://schemas.microsoft.com/office/drawing/2014/main" id="{B494CBDB-405A-4FB3-BF8D-43CCC586D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03" name="Oval 407">
                <a:extLst>
                  <a:ext uri="{FF2B5EF4-FFF2-40B4-BE49-F238E27FC236}">
                    <a16:creationId xmlns:a16="http://schemas.microsoft.com/office/drawing/2014/main" id="{0E0E91A1-8B88-4279-BEE2-8A6A4E813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Rectangle 410">
                <a:extLst>
                  <a:ext uri="{FF2B5EF4-FFF2-40B4-BE49-F238E27FC236}">
                    <a16:creationId xmlns:a16="http://schemas.microsoft.com/office/drawing/2014/main" id="{A7039DD4-15A4-4307-AED8-9E5650BB8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Oval 411">
                <a:extLst>
                  <a:ext uri="{FF2B5EF4-FFF2-40B4-BE49-F238E27FC236}">
                    <a16:creationId xmlns:a16="http://schemas.microsoft.com/office/drawing/2014/main" id="{D5DA0333-092B-42B7-AA19-39FBD9313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6" name="Group 716">
                <a:extLst>
                  <a:ext uri="{FF2B5EF4-FFF2-40B4-BE49-F238E27FC236}">
                    <a16:creationId xmlns:a16="http://schemas.microsoft.com/office/drawing/2014/main" id="{83AB3991-1303-4A60-986B-F80A51268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9" name="Freeform 717">
                  <a:extLst>
                    <a:ext uri="{FF2B5EF4-FFF2-40B4-BE49-F238E27FC236}">
                      <a16:creationId xmlns:a16="http://schemas.microsoft.com/office/drawing/2014/main" id="{BC35C9C6-B8F1-47C4-A987-7F6AF6B6A0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0" name="Freeform 718">
                  <a:extLst>
                    <a:ext uri="{FF2B5EF4-FFF2-40B4-BE49-F238E27FC236}">
                      <a16:creationId xmlns:a16="http://schemas.microsoft.com/office/drawing/2014/main" id="{7E8E118F-84ED-49DC-9A6E-FC743E3BF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07" name="Line 719">
                <a:extLst>
                  <a:ext uri="{FF2B5EF4-FFF2-40B4-BE49-F238E27FC236}">
                    <a16:creationId xmlns:a16="http://schemas.microsoft.com/office/drawing/2014/main" id="{71EB6013-1454-4FD4-BF2F-3AEFE2B53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Line 720">
                <a:extLst>
                  <a:ext uri="{FF2B5EF4-FFF2-40B4-BE49-F238E27FC236}">
                    <a16:creationId xmlns:a16="http://schemas.microsoft.com/office/drawing/2014/main" id="{1C22AF4D-BA5D-426E-804E-67BDDD690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721">
              <a:extLst>
                <a:ext uri="{FF2B5EF4-FFF2-40B4-BE49-F238E27FC236}">
                  <a16:creationId xmlns:a16="http://schemas.microsoft.com/office/drawing/2014/main" id="{B853DCC3-E1FD-4F3B-AB30-BCEF076BF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95" name="Oval 407">
                <a:extLst>
                  <a:ext uri="{FF2B5EF4-FFF2-40B4-BE49-F238E27FC236}">
                    <a16:creationId xmlns:a16="http://schemas.microsoft.com/office/drawing/2014/main" id="{6EA8402D-8E41-41C9-B8D7-57F82C34A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Rectangle 410">
                <a:extLst>
                  <a:ext uri="{FF2B5EF4-FFF2-40B4-BE49-F238E27FC236}">
                    <a16:creationId xmlns:a16="http://schemas.microsoft.com/office/drawing/2014/main" id="{C6C9E39D-03CB-4F87-8EF0-BD0FAFC2D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Oval 411">
                <a:extLst>
                  <a:ext uri="{FF2B5EF4-FFF2-40B4-BE49-F238E27FC236}">
                    <a16:creationId xmlns:a16="http://schemas.microsoft.com/office/drawing/2014/main" id="{5022D7DF-ECF5-4CB3-9699-7E15FF637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98" name="Group 725">
                <a:extLst>
                  <a:ext uri="{FF2B5EF4-FFF2-40B4-BE49-F238E27FC236}">
                    <a16:creationId xmlns:a16="http://schemas.microsoft.com/office/drawing/2014/main" id="{4C04AB83-F88A-4830-980C-5A85B5383A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1" name="Freeform 726">
                  <a:extLst>
                    <a:ext uri="{FF2B5EF4-FFF2-40B4-BE49-F238E27FC236}">
                      <a16:creationId xmlns:a16="http://schemas.microsoft.com/office/drawing/2014/main" id="{2AC201C5-97B3-4632-A3D6-A534D27576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2" name="Freeform 727">
                  <a:extLst>
                    <a:ext uri="{FF2B5EF4-FFF2-40B4-BE49-F238E27FC236}">
                      <a16:creationId xmlns:a16="http://schemas.microsoft.com/office/drawing/2014/main" id="{2E7C797A-D056-40B8-A290-673CCDC1F7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9" name="Line 728">
                <a:extLst>
                  <a:ext uri="{FF2B5EF4-FFF2-40B4-BE49-F238E27FC236}">
                    <a16:creationId xmlns:a16="http://schemas.microsoft.com/office/drawing/2014/main" id="{68278507-6D50-433A-B741-2774BF6F4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Line 729">
                <a:extLst>
                  <a:ext uri="{FF2B5EF4-FFF2-40B4-BE49-F238E27FC236}">
                    <a16:creationId xmlns:a16="http://schemas.microsoft.com/office/drawing/2014/main" id="{3D853950-614D-424F-8063-705D9D413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Group 730">
              <a:extLst>
                <a:ext uri="{FF2B5EF4-FFF2-40B4-BE49-F238E27FC236}">
                  <a16:creationId xmlns:a16="http://schemas.microsoft.com/office/drawing/2014/main" id="{92B3E612-E3BB-4A15-82F6-56637CDBA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87" name="Oval 407">
                <a:extLst>
                  <a:ext uri="{FF2B5EF4-FFF2-40B4-BE49-F238E27FC236}">
                    <a16:creationId xmlns:a16="http://schemas.microsoft.com/office/drawing/2014/main" id="{112591CA-37C7-4858-A264-64D20D41E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Rectangle 410">
                <a:extLst>
                  <a:ext uri="{FF2B5EF4-FFF2-40B4-BE49-F238E27FC236}">
                    <a16:creationId xmlns:a16="http://schemas.microsoft.com/office/drawing/2014/main" id="{7ADFBD06-C697-4BFA-8493-C165ED141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Oval 411">
                <a:extLst>
                  <a:ext uri="{FF2B5EF4-FFF2-40B4-BE49-F238E27FC236}">
                    <a16:creationId xmlns:a16="http://schemas.microsoft.com/office/drawing/2014/main" id="{14677BEE-5DE1-4D8A-900F-6C54321E5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90" name="Group 734">
                <a:extLst>
                  <a:ext uri="{FF2B5EF4-FFF2-40B4-BE49-F238E27FC236}">
                    <a16:creationId xmlns:a16="http://schemas.microsoft.com/office/drawing/2014/main" id="{66253764-20FE-4D09-B3F5-E3BE3D85C1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3" name="Freeform 735">
                  <a:extLst>
                    <a:ext uri="{FF2B5EF4-FFF2-40B4-BE49-F238E27FC236}">
                      <a16:creationId xmlns:a16="http://schemas.microsoft.com/office/drawing/2014/main" id="{FF91702F-FE90-4D80-A8F9-D9B4D1F76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4" name="Freeform 736">
                  <a:extLst>
                    <a:ext uri="{FF2B5EF4-FFF2-40B4-BE49-F238E27FC236}">
                      <a16:creationId xmlns:a16="http://schemas.microsoft.com/office/drawing/2014/main" id="{12263AC2-7603-442B-905A-9A8F2B6CE3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1" name="Line 737">
                <a:extLst>
                  <a:ext uri="{FF2B5EF4-FFF2-40B4-BE49-F238E27FC236}">
                    <a16:creationId xmlns:a16="http://schemas.microsoft.com/office/drawing/2014/main" id="{88D6B2E4-AE64-4041-85DD-9820A9D63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Line 738">
                <a:extLst>
                  <a:ext uri="{FF2B5EF4-FFF2-40B4-BE49-F238E27FC236}">
                    <a16:creationId xmlns:a16="http://schemas.microsoft.com/office/drawing/2014/main" id="{5DE228C4-3747-4A30-986B-D69715E8F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739">
              <a:extLst>
                <a:ext uri="{FF2B5EF4-FFF2-40B4-BE49-F238E27FC236}">
                  <a16:creationId xmlns:a16="http://schemas.microsoft.com/office/drawing/2014/main" id="{2AF812EE-6CEA-43AD-8F69-BE1322FAD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79" name="Oval 407">
                <a:extLst>
                  <a:ext uri="{FF2B5EF4-FFF2-40B4-BE49-F238E27FC236}">
                    <a16:creationId xmlns:a16="http://schemas.microsoft.com/office/drawing/2014/main" id="{B5A8A0CC-38D1-4553-A41B-15D12DFE7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Rectangle 410">
                <a:extLst>
                  <a:ext uri="{FF2B5EF4-FFF2-40B4-BE49-F238E27FC236}">
                    <a16:creationId xmlns:a16="http://schemas.microsoft.com/office/drawing/2014/main" id="{CAC43B3D-9BD2-4303-B99D-885E4749D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Oval 411">
                <a:extLst>
                  <a:ext uri="{FF2B5EF4-FFF2-40B4-BE49-F238E27FC236}">
                    <a16:creationId xmlns:a16="http://schemas.microsoft.com/office/drawing/2014/main" id="{6F56354A-D225-4A3C-8F82-F397D2391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82" name="Group 743">
                <a:extLst>
                  <a:ext uri="{FF2B5EF4-FFF2-40B4-BE49-F238E27FC236}">
                    <a16:creationId xmlns:a16="http://schemas.microsoft.com/office/drawing/2014/main" id="{B836BDA5-0F19-459E-B463-C65887CE4E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5" name="Freeform 744">
                  <a:extLst>
                    <a:ext uri="{FF2B5EF4-FFF2-40B4-BE49-F238E27FC236}">
                      <a16:creationId xmlns:a16="http://schemas.microsoft.com/office/drawing/2014/main" id="{8ED0C196-F6C5-4075-97AA-7CF30629A5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6" name="Freeform 745">
                  <a:extLst>
                    <a:ext uri="{FF2B5EF4-FFF2-40B4-BE49-F238E27FC236}">
                      <a16:creationId xmlns:a16="http://schemas.microsoft.com/office/drawing/2014/main" id="{7C6577B5-3DEB-46B1-B4F4-398AA294ED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83" name="Line 746">
                <a:extLst>
                  <a:ext uri="{FF2B5EF4-FFF2-40B4-BE49-F238E27FC236}">
                    <a16:creationId xmlns:a16="http://schemas.microsoft.com/office/drawing/2014/main" id="{E7745E3A-D123-4E77-8C26-1E92014E0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Line 747">
                <a:extLst>
                  <a:ext uri="{FF2B5EF4-FFF2-40B4-BE49-F238E27FC236}">
                    <a16:creationId xmlns:a16="http://schemas.microsoft.com/office/drawing/2014/main" id="{526BCD31-464B-428B-BF21-01A359D49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748">
              <a:extLst>
                <a:ext uri="{FF2B5EF4-FFF2-40B4-BE49-F238E27FC236}">
                  <a16:creationId xmlns:a16="http://schemas.microsoft.com/office/drawing/2014/main" id="{7C940134-50B4-48B3-9E91-7AAF2CE4E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71" name="Oval 407">
                <a:extLst>
                  <a:ext uri="{FF2B5EF4-FFF2-40B4-BE49-F238E27FC236}">
                    <a16:creationId xmlns:a16="http://schemas.microsoft.com/office/drawing/2014/main" id="{1E86DE7F-56B4-4C2E-89FD-F68906DBD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Rectangle 410">
                <a:extLst>
                  <a:ext uri="{FF2B5EF4-FFF2-40B4-BE49-F238E27FC236}">
                    <a16:creationId xmlns:a16="http://schemas.microsoft.com/office/drawing/2014/main" id="{C762C498-406C-4E49-BC29-4257B7E8D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Oval 411">
                <a:extLst>
                  <a:ext uri="{FF2B5EF4-FFF2-40B4-BE49-F238E27FC236}">
                    <a16:creationId xmlns:a16="http://schemas.microsoft.com/office/drawing/2014/main" id="{26D644F5-CE88-4CA9-8027-3AF666712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4" name="Group 752">
                <a:extLst>
                  <a:ext uri="{FF2B5EF4-FFF2-40B4-BE49-F238E27FC236}">
                    <a16:creationId xmlns:a16="http://schemas.microsoft.com/office/drawing/2014/main" id="{CBEA3081-F751-47C4-A04D-6B5D1901D1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7" name="Freeform 753">
                  <a:extLst>
                    <a:ext uri="{FF2B5EF4-FFF2-40B4-BE49-F238E27FC236}">
                      <a16:creationId xmlns:a16="http://schemas.microsoft.com/office/drawing/2014/main" id="{CA490420-CE7B-4247-BC49-FB6429885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Freeform 754">
                  <a:extLst>
                    <a:ext uri="{FF2B5EF4-FFF2-40B4-BE49-F238E27FC236}">
                      <a16:creationId xmlns:a16="http://schemas.microsoft.com/office/drawing/2014/main" id="{C096DE9F-6D09-4B70-B8C1-1208E2A718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5" name="Line 755">
                <a:extLst>
                  <a:ext uri="{FF2B5EF4-FFF2-40B4-BE49-F238E27FC236}">
                    <a16:creationId xmlns:a16="http://schemas.microsoft.com/office/drawing/2014/main" id="{4CA25616-0B06-4915-B5AE-0C56AF71D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Line 756">
                <a:extLst>
                  <a:ext uri="{FF2B5EF4-FFF2-40B4-BE49-F238E27FC236}">
                    <a16:creationId xmlns:a16="http://schemas.microsoft.com/office/drawing/2014/main" id="{BB1A2982-CB78-4578-99F6-C97E56C7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Group 757">
              <a:extLst>
                <a:ext uri="{FF2B5EF4-FFF2-40B4-BE49-F238E27FC236}">
                  <a16:creationId xmlns:a16="http://schemas.microsoft.com/office/drawing/2014/main" id="{86D160F7-DC9F-4D6F-BB2A-763701482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63" name="Oval 407">
                <a:extLst>
                  <a:ext uri="{FF2B5EF4-FFF2-40B4-BE49-F238E27FC236}">
                    <a16:creationId xmlns:a16="http://schemas.microsoft.com/office/drawing/2014/main" id="{C473E795-1474-4485-8A3A-72A9F1FD3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Rectangle 410">
                <a:extLst>
                  <a:ext uri="{FF2B5EF4-FFF2-40B4-BE49-F238E27FC236}">
                    <a16:creationId xmlns:a16="http://schemas.microsoft.com/office/drawing/2014/main" id="{B3B13CAA-E70A-4D1F-AB58-E51176420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Oval 411">
                <a:extLst>
                  <a:ext uri="{FF2B5EF4-FFF2-40B4-BE49-F238E27FC236}">
                    <a16:creationId xmlns:a16="http://schemas.microsoft.com/office/drawing/2014/main" id="{66475FE3-B336-45F4-ABD0-DBE797DE1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6" name="Group 761">
                <a:extLst>
                  <a:ext uri="{FF2B5EF4-FFF2-40B4-BE49-F238E27FC236}">
                    <a16:creationId xmlns:a16="http://schemas.microsoft.com/office/drawing/2014/main" id="{87A7D065-9F96-4824-8F68-90C495EB3E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9" name="Freeform 762">
                  <a:extLst>
                    <a:ext uri="{FF2B5EF4-FFF2-40B4-BE49-F238E27FC236}">
                      <a16:creationId xmlns:a16="http://schemas.microsoft.com/office/drawing/2014/main" id="{41370B3A-3B6E-455F-A38B-0D72B6243B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0" name="Freeform 763">
                  <a:extLst>
                    <a:ext uri="{FF2B5EF4-FFF2-40B4-BE49-F238E27FC236}">
                      <a16:creationId xmlns:a16="http://schemas.microsoft.com/office/drawing/2014/main" id="{10AF6122-FFA8-4D08-B156-5A14CC865A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7" name="Line 764">
                <a:extLst>
                  <a:ext uri="{FF2B5EF4-FFF2-40B4-BE49-F238E27FC236}">
                    <a16:creationId xmlns:a16="http://schemas.microsoft.com/office/drawing/2014/main" id="{265EEE44-F7C6-468A-B61C-0220B9919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765">
                <a:extLst>
                  <a:ext uri="{FF2B5EF4-FFF2-40B4-BE49-F238E27FC236}">
                    <a16:creationId xmlns:a16="http://schemas.microsoft.com/office/drawing/2014/main" id="{710A0336-F9E7-4CC5-9BCA-92A65A254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9" name="Group 767">
              <a:extLst>
                <a:ext uri="{FF2B5EF4-FFF2-40B4-BE49-F238E27FC236}">
                  <a16:creationId xmlns:a16="http://schemas.microsoft.com/office/drawing/2014/main" id="{715EAB90-BBB1-43AD-8C70-6FF4F170B7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55" name="Oval 407">
                <a:extLst>
                  <a:ext uri="{FF2B5EF4-FFF2-40B4-BE49-F238E27FC236}">
                    <a16:creationId xmlns:a16="http://schemas.microsoft.com/office/drawing/2014/main" id="{3F83D9C7-39B2-4DE2-83E6-3DCB38142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Rectangle 410">
                <a:extLst>
                  <a:ext uri="{FF2B5EF4-FFF2-40B4-BE49-F238E27FC236}">
                    <a16:creationId xmlns:a16="http://schemas.microsoft.com/office/drawing/2014/main" id="{5DB9F438-A493-428F-86D0-57F58D38F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Oval 411">
                <a:extLst>
                  <a:ext uri="{FF2B5EF4-FFF2-40B4-BE49-F238E27FC236}">
                    <a16:creationId xmlns:a16="http://schemas.microsoft.com/office/drawing/2014/main" id="{F65F04EE-38CF-48A2-B1B0-A75A81D65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8" name="Group 771">
                <a:extLst>
                  <a:ext uri="{FF2B5EF4-FFF2-40B4-BE49-F238E27FC236}">
                    <a16:creationId xmlns:a16="http://schemas.microsoft.com/office/drawing/2014/main" id="{C024FB84-8778-4814-8A8F-90D375F580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1" name="Freeform 772">
                  <a:extLst>
                    <a:ext uri="{FF2B5EF4-FFF2-40B4-BE49-F238E27FC236}">
                      <a16:creationId xmlns:a16="http://schemas.microsoft.com/office/drawing/2014/main" id="{F501C586-486A-462D-A92F-284AED8BBD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2" name="Freeform 773">
                  <a:extLst>
                    <a:ext uri="{FF2B5EF4-FFF2-40B4-BE49-F238E27FC236}">
                      <a16:creationId xmlns:a16="http://schemas.microsoft.com/office/drawing/2014/main" id="{DA99B8F4-349A-4EA3-AA1F-AC08FD2FAC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9" name="Line 774">
                <a:extLst>
                  <a:ext uri="{FF2B5EF4-FFF2-40B4-BE49-F238E27FC236}">
                    <a16:creationId xmlns:a16="http://schemas.microsoft.com/office/drawing/2014/main" id="{97B01CFC-BDD6-4229-9E7E-D1C3D8771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775">
                <a:extLst>
                  <a:ext uri="{FF2B5EF4-FFF2-40B4-BE49-F238E27FC236}">
                    <a16:creationId xmlns:a16="http://schemas.microsoft.com/office/drawing/2014/main" id="{11CC74D1-ED6D-4B3E-ADCC-C26C3DE08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776">
              <a:extLst>
                <a:ext uri="{FF2B5EF4-FFF2-40B4-BE49-F238E27FC236}">
                  <a16:creationId xmlns:a16="http://schemas.microsoft.com/office/drawing/2014/main" id="{AE03FEEC-A32A-4D9D-AE0A-0C095E82E0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53" name="Picture 777" descr="access_point_stylized_small">
                <a:extLst>
                  <a:ext uri="{FF2B5EF4-FFF2-40B4-BE49-F238E27FC236}">
                    <a16:creationId xmlns:a16="http://schemas.microsoft.com/office/drawing/2014/main" id="{F396BFD8-9055-414B-8C27-319A64EB1D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4" name="Picture 778" descr="antenna_radiation_stylized">
                <a:extLst>
                  <a:ext uri="{FF2B5EF4-FFF2-40B4-BE49-F238E27FC236}">
                    <a16:creationId xmlns:a16="http://schemas.microsoft.com/office/drawing/2014/main" id="{A4367476-0686-4517-B9EB-067350B78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1" name="Group 779">
              <a:extLst>
                <a:ext uri="{FF2B5EF4-FFF2-40B4-BE49-F238E27FC236}">
                  <a16:creationId xmlns:a16="http://schemas.microsoft.com/office/drawing/2014/main" id="{5DC06C04-E7D3-4DD0-8DC5-6F0ED52AC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51" name="Picture 780" descr="access_point_stylized_small">
                <a:extLst>
                  <a:ext uri="{FF2B5EF4-FFF2-40B4-BE49-F238E27FC236}">
                    <a16:creationId xmlns:a16="http://schemas.microsoft.com/office/drawing/2014/main" id="{4BF98669-585D-4091-892B-7803696CF0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2" name="Picture 781" descr="antenna_radiation_stylized">
                <a:extLst>
                  <a:ext uri="{FF2B5EF4-FFF2-40B4-BE49-F238E27FC236}">
                    <a16:creationId xmlns:a16="http://schemas.microsoft.com/office/drawing/2014/main" id="{EAF9AD8E-CA88-4425-8A66-C49D466DAE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" name="Group 782">
              <a:extLst>
                <a:ext uri="{FF2B5EF4-FFF2-40B4-BE49-F238E27FC236}">
                  <a16:creationId xmlns:a16="http://schemas.microsoft.com/office/drawing/2014/main" id="{D3A72C6B-C4BC-4DD7-BA5B-29A366ED2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33" name="Group 783">
                <a:extLst>
                  <a:ext uri="{FF2B5EF4-FFF2-40B4-BE49-F238E27FC236}">
                    <a16:creationId xmlns:a16="http://schemas.microsoft.com/office/drawing/2014/main" id="{871EEF21-AAAA-49CE-A98D-3EAB37288F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36" name="Line 270">
                  <a:extLst>
                    <a:ext uri="{FF2B5EF4-FFF2-40B4-BE49-F238E27FC236}">
                      <a16:creationId xmlns:a16="http://schemas.microsoft.com/office/drawing/2014/main" id="{61CEA478-81EE-4E34-B5BF-9BA926612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7" name="Line 271">
                  <a:extLst>
                    <a:ext uri="{FF2B5EF4-FFF2-40B4-BE49-F238E27FC236}">
                      <a16:creationId xmlns:a16="http://schemas.microsoft.com/office/drawing/2014/main" id="{05004B45-B9F2-4AEE-BC65-B9644AAC9B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8" name="Line 272">
                  <a:extLst>
                    <a:ext uri="{FF2B5EF4-FFF2-40B4-BE49-F238E27FC236}">
                      <a16:creationId xmlns:a16="http://schemas.microsoft.com/office/drawing/2014/main" id="{D8383F8D-5E24-453F-B7C6-58CB0020F0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9" name="Line 273">
                  <a:extLst>
                    <a:ext uri="{FF2B5EF4-FFF2-40B4-BE49-F238E27FC236}">
                      <a16:creationId xmlns:a16="http://schemas.microsoft.com/office/drawing/2014/main" id="{87DA23C0-D289-488B-8232-879BCE88F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0" name="Line 274">
                  <a:extLst>
                    <a:ext uri="{FF2B5EF4-FFF2-40B4-BE49-F238E27FC236}">
                      <a16:creationId xmlns:a16="http://schemas.microsoft.com/office/drawing/2014/main" id="{B0970DEF-EDE6-4D62-9D86-CA2611EDB5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1" name="Line 275">
                  <a:extLst>
                    <a:ext uri="{FF2B5EF4-FFF2-40B4-BE49-F238E27FC236}">
                      <a16:creationId xmlns:a16="http://schemas.microsoft.com/office/drawing/2014/main" id="{F9795A68-6C4C-4AD5-8E85-43AE07517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2" name="Line 276">
                  <a:extLst>
                    <a:ext uri="{FF2B5EF4-FFF2-40B4-BE49-F238E27FC236}">
                      <a16:creationId xmlns:a16="http://schemas.microsoft.com/office/drawing/2014/main" id="{CBF007DA-81E6-4D2F-AB0A-9B0532DD08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3" name="Line 277">
                  <a:extLst>
                    <a:ext uri="{FF2B5EF4-FFF2-40B4-BE49-F238E27FC236}">
                      <a16:creationId xmlns:a16="http://schemas.microsoft.com/office/drawing/2014/main" id="{B35E893A-71C5-4A95-835C-A9C1FE78FA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Line 278">
                  <a:extLst>
                    <a:ext uri="{FF2B5EF4-FFF2-40B4-BE49-F238E27FC236}">
                      <a16:creationId xmlns:a16="http://schemas.microsoft.com/office/drawing/2014/main" id="{210BA43E-CB98-454B-B281-18FB491CD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Line 279">
                  <a:extLst>
                    <a:ext uri="{FF2B5EF4-FFF2-40B4-BE49-F238E27FC236}">
                      <a16:creationId xmlns:a16="http://schemas.microsoft.com/office/drawing/2014/main" id="{45ED7667-3E39-4301-9E67-6602564DB0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6" name="Line 280">
                  <a:extLst>
                    <a:ext uri="{FF2B5EF4-FFF2-40B4-BE49-F238E27FC236}">
                      <a16:creationId xmlns:a16="http://schemas.microsoft.com/office/drawing/2014/main" id="{D151F7B4-578C-4836-AE31-531C68C518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7" name="Line 281">
                  <a:extLst>
                    <a:ext uri="{FF2B5EF4-FFF2-40B4-BE49-F238E27FC236}">
                      <a16:creationId xmlns:a16="http://schemas.microsoft.com/office/drawing/2014/main" id="{1A9CDDB0-4385-45B5-A353-2B296B216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8" name="Line 282">
                  <a:extLst>
                    <a:ext uri="{FF2B5EF4-FFF2-40B4-BE49-F238E27FC236}">
                      <a16:creationId xmlns:a16="http://schemas.microsoft.com/office/drawing/2014/main" id="{85900016-A474-40C2-A3EC-EDA3C20F74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9" name="Line 283">
                  <a:extLst>
                    <a:ext uri="{FF2B5EF4-FFF2-40B4-BE49-F238E27FC236}">
                      <a16:creationId xmlns:a16="http://schemas.microsoft.com/office/drawing/2014/main" id="{D99117CE-EB50-400F-8701-650ACDE1A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0" name="Line 284">
                  <a:extLst>
                    <a:ext uri="{FF2B5EF4-FFF2-40B4-BE49-F238E27FC236}">
                      <a16:creationId xmlns:a16="http://schemas.microsoft.com/office/drawing/2014/main" id="{F0D3394B-27DE-47C4-B0CB-F1B0627CE3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34" name="Picture 799" descr="cell_tower_radiation copy">
                <a:extLst>
                  <a:ext uri="{FF2B5EF4-FFF2-40B4-BE49-F238E27FC236}">
                    <a16:creationId xmlns:a16="http://schemas.microsoft.com/office/drawing/2014/main" id="{EA83A552-BB48-4CB4-BA82-2228544750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" name="Oval 800">
                <a:extLst>
                  <a:ext uri="{FF2B5EF4-FFF2-40B4-BE49-F238E27FC236}">
                    <a16:creationId xmlns:a16="http://schemas.microsoft.com/office/drawing/2014/main" id="{1C80C9A3-1901-4136-B1BB-AF786DB35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3" name="Text Box 580">
              <a:extLst>
                <a:ext uri="{FF2B5EF4-FFF2-40B4-BE49-F238E27FC236}">
                  <a16:creationId xmlns:a16="http://schemas.microsoft.com/office/drawing/2014/main" id="{29249B6B-465C-416E-9C27-5F628E761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64" name="Text Box 580">
              <a:extLst>
                <a:ext uri="{FF2B5EF4-FFF2-40B4-BE49-F238E27FC236}">
                  <a16:creationId xmlns:a16="http://schemas.microsoft.com/office/drawing/2014/main" id="{4A2FF2B1-0111-4126-9BEE-E003DA8A5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65" name="Text Box 580">
              <a:extLst>
                <a:ext uri="{FF2B5EF4-FFF2-40B4-BE49-F238E27FC236}">
                  <a16:creationId xmlns:a16="http://schemas.microsoft.com/office/drawing/2014/main" id="{7E480600-B689-4BFA-9737-FB910BCA0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FCC67BD4-718A-4596-8E44-B3DD837D4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67" name="Text Box 580">
              <a:extLst>
                <a:ext uri="{FF2B5EF4-FFF2-40B4-BE49-F238E27FC236}">
                  <a16:creationId xmlns:a16="http://schemas.microsoft.com/office/drawing/2014/main" id="{AF0D5315-819E-4844-9D4C-32B450684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68" name="Group 950">
              <a:extLst>
                <a:ext uri="{FF2B5EF4-FFF2-40B4-BE49-F238E27FC236}">
                  <a16:creationId xmlns:a16="http://schemas.microsoft.com/office/drawing/2014/main" id="{5C5E4103-1ED5-4860-A673-5F7A3F3B9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201" name="Freeform 951">
                <a:extLst>
                  <a:ext uri="{FF2B5EF4-FFF2-40B4-BE49-F238E27FC236}">
                    <a16:creationId xmlns:a16="http://schemas.microsoft.com/office/drawing/2014/main" id="{928D8EC3-A262-4E43-A24A-AE4329DE9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Rectangle 952">
                <a:extLst>
                  <a:ext uri="{FF2B5EF4-FFF2-40B4-BE49-F238E27FC236}">
                    <a16:creationId xmlns:a16="http://schemas.microsoft.com/office/drawing/2014/main" id="{78D05912-31E6-4FB3-985F-30262B9FA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953">
                <a:extLst>
                  <a:ext uri="{FF2B5EF4-FFF2-40B4-BE49-F238E27FC236}">
                    <a16:creationId xmlns:a16="http://schemas.microsoft.com/office/drawing/2014/main" id="{13B865DD-0B82-4226-B3CD-EC7D75BF5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954">
                <a:extLst>
                  <a:ext uri="{FF2B5EF4-FFF2-40B4-BE49-F238E27FC236}">
                    <a16:creationId xmlns:a16="http://schemas.microsoft.com/office/drawing/2014/main" id="{B6DBC6C2-B12A-4C05-AA0E-E2926A8AC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955">
                <a:extLst>
                  <a:ext uri="{FF2B5EF4-FFF2-40B4-BE49-F238E27FC236}">
                    <a16:creationId xmlns:a16="http://schemas.microsoft.com/office/drawing/2014/main" id="{C0FD7034-2006-4714-91F9-4F376C14C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6" name="Group 956">
                <a:extLst>
                  <a:ext uri="{FF2B5EF4-FFF2-40B4-BE49-F238E27FC236}">
                    <a16:creationId xmlns:a16="http://schemas.microsoft.com/office/drawing/2014/main" id="{82339CF5-0CBD-452D-9215-D4E06B4F4C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1" name="AutoShape 957">
                  <a:extLst>
                    <a:ext uri="{FF2B5EF4-FFF2-40B4-BE49-F238E27FC236}">
                      <a16:creationId xmlns:a16="http://schemas.microsoft.com/office/drawing/2014/main" id="{BF139B44-D1A1-4CB2-89C5-E94CBE6883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2" name="AutoShape 958">
                  <a:extLst>
                    <a:ext uri="{FF2B5EF4-FFF2-40B4-BE49-F238E27FC236}">
                      <a16:creationId xmlns:a16="http://schemas.microsoft.com/office/drawing/2014/main" id="{222C0B02-B9A3-4C93-9D49-71FA0B7EB2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7" name="Rectangle 959">
                <a:extLst>
                  <a:ext uri="{FF2B5EF4-FFF2-40B4-BE49-F238E27FC236}">
                    <a16:creationId xmlns:a16="http://schemas.microsoft.com/office/drawing/2014/main" id="{8FA4DAEF-72A1-4223-BE71-9807AA084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8" name="Group 960">
                <a:extLst>
                  <a:ext uri="{FF2B5EF4-FFF2-40B4-BE49-F238E27FC236}">
                    <a16:creationId xmlns:a16="http://schemas.microsoft.com/office/drawing/2014/main" id="{06090164-2F13-4304-B13B-602AC658DF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29" name="AutoShape 961">
                  <a:extLst>
                    <a:ext uri="{FF2B5EF4-FFF2-40B4-BE49-F238E27FC236}">
                      <a16:creationId xmlns:a16="http://schemas.microsoft.com/office/drawing/2014/main" id="{8BE6C64A-E53E-4CD4-AB7B-A01E734A3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AutoShape 962">
                  <a:extLst>
                    <a:ext uri="{FF2B5EF4-FFF2-40B4-BE49-F238E27FC236}">
                      <a16:creationId xmlns:a16="http://schemas.microsoft.com/office/drawing/2014/main" id="{A205268F-84EE-4B5F-BA92-153FF656D5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9" name="Rectangle 963">
                <a:extLst>
                  <a:ext uri="{FF2B5EF4-FFF2-40B4-BE49-F238E27FC236}">
                    <a16:creationId xmlns:a16="http://schemas.microsoft.com/office/drawing/2014/main" id="{C49AC8EF-F2B0-4D2B-8C90-2640C9265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Rectangle 964">
                <a:extLst>
                  <a:ext uri="{FF2B5EF4-FFF2-40B4-BE49-F238E27FC236}">
                    <a16:creationId xmlns:a16="http://schemas.microsoft.com/office/drawing/2014/main" id="{5C0FB9BA-8DB1-45A5-B23D-0568ABE83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1" name="Group 965">
                <a:extLst>
                  <a:ext uri="{FF2B5EF4-FFF2-40B4-BE49-F238E27FC236}">
                    <a16:creationId xmlns:a16="http://schemas.microsoft.com/office/drawing/2014/main" id="{0F77584B-CB44-435B-A3EA-A88A7FC8CE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27" name="AutoShape 966">
                  <a:extLst>
                    <a:ext uri="{FF2B5EF4-FFF2-40B4-BE49-F238E27FC236}">
                      <a16:creationId xmlns:a16="http://schemas.microsoft.com/office/drawing/2014/main" id="{C5B9A9F2-1A0B-4185-B2CD-172F05406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8" name="AutoShape 967">
                  <a:extLst>
                    <a:ext uri="{FF2B5EF4-FFF2-40B4-BE49-F238E27FC236}">
                      <a16:creationId xmlns:a16="http://schemas.microsoft.com/office/drawing/2014/main" id="{4496164F-695C-4891-AB2F-62A9B1C8F7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2" name="Freeform 968">
                <a:extLst>
                  <a:ext uri="{FF2B5EF4-FFF2-40B4-BE49-F238E27FC236}">
                    <a16:creationId xmlns:a16="http://schemas.microsoft.com/office/drawing/2014/main" id="{0247C5FD-5692-4E60-A6BF-E5E42DF5E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3" name="Group 969">
                <a:extLst>
                  <a:ext uri="{FF2B5EF4-FFF2-40B4-BE49-F238E27FC236}">
                    <a16:creationId xmlns:a16="http://schemas.microsoft.com/office/drawing/2014/main" id="{15C3D283-0893-4D99-884D-D78D621CF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5" name="AutoShape 970">
                  <a:extLst>
                    <a:ext uri="{FF2B5EF4-FFF2-40B4-BE49-F238E27FC236}">
                      <a16:creationId xmlns:a16="http://schemas.microsoft.com/office/drawing/2014/main" id="{5F7952B1-0D4D-4802-B9F6-958D171C8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6" name="AutoShape 971">
                  <a:extLst>
                    <a:ext uri="{FF2B5EF4-FFF2-40B4-BE49-F238E27FC236}">
                      <a16:creationId xmlns:a16="http://schemas.microsoft.com/office/drawing/2014/main" id="{B53A6F62-3ED8-4A11-A91B-2F5E1FCF7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4" name="Rectangle 972">
                <a:extLst>
                  <a:ext uri="{FF2B5EF4-FFF2-40B4-BE49-F238E27FC236}">
                    <a16:creationId xmlns:a16="http://schemas.microsoft.com/office/drawing/2014/main" id="{5D7D4B90-1BEB-4257-AA81-2151049F2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Freeform 973">
                <a:extLst>
                  <a:ext uri="{FF2B5EF4-FFF2-40B4-BE49-F238E27FC236}">
                    <a16:creationId xmlns:a16="http://schemas.microsoft.com/office/drawing/2014/main" id="{44582B15-3DF6-4CC7-A0F4-1688B9DC9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Freeform 974">
                <a:extLst>
                  <a:ext uri="{FF2B5EF4-FFF2-40B4-BE49-F238E27FC236}">
                    <a16:creationId xmlns:a16="http://schemas.microsoft.com/office/drawing/2014/main" id="{57059371-3A10-4795-AD15-4A19F46FB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Oval 975">
                <a:extLst>
                  <a:ext uri="{FF2B5EF4-FFF2-40B4-BE49-F238E27FC236}">
                    <a16:creationId xmlns:a16="http://schemas.microsoft.com/office/drawing/2014/main" id="{00BBCBC3-65A3-4A49-8B3A-3C9C44F2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976">
                <a:extLst>
                  <a:ext uri="{FF2B5EF4-FFF2-40B4-BE49-F238E27FC236}">
                    <a16:creationId xmlns:a16="http://schemas.microsoft.com/office/drawing/2014/main" id="{B451DB92-9EAA-4BC9-83AE-9F219FD88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AutoShape 977">
                <a:extLst>
                  <a:ext uri="{FF2B5EF4-FFF2-40B4-BE49-F238E27FC236}">
                    <a16:creationId xmlns:a16="http://schemas.microsoft.com/office/drawing/2014/main" id="{F224BB06-52D3-41D9-BDC7-8DC8F2AEB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AutoShape 978">
                <a:extLst>
                  <a:ext uri="{FF2B5EF4-FFF2-40B4-BE49-F238E27FC236}">
                    <a16:creationId xmlns:a16="http://schemas.microsoft.com/office/drawing/2014/main" id="{3EC92080-2AC0-4654-9F18-0B18C4700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Oval 979">
                <a:extLst>
                  <a:ext uri="{FF2B5EF4-FFF2-40B4-BE49-F238E27FC236}">
                    <a16:creationId xmlns:a16="http://schemas.microsoft.com/office/drawing/2014/main" id="{E30875F4-2BCC-462D-9F79-FD3A4257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Oval 980">
                <a:extLst>
                  <a:ext uri="{FF2B5EF4-FFF2-40B4-BE49-F238E27FC236}">
                    <a16:creationId xmlns:a16="http://schemas.microsoft.com/office/drawing/2014/main" id="{452584B5-6E21-49D0-9320-9440A5D1F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Oval 981">
                <a:extLst>
                  <a:ext uri="{FF2B5EF4-FFF2-40B4-BE49-F238E27FC236}">
                    <a16:creationId xmlns:a16="http://schemas.microsoft.com/office/drawing/2014/main" id="{336731D6-6B4D-4CC8-B0C9-9E8FCC606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Rectangle 982">
                <a:extLst>
                  <a:ext uri="{FF2B5EF4-FFF2-40B4-BE49-F238E27FC236}">
                    <a16:creationId xmlns:a16="http://schemas.microsoft.com/office/drawing/2014/main" id="{53AAFE22-3AB2-437D-98D7-78C301518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983">
              <a:extLst>
                <a:ext uri="{FF2B5EF4-FFF2-40B4-BE49-F238E27FC236}">
                  <a16:creationId xmlns:a16="http://schemas.microsoft.com/office/drawing/2014/main" id="{615FC305-E4AD-4F96-9097-B7039AD36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69" name="Freeform 984">
                <a:extLst>
                  <a:ext uri="{FF2B5EF4-FFF2-40B4-BE49-F238E27FC236}">
                    <a16:creationId xmlns:a16="http://schemas.microsoft.com/office/drawing/2014/main" id="{1926DC99-822C-488D-8A85-DF6694699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Rectangle 985">
                <a:extLst>
                  <a:ext uri="{FF2B5EF4-FFF2-40B4-BE49-F238E27FC236}">
                    <a16:creationId xmlns:a16="http://schemas.microsoft.com/office/drawing/2014/main" id="{5D7736ED-1245-4140-9622-163930A80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Freeform 986">
                <a:extLst>
                  <a:ext uri="{FF2B5EF4-FFF2-40B4-BE49-F238E27FC236}">
                    <a16:creationId xmlns:a16="http://schemas.microsoft.com/office/drawing/2014/main" id="{7FD4FE3D-8A32-4459-9EC0-EB279637C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987">
                <a:extLst>
                  <a:ext uri="{FF2B5EF4-FFF2-40B4-BE49-F238E27FC236}">
                    <a16:creationId xmlns:a16="http://schemas.microsoft.com/office/drawing/2014/main" id="{CF93A10A-C006-4E0E-99A4-95F16CFE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988">
                <a:extLst>
                  <a:ext uri="{FF2B5EF4-FFF2-40B4-BE49-F238E27FC236}">
                    <a16:creationId xmlns:a16="http://schemas.microsoft.com/office/drawing/2014/main" id="{1E713090-A807-45EF-8E1D-855E8BA10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4" name="Group 989">
                <a:extLst>
                  <a:ext uri="{FF2B5EF4-FFF2-40B4-BE49-F238E27FC236}">
                    <a16:creationId xmlns:a16="http://schemas.microsoft.com/office/drawing/2014/main" id="{75DA649B-B783-4765-AD6F-246B9D1112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9" name="AutoShape 990">
                  <a:extLst>
                    <a:ext uri="{FF2B5EF4-FFF2-40B4-BE49-F238E27FC236}">
                      <a16:creationId xmlns:a16="http://schemas.microsoft.com/office/drawing/2014/main" id="{B585465B-5776-475D-A031-F159308EF1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0" name="AutoShape 991">
                  <a:extLst>
                    <a:ext uri="{FF2B5EF4-FFF2-40B4-BE49-F238E27FC236}">
                      <a16:creationId xmlns:a16="http://schemas.microsoft.com/office/drawing/2014/main" id="{094A018A-673C-451F-87D5-9DADBD7F1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5" name="Rectangle 992">
                <a:extLst>
                  <a:ext uri="{FF2B5EF4-FFF2-40B4-BE49-F238E27FC236}">
                    <a16:creationId xmlns:a16="http://schemas.microsoft.com/office/drawing/2014/main" id="{1917098D-F89F-47BE-B6BB-B1C2D34F7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6" name="Group 993">
                <a:extLst>
                  <a:ext uri="{FF2B5EF4-FFF2-40B4-BE49-F238E27FC236}">
                    <a16:creationId xmlns:a16="http://schemas.microsoft.com/office/drawing/2014/main" id="{CBEE89DC-21CB-42A7-8FD9-9BEC3B90C9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7" name="AutoShape 994">
                  <a:extLst>
                    <a:ext uri="{FF2B5EF4-FFF2-40B4-BE49-F238E27FC236}">
                      <a16:creationId xmlns:a16="http://schemas.microsoft.com/office/drawing/2014/main" id="{48C3D8B6-22D7-4DE1-9D13-CAB38AA6EA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8" name="AutoShape 995">
                  <a:extLst>
                    <a:ext uri="{FF2B5EF4-FFF2-40B4-BE49-F238E27FC236}">
                      <a16:creationId xmlns:a16="http://schemas.microsoft.com/office/drawing/2014/main" id="{D193682F-B59F-4F26-8902-253084D24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7" name="Rectangle 996">
                <a:extLst>
                  <a:ext uri="{FF2B5EF4-FFF2-40B4-BE49-F238E27FC236}">
                    <a16:creationId xmlns:a16="http://schemas.microsoft.com/office/drawing/2014/main" id="{3AAFA4BE-7878-4540-BA1F-E60D890C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Rectangle 997">
                <a:extLst>
                  <a:ext uri="{FF2B5EF4-FFF2-40B4-BE49-F238E27FC236}">
                    <a16:creationId xmlns:a16="http://schemas.microsoft.com/office/drawing/2014/main" id="{37B9A1A4-22B2-495E-A0FE-DA040FA0C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9" name="Group 998">
                <a:extLst>
                  <a:ext uri="{FF2B5EF4-FFF2-40B4-BE49-F238E27FC236}">
                    <a16:creationId xmlns:a16="http://schemas.microsoft.com/office/drawing/2014/main" id="{153F2886-4798-42B6-891F-0F7B5C8348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5" name="AutoShape 999">
                  <a:extLst>
                    <a:ext uri="{FF2B5EF4-FFF2-40B4-BE49-F238E27FC236}">
                      <a16:creationId xmlns:a16="http://schemas.microsoft.com/office/drawing/2014/main" id="{3EF7020D-8138-4667-AC7A-1046F82A5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6" name="AutoShape 1000">
                  <a:extLst>
                    <a:ext uri="{FF2B5EF4-FFF2-40B4-BE49-F238E27FC236}">
                      <a16:creationId xmlns:a16="http://schemas.microsoft.com/office/drawing/2014/main" id="{732ACB41-E04F-4AB7-BEE1-6FB6CAE7D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0" name="Freeform 1001">
                <a:extLst>
                  <a:ext uri="{FF2B5EF4-FFF2-40B4-BE49-F238E27FC236}">
                    <a16:creationId xmlns:a16="http://schemas.microsoft.com/office/drawing/2014/main" id="{4835E613-231A-4AED-8959-565163D43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1" name="Group 1002">
                <a:extLst>
                  <a:ext uri="{FF2B5EF4-FFF2-40B4-BE49-F238E27FC236}">
                    <a16:creationId xmlns:a16="http://schemas.microsoft.com/office/drawing/2014/main" id="{5ED85ECE-7F37-40DD-9132-C4307FE0EE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3" name="AutoShape 1003">
                  <a:extLst>
                    <a:ext uri="{FF2B5EF4-FFF2-40B4-BE49-F238E27FC236}">
                      <a16:creationId xmlns:a16="http://schemas.microsoft.com/office/drawing/2014/main" id="{214A7248-722B-4BAA-9AF3-749BDCF3E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4" name="AutoShape 1004">
                  <a:extLst>
                    <a:ext uri="{FF2B5EF4-FFF2-40B4-BE49-F238E27FC236}">
                      <a16:creationId xmlns:a16="http://schemas.microsoft.com/office/drawing/2014/main" id="{2082B463-9A24-4330-9EF0-06286E0C1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2" name="Rectangle 1005">
                <a:extLst>
                  <a:ext uri="{FF2B5EF4-FFF2-40B4-BE49-F238E27FC236}">
                    <a16:creationId xmlns:a16="http://schemas.microsoft.com/office/drawing/2014/main" id="{7B320176-1AFD-49DB-80C5-8CF167DE1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06">
                <a:extLst>
                  <a:ext uri="{FF2B5EF4-FFF2-40B4-BE49-F238E27FC236}">
                    <a16:creationId xmlns:a16="http://schemas.microsoft.com/office/drawing/2014/main" id="{917E79F6-10B9-4B23-8A14-9F9D7CD6F6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Freeform 1007">
                <a:extLst>
                  <a:ext uri="{FF2B5EF4-FFF2-40B4-BE49-F238E27FC236}">
                    <a16:creationId xmlns:a16="http://schemas.microsoft.com/office/drawing/2014/main" id="{CB518307-79DE-43E6-B176-94D800AED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Oval 1008">
                <a:extLst>
                  <a:ext uri="{FF2B5EF4-FFF2-40B4-BE49-F238E27FC236}">
                    <a16:creationId xmlns:a16="http://schemas.microsoft.com/office/drawing/2014/main" id="{CD69415E-CAE0-499C-98B7-EDB81BE84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009">
                <a:extLst>
                  <a:ext uri="{FF2B5EF4-FFF2-40B4-BE49-F238E27FC236}">
                    <a16:creationId xmlns:a16="http://schemas.microsoft.com/office/drawing/2014/main" id="{89E431C4-64E9-40AE-BE7B-4BC45E155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AutoShape 1010">
                <a:extLst>
                  <a:ext uri="{FF2B5EF4-FFF2-40B4-BE49-F238E27FC236}">
                    <a16:creationId xmlns:a16="http://schemas.microsoft.com/office/drawing/2014/main" id="{22A9FFF0-83CD-4E6B-89EC-721A5D69C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AutoShape 1011">
                <a:extLst>
                  <a:ext uri="{FF2B5EF4-FFF2-40B4-BE49-F238E27FC236}">
                    <a16:creationId xmlns:a16="http://schemas.microsoft.com/office/drawing/2014/main" id="{0DBBF4D7-251E-44D6-8DE0-AB343F7A7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Oval 1012">
                <a:extLst>
                  <a:ext uri="{FF2B5EF4-FFF2-40B4-BE49-F238E27FC236}">
                    <a16:creationId xmlns:a16="http://schemas.microsoft.com/office/drawing/2014/main" id="{8523ABBD-E898-4034-9277-0697339AE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Oval 1013">
                <a:extLst>
                  <a:ext uri="{FF2B5EF4-FFF2-40B4-BE49-F238E27FC236}">
                    <a16:creationId xmlns:a16="http://schemas.microsoft.com/office/drawing/2014/main" id="{BEC7B0E0-89F8-4BE3-8A22-953B288F2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Oval 1014">
                <a:extLst>
                  <a:ext uri="{FF2B5EF4-FFF2-40B4-BE49-F238E27FC236}">
                    <a16:creationId xmlns:a16="http://schemas.microsoft.com/office/drawing/2014/main" id="{C802D47B-910E-4C63-9837-C4B213E04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Rectangle 1015">
                <a:extLst>
                  <a:ext uri="{FF2B5EF4-FFF2-40B4-BE49-F238E27FC236}">
                    <a16:creationId xmlns:a16="http://schemas.microsoft.com/office/drawing/2014/main" id="{325F3C2E-5569-4519-BCEA-3DADCB1AD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Group 1016">
              <a:extLst>
                <a:ext uri="{FF2B5EF4-FFF2-40B4-BE49-F238E27FC236}">
                  <a16:creationId xmlns:a16="http://schemas.microsoft.com/office/drawing/2014/main" id="{4793A37D-6553-4896-91BF-2CE22E012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46" name="Picture 1017" descr="antenna_stylized">
                <a:extLst>
                  <a:ext uri="{FF2B5EF4-FFF2-40B4-BE49-F238E27FC236}">
                    <a16:creationId xmlns:a16="http://schemas.microsoft.com/office/drawing/2014/main" id="{352F6757-FC3B-4E5A-9418-7D0D77D7AD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7" name="Picture 1018" descr="laptop_keyboard">
                <a:extLst>
                  <a:ext uri="{FF2B5EF4-FFF2-40B4-BE49-F238E27FC236}">
                    <a16:creationId xmlns:a16="http://schemas.microsoft.com/office/drawing/2014/main" id="{49F5D09E-943D-405D-B1B7-634E59FE4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1019">
                <a:extLst>
                  <a:ext uri="{FF2B5EF4-FFF2-40B4-BE49-F238E27FC236}">
                    <a16:creationId xmlns:a16="http://schemas.microsoft.com/office/drawing/2014/main" id="{9020D297-6DDB-48DC-B2D7-A0A406C57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9" name="Picture 1020" descr="screen">
                <a:extLst>
                  <a:ext uri="{FF2B5EF4-FFF2-40B4-BE49-F238E27FC236}">
                    <a16:creationId xmlns:a16="http://schemas.microsoft.com/office/drawing/2014/main" id="{9EF3A686-C401-492D-A3BD-15A79542AA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0" name="Freeform 1021">
                <a:extLst>
                  <a:ext uri="{FF2B5EF4-FFF2-40B4-BE49-F238E27FC236}">
                    <a16:creationId xmlns:a16="http://schemas.microsoft.com/office/drawing/2014/main" id="{B9BE8B32-7047-44F9-A41A-934A8B75A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1022">
                <a:extLst>
                  <a:ext uri="{FF2B5EF4-FFF2-40B4-BE49-F238E27FC236}">
                    <a16:creationId xmlns:a16="http://schemas.microsoft.com/office/drawing/2014/main" id="{B17151C8-4630-4255-A613-0C64FC66B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023">
                <a:extLst>
                  <a:ext uri="{FF2B5EF4-FFF2-40B4-BE49-F238E27FC236}">
                    <a16:creationId xmlns:a16="http://schemas.microsoft.com/office/drawing/2014/main" id="{F1DBE918-CFB8-4CBF-B4D3-52CA895A4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1024">
                <a:extLst>
                  <a:ext uri="{FF2B5EF4-FFF2-40B4-BE49-F238E27FC236}">
                    <a16:creationId xmlns:a16="http://schemas.microsoft.com/office/drawing/2014/main" id="{25CB2475-ED84-42A2-9257-F7C0C6558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025">
                <a:extLst>
                  <a:ext uri="{FF2B5EF4-FFF2-40B4-BE49-F238E27FC236}">
                    <a16:creationId xmlns:a16="http://schemas.microsoft.com/office/drawing/2014/main" id="{F9D7179F-67CB-4E53-84E4-8F43F777E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026">
                <a:extLst>
                  <a:ext uri="{FF2B5EF4-FFF2-40B4-BE49-F238E27FC236}">
                    <a16:creationId xmlns:a16="http://schemas.microsoft.com/office/drawing/2014/main" id="{396B7B3A-B857-4E54-9A9D-6463238F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6" name="Group 1027">
                <a:extLst>
                  <a:ext uri="{FF2B5EF4-FFF2-40B4-BE49-F238E27FC236}">
                    <a16:creationId xmlns:a16="http://schemas.microsoft.com/office/drawing/2014/main" id="{847F613D-05ED-49C2-9C5B-93EED16ED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3" name="Freeform 1028">
                  <a:extLst>
                    <a:ext uri="{FF2B5EF4-FFF2-40B4-BE49-F238E27FC236}">
                      <a16:creationId xmlns:a16="http://schemas.microsoft.com/office/drawing/2014/main" id="{4D325110-5885-4090-BAFB-58DFB2D27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4" name="Freeform 1029">
                  <a:extLst>
                    <a:ext uri="{FF2B5EF4-FFF2-40B4-BE49-F238E27FC236}">
                      <a16:creationId xmlns:a16="http://schemas.microsoft.com/office/drawing/2014/main" id="{E407B86E-DFF1-4F8E-88FD-8606059BA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Freeform 1030">
                  <a:extLst>
                    <a:ext uri="{FF2B5EF4-FFF2-40B4-BE49-F238E27FC236}">
                      <a16:creationId xmlns:a16="http://schemas.microsoft.com/office/drawing/2014/main" id="{9FCEC0A7-1A2A-4231-A2AB-F02A540C4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6" name="Freeform 1031">
                  <a:extLst>
                    <a:ext uri="{FF2B5EF4-FFF2-40B4-BE49-F238E27FC236}">
                      <a16:creationId xmlns:a16="http://schemas.microsoft.com/office/drawing/2014/main" id="{FB5CD157-9BEE-469D-8B96-3CEC08D070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7" name="Freeform 1032">
                  <a:extLst>
                    <a:ext uri="{FF2B5EF4-FFF2-40B4-BE49-F238E27FC236}">
                      <a16:creationId xmlns:a16="http://schemas.microsoft.com/office/drawing/2014/main" id="{0160D105-D74E-461B-9FF5-9A074C007D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1033">
                  <a:extLst>
                    <a:ext uri="{FF2B5EF4-FFF2-40B4-BE49-F238E27FC236}">
                      <a16:creationId xmlns:a16="http://schemas.microsoft.com/office/drawing/2014/main" id="{CDA8C428-45E4-40AA-B75E-AE76152923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7" name="Freeform 1034">
                <a:extLst>
                  <a:ext uri="{FF2B5EF4-FFF2-40B4-BE49-F238E27FC236}">
                    <a16:creationId xmlns:a16="http://schemas.microsoft.com/office/drawing/2014/main" id="{47AC3328-DC18-434A-AA02-07A990C79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035">
                <a:extLst>
                  <a:ext uri="{FF2B5EF4-FFF2-40B4-BE49-F238E27FC236}">
                    <a16:creationId xmlns:a16="http://schemas.microsoft.com/office/drawing/2014/main" id="{FD6FEF89-C95A-41BC-97DF-CEC10E9D3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1036">
                <a:extLst>
                  <a:ext uri="{FF2B5EF4-FFF2-40B4-BE49-F238E27FC236}">
                    <a16:creationId xmlns:a16="http://schemas.microsoft.com/office/drawing/2014/main" id="{0457087B-C439-461E-ACA8-9972D2C8F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Freeform 1037">
                <a:extLst>
                  <a:ext uri="{FF2B5EF4-FFF2-40B4-BE49-F238E27FC236}">
                    <a16:creationId xmlns:a16="http://schemas.microsoft.com/office/drawing/2014/main" id="{772EEFFD-9B35-4B10-B094-DE2143C60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038">
                <a:extLst>
                  <a:ext uri="{FF2B5EF4-FFF2-40B4-BE49-F238E27FC236}">
                    <a16:creationId xmlns:a16="http://schemas.microsoft.com/office/drawing/2014/main" id="{6CEC028E-5BC4-4337-A6E2-238E2F11E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039">
                <a:extLst>
                  <a:ext uri="{FF2B5EF4-FFF2-40B4-BE49-F238E27FC236}">
                    <a16:creationId xmlns:a16="http://schemas.microsoft.com/office/drawing/2014/main" id="{1374D90C-6363-4933-A5F8-9585AFEEBEE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Group 1064">
              <a:extLst>
                <a:ext uri="{FF2B5EF4-FFF2-40B4-BE49-F238E27FC236}">
                  <a16:creationId xmlns:a16="http://schemas.microsoft.com/office/drawing/2014/main" id="{46F3EECE-712B-47A8-B70D-06D3F65BC4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23" name="Picture 1065" descr="antenna_stylized">
                <a:extLst>
                  <a:ext uri="{FF2B5EF4-FFF2-40B4-BE49-F238E27FC236}">
                    <a16:creationId xmlns:a16="http://schemas.microsoft.com/office/drawing/2014/main" id="{87CF65F6-206E-42E1-8497-CA176B3645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4" name="Picture 1066" descr="laptop_keyboard">
                <a:extLst>
                  <a:ext uri="{FF2B5EF4-FFF2-40B4-BE49-F238E27FC236}">
                    <a16:creationId xmlns:a16="http://schemas.microsoft.com/office/drawing/2014/main" id="{75D228AE-78F2-43FB-9185-8E358FA9D8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1067">
                <a:extLst>
                  <a:ext uri="{FF2B5EF4-FFF2-40B4-BE49-F238E27FC236}">
                    <a16:creationId xmlns:a16="http://schemas.microsoft.com/office/drawing/2014/main" id="{4A2B4823-4532-402F-8940-2471B749F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6" name="Picture 1068" descr="screen">
                <a:extLst>
                  <a:ext uri="{FF2B5EF4-FFF2-40B4-BE49-F238E27FC236}">
                    <a16:creationId xmlns:a16="http://schemas.microsoft.com/office/drawing/2014/main" id="{8D337532-B8D2-4ABF-9ED6-04D127CE67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7" name="Freeform 1069">
                <a:extLst>
                  <a:ext uri="{FF2B5EF4-FFF2-40B4-BE49-F238E27FC236}">
                    <a16:creationId xmlns:a16="http://schemas.microsoft.com/office/drawing/2014/main" id="{25C61BEE-1908-4910-81AE-4C747A47A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1070">
                <a:extLst>
                  <a:ext uri="{FF2B5EF4-FFF2-40B4-BE49-F238E27FC236}">
                    <a16:creationId xmlns:a16="http://schemas.microsoft.com/office/drawing/2014/main" id="{46D688A2-405A-4F6A-8AF8-25A2D8A17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Freeform 1071">
                <a:extLst>
                  <a:ext uri="{FF2B5EF4-FFF2-40B4-BE49-F238E27FC236}">
                    <a16:creationId xmlns:a16="http://schemas.microsoft.com/office/drawing/2014/main" id="{8046E8BE-9272-430C-B2F7-80B7CBD40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Freeform 1072">
                <a:extLst>
                  <a:ext uri="{FF2B5EF4-FFF2-40B4-BE49-F238E27FC236}">
                    <a16:creationId xmlns:a16="http://schemas.microsoft.com/office/drawing/2014/main" id="{E76ECAED-5330-4664-89FD-5730FD809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073">
                <a:extLst>
                  <a:ext uri="{FF2B5EF4-FFF2-40B4-BE49-F238E27FC236}">
                    <a16:creationId xmlns:a16="http://schemas.microsoft.com/office/drawing/2014/main" id="{4209A6BE-4F4F-49AA-B1C2-35C3D14CA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074">
                <a:extLst>
                  <a:ext uri="{FF2B5EF4-FFF2-40B4-BE49-F238E27FC236}">
                    <a16:creationId xmlns:a16="http://schemas.microsoft.com/office/drawing/2014/main" id="{C26D3325-0B33-4319-B5F0-BB8F0C2AE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3" name="Group 1075">
                <a:extLst>
                  <a:ext uri="{FF2B5EF4-FFF2-40B4-BE49-F238E27FC236}">
                    <a16:creationId xmlns:a16="http://schemas.microsoft.com/office/drawing/2014/main" id="{C46B64B6-9BA4-43FC-98B7-19FC2D580C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0" name="Freeform 1076">
                  <a:extLst>
                    <a:ext uri="{FF2B5EF4-FFF2-40B4-BE49-F238E27FC236}">
                      <a16:creationId xmlns:a16="http://schemas.microsoft.com/office/drawing/2014/main" id="{5B658EEB-E7F2-4B2C-A1AD-EE0B36E719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1" name="Freeform 1077">
                  <a:extLst>
                    <a:ext uri="{FF2B5EF4-FFF2-40B4-BE49-F238E27FC236}">
                      <a16:creationId xmlns:a16="http://schemas.microsoft.com/office/drawing/2014/main" id="{42E07435-87D6-4800-871F-4E999B1158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2" name="Freeform 1078">
                  <a:extLst>
                    <a:ext uri="{FF2B5EF4-FFF2-40B4-BE49-F238E27FC236}">
                      <a16:creationId xmlns:a16="http://schemas.microsoft.com/office/drawing/2014/main" id="{A6D6858E-0C5E-40E7-95A5-5FA9433AA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3" name="Freeform 1079">
                  <a:extLst>
                    <a:ext uri="{FF2B5EF4-FFF2-40B4-BE49-F238E27FC236}">
                      <a16:creationId xmlns:a16="http://schemas.microsoft.com/office/drawing/2014/main" id="{27B3855F-0626-49F6-AD83-6AEF00FDB2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Freeform 1080">
                  <a:extLst>
                    <a:ext uri="{FF2B5EF4-FFF2-40B4-BE49-F238E27FC236}">
                      <a16:creationId xmlns:a16="http://schemas.microsoft.com/office/drawing/2014/main" id="{16160274-47A9-48DB-A3C9-E7EB0B3B2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5" name="Freeform 1081">
                  <a:extLst>
                    <a:ext uri="{FF2B5EF4-FFF2-40B4-BE49-F238E27FC236}">
                      <a16:creationId xmlns:a16="http://schemas.microsoft.com/office/drawing/2014/main" id="{244D2794-2519-43AC-96AE-3872187D37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4" name="Freeform 1082">
                <a:extLst>
                  <a:ext uri="{FF2B5EF4-FFF2-40B4-BE49-F238E27FC236}">
                    <a16:creationId xmlns:a16="http://schemas.microsoft.com/office/drawing/2014/main" id="{456A6F78-B30A-4A7A-8C0B-40B4DA7BE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1083">
                <a:extLst>
                  <a:ext uri="{FF2B5EF4-FFF2-40B4-BE49-F238E27FC236}">
                    <a16:creationId xmlns:a16="http://schemas.microsoft.com/office/drawing/2014/main" id="{DF3CF371-F820-4708-862C-E1B94D242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1084">
                <a:extLst>
                  <a:ext uri="{FF2B5EF4-FFF2-40B4-BE49-F238E27FC236}">
                    <a16:creationId xmlns:a16="http://schemas.microsoft.com/office/drawing/2014/main" id="{9EBDFA8C-24F5-4736-8EB4-15E1C13B9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Freeform 1085">
                <a:extLst>
                  <a:ext uri="{FF2B5EF4-FFF2-40B4-BE49-F238E27FC236}">
                    <a16:creationId xmlns:a16="http://schemas.microsoft.com/office/drawing/2014/main" id="{64C55A6F-50DB-4415-81B5-9C966CFD8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1086">
                <a:extLst>
                  <a:ext uri="{FF2B5EF4-FFF2-40B4-BE49-F238E27FC236}">
                    <a16:creationId xmlns:a16="http://schemas.microsoft.com/office/drawing/2014/main" id="{A7FFF84D-0547-47AA-8B12-C7B383D9B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1087">
                <a:extLst>
                  <a:ext uri="{FF2B5EF4-FFF2-40B4-BE49-F238E27FC236}">
                    <a16:creationId xmlns:a16="http://schemas.microsoft.com/office/drawing/2014/main" id="{A20D008F-9987-4243-B123-B4E731307D4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1114">
              <a:extLst>
                <a:ext uri="{FF2B5EF4-FFF2-40B4-BE49-F238E27FC236}">
                  <a16:creationId xmlns:a16="http://schemas.microsoft.com/office/drawing/2014/main" id="{32330F51-A1D9-4019-B08E-7F19471FA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00" name="Picture 1115" descr="antenna_stylized">
                <a:extLst>
                  <a:ext uri="{FF2B5EF4-FFF2-40B4-BE49-F238E27FC236}">
                    <a16:creationId xmlns:a16="http://schemas.microsoft.com/office/drawing/2014/main" id="{92C939C2-0AE0-48BC-8C77-C47C7E45DD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" name="Picture 1116" descr="laptop_keyboard">
                <a:extLst>
                  <a:ext uri="{FF2B5EF4-FFF2-40B4-BE49-F238E27FC236}">
                    <a16:creationId xmlns:a16="http://schemas.microsoft.com/office/drawing/2014/main" id="{26B30231-9173-459D-9B46-BE680B9106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117">
                <a:extLst>
                  <a:ext uri="{FF2B5EF4-FFF2-40B4-BE49-F238E27FC236}">
                    <a16:creationId xmlns:a16="http://schemas.microsoft.com/office/drawing/2014/main" id="{6CBE49D2-92D1-4704-981C-661A3C01E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3" name="Picture 1118" descr="screen">
                <a:extLst>
                  <a:ext uri="{FF2B5EF4-FFF2-40B4-BE49-F238E27FC236}">
                    <a16:creationId xmlns:a16="http://schemas.microsoft.com/office/drawing/2014/main" id="{D1FEBF87-654D-41CE-90B3-DAC5997498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1119">
                <a:extLst>
                  <a:ext uri="{FF2B5EF4-FFF2-40B4-BE49-F238E27FC236}">
                    <a16:creationId xmlns:a16="http://schemas.microsoft.com/office/drawing/2014/main" id="{E94B44E2-E87A-48B4-8EDA-65A136D24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Freeform 1120">
                <a:extLst>
                  <a:ext uri="{FF2B5EF4-FFF2-40B4-BE49-F238E27FC236}">
                    <a16:creationId xmlns:a16="http://schemas.microsoft.com/office/drawing/2014/main" id="{59464FF4-E144-4905-98B9-E986FBB94B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Freeform 1121">
                <a:extLst>
                  <a:ext uri="{FF2B5EF4-FFF2-40B4-BE49-F238E27FC236}">
                    <a16:creationId xmlns:a16="http://schemas.microsoft.com/office/drawing/2014/main" id="{FBE66B4F-1A98-4FEB-ABED-B7B45455F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Freeform 1122">
                <a:extLst>
                  <a:ext uri="{FF2B5EF4-FFF2-40B4-BE49-F238E27FC236}">
                    <a16:creationId xmlns:a16="http://schemas.microsoft.com/office/drawing/2014/main" id="{E0B5AA7E-28D9-450E-8088-08D63683A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1123">
                <a:extLst>
                  <a:ext uri="{FF2B5EF4-FFF2-40B4-BE49-F238E27FC236}">
                    <a16:creationId xmlns:a16="http://schemas.microsoft.com/office/drawing/2014/main" id="{C764E8C4-AEB6-45A4-AD92-37C363F4C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1124">
                <a:extLst>
                  <a:ext uri="{FF2B5EF4-FFF2-40B4-BE49-F238E27FC236}">
                    <a16:creationId xmlns:a16="http://schemas.microsoft.com/office/drawing/2014/main" id="{254A3062-8E45-4F4D-A0C4-371B1243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0" name="Group 1125">
                <a:extLst>
                  <a:ext uri="{FF2B5EF4-FFF2-40B4-BE49-F238E27FC236}">
                    <a16:creationId xmlns:a16="http://schemas.microsoft.com/office/drawing/2014/main" id="{0A4FADE0-F1EC-4C3F-88AB-87B5478374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7" name="Freeform 1126">
                  <a:extLst>
                    <a:ext uri="{FF2B5EF4-FFF2-40B4-BE49-F238E27FC236}">
                      <a16:creationId xmlns:a16="http://schemas.microsoft.com/office/drawing/2014/main" id="{43EE2F86-30BE-4EB2-9A15-78694FEFDD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Freeform 1127">
                  <a:extLst>
                    <a:ext uri="{FF2B5EF4-FFF2-40B4-BE49-F238E27FC236}">
                      <a16:creationId xmlns:a16="http://schemas.microsoft.com/office/drawing/2014/main" id="{6BC3F547-903D-4AE5-8680-DB46BE0666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9" name="Freeform 1128">
                  <a:extLst>
                    <a:ext uri="{FF2B5EF4-FFF2-40B4-BE49-F238E27FC236}">
                      <a16:creationId xmlns:a16="http://schemas.microsoft.com/office/drawing/2014/main" id="{FA94693C-C183-4C69-824A-A2B7FFE0E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Freeform 1129">
                  <a:extLst>
                    <a:ext uri="{FF2B5EF4-FFF2-40B4-BE49-F238E27FC236}">
                      <a16:creationId xmlns:a16="http://schemas.microsoft.com/office/drawing/2014/main" id="{1CA843A1-AAFE-4CB9-B567-5DC54F8B4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130">
                  <a:extLst>
                    <a:ext uri="{FF2B5EF4-FFF2-40B4-BE49-F238E27FC236}">
                      <a16:creationId xmlns:a16="http://schemas.microsoft.com/office/drawing/2014/main" id="{EE6715A4-3984-4B53-B387-DBB23609B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131">
                  <a:extLst>
                    <a:ext uri="{FF2B5EF4-FFF2-40B4-BE49-F238E27FC236}">
                      <a16:creationId xmlns:a16="http://schemas.microsoft.com/office/drawing/2014/main" id="{C2FF4E1A-3C1F-4AD6-82EE-648E26FA9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1" name="Freeform 1132">
                <a:extLst>
                  <a:ext uri="{FF2B5EF4-FFF2-40B4-BE49-F238E27FC236}">
                    <a16:creationId xmlns:a16="http://schemas.microsoft.com/office/drawing/2014/main" id="{1AC77DBE-0AFB-4FC1-B241-DED9903C1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1133">
                <a:extLst>
                  <a:ext uri="{FF2B5EF4-FFF2-40B4-BE49-F238E27FC236}">
                    <a16:creationId xmlns:a16="http://schemas.microsoft.com/office/drawing/2014/main" id="{52CD76D0-7414-4394-9DD8-682E8DF3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Freeform 1134">
                <a:extLst>
                  <a:ext uri="{FF2B5EF4-FFF2-40B4-BE49-F238E27FC236}">
                    <a16:creationId xmlns:a16="http://schemas.microsoft.com/office/drawing/2014/main" id="{010C6A95-4FBD-464C-AA97-3D430359B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Freeform 1135">
                <a:extLst>
                  <a:ext uri="{FF2B5EF4-FFF2-40B4-BE49-F238E27FC236}">
                    <a16:creationId xmlns:a16="http://schemas.microsoft.com/office/drawing/2014/main" id="{FF4FE368-9D6A-40A2-B84C-F2966053F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1136">
                <a:extLst>
                  <a:ext uri="{FF2B5EF4-FFF2-40B4-BE49-F238E27FC236}">
                    <a16:creationId xmlns:a16="http://schemas.microsoft.com/office/drawing/2014/main" id="{0037FF86-D709-4B9C-B560-D8361A8E6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1137">
                <a:extLst>
                  <a:ext uri="{FF2B5EF4-FFF2-40B4-BE49-F238E27FC236}">
                    <a16:creationId xmlns:a16="http://schemas.microsoft.com/office/drawing/2014/main" id="{D7B7EFFE-7638-4BC1-AC77-D66E4C70DA3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1139">
              <a:extLst>
                <a:ext uri="{FF2B5EF4-FFF2-40B4-BE49-F238E27FC236}">
                  <a16:creationId xmlns:a16="http://schemas.microsoft.com/office/drawing/2014/main" id="{C5D2F49D-63E6-4455-8401-5CB479E811A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98" name="Picture 1140" descr="desktop_computer_stylized_medium">
                <a:extLst>
                  <a:ext uri="{FF2B5EF4-FFF2-40B4-BE49-F238E27FC236}">
                    <a16:creationId xmlns:a16="http://schemas.microsoft.com/office/drawing/2014/main" id="{F831FEF0-F23D-4A26-9B16-D99976AEE2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1141">
                <a:extLst>
                  <a:ext uri="{FF2B5EF4-FFF2-40B4-BE49-F238E27FC236}">
                    <a16:creationId xmlns:a16="http://schemas.microsoft.com/office/drawing/2014/main" id="{85FC4E8C-A65E-45F0-9C4D-2DE1A8E07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1142">
              <a:extLst>
                <a:ext uri="{FF2B5EF4-FFF2-40B4-BE49-F238E27FC236}">
                  <a16:creationId xmlns:a16="http://schemas.microsoft.com/office/drawing/2014/main" id="{0DE599BA-8617-4787-B3F4-DF3B01445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75" name="Picture 1143" descr="antenna_stylized">
                <a:extLst>
                  <a:ext uri="{FF2B5EF4-FFF2-40B4-BE49-F238E27FC236}">
                    <a16:creationId xmlns:a16="http://schemas.microsoft.com/office/drawing/2014/main" id="{9A0B4162-F549-4119-9520-53CE972281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6" name="Picture 1144" descr="laptop_keyboard">
                <a:extLst>
                  <a:ext uri="{FF2B5EF4-FFF2-40B4-BE49-F238E27FC236}">
                    <a16:creationId xmlns:a16="http://schemas.microsoft.com/office/drawing/2014/main" id="{F87C8336-8D83-4F4A-8A22-813DFBBA35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145">
                <a:extLst>
                  <a:ext uri="{FF2B5EF4-FFF2-40B4-BE49-F238E27FC236}">
                    <a16:creationId xmlns:a16="http://schemas.microsoft.com/office/drawing/2014/main" id="{08C8B4F2-74EB-4B0B-8261-531ECD840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1146" descr="screen">
                <a:extLst>
                  <a:ext uri="{FF2B5EF4-FFF2-40B4-BE49-F238E27FC236}">
                    <a16:creationId xmlns:a16="http://schemas.microsoft.com/office/drawing/2014/main" id="{F6A9A1CC-6275-42E6-8E8F-7FE54EE391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Freeform 1147">
                <a:extLst>
                  <a:ext uri="{FF2B5EF4-FFF2-40B4-BE49-F238E27FC236}">
                    <a16:creationId xmlns:a16="http://schemas.microsoft.com/office/drawing/2014/main" id="{CFCE2564-9085-4AA8-8187-9693919B1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1148">
                <a:extLst>
                  <a:ext uri="{FF2B5EF4-FFF2-40B4-BE49-F238E27FC236}">
                    <a16:creationId xmlns:a16="http://schemas.microsoft.com/office/drawing/2014/main" id="{E566B2C9-3079-4AAB-B42F-5F6E80617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Freeform 1149">
                <a:extLst>
                  <a:ext uri="{FF2B5EF4-FFF2-40B4-BE49-F238E27FC236}">
                    <a16:creationId xmlns:a16="http://schemas.microsoft.com/office/drawing/2014/main" id="{D76F872A-D30C-4B5D-BC3E-7FAC4A003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Freeform 1150">
                <a:extLst>
                  <a:ext uri="{FF2B5EF4-FFF2-40B4-BE49-F238E27FC236}">
                    <a16:creationId xmlns:a16="http://schemas.microsoft.com/office/drawing/2014/main" id="{6EDF3030-1780-45D8-A192-27E773F22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1151">
                <a:extLst>
                  <a:ext uri="{FF2B5EF4-FFF2-40B4-BE49-F238E27FC236}">
                    <a16:creationId xmlns:a16="http://schemas.microsoft.com/office/drawing/2014/main" id="{89697DAF-1F94-4188-B333-92660F018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1152">
                <a:extLst>
                  <a:ext uri="{FF2B5EF4-FFF2-40B4-BE49-F238E27FC236}">
                    <a16:creationId xmlns:a16="http://schemas.microsoft.com/office/drawing/2014/main" id="{D4A01006-99E7-4F50-AB58-33B8D3265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5" name="Group 1153">
                <a:extLst>
                  <a:ext uri="{FF2B5EF4-FFF2-40B4-BE49-F238E27FC236}">
                    <a16:creationId xmlns:a16="http://schemas.microsoft.com/office/drawing/2014/main" id="{6F9910FD-0852-469C-AC6F-32D6FE3F14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2" name="Freeform 1154">
                  <a:extLst>
                    <a:ext uri="{FF2B5EF4-FFF2-40B4-BE49-F238E27FC236}">
                      <a16:creationId xmlns:a16="http://schemas.microsoft.com/office/drawing/2014/main" id="{CDC488B1-31A7-488D-9678-EB5595B25E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" name="Freeform 1155">
                  <a:extLst>
                    <a:ext uri="{FF2B5EF4-FFF2-40B4-BE49-F238E27FC236}">
                      <a16:creationId xmlns:a16="http://schemas.microsoft.com/office/drawing/2014/main" id="{072416A6-A33C-400A-8A6A-3F85B9E724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" name="Freeform 1156">
                  <a:extLst>
                    <a:ext uri="{FF2B5EF4-FFF2-40B4-BE49-F238E27FC236}">
                      <a16:creationId xmlns:a16="http://schemas.microsoft.com/office/drawing/2014/main" id="{9AE92E92-80B3-4674-95C8-8057D32656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" name="Freeform 1157">
                  <a:extLst>
                    <a:ext uri="{FF2B5EF4-FFF2-40B4-BE49-F238E27FC236}">
                      <a16:creationId xmlns:a16="http://schemas.microsoft.com/office/drawing/2014/main" id="{354F5FB4-F14E-4926-9702-A9DE8F786F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Freeform 1158">
                  <a:extLst>
                    <a:ext uri="{FF2B5EF4-FFF2-40B4-BE49-F238E27FC236}">
                      <a16:creationId xmlns:a16="http://schemas.microsoft.com/office/drawing/2014/main" id="{97600253-0DAC-486D-B01C-6CBCCB9537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1159">
                  <a:extLst>
                    <a:ext uri="{FF2B5EF4-FFF2-40B4-BE49-F238E27FC236}">
                      <a16:creationId xmlns:a16="http://schemas.microsoft.com/office/drawing/2014/main" id="{75B5040A-E5C9-467F-9CEB-BC18BA690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6" name="Freeform 1160">
                <a:extLst>
                  <a:ext uri="{FF2B5EF4-FFF2-40B4-BE49-F238E27FC236}">
                    <a16:creationId xmlns:a16="http://schemas.microsoft.com/office/drawing/2014/main" id="{7D235F4D-F648-46CF-BEA9-8362336D6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1161">
                <a:extLst>
                  <a:ext uri="{FF2B5EF4-FFF2-40B4-BE49-F238E27FC236}">
                    <a16:creationId xmlns:a16="http://schemas.microsoft.com/office/drawing/2014/main" id="{B29FD455-3685-4368-8A8C-865F7E244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1162">
                <a:extLst>
                  <a:ext uri="{FF2B5EF4-FFF2-40B4-BE49-F238E27FC236}">
                    <a16:creationId xmlns:a16="http://schemas.microsoft.com/office/drawing/2014/main" id="{C38FD436-4D08-49F8-8DA6-EBC6B4E7B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1163">
                <a:extLst>
                  <a:ext uri="{FF2B5EF4-FFF2-40B4-BE49-F238E27FC236}">
                    <a16:creationId xmlns:a16="http://schemas.microsoft.com/office/drawing/2014/main" id="{E01B8401-4E47-44F1-8DBB-18B17EF34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1164">
                <a:extLst>
                  <a:ext uri="{FF2B5EF4-FFF2-40B4-BE49-F238E27FC236}">
                    <a16:creationId xmlns:a16="http://schemas.microsoft.com/office/drawing/2014/main" id="{D5269641-8B18-4C2D-843A-6FAE52127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1165">
                <a:extLst>
                  <a:ext uri="{FF2B5EF4-FFF2-40B4-BE49-F238E27FC236}">
                    <a16:creationId xmlns:a16="http://schemas.microsoft.com/office/drawing/2014/main" id="{D65E2C43-3A80-496E-AFA4-3685373E09E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3" name="灯片编号占位符 2">
            <a:extLst>
              <a:ext uri="{FF2B5EF4-FFF2-40B4-BE49-F238E27FC236}">
                <a16:creationId xmlns:a16="http://schemas.microsoft.com/office/drawing/2014/main" id="{62285EDC-338C-4151-82BC-99814EFA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4" name="AutoShape 5">
            <a:extLst>
              <a:ext uri="{FF2B5EF4-FFF2-40B4-BE49-F238E27FC236}">
                <a16:creationId xmlns:a16="http://schemas.microsoft.com/office/drawing/2014/main" id="{60C87496-8E15-4C33-A5B8-86986C6C7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10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" grpId="0" animBg="1"/>
      <p:bldP spid="36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3240360" cy="4320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时延</a:t>
            </a:r>
            <a:r>
              <a:rPr lang="en-US" altLang="zh-CN" dirty="0"/>
              <a:t>/</a:t>
            </a:r>
            <a:r>
              <a:rPr lang="zh-CN" altLang="en-US" dirty="0"/>
              <a:t>丢包</a:t>
            </a:r>
            <a:r>
              <a:rPr lang="en-US" altLang="zh-CN" dirty="0"/>
              <a:t>/</a:t>
            </a:r>
            <a:r>
              <a:rPr lang="zh-CN" altLang="en-US" dirty="0"/>
              <a:t>吞吐量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3240360" cy="432000"/>
          </a:xfrm>
        </p:spPr>
        <p:txBody>
          <a:bodyPr>
            <a:normAutofit/>
          </a:bodyPr>
          <a:lstStyle/>
          <a:p>
            <a:r>
              <a:rPr lang="en-US" altLang="zh-CN" dirty="0"/>
              <a:t>1.5 </a:t>
            </a:r>
            <a:r>
              <a:rPr lang="zh-CN" altLang="en-US" dirty="0"/>
              <a:t>协议层次</a:t>
            </a:r>
            <a:r>
              <a:rPr lang="en-US" altLang="zh-CN" dirty="0"/>
              <a:t>/</a:t>
            </a:r>
            <a:r>
              <a:rPr lang="zh-CN" altLang="en-US" dirty="0"/>
              <a:t>服务模型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1.6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面向攻击的网络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CA2DA62-6609-4998-A968-027ED0CAB1A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1.7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因特网的发展历史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E270A781-A16D-4B79-B220-1F708A99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5C60F7B4-2D33-42B9-AC48-8B7222F78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354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55576" y="1424481"/>
            <a:ext cx="7776864" cy="3478909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marL="179388" lvl="1">
              <a:lnSpc>
                <a:spcPts val="18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2" algn="just">
              <a:lnSpc>
                <a:spcPts val="1800"/>
              </a:lnSpc>
              <a:spcAft>
                <a:spcPts val="600"/>
              </a:spcAft>
            </a:pPr>
            <a:r>
              <a:rPr lang="en-US" altLang="zh-CN" sz="1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delay</a:t>
            </a:r>
            <a:r>
              <a:rPr lang="en-US" altLang="zh-CN" sz="1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an important design and performance characteristic of a computer network or telecommunications network. The delay of a network specifies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 long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it takes for a packet of data to travel across the network from one node or endpoint to another.                          ——Wikipedia</a:t>
            </a:r>
          </a:p>
          <a:p>
            <a:pPr marL="179388" lvl="1">
              <a:lnSpc>
                <a:spcPts val="18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2">
              <a:lnSpc>
                <a:spcPts val="18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实时服务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(real-time service)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5838" lvl="3">
              <a:lnSpc>
                <a:spcPts val="18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视频语音、地图导航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985838" lvl="3">
              <a:lnSpc>
                <a:spcPts val="18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时延要少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2">
              <a:lnSpc>
                <a:spcPts val="18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其他服务：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5838" lvl="3">
              <a:lnSpc>
                <a:spcPts val="18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浏览、电子邮件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985838" lvl="3">
              <a:lnSpc>
                <a:spcPts val="1800"/>
              </a:lnSpc>
            </a:pPr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可以容忍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一定的时延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ADD601-74C8-4F55-ADCD-DABD51D9ACD2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 descr="图片包含 游戏机&#10;&#10;描述已自动生成">
            <a:extLst>
              <a:ext uri="{FF2B5EF4-FFF2-40B4-BE49-F238E27FC236}">
                <a16:creationId xmlns:a16="http://schemas.microsoft.com/office/drawing/2014/main" id="{8AA7A4DE-3E9C-41E5-B9BA-0D043DD6C5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71" y="900800"/>
            <a:ext cx="414876" cy="414876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66BFDB3B-3908-44F8-AA55-4F0A73AD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9F75DCC-3AC1-4375-80AC-E1922E233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55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195513" y="3457575"/>
            <a:ext cx="464224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195513" y="3003947"/>
            <a:ext cx="464224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222897" y="2842023"/>
            <a:ext cx="80963" cy="2107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222897" y="3327798"/>
            <a:ext cx="80963" cy="2107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303860" y="2518173"/>
            <a:ext cx="907256" cy="31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1500">
                <a:latin typeface="Comic Sans MS" panose="030F0702030302020204" pitchFamily="66" charset="0"/>
              </a:rPr>
              <a:t>10MBps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308623" y="3667125"/>
            <a:ext cx="1002506" cy="310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1500">
                <a:latin typeface="Comic Sans MS" panose="030F0702030302020204" pitchFamily="66" charset="0"/>
              </a:rPr>
              <a:t>100MBps</a:t>
            </a:r>
          </a:p>
        </p:txBody>
      </p:sp>
      <p:grpSp>
        <p:nvGrpSpPr>
          <p:cNvPr id="15" name="Group 26"/>
          <p:cNvGrpSpPr>
            <a:grpSpLocks/>
          </p:cNvGrpSpPr>
          <p:nvPr/>
        </p:nvGrpSpPr>
        <p:grpSpPr bwMode="auto">
          <a:xfrm>
            <a:off x="1822847" y="2694385"/>
            <a:ext cx="5361384" cy="979884"/>
            <a:chOff x="798" y="2036"/>
            <a:chExt cx="4503" cy="823"/>
          </a:xfrm>
        </p:grpSpPr>
        <p:grpSp>
          <p:nvGrpSpPr>
            <p:cNvPr id="16" name="Group 14"/>
            <p:cNvGrpSpPr>
              <a:grpSpLocks/>
            </p:cNvGrpSpPr>
            <p:nvPr/>
          </p:nvGrpSpPr>
          <p:grpSpPr bwMode="auto">
            <a:xfrm>
              <a:off x="798" y="2036"/>
              <a:ext cx="330" cy="324"/>
              <a:chOff x="2753" y="1120"/>
              <a:chExt cx="693" cy="551"/>
            </a:xfrm>
          </p:grpSpPr>
          <p:sp>
            <p:nvSpPr>
              <p:cNvPr id="26" name="Freeform 15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489E0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27" name="Object 16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6" name="Clip" r:id="rId4" imgW="1305000" imgH="1085760" progId="MS_ClipArt_Gallery.2">
                      <p:embed/>
                    </p:oleObj>
                  </mc:Choice>
                  <mc:Fallback>
                    <p:oleObj name="Clip" r:id="rId4" imgW="1305000" imgH="1085760" progId="MS_ClipArt_Gallery.2">
                      <p:embed/>
                      <p:pic>
                        <p:nvPicPr>
                          <p:cNvPr id="27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4971" y="2082"/>
              <a:ext cx="330" cy="324"/>
              <a:chOff x="2753" y="1120"/>
              <a:chExt cx="693" cy="551"/>
            </a:xfrm>
          </p:grpSpPr>
          <p:sp>
            <p:nvSpPr>
              <p:cNvPr id="24" name="Freeform 18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489E0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25" name="Object 19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7" name="Clip" r:id="rId6" imgW="1305000" imgH="1085760" progId="MS_ClipArt_Gallery.2">
                      <p:embed/>
                    </p:oleObj>
                  </mc:Choice>
                  <mc:Fallback>
                    <p:oleObj name="Clip" r:id="rId6" imgW="1305000" imgH="1085760" progId="MS_ClipArt_Gallery.2">
                      <p:embed/>
                      <p:pic>
                        <p:nvPicPr>
                          <p:cNvPr id="25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798" y="2535"/>
              <a:ext cx="330" cy="324"/>
              <a:chOff x="2753" y="1120"/>
              <a:chExt cx="693" cy="551"/>
            </a:xfrm>
          </p:grpSpPr>
          <p:sp>
            <p:nvSpPr>
              <p:cNvPr id="22" name="Freeform 21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23" name="Object 22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8" name="Clip" r:id="rId7" imgW="1305000" imgH="1085760" progId="MS_ClipArt_Gallery.2">
                      <p:embed/>
                    </p:oleObj>
                  </mc:Choice>
                  <mc:Fallback>
                    <p:oleObj name="Clip" r:id="rId7" imgW="1305000" imgH="1085760" progId="MS_ClipArt_Gallery.2">
                      <p:embed/>
                      <p:pic>
                        <p:nvPicPr>
                          <p:cNvPr id="23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23"/>
            <p:cNvGrpSpPr>
              <a:grpSpLocks/>
            </p:cNvGrpSpPr>
            <p:nvPr/>
          </p:nvGrpSpPr>
          <p:grpSpPr bwMode="auto">
            <a:xfrm>
              <a:off x="4971" y="2535"/>
              <a:ext cx="330" cy="324"/>
              <a:chOff x="2753" y="1120"/>
              <a:chExt cx="693" cy="551"/>
            </a:xfrm>
          </p:grpSpPr>
          <p:sp>
            <p:nvSpPr>
              <p:cNvPr id="20" name="Freeform 24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21" name="Object 25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9" name="Clip" r:id="rId8" imgW="1305000" imgH="1085760" progId="MS_ClipArt_Gallery.2">
                      <p:embed/>
                    </p:oleObj>
                  </mc:Choice>
                  <mc:Fallback>
                    <p:oleObj name="Clip" r:id="rId8" imgW="1305000" imgH="1085760" progId="MS_ClipArt_Gallery.2">
                      <p:embed/>
                      <p:pic>
                        <p:nvPicPr>
                          <p:cNvPr id="21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3762375" y="3706416"/>
            <a:ext cx="1944291" cy="27027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1350" b="1" dirty="0">
                <a:solidFill>
                  <a:srgbClr val="FF3300"/>
                </a:solidFill>
                <a:ea typeface="微软雅黑" panose="020B0503020204020204" pitchFamily="34" charset="-122"/>
              </a:rPr>
              <a:t>这是神马速度？</a:t>
            </a:r>
          </a:p>
        </p:txBody>
      </p:sp>
      <p:pic>
        <p:nvPicPr>
          <p:cNvPr id="29" name="图片 28" descr="图片包含 游戏机&#10;&#10;描述已自动生成">
            <a:extLst>
              <a:ext uri="{FF2B5EF4-FFF2-40B4-BE49-F238E27FC236}">
                <a16:creationId xmlns:a16="http://schemas.microsoft.com/office/drawing/2014/main" id="{085C8F97-6A60-4C87-B856-97E03D2A9DA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84" y="1545843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B0D23592-D6D5-4C2C-A072-9CA4C3CC6DBA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灯片编号占位符 2">
            <a:extLst>
              <a:ext uri="{FF2B5EF4-FFF2-40B4-BE49-F238E27FC236}">
                <a16:creationId xmlns:a16="http://schemas.microsoft.com/office/drawing/2014/main" id="{B1E3DA06-8A0B-4CCF-AC83-ED38A4C4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96C4395E-0FB2-44A6-8985-75B7E102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C451BB-66DD-4775-800B-D3EF2A7476EF}"/>
              </a:ext>
            </a:extLst>
          </p:cNvPr>
          <p:cNvSpPr/>
          <p:nvPr/>
        </p:nvSpPr>
        <p:spPr>
          <a:xfrm>
            <a:off x="468120" y="1493250"/>
            <a:ext cx="7263853" cy="6617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的线路中和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的线路中，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1bit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的速度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哪个更快？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412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3827E-7 L 0.48888 4.93827E-7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44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95062E-6 L 0.48888 -3.95062E-6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/>
      <p:bldP spid="14" grpId="0"/>
      <p:bldP spid="28" grpId="0"/>
      <p:bldP spid="31" grpId="0" animBg="1"/>
      <p:bldP spid="31" grpId="1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2661047" y="3875485"/>
            <a:ext cx="464224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>
            <a:off x="2661047" y="2950369"/>
            <a:ext cx="464224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2736057" y="3003948"/>
            <a:ext cx="907256" cy="31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1500">
                <a:latin typeface="Comic Sans MS" panose="030F0702030302020204" pitchFamily="66" charset="0"/>
              </a:rPr>
              <a:t>10MBps</a:t>
            </a:r>
          </a:p>
        </p:txBody>
      </p: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2733676" y="3929062"/>
            <a:ext cx="1002506" cy="310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1500">
                <a:latin typeface="Comic Sans MS" panose="030F0702030302020204" pitchFamily="66" charset="0"/>
              </a:rPr>
              <a:t>100MBps</a:t>
            </a:r>
          </a:p>
        </p:txBody>
      </p:sp>
      <p:grpSp>
        <p:nvGrpSpPr>
          <p:cNvPr id="33" name="Group 31"/>
          <p:cNvGrpSpPr>
            <a:grpSpLocks/>
          </p:cNvGrpSpPr>
          <p:nvPr/>
        </p:nvGrpSpPr>
        <p:grpSpPr bwMode="auto">
          <a:xfrm>
            <a:off x="2288382" y="2640807"/>
            <a:ext cx="5361385" cy="440531"/>
            <a:chOff x="657" y="2263"/>
            <a:chExt cx="4503" cy="370"/>
          </a:xfrm>
        </p:grpSpPr>
        <p:grpSp>
          <p:nvGrpSpPr>
            <p:cNvPr id="34" name="Group 19"/>
            <p:cNvGrpSpPr>
              <a:grpSpLocks/>
            </p:cNvGrpSpPr>
            <p:nvPr/>
          </p:nvGrpSpPr>
          <p:grpSpPr bwMode="auto">
            <a:xfrm>
              <a:off x="657" y="2263"/>
              <a:ext cx="330" cy="324"/>
              <a:chOff x="2753" y="1120"/>
              <a:chExt cx="693" cy="551"/>
            </a:xfrm>
          </p:grpSpPr>
          <p:sp>
            <p:nvSpPr>
              <p:cNvPr id="38" name="Freeform 20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489E0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39" name="Object 21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4" name="Clip" r:id="rId4" imgW="1305000" imgH="1085760" progId="MS_ClipArt_Gallery.2">
                      <p:embed/>
                    </p:oleObj>
                  </mc:Choice>
                  <mc:Fallback>
                    <p:oleObj name="Clip" r:id="rId4" imgW="1305000" imgH="1085760" progId="MS_ClipArt_Gallery.2">
                      <p:embed/>
                      <p:pic>
                        <p:nvPicPr>
                          <p:cNvPr id="39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" name="Group 22"/>
            <p:cNvGrpSpPr>
              <a:grpSpLocks/>
            </p:cNvGrpSpPr>
            <p:nvPr/>
          </p:nvGrpSpPr>
          <p:grpSpPr bwMode="auto">
            <a:xfrm>
              <a:off x="4830" y="2309"/>
              <a:ext cx="330" cy="324"/>
              <a:chOff x="2753" y="1120"/>
              <a:chExt cx="693" cy="551"/>
            </a:xfrm>
          </p:grpSpPr>
          <p:sp>
            <p:nvSpPr>
              <p:cNvPr id="36" name="Freeform 23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489E0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37" name="Object 24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5" name="Clip" r:id="rId6" imgW="1305000" imgH="1085760" progId="MS_ClipArt_Gallery.2">
                      <p:embed/>
                    </p:oleObj>
                  </mc:Choice>
                  <mc:Fallback>
                    <p:oleObj name="Clip" r:id="rId6" imgW="1305000" imgH="1085760" progId="MS_ClipArt_Gallery.2">
                      <p:embed/>
                      <p:pic>
                        <p:nvPicPr>
                          <p:cNvPr id="3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" name="Group 32"/>
          <p:cNvGrpSpPr>
            <a:grpSpLocks/>
          </p:cNvGrpSpPr>
          <p:nvPr/>
        </p:nvGrpSpPr>
        <p:grpSpPr bwMode="auto">
          <a:xfrm>
            <a:off x="2288382" y="3706416"/>
            <a:ext cx="5361385" cy="385763"/>
            <a:chOff x="657" y="2762"/>
            <a:chExt cx="4503" cy="324"/>
          </a:xfrm>
        </p:grpSpPr>
        <p:grpSp>
          <p:nvGrpSpPr>
            <p:cNvPr id="41" name="Group 25"/>
            <p:cNvGrpSpPr>
              <a:grpSpLocks/>
            </p:cNvGrpSpPr>
            <p:nvPr/>
          </p:nvGrpSpPr>
          <p:grpSpPr bwMode="auto">
            <a:xfrm>
              <a:off x="657" y="2762"/>
              <a:ext cx="330" cy="324"/>
              <a:chOff x="2753" y="1120"/>
              <a:chExt cx="693" cy="551"/>
            </a:xfrm>
          </p:grpSpPr>
          <p:sp>
            <p:nvSpPr>
              <p:cNvPr id="45" name="Freeform 26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46" name="Object 27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" name="Clip" r:id="rId7" imgW="1305000" imgH="1085760" progId="MS_ClipArt_Gallery.2">
                      <p:embed/>
                    </p:oleObj>
                  </mc:Choice>
                  <mc:Fallback>
                    <p:oleObj name="Clip" r:id="rId7" imgW="1305000" imgH="1085760" progId="MS_ClipArt_Gallery.2">
                      <p:embed/>
                      <p:pic>
                        <p:nvPicPr>
                          <p:cNvPr id="46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" name="Group 28"/>
            <p:cNvGrpSpPr>
              <a:grpSpLocks/>
            </p:cNvGrpSpPr>
            <p:nvPr/>
          </p:nvGrpSpPr>
          <p:grpSpPr bwMode="auto">
            <a:xfrm>
              <a:off x="4830" y="2762"/>
              <a:ext cx="330" cy="324"/>
              <a:chOff x="2753" y="1120"/>
              <a:chExt cx="693" cy="551"/>
            </a:xfrm>
          </p:grpSpPr>
          <p:sp>
            <p:nvSpPr>
              <p:cNvPr id="43" name="Freeform 29"/>
              <p:cNvSpPr>
                <a:spLocks/>
              </p:cNvSpPr>
              <p:nvPr/>
            </p:nvSpPr>
            <p:spPr bwMode="auto">
              <a:xfrm>
                <a:off x="2753" y="1120"/>
                <a:ext cx="693" cy="551"/>
              </a:xfrm>
              <a:custGeom>
                <a:avLst/>
                <a:gdLst>
                  <a:gd name="T0" fmla="*/ 77 w 693"/>
                  <a:gd name="T1" fmla="*/ 63 h 551"/>
                  <a:gd name="T2" fmla="*/ 35 w 693"/>
                  <a:gd name="T3" fmla="*/ 255 h 551"/>
                  <a:gd name="T4" fmla="*/ 35 w 693"/>
                  <a:gd name="T5" fmla="*/ 447 h 551"/>
                  <a:gd name="T6" fmla="*/ 245 w 693"/>
                  <a:gd name="T7" fmla="*/ 513 h 551"/>
                  <a:gd name="T8" fmla="*/ 431 w 693"/>
                  <a:gd name="T9" fmla="*/ 543 h 551"/>
                  <a:gd name="T10" fmla="*/ 647 w 693"/>
                  <a:gd name="T11" fmla="*/ 465 h 551"/>
                  <a:gd name="T12" fmla="*/ 689 w 693"/>
                  <a:gd name="T13" fmla="*/ 303 h 551"/>
                  <a:gd name="T14" fmla="*/ 671 w 693"/>
                  <a:gd name="T15" fmla="*/ 105 h 551"/>
                  <a:gd name="T16" fmla="*/ 617 w 693"/>
                  <a:gd name="T17" fmla="*/ 39 h 551"/>
                  <a:gd name="T18" fmla="*/ 311 w 693"/>
                  <a:gd name="T19" fmla="*/ 3 h 551"/>
                  <a:gd name="T20" fmla="*/ 77 w 693"/>
                  <a:gd name="T21" fmla="*/ 6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3" h="551">
                    <a:moveTo>
                      <a:pt x="77" y="63"/>
                    </a:moveTo>
                    <a:cubicBezTo>
                      <a:pt x="31" y="105"/>
                      <a:pt x="42" y="191"/>
                      <a:pt x="35" y="255"/>
                    </a:cubicBezTo>
                    <a:cubicBezTo>
                      <a:pt x="28" y="319"/>
                      <a:pt x="0" y="404"/>
                      <a:pt x="35" y="447"/>
                    </a:cubicBezTo>
                    <a:cubicBezTo>
                      <a:pt x="70" y="490"/>
                      <a:pt x="179" y="497"/>
                      <a:pt x="245" y="513"/>
                    </a:cubicBezTo>
                    <a:cubicBezTo>
                      <a:pt x="311" y="529"/>
                      <a:pt x="364" y="551"/>
                      <a:pt x="431" y="543"/>
                    </a:cubicBezTo>
                    <a:cubicBezTo>
                      <a:pt x="498" y="535"/>
                      <a:pt x="604" y="505"/>
                      <a:pt x="647" y="465"/>
                    </a:cubicBezTo>
                    <a:cubicBezTo>
                      <a:pt x="690" y="425"/>
                      <a:pt x="685" y="363"/>
                      <a:pt x="689" y="303"/>
                    </a:cubicBezTo>
                    <a:cubicBezTo>
                      <a:pt x="693" y="243"/>
                      <a:pt x="683" y="149"/>
                      <a:pt x="671" y="105"/>
                    </a:cubicBezTo>
                    <a:cubicBezTo>
                      <a:pt x="659" y="61"/>
                      <a:pt x="677" y="56"/>
                      <a:pt x="617" y="39"/>
                    </a:cubicBezTo>
                    <a:cubicBezTo>
                      <a:pt x="557" y="22"/>
                      <a:pt x="401" y="0"/>
                      <a:pt x="311" y="3"/>
                    </a:cubicBezTo>
                    <a:cubicBezTo>
                      <a:pt x="221" y="6"/>
                      <a:pt x="123" y="21"/>
                      <a:pt x="77" y="63"/>
                    </a:cubicBez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44" name="Object 30"/>
              <p:cNvGraphicFramePr>
                <a:graphicFrameLocks noChangeAspect="1"/>
              </p:cNvGraphicFramePr>
              <p:nvPr/>
            </p:nvGraphicFramePr>
            <p:xfrm>
              <a:off x="2798" y="1177"/>
              <a:ext cx="586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7" name="Clip" r:id="rId8" imgW="1305000" imgH="1085760" progId="MS_ClipArt_Gallery.2">
                      <p:embed/>
                    </p:oleObj>
                  </mc:Choice>
                  <mc:Fallback>
                    <p:oleObj name="Clip" r:id="rId8" imgW="1305000" imgH="1085760" progId="MS_ClipArt_Gallery.2">
                      <p:embed/>
                      <p:pic>
                        <p:nvPicPr>
                          <p:cNvPr id="44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1177"/>
                            <a:ext cx="586" cy="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" name="Rectangle 33"/>
          <p:cNvSpPr>
            <a:spLocks noChangeArrowheads="1"/>
          </p:cNvSpPr>
          <p:nvPr/>
        </p:nvSpPr>
        <p:spPr bwMode="auto">
          <a:xfrm>
            <a:off x="1385888" y="2409826"/>
            <a:ext cx="1403747" cy="2702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350"/>
              <a:t>10Mbit</a:t>
            </a:r>
          </a:p>
        </p:txBody>
      </p:sp>
      <p:sp>
        <p:nvSpPr>
          <p:cNvPr id="48" name="Rectangle 34"/>
          <p:cNvSpPr>
            <a:spLocks noChangeArrowheads="1"/>
          </p:cNvSpPr>
          <p:nvPr/>
        </p:nvSpPr>
        <p:spPr bwMode="auto">
          <a:xfrm>
            <a:off x="1385888" y="3436144"/>
            <a:ext cx="1403747" cy="2702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350"/>
              <a:t>10Mbit</a:t>
            </a:r>
          </a:p>
        </p:txBody>
      </p:sp>
      <p:sp>
        <p:nvSpPr>
          <p:cNvPr id="49" name="Rectangle 35"/>
          <p:cNvSpPr>
            <a:spLocks noChangeArrowheads="1"/>
          </p:cNvSpPr>
          <p:nvPr/>
        </p:nvSpPr>
        <p:spPr bwMode="auto">
          <a:xfrm>
            <a:off x="2764632" y="2409826"/>
            <a:ext cx="27385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0" name="Rectangle 36"/>
          <p:cNvSpPr>
            <a:spLocks noChangeArrowheads="1"/>
          </p:cNvSpPr>
          <p:nvPr/>
        </p:nvSpPr>
        <p:spPr bwMode="auto">
          <a:xfrm>
            <a:off x="2736056" y="3436144"/>
            <a:ext cx="53579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1" name="Rectangle 38"/>
          <p:cNvSpPr>
            <a:spLocks noChangeArrowheads="1"/>
          </p:cNvSpPr>
          <p:nvPr/>
        </p:nvSpPr>
        <p:spPr bwMode="auto">
          <a:xfrm>
            <a:off x="2764632" y="2409826"/>
            <a:ext cx="27385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2" name="Rectangle 39"/>
          <p:cNvSpPr>
            <a:spLocks noChangeArrowheads="1"/>
          </p:cNvSpPr>
          <p:nvPr/>
        </p:nvSpPr>
        <p:spPr bwMode="auto">
          <a:xfrm>
            <a:off x="2733675" y="3436144"/>
            <a:ext cx="53579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Rectangle 40"/>
          <p:cNvSpPr>
            <a:spLocks noChangeArrowheads="1"/>
          </p:cNvSpPr>
          <p:nvPr/>
        </p:nvSpPr>
        <p:spPr bwMode="auto">
          <a:xfrm>
            <a:off x="4031457" y="2518173"/>
            <a:ext cx="1999060" cy="2166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4031457" y="4516041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4031457" y="4300538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Rectangle 45"/>
          <p:cNvSpPr>
            <a:spLocks noChangeArrowheads="1"/>
          </p:cNvSpPr>
          <p:nvPr/>
        </p:nvSpPr>
        <p:spPr bwMode="auto">
          <a:xfrm>
            <a:off x="4031457" y="4083844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Rectangle 46"/>
          <p:cNvSpPr>
            <a:spLocks noChangeArrowheads="1"/>
          </p:cNvSpPr>
          <p:nvPr/>
        </p:nvSpPr>
        <p:spPr bwMode="auto">
          <a:xfrm>
            <a:off x="4031457" y="3868341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Rectangle 47"/>
          <p:cNvSpPr>
            <a:spLocks noChangeArrowheads="1"/>
          </p:cNvSpPr>
          <p:nvPr/>
        </p:nvSpPr>
        <p:spPr bwMode="auto">
          <a:xfrm>
            <a:off x="4031457" y="3652838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Rectangle 48"/>
          <p:cNvSpPr>
            <a:spLocks noChangeArrowheads="1"/>
          </p:cNvSpPr>
          <p:nvPr/>
        </p:nvSpPr>
        <p:spPr bwMode="auto">
          <a:xfrm>
            <a:off x="4031457" y="3436144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0" name="Rectangle 49"/>
          <p:cNvSpPr>
            <a:spLocks noChangeArrowheads="1"/>
          </p:cNvSpPr>
          <p:nvPr/>
        </p:nvSpPr>
        <p:spPr bwMode="auto">
          <a:xfrm>
            <a:off x="4031457" y="3220641"/>
            <a:ext cx="1999060" cy="21669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pic>
        <p:nvPicPr>
          <p:cNvPr id="61" name="Picture 50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2525317"/>
            <a:ext cx="290513" cy="1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51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3220642"/>
            <a:ext cx="290513" cy="1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52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3436144"/>
            <a:ext cx="290513" cy="18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53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3652838"/>
            <a:ext cx="290513" cy="18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54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3868342"/>
            <a:ext cx="290513" cy="1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55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4083844"/>
            <a:ext cx="290513" cy="18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56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4300538"/>
            <a:ext cx="290513" cy="18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57" descr="j021295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86225" y="4530329"/>
            <a:ext cx="290513" cy="1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FF5DC304-19D6-4FB4-9C31-6A3E13697022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图片 72" descr="图片包含 游戏机&#10;&#10;描述已自动生成">
            <a:extLst>
              <a:ext uri="{FF2B5EF4-FFF2-40B4-BE49-F238E27FC236}">
                <a16:creationId xmlns:a16="http://schemas.microsoft.com/office/drawing/2014/main" id="{FE9E973C-18E8-49B0-874D-89EC049A6B8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84" y="1545843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9" name="灯片编号占位符 2">
            <a:extLst>
              <a:ext uri="{FF2B5EF4-FFF2-40B4-BE49-F238E27FC236}">
                <a16:creationId xmlns:a16="http://schemas.microsoft.com/office/drawing/2014/main" id="{581BA7C6-58DA-4496-86C7-36D241FA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0CB54B28-6A67-4699-B819-3549FD28D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6A4C42E-C6CB-42D0-9B48-4957D3342C05}"/>
              </a:ext>
            </a:extLst>
          </p:cNvPr>
          <p:cNvSpPr/>
          <p:nvPr/>
        </p:nvSpPr>
        <p:spPr>
          <a:xfrm>
            <a:off x="468120" y="1493250"/>
            <a:ext cx="7460871" cy="6617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的线路中和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的线路中，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 bit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的速度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哪个更快？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878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repeatCount="1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08642E-6 L 5.55556E-7 0.05834 L 0.48594 0.05834 " pathEditMode="relative" rAng="0" ptsTypes="AAA">
                                      <p:cBhvr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88" y="2901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5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0.04445 L 0.48768 0.04445 " pathEditMode="relative" rAng="0" ptsTypes="AAA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75" y="2222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3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0" grpId="0" animBg="1"/>
      <p:bldP spid="70" grpId="1" animBg="1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0562D3F2-1A42-41D5-8D27-290FE26E52CC}"/>
              </a:ext>
            </a:extLst>
          </p:cNvPr>
          <p:cNvSpPr/>
          <p:nvPr/>
        </p:nvSpPr>
        <p:spPr>
          <a:xfrm>
            <a:off x="6196969" y="2912201"/>
            <a:ext cx="1903424" cy="9853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7D0F66-9E74-43CB-ACED-0773A6C3E878}"/>
              </a:ext>
            </a:extLst>
          </p:cNvPr>
          <p:cNvSpPr/>
          <p:nvPr/>
        </p:nvSpPr>
        <p:spPr>
          <a:xfrm>
            <a:off x="1036706" y="1742035"/>
            <a:ext cx="7770167" cy="1027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31379" y="1391309"/>
            <a:ext cx="5108773" cy="30174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lnSpcReduction="10000"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传播和传输时延的区别：汽车车队的类比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331640" y="1812785"/>
            <a:ext cx="5904656" cy="830205"/>
            <a:chOff x="1265542" y="2204864"/>
            <a:chExt cx="6762842" cy="1106939"/>
          </a:xfrm>
        </p:grpSpPr>
        <p:grpSp>
          <p:nvGrpSpPr>
            <p:cNvPr id="97" name="Group 43"/>
            <p:cNvGrpSpPr>
              <a:grpSpLocks/>
            </p:cNvGrpSpPr>
            <p:nvPr/>
          </p:nvGrpSpPr>
          <p:grpSpPr bwMode="auto">
            <a:xfrm>
              <a:off x="5586909" y="2277965"/>
              <a:ext cx="948990" cy="1033838"/>
              <a:chOff x="1298" y="938"/>
              <a:chExt cx="727" cy="792"/>
            </a:xfrm>
          </p:grpSpPr>
          <p:sp>
            <p:nvSpPr>
              <p:cNvPr id="121" name="Rectangle 44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Text Box 45"/>
              <p:cNvSpPr txBox="1">
                <a:spLocks noChangeArrowheads="1"/>
              </p:cNvSpPr>
              <p:nvPr/>
            </p:nvSpPr>
            <p:spPr bwMode="auto">
              <a:xfrm>
                <a:off x="1298" y="1416"/>
                <a:ext cx="727" cy="31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收费站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</p:grpSp>
        <p:grpSp>
          <p:nvGrpSpPr>
            <p:cNvPr id="98" name="Group 46"/>
            <p:cNvGrpSpPr>
              <a:grpSpLocks/>
            </p:cNvGrpSpPr>
            <p:nvPr/>
          </p:nvGrpSpPr>
          <p:grpSpPr bwMode="auto">
            <a:xfrm>
              <a:off x="3181145" y="2277965"/>
              <a:ext cx="948990" cy="1033838"/>
              <a:chOff x="1252" y="938"/>
              <a:chExt cx="727" cy="792"/>
            </a:xfrm>
          </p:grpSpPr>
          <p:sp>
            <p:nvSpPr>
              <p:cNvPr id="119" name="Rectangle 47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Text Box 48"/>
              <p:cNvSpPr txBox="1">
                <a:spLocks noChangeArrowheads="1"/>
              </p:cNvSpPr>
              <p:nvPr/>
            </p:nvSpPr>
            <p:spPr bwMode="auto">
              <a:xfrm>
                <a:off x="1252" y="1416"/>
                <a:ext cx="727" cy="31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收费站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sp>
          <p:nvSpPr>
            <p:cNvPr id="100" name="Text Box 50"/>
            <p:cNvSpPr txBox="1">
              <a:spLocks noChangeArrowheads="1"/>
            </p:cNvSpPr>
            <p:nvPr/>
          </p:nvSpPr>
          <p:spPr bwMode="auto">
            <a:xfrm>
              <a:off x="1788715" y="2876214"/>
              <a:ext cx="1070746" cy="41036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车车队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51"/>
            <p:cNvSpPr>
              <a:spLocks noChangeShapeType="1"/>
            </p:cNvSpPr>
            <p:nvPr/>
          </p:nvSpPr>
          <p:spPr bwMode="auto">
            <a:xfrm flipH="1">
              <a:off x="3790747" y="2532507"/>
              <a:ext cx="541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Text Box 52"/>
            <p:cNvSpPr txBox="1">
              <a:spLocks noChangeArrowheads="1"/>
            </p:cNvSpPr>
            <p:nvPr/>
          </p:nvSpPr>
          <p:spPr bwMode="auto">
            <a:xfrm>
              <a:off x="4332468" y="2368033"/>
              <a:ext cx="1031228" cy="73866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 km</a:t>
              </a:r>
            </a:p>
          </p:txBody>
        </p:sp>
        <p:sp>
          <p:nvSpPr>
            <p:cNvPr id="103" name="Line 53"/>
            <p:cNvSpPr>
              <a:spLocks noChangeShapeType="1"/>
            </p:cNvSpPr>
            <p:nvPr/>
          </p:nvSpPr>
          <p:spPr bwMode="auto">
            <a:xfrm flipH="1" flipV="1">
              <a:off x="6251336" y="2531202"/>
              <a:ext cx="511698" cy="1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Text Box 54"/>
            <p:cNvSpPr txBox="1">
              <a:spLocks noChangeArrowheads="1"/>
            </p:cNvSpPr>
            <p:nvPr/>
          </p:nvSpPr>
          <p:spPr bwMode="auto">
            <a:xfrm>
              <a:off x="6763033" y="2368033"/>
              <a:ext cx="1116076" cy="73866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 km</a:t>
              </a:r>
            </a:p>
          </p:txBody>
        </p:sp>
        <p:sp>
          <p:nvSpPr>
            <p:cNvPr id="105" name="Line 55"/>
            <p:cNvSpPr>
              <a:spLocks noChangeShapeType="1"/>
            </p:cNvSpPr>
            <p:nvPr/>
          </p:nvSpPr>
          <p:spPr bwMode="auto">
            <a:xfrm>
              <a:off x="7799947" y="2532507"/>
              <a:ext cx="2284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Oval 56"/>
            <p:cNvSpPr>
              <a:spLocks noChangeArrowheads="1"/>
            </p:cNvSpPr>
            <p:nvPr/>
          </p:nvSpPr>
          <p:spPr bwMode="auto">
            <a:xfrm>
              <a:off x="1935841" y="2532507"/>
              <a:ext cx="61352" cy="613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Oval 57"/>
            <p:cNvSpPr>
              <a:spLocks noChangeArrowheads="1"/>
            </p:cNvSpPr>
            <p:nvPr/>
          </p:nvSpPr>
          <p:spPr bwMode="auto">
            <a:xfrm>
              <a:off x="2061155" y="2532507"/>
              <a:ext cx="61352" cy="613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Oval 58"/>
            <p:cNvSpPr>
              <a:spLocks noChangeArrowheads="1"/>
            </p:cNvSpPr>
            <p:nvPr/>
          </p:nvSpPr>
          <p:spPr bwMode="auto">
            <a:xfrm>
              <a:off x="2245210" y="2532507"/>
              <a:ext cx="61352" cy="613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9" name="Picture 59" descr="MCj0398517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33974" y="2459408"/>
              <a:ext cx="616126" cy="180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60" descr="MCj0398517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92302" y="2455491"/>
              <a:ext cx="616126" cy="180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1" name="Group 61"/>
            <p:cNvGrpSpPr>
              <a:grpSpLocks/>
            </p:cNvGrpSpPr>
            <p:nvPr/>
          </p:nvGrpSpPr>
          <p:grpSpPr bwMode="auto">
            <a:xfrm>
              <a:off x="3418721" y="2204864"/>
              <a:ext cx="377247" cy="639622"/>
              <a:chOff x="2365" y="1352"/>
              <a:chExt cx="1022" cy="1616"/>
            </a:xfrm>
          </p:grpSpPr>
          <p:pic>
            <p:nvPicPr>
              <p:cNvPr id="117" name="Picture 6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8" name="Rectangle 63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12" name="Picture 64" descr="MCj0398517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61848" y="2476377"/>
              <a:ext cx="616126" cy="180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3" name="Group 65"/>
            <p:cNvGrpSpPr>
              <a:grpSpLocks/>
            </p:cNvGrpSpPr>
            <p:nvPr/>
          </p:nvGrpSpPr>
          <p:grpSpPr bwMode="auto">
            <a:xfrm>
              <a:off x="5821875" y="2228360"/>
              <a:ext cx="377247" cy="639622"/>
              <a:chOff x="2365" y="1352"/>
              <a:chExt cx="1022" cy="1616"/>
            </a:xfrm>
          </p:grpSpPr>
          <p:pic>
            <p:nvPicPr>
              <p:cNvPr id="115" name="Picture 6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Rectangle 67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4" name="Line 68"/>
            <p:cNvSpPr>
              <a:spLocks noChangeShapeType="1"/>
            </p:cNvSpPr>
            <p:nvPr/>
          </p:nvSpPr>
          <p:spPr bwMode="auto">
            <a:xfrm>
              <a:off x="5363695" y="2532507"/>
              <a:ext cx="5691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AutoShape 49"/>
            <p:cNvSpPr>
              <a:spLocks/>
            </p:cNvSpPr>
            <p:nvPr/>
          </p:nvSpPr>
          <p:spPr bwMode="auto">
            <a:xfrm rot="16200000">
              <a:off x="2334299" y="1695449"/>
              <a:ext cx="137716" cy="2275229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4" name="Rectangle 3"/>
          <p:cNvSpPr txBox="1">
            <a:spLocks noChangeArrowheads="1"/>
          </p:cNvSpPr>
          <p:nvPr/>
        </p:nvSpPr>
        <p:spPr bwMode="auto">
          <a:xfrm>
            <a:off x="4879188" y="4020669"/>
            <a:ext cx="979476" cy="84898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mins</a:t>
            </a:r>
            <a:endParaRPr lang="en-US" altLang="ja-JP" sz="14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 mins</a:t>
            </a:r>
          </a:p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62 mins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52CA60D-244A-4674-8CB0-EE221B2541DA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4F3C97E8-D2C4-45A7-9B44-00F64BC6C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666" y="2914774"/>
            <a:ext cx="3006548" cy="10508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r" eaLnBrk="1" hangingPunct="1">
              <a:spcBef>
                <a:spcPts val="0"/>
              </a:spcBef>
              <a:spcAft>
                <a:spcPts val="600"/>
              </a:spcAft>
              <a:buSzPct val="75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收费站通过汽车所需时间：</a:t>
            </a:r>
            <a:b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5113" indent="-265113" algn="r" eaLnBrk="1" hangingPunct="1">
              <a:buSzPct val="75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汽车在高速路的平均速度：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 descr="图片包含 游戏机&#10;&#10;描述已自动生成">
            <a:extLst>
              <a:ext uri="{FF2B5EF4-FFF2-40B4-BE49-F238E27FC236}">
                <a16:creationId xmlns:a16="http://schemas.microsoft.com/office/drawing/2014/main" id="{02231EF0-D634-4DD4-8132-309878AB7A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9" y="4281949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灯片编号占位符 2">
            <a:extLst>
              <a:ext uri="{FF2B5EF4-FFF2-40B4-BE49-F238E27FC236}">
                <a16:creationId xmlns:a16="http://schemas.microsoft.com/office/drawing/2014/main" id="{37F596DB-EDF4-41E5-83EF-D0EBCA77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162FA00F-FF73-48FA-81EA-1D70BE3D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3392D9CE-0223-4FCB-980C-F057CD845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9073" y="4020669"/>
            <a:ext cx="979476" cy="8489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 mins</a:t>
            </a:r>
            <a:endParaRPr lang="en-US" altLang="ja-JP" sz="1400" dirty="0">
              <a:solidFill>
                <a:srgbClr val="00B0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 mins</a:t>
            </a:r>
          </a:p>
          <a:p>
            <a:pPr marL="0" indent="0" algn="r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en-US" altLang="zh-CN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 mins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E9BD13EE-8C26-46D3-B9C4-C1535FD16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353" y="4020669"/>
            <a:ext cx="940174" cy="84898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ja-JP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 时 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ABF089-D154-450B-89C9-50DC6744A4A2}"/>
              </a:ext>
            </a:extLst>
          </p:cNvPr>
          <p:cNvSpPr/>
          <p:nvPr/>
        </p:nvSpPr>
        <p:spPr>
          <a:xfrm>
            <a:off x="6189171" y="2916519"/>
            <a:ext cx="1772500" cy="553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人工收费站每</a:t>
            </a:r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60s 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辆车完成收费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7EC5AC-8949-49F7-85F8-27B73BEBEDEE}"/>
              </a:ext>
            </a:extLst>
          </p:cNvPr>
          <p:cNvSpPr/>
          <p:nvPr/>
        </p:nvSpPr>
        <p:spPr>
          <a:xfrm>
            <a:off x="7180730" y="2136412"/>
            <a:ext cx="1673368" cy="6001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9388" lvl="1" indent="-179388"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~bit; </a:t>
            </a:r>
          </a:p>
          <a:p>
            <a:pPr marL="179388" lvl="1" indent="-179388"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~ packet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CEF3280-025B-49A0-9E45-995BD1C06205}"/>
              </a:ext>
            </a:extLst>
          </p:cNvPr>
          <p:cNvSpPr/>
          <p:nvPr/>
        </p:nvSpPr>
        <p:spPr>
          <a:xfrm>
            <a:off x="6189171" y="3498637"/>
            <a:ext cx="1683216" cy="3231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km/hr</a:t>
            </a:r>
            <a:endParaRPr lang="zh-CN" altLang="en-US" sz="1500" dirty="0">
              <a:solidFill>
                <a:srgbClr val="00B05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B104E5-5095-4FE9-93FB-B68D122B7917}"/>
              </a:ext>
            </a:extLst>
          </p:cNvPr>
          <p:cNvSpPr/>
          <p:nvPr/>
        </p:nvSpPr>
        <p:spPr>
          <a:xfrm>
            <a:off x="831379" y="4168647"/>
            <a:ext cx="3069580" cy="5847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-57150">
              <a:spcBef>
                <a:spcPts val="600"/>
              </a:spcBef>
              <a:buClr>
                <a:srgbClr val="0000FF"/>
              </a:buClr>
              <a:buSzPct val="75000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问题：两种情况下整个车队到达第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个收费站分别需要多长时间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7E058-7AC8-493B-B7F0-EF8A7A9B934D}"/>
              </a:ext>
            </a:extLst>
          </p:cNvPr>
          <p:cNvSpPr/>
          <p:nvPr/>
        </p:nvSpPr>
        <p:spPr>
          <a:xfrm>
            <a:off x="4159406" y="2914774"/>
            <a:ext cx="1772500" cy="982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049AF62C-2F99-40E5-9F46-5AB056E32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124" y="4020669"/>
            <a:ext cx="940174" cy="84898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ja-JP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 eaLnBrk="1" hangingPunct="1">
              <a:spcBef>
                <a:spcPts val="6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 时 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BCA4AAE-4A30-4246-B39B-A79956EE3E34}"/>
              </a:ext>
            </a:extLst>
          </p:cNvPr>
          <p:cNvSpPr/>
          <p:nvPr/>
        </p:nvSpPr>
        <p:spPr>
          <a:xfrm>
            <a:off x="4139952" y="2916519"/>
            <a:ext cx="1683216" cy="553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收费站每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12s 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辆车完成收费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7568B38-7A55-4FFC-9F0D-FB4433338240}"/>
              </a:ext>
            </a:extLst>
          </p:cNvPr>
          <p:cNvSpPr/>
          <p:nvPr/>
        </p:nvSpPr>
        <p:spPr>
          <a:xfrm>
            <a:off x="4139952" y="3498637"/>
            <a:ext cx="1683216" cy="3231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km/hr</a:t>
            </a:r>
            <a:endParaRPr lang="zh-CN" altLang="en-US" sz="1500" dirty="0">
              <a:solidFill>
                <a:srgbClr val="0070C0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0D221D3-DFEF-4C40-9091-F25537BC7D96}"/>
              </a:ext>
            </a:extLst>
          </p:cNvPr>
          <p:cNvSpPr/>
          <p:nvPr/>
        </p:nvSpPr>
        <p:spPr>
          <a:xfrm>
            <a:off x="4159406" y="3897598"/>
            <a:ext cx="1772500" cy="982824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C7802F-D9D9-4EB8-BD16-5CA6BB7FA6FC}"/>
              </a:ext>
            </a:extLst>
          </p:cNvPr>
          <p:cNvSpPr/>
          <p:nvPr/>
        </p:nvSpPr>
        <p:spPr>
          <a:xfrm>
            <a:off x="6196969" y="3895025"/>
            <a:ext cx="1903424" cy="98539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E9921AD-9679-42E8-A2BF-8A8F7D52E47F}"/>
              </a:ext>
            </a:extLst>
          </p:cNvPr>
          <p:cNvSpPr/>
          <p:nvPr/>
        </p:nvSpPr>
        <p:spPr>
          <a:xfrm>
            <a:off x="7429635" y="3587248"/>
            <a:ext cx="67075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buSzPct val="75000"/>
            </a:pPr>
            <a:r>
              <a:rPr lang="en-US" altLang="zh-CN" sz="1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4F7834E-B787-4C70-916F-C34E3E84F724}"/>
              </a:ext>
            </a:extLst>
          </p:cNvPr>
          <p:cNvSpPr/>
          <p:nvPr/>
        </p:nvSpPr>
        <p:spPr>
          <a:xfrm>
            <a:off x="5265076" y="3587248"/>
            <a:ext cx="67075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buSzPct val="75000"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case1</a:t>
            </a:r>
          </a:p>
        </p:txBody>
      </p:sp>
    </p:spTree>
    <p:extLst>
      <p:ext uri="{BB962C8B-B14F-4D97-AF65-F5344CB8AC3E}">
        <p14:creationId xmlns:p14="http://schemas.microsoft.com/office/powerpoint/2010/main" val="234048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8" grpId="0" animBg="1"/>
      <p:bldP spid="124" grpId="0"/>
      <p:bldP spid="35" grpId="0"/>
      <p:bldP spid="38" grpId="0" animBg="1"/>
      <p:bldP spid="38" grpId="1" animBg="1"/>
      <p:bldP spid="39" grpId="0"/>
      <p:bldP spid="40" grpId="0"/>
      <p:bldP spid="4" grpId="0"/>
      <p:bldP spid="5" grpId="0"/>
      <p:bldP spid="41" grpId="0"/>
      <p:bldP spid="6" grpId="0"/>
      <p:bldP spid="9" grpId="0" animBg="1"/>
      <p:bldP spid="51" grpId="0"/>
      <p:bldP spid="60" grpId="0"/>
      <p:bldP spid="61" grpId="0"/>
      <p:bldP spid="65" grpId="0" animBg="1"/>
      <p:bldP spid="66" grpId="0" animBg="1"/>
      <p:bldP spid="69" grpId="0" animBg="1"/>
      <p:bldP spid="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69" name="右大括号 68"/>
          <p:cNvSpPr/>
          <p:nvPr/>
        </p:nvSpPr>
        <p:spPr>
          <a:xfrm rot="5400000">
            <a:off x="5021011" y="2427375"/>
            <a:ext cx="189206" cy="1343096"/>
          </a:xfrm>
          <a:prstGeom prst="rightBrace">
            <a:avLst/>
          </a:prstGeom>
          <a:ln w="12700">
            <a:solidFill>
              <a:srgbClr val="E186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5" name="Text Box 72"/>
          <p:cNvSpPr txBox="1">
            <a:spLocks noChangeArrowheads="1"/>
          </p:cNvSpPr>
          <p:nvPr/>
        </p:nvSpPr>
        <p:spPr bwMode="auto">
          <a:xfrm>
            <a:off x="4843510" y="3711828"/>
            <a:ext cx="53091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</a:t>
            </a:r>
            <a:endParaRPr lang="en-US" altLang="zh-CN" sz="135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642975" y="3224588"/>
            <a:ext cx="3240801" cy="1361008"/>
          </a:xfrm>
          <a:prstGeom prst="roundRect">
            <a:avLst>
              <a:gd name="adj" fmla="val 6481"/>
            </a:avLst>
          </a:prstGeom>
          <a:solidFill>
            <a:srgbClr val="E9F5D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分组在链路上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奔跑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完全程所需的时间 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(μs-ms)</a:t>
            </a:r>
          </a:p>
          <a:p>
            <a:pPr marL="214313" indent="-214313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链路长度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，传播速度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marL="214313" indent="-214313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altLang="zh-CN" sz="1600" i="1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i="1" baseline="-25000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=d/</a:t>
            </a:r>
            <a:r>
              <a:rPr lang="en-US" altLang="zh-CN" sz="1600" i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cxnSp>
        <p:nvCxnSpPr>
          <p:cNvPr id="72" name="直接连接符 71"/>
          <p:cNvCxnSpPr/>
          <p:nvPr/>
        </p:nvCxnSpPr>
        <p:spPr>
          <a:xfrm>
            <a:off x="5112060" y="3281351"/>
            <a:ext cx="0" cy="442527"/>
          </a:xfrm>
          <a:prstGeom prst="line">
            <a:avLst/>
          </a:prstGeom>
          <a:ln w="12700">
            <a:solidFill>
              <a:srgbClr val="E1860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9D2E33F9-1080-4928-8437-34D0405EC485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959F31A-0B05-433F-AC00-2ADCCDE943D5}"/>
              </a:ext>
            </a:extLst>
          </p:cNvPr>
          <p:cNvSpPr/>
          <p:nvPr/>
        </p:nvSpPr>
        <p:spPr>
          <a:xfrm>
            <a:off x="1061527" y="1339626"/>
            <a:ext cx="20729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9388" lvl="1" indent="-179388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50BAFBB-4D90-4A10-BC7E-518B4D2C511F}"/>
              </a:ext>
            </a:extLst>
          </p:cNvPr>
          <p:cNvGrpSpPr/>
          <p:nvPr/>
        </p:nvGrpSpPr>
        <p:grpSpPr>
          <a:xfrm>
            <a:off x="2356292" y="1934148"/>
            <a:ext cx="4322207" cy="1269898"/>
            <a:chOff x="2356292" y="1934148"/>
            <a:chExt cx="4322207" cy="1269898"/>
          </a:xfrm>
        </p:grpSpPr>
        <p:grpSp>
          <p:nvGrpSpPr>
            <p:cNvPr id="119" name="Group 170">
              <a:extLst>
                <a:ext uri="{FF2B5EF4-FFF2-40B4-BE49-F238E27FC236}">
                  <a16:creationId xmlns:a16="http://schemas.microsoft.com/office/drawing/2014/main" id="{965CBD82-7C45-4794-9B8A-25A9478EB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153" name="Oval 407">
                <a:extLst>
                  <a:ext uri="{FF2B5EF4-FFF2-40B4-BE49-F238E27FC236}">
                    <a16:creationId xmlns:a16="http://schemas.microsoft.com/office/drawing/2014/main" id="{AA2ECD24-C874-4D42-819A-CD8D43B20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410">
                <a:extLst>
                  <a:ext uri="{FF2B5EF4-FFF2-40B4-BE49-F238E27FC236}">
                    <a16:creationId xmlns:a16="http://schemas.microsoft.com/office/drawing/2014/main" id="{437AA4A0-2C59-45E7-965D-3A6B3ACA9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Oval 411">
                <a:extLst>
                  <a:ext uri="{FF2B5EF4-FFF2-40B4-BE49-F238E27FC236}">
                    <a16:creationId xmlns:a16="http://schemas.microsoft.com/office/drawing/2014/main" id="{B94C5414-4F5B-4A72-844B-059A9F7A9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6" name="Group 174">
                <a:extLst>
                  <a:ext uri="{FF2B5EF4-FFF2-40B4-BE49-F238E27FC236}">
                    <a16:creationId xmlns:a16="http://schemas.microsoft.com/office/drawing/2014/main" id="{B5579CC5-61BE-471E-9550-D3C9EE5662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59" name="Freeform 175">
                  <a:extLst>
                    <a:ext uri="{FF2B5EF4-FFF2-40B4-BE49-F238E27FC236}">
                      <a16:creationId xmlns:a16="http://schemas.microsoft.com/office/drawing/2014/main" id="{4E03FF27-CA54-4730-8A50-BF6152BDB1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76">
                  <a:extLst>
                    <a:ext uri="{FF2B5EF4-FFF2-40B4-BE49-F238E27FC236}">
                      <a16:creationId xmlns:a16="http://schemas.microsoft.com/office/drawing/2014/main" id="{E9B0D6A4-85F3-4B6D-A145-C2143C1CDB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7" name="Line 177">
                <a:extLst>
                  <a:ext uri="{FF2B5EF4-FFF2-40B4-BE49-F238E27FC236}">
                    <a16:creationId xmlns:a16="http://schemas.microsoft.com/office/drawing/2014/main" id="{71898E96-BDBC-47C8-8167-06CDF4E0B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178">
                <a:extLst>
                  <a:ext uri="{FF2B5EF4-FFF2-40B4-BE49-F238E27FC236}">
                    <a16:creationId xmlns:a16="http://schemas.microsoft.com/office/drawing/2014/main" id="{D0263428-2723-40AD-97D9-130C45F0F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0" name="Line 24">
              <a:extLst>
                <a:ext uri="{FF2B5EF4-FFF2-40B4-BE49-F238E27FC236}">
                  <a16:creationId xmlns:a16="http://schemas.microsoft.com/office/drawing/2014/main" id="{7EA94FC4-3080-4317-8B28-45721200D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25">
              <a:extLst>
                <a:ext uri="{FF2B5EF4-FFF2-40B4-BE49-F238E27FC236}">
                  <a16:creationId xmlns:a16="http://schemas.microsoft.com/office/drawing/2014/main" id="{7447DE42-CC4B-4284-9745-C47081C75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26">
              <a:extLst>
                <a:ext uri="{FF2B5EF4-FFF2-40B4-BE49-F238E27FC236}">
                  <a16:creationId xmlns:a16="http://schemas.microsoft.com/office/drawing/2014/main" id="{D93A1BC1-BB1C-446B-888B-30002A9D5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0796" y="2569443"/>
              <a:ext cx="1423034" cy="2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45">
              <a:extLst>
                <a:ext uri="{FF2B5EF4-FFF2-40B4-BE49-F238E27FC236}">
                  <a16:creationId xmlns:a16="http://schemas.microsoft.com/office/drawing/2014/main" id="{06BDF4ED-E17D-49E0-B52D-5CD5A9EC3C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Text Box 47">
              <a:extLst>
                <a:ext uri="{FF2B5EF4-FFF2-40B4-BE49-F238E27FC236}">
                  <a16:creationId xmlns:a16="http://schemas.microsoft.com/office/drawing/2014/main" id="{1203AA2B-13D1-421D-A2C9-3BBA23A42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25" name="Text Box 48">
              <a:extLst>
                <a:ext uri="{FF2B5EF4-FFF2-40B4-BE49-F238E27FC236}">
                  <a16:creationId xmlns:a16="http://schemas.microsoft.com/office/drawing/2014/main" id="{7E41BBD5-74DA-4581-82F0-B400C799C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368" y="193415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26" name="Rectangle 84">
              <a:extLst>
                <a:ext uri="{FF2B5EF4-FFF2-40B4-BE49-F238E27FC236}">
                  <a16:creationId xmlns:a16="http://schemas.microsoft.com/office/drawing/2014/main" id="{B5DB0A90-9448-4845-8707-B2C049506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85">
              <a:extLst>
                <a:ext uri="{FF2B5EF4-FFF2-40B4-BE49-F238E27FC236}">
                  <a16:creationId xmlns:a16="http://schemas.microsoft.com/office/drawing/2014/main" id="{13C1A496-8849-480C-B40C-63FEB2956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86">
              <a:extLst>
                <a:ext uri="{FF2B5EF4-FFF2-40B4-BE49-F238E27FC236}">
                  <a16:creationId xmlns:a16="http://schemas.microsoft.com/office/drawing/2014/main" id="{9B6D1457-1A22-425F-98CC-0F84A3C08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876E67EC-925A-4BFE-8E2A-C2AD3514F43B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148" name="Rectangle 40">
                <a:extLst>
                  <a:ext uri="{FF2B5EF4-FFF2-40B4-BE49-F238E27FC236}">
                    <a16:creationId xmlns:a16="http://schemas.microsoft.com/office/drawing/2014/main" id="{9D09A7FD-8230-4154-B5D7-AA1B64473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Rectangle 41">
                <a:extLst>
                  <a:ext uri="{FF2B5EF4-FFF2-40B4-BE49-F238E27FC236}">
                    <a16:creationId xmlns:a16="http://schemas.microsoft.com/office/drawing/2014/main" id="{C9B2C964-15C4-412E-B4FB-3BAC08D48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Rectangle 88">
                <a:extLst>
                  <a:ext uri="{FF2B5EF4-FFF2-40B4-BE49-F238E27FC236}">
                    <a16:creationId xmlns:a16="http://schemas.microsoft.com/office/drawing/2014/main" id="{226D9643-D950-4EB3-BFD2-48A470031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Rectangle 89">
                <a:extLst>
                  <a:ext uri="{FF2B5EF4-FFF2-40B4-BE49-F238E27FC236}">
                    <a16:creationId xmlns:a16="http://schemas.microsoft.com/office/drawing/2014/main" id="{B8B52F83-2612-492A-A677-479586A46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Rectangle 90">
                <a:extLst>
                  <a:ext uri="{FF2B5EF4-FFF2-40B4-BE49-F238E27FC236}">
                    <a16:creationId xmlns:a16="http://schemas.microsoft.com/office/drawing/2014/main" id="{105F370A-6DFE-4D54-B409-A320627E9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30" name="Picture 65" descr="desktop_computer_stylized_medium">
              <a:extLst>
                <a:ext uri="{FF2B5EF4-FFF2-40B4-BE49-F238E27FC236}">
                  <a16:creationId xmlns:a16="http://schemas.microsoft.com/office/drawing/2014/main" id="{A63F6FDF-14D0-48A7-B3FB-6C3794E6D9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" name="Freeform 66">
              <a:extLst>
                <a:ext uri="{FF2B5EF4-FFF2-40B4-BE49-F238E27FC236}">
                  <a16:creationId xmlns:a16="http://schemas.microsoft.com/office/drawing/2014/main" id="{88418694-6C22-4E9C-8ADC-8878542A14F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8C717EFA-F71E-4E07-B941-D4E8D8C7D1B8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146" name="Picture 68" descr="desktop_computer_stylized_medium">
                <a:extLst>
                  <a:ext uri="{FF2B5EF4-FFF2-40B4-BE49-F238E27FC236}">
                    <a16:creationId xmlns:a16="http://schemas.microsoft.com/office/drawing/2014/main" id="{D26B7358-E0FE-4BC0-BCC8-34172FD51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" name="Freeform 69">
                <a:extLst>
                  <a:ext uri="{FF2B5EF4-FFF2-40B4-BE49-F238E27FC236}">
                    <a16:creationId xmlns:a16="http://schemas.microsoft.com/office/drawing/2014/main" id="{6A9C54FB-F74A-48B0-8A97-7B1DCEF0AF3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931A7A5B-E702-4217-8E58-23B8A25AAECF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144" name="Line 44">
                <a:extLst>
                  <a:ext uri="{FF2B5EF4-FFF2-40B4-BE49-F238E27FC236}">
                    <a16:creationId xmlns:a16="http://schemas.microsoft.com/office/drawing/2014/main" id="{5DF26A40-B811-459A-8D30-5015247A5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Rectangle 42">
                <a:extLst>
                  <a:ext uri="{FF2B5EF4-FFF2-40B4-BE49-F238E27FC236}">
                    <a16:creationId xmlns:a16="http://schemas.microsoft.com/office/drawing/2014/main" id="{FBCD7455-D33F-4F1F-A791-DFE8B6F4D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4" name="Rectangle 63">
              <a:extLst>
                <a:ext uri="{FF2B5EF4-FFF2-40B4-BE49-F238E27FC236}">
                  <a16:creationId xmlns:a16="http://schemas.microsoft.com/office/drawing/2014/main" id="{12F22ECF-1CEE-4602-A128-B058F704B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5" name="Group 170">
              <a:extLst>
                <a:ext uri="{FF2B5EF4-FFF2-40B4-BE49-F238E27FC236}">
                  <a16:creationId xmlns:a16="http://schemas.microsoft.com/office/drawing/2014/main" id="{31B0FA27-B6F1-4839-83F1-0E3BDD4D7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7437" y="2375297"/>
              <a:ext cx="881062" cy="422275"/>
              <a:chOff x="2356" y="1300"/>
              <a:chExt cx="555" cy="194"/>
            </a:xfrm>
          </p:grpSpPr>
          <p:sp>
            <p:nvSpPr>
              <p:cNvPr id="136" name="Oval 407">
                <a:extLst>
                  <a:ext uri="{FF2B5EF4-FFF2-40B4-BE49-F238E27FC236}">
                    <a16:creationId xmlns:a16="http://schemas.microsoft.com/office/drawing/2014/main" id="{B3655134-C192-4BC1-86FB-BABBC4181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Rectangle 410">
                <a:extLst>
                  <a:ext uri="{FF2B5EF4-FFF2-40B4-BE49-F238E27FC236}">
                    <a16:creationId xmlns:a16="http://schemas.microsoft.com/office/drawing/2014/main" id="{F250992C-D248-469E-9110-0F725DD39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8" name="Oval 411">
                <a:extLst>
                  <a:ext uri="{FF2B5EF4-FFF2-40B4-BE49-F238E27FC236}">
                    <a16:creationId xmlns:a16="http://schemas.microsoft.com/office/drawing/2014/main" id="{F4EA702C-9F0F-4728-9291-CC3E9DBB0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9" name="Group 174">
                <a:extLst>
                  <a:ext uri="{FF2B5EF4-FFF2-40B4-BE49-F238E27FC236}">
                    <a16:creationId xmlns:a16="http://schemas.microsoft.com/office/drawing/2014/main" id="{512C23D7-C8AC-401F-B558-DF11C61835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2" name="Freeform 175">
                  <a:extLst>
                    <a:ext uri="{FF2B5EF4-FFF2-40B4-BE49-F238E27FC236}">
                      <a16:creationId xmlns:a16="http://schemas.microsoft.com/office/drawing/2014/main" id="{AE441A76-6330-47A8-BC93-5CAB97239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76">
                  <a:extLst>
                    <a:ext uri="{FF2B5EF4-FFF2-40B4-BE49-F238E27FC236}">
                      <a16:creationId xmlns:a16="http://schemas.microsoft.com/office/drawing/2014/main" id="{20C9B5D2-6107-4D2E-AACA-D50EE91150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0" name="Line 177">
                <a:extLst>
                  <a:ext uri="{FF2B5EF4-FFF2-40B4-BE49-F238E27FC236}">
                    <a16:creationId xmlns:a16="http://schemas.microsoft.com/office/drawing/2014/main" id="{EA18CDC3-EB60-41ED-9948-5A73CED8F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178">
                <a:extLst>
                  <a:ext uri="{FF2B5EF4-FFF2-40B4-BE49-F238E27FC236}">
                    <a16:creationId xmlns:a16="http://schemas.microsoft.com/office/drawing/2014/main" id="{0F1C8101-463A-4495-9B1F-4E1AE9863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" name="灯片编号占位符 2">
            <a:extLst>
              <a:ext uri="{FF2B5EF4-FFF2-40B4-BE49-F238E27FC236}">
                <a16:creationId xmlns:a16="http://schemas.microsoft.com/office/drawing/2014/main" id="{085ECBAD-3C2C-4B28-AC01-BB1A7185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8BECC655-BFDA-49AC-9691-FC51AFF2A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758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68" name="右大括号 67"/>
          <p:cNvSpPr/>
          <p:nvPr/>
        </p:nvSpPr>
        <p:spPr>
          <a:xfrm rot="5400000">
            <a:off x="4297660" y="3056626"/>
            <a:ext cx="189206" cy="94223"/>
          </a:xfrm>
          <a:prstGeom prst="rightBrac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" name="Text Box 72"/>
          <p:cNvSpPr txBox="1">
            <a:spLocks noChangeArrowheads="1"/>
          </p:cNvSpPr>
          <p:nvPr/>
        </p:nvSpPr>
        <p:spPr bwMode="auto">
          <a:xfrm>
            <a:off x="4168153" y="3651870"/>
            <a:ext cx="530915" cy="5078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</a:t>
            </a:r>
            <a:endParaRPr lang="en-US" altLang="zh-CN" sz="13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13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5085885" y="3209344"/>
            <a:ext cx="2861117" cy="1446026"/>
          </a:xfrm>
          <a:prstGeom prst="roundRect">
            <a:avLst>
              <a:gd name="adj" fmla="val 6481"/>
            </a:avLst>
          </a:prstGeom>
          <a:solidFill>
            <a:srgbClr val="D5EDFF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设：输出链路带宽为</a:t>
            </a:r>
            <a:r>
              <a:rPr lang="en-US" altLang="zh-CN" sz="16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  <a:p>
            <a:pPr marL="214313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则：将长度为</a:t>
            </a:r>
            <a:r>
              <a:rPr lang="en-US" altLang="zh-CN" sz="16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的分组发送到链路中所需的时间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14313" indent="-214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i="1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4392711" y="3209343"/>
            <a:ext cx="0" cy="442527"/>
          </a:xfrm>
          <a:prstGeom prst="line">
            <a:avLst/>
          </a:prstGeom>
          <a:ln w="12700">
            <a:solidFill>
              <a:srgbClr val="0066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76117159-5DF8-4F33-A025-C93D086432F7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867FCBE-3B8B-444C-ADE4-EBF267B5847B}"/>
              </a:ext>
            </a:extLst>
          </p:cNvPr>
          <p:cNvSpPr/>
          <p:nvPr/>
        </p:nvSpPr>
        <p:spPr>
          <a:xfrm>
            <a:off x="1061527" y="1339626"/>
            <a:ext cx="20729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9388" lvl="1" indent="-179388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5336C267-21C4-4EB7-A8E8-8572AEB3DD4F}"/>
              </a:ext>
            </a:extLst>
          </p:cNvPr>
          <p:cNvGrpSpPr/>
          <p:nvPr/>
        </p:nvGrpSpPr>
        <p:grpSpPr>
          <a:xfrm>
            <a:off x="2356292" y="1934148"/>
            <a:ext cx="4322207" cy="1269898"/>
            <a:chOff x="2356292" y="1934148"/>
            <a:chExt cx="4322207" cy="1269898"/>
          </a:xfrm>
        </p:grpSpPr>
        <p:grpSp>
          <p:nvGrpSpPr>
            <p:cNvPr id="118" name="Group 170">
              <a:extLst>
                <a:ext uri="{FF2B5EF4-FFF2-40B4-BE49-F238E27FC236}">
                  <a16:creationId xmlns:a16="http://schemas.microsoft.com/office/drawing/2014/main" id="{4CFC32C3-C603-4753-99AF-47AC142C2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152" name="Oval 407">
                <a:extLst>
                  <a:ext uri="{FF2B5EF4-FFF2-40B4-BE49-F238E27FC236}">
                    <a16:creationId xmlns:a16="http://schemas.microsoft.com/office/drawing/2014/main" id="{3C732357-810D-4AAF-9463-C409B797F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Rectangle 410">
                <a:extLst>
                  <a:ext uri="{FF2B5EF4-FFF2-40B4-BE49-F238E27FC236}">
                    <a16:creationId xmlns:a16="http://schemas.microsoft.com/office/drawing/2014/main" id="{25E7FB12-2A42-4C53-A73F-EF8B9B7D2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Oval 411">
                <a:extLst>
                  <a:ext uri="{FF2B5EF4-FFF2-40B4-BE49-F238E27FC236}">
                    <a16:creationId xmlns:a16="http://schemas.microsoft.com/office/drawing/2014/main" id="{DFA5858A-79B5-4914-BFDC-3EF4DB148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5" name="Group 174">
                <a:extLst>
                  <a:ext uri="{FF2B5EF4-FFF2-40B4-BE49-F238E27FC236}">
                    <a16:creationId xmlns:a16="http://schemas.microsoft.com/office/drawing/2014/main" id="{8B45A169-58C5-4633-9789-036ECBA1C5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58" name="Freeform 175">
                  <a:extLst>
                    <a:ext uri="{FF2B5EF4-FFF2-40B4-BE49-F238E27FC236}">
                      <a16:creationId xmlns:a16="http://schemas.microsoft.com/office/drawing/2014/main" id="{10555D42-9A24-4D4D-89BD-F21F9C73FC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76">
                  <a:extLst>
                    <a:ext uri="{FF2B5EF4-FFF2-40B4-BE49-F238E27FC236}">
                      <a16:creationId xmlns:a16="http://schemas.microsoft.com/office/drawing/2014/main" id="{8120485E-388C-4A92-9541-7D48F45A35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77">
                <a:extLst>
                  <a:ext uri="{FF2B5EF4-FFF2-40B4-BE49-F238E27FC236}">
                    <a16:creationId xmlns:a16="http://schemas.microsoft.com/office/drawing/2014/main" id="{8964A1A3-4E58-4C78-9AC0-4F777A434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178">
                <a:extLst>
                  <a:ext uri="{FF2B5EF4-FFF2-40B4-BE49-F238E27FC236}">
                    <a16:creationId xmlns:a16="http://schemas.microsoft.com/office/drawing/2014/main" id="{089A9277-C3C7-4CA4-A0B2-58228B706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" name="Line 24">
              <a:extLst>
                <a:ext uri="{FF2B5EF4-FFF2-40B4-BE49-F238E27FC236}">
                  <a16:creationId xmlns:a16="http://schemas.microsoft.com/office/drawing/2014/main" id="{9F939D98-80C7-4F0C-99DF-5F915C5EA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25">
              <a:extLst>
                <a:ext uri="{FF2B5EF4-FFF2-40B4-BE49-F238E27FC236}">
                  <a16:creationId xmlns:a16="http://schemas.microsoft.com/office/drawing/2014/main" id="{8D228B4B-7938-41D3-8934-44772996B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26">
              <a:extLst>
                <a:ext uri="{FF2B5EF4-FFF2-40B4-BE49-F238E27FC236}">
                  <a16:creationId xmlns:a16="http://schemas.microsoft.com/office/drawing/2014/main" id="{18D4A124-8EDB-447D-86A6-42BC4485F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0796" y="2569443"/>
              <a:ext cx="1423034" cy="2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45">
              <a:extLst>
                <a:ext uri="{FF2B5EF4-FFF2-40B4-BE49-F238E27FC236}">
                  <a16:creationId xmlns:a16="http://schemas.microsoft.com/office/drawing/2014/main" id="{13A34504-03B5-4BD7-A8B5-7440E16E40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Text Box 47">
              <a:extLst>
                <a:ext uri="{FF2B5EF4-FFF2-40B4-BE49-F238E27FC236}">
                  <a16:creationId xmlns:a16="http://schemas.microsoft.com/office/drawing/2014/main" id="{5118850F-3261-4B60-87B4-6A29C2C90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24" name="Text Box 48">
              <a:extLst>
                <a:ext uri="{FF2B5EF4-FFF2-40B4-BE49-F238E27FC236}">
                  <a16:creationId xmlns:a16="http://schemas.microsoft.com/office/drawing/2014/main" id="{DE745E9F-C212-4B11-9273-49533FDD8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368" y="193415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25" name="Rectangle 84">
              <a:extLst>
                <a:ext uri="{FF2B5EF4-FFF2-40B4-BE49-F238E27FC236}">
                  <a16:creationId xmlns:a16="http://schemas.microsoft.com/office/drawing/2014/main" id="{690F4793-1F7A-4FE3-9DA8-320CC2CED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85">
              <a:extLst>
                <a:ext uri="{FF2B5EF4-FFF2-40B4-BE49-F238E27FC236}">
                  <a16:creationId xmlns:a16="http://schemas.microsoft.com/office/drawing/2014/main" id="{DAF03471-D11A-494C-BEAA-6225A7BFB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86">
              <a:extLst>
                <a:ext uri="{FF2B5EF4-FFF2-40B4-BE49-F238E27FC236}">
                  <a16:creationId xmlns:a16="http://schemas.microsoft.com/office/drawing/2014/main" id="{97E76F41-B33C-4545-804F-68C886DDD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59B3C0EE-3994-45AA-905E-30188DB2B209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147" name="Rectangle 40">
                <a:extLst>
                  <a:ext uri="{FF2B5EF4-FFF2-40B4-BE49-F238E27FC236}">
                    <a16:creationId xmlns:a16="http://schemas.microsoft.com/office/drawing/2014/main" id="{1DB9FD46-9587-4477-9AEF-6E2B76888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Rectangle 41">
                <a:extLst>
                  <a:ext uri="{FF2B5EF4-FFF2-40B4-BE49-F238E27FC236}">
                    <a16:creationId xmlns:a16="http://schemas.microsoft.com/office/drawing/2014/main" id="{5A9DDD49-662C-4C7F-9BE9-A69675ABE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Rectangle 88">
                <a:extLst>
                  <a:ext uri="{FF2B5EF4-FFF2-40B4-BE49-F238E27FC236}">
                    <a16:creationId xmlns:a16="http://schemas.microsoft.com/office/drawing/2014/main" id="{7B3BB7BA-5335-4F91-ADE7-C773A1A2C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Rectangle 89">
                <a:extLst>
                  <a:ext uri="{FF2B5EF4-FFF2-40B4-BE49-F238E27FC236}">
                    <a16:creationId xmlns:a16="http://schemas.microsoft.com/office/drawing/2014/main" id="{F75DECA2-17AB-476C-8852-CC865FEBC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Rectangle 90">
                <a:extLst>
                  <a:ext uri="{FF2B5EF4-FFF2-40B4-BE49-F238E27FC236}">
                    <a16:creationId xmlns:a16="http://schemas.microsoft.com/office/drawing/2014/main" id="{44B56F50-C203-4D57-98A7-0574CDAC0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9" name="Picture 65" descr="desktop_computer_stylized_medium">
              <a:extLst>
                <a:ext uri="{FF2B5EF4-FFF2-40B4-BE49-F238E27FC236}">
                  <a16:creationId xmlns:a16="http://schemas.microsoft.com/office/drawing/2014/main" id="{7860FB60-37FB-4906-BD17-0AD4F24519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Freeform 66">
              <a:extLst>
                <a:ext uri="{FF2B5EF4-FFF2-40B4-BE49-F238E27FC236}">
                  <a16:creationId xmlns:a16="http://schemas.microsoft.com/office/drawing/2014/main" id="{25AD80B9-BD81-4F64-A7C3-40E4E7EFF82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61F5CCB8-72BB-4C8D-B9EF-95C21914567B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145" name="Picture 68" descr="desktop_computer_stylized_medium">
                <a:extLst>
                  <a:ext uri="{FF2B5EF4-FFF2-40B4-BE49-F238E27FC236}">
                    <a16:creationId xmlns:a16="http://schemas.microsoft.com/office/drawing/2014/main" id="{D196455D-4552-4CB3-9CF4-F61EA00D91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" name="Freeform 69">
                <a:extLst>
                  <a:ext uri="{FF2B5EF4-FFF2-40B4-BE49-F238E27FC236}">
                    <a16:creationId xmlns:a16="http://schemas.microsoft.com/office/drawing/2014/main" id="{784801F4-DE59-4C69-913C-61CBE8ED7B9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C559FFD2-7788-4033-A525-717BCD61A166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143" name="Line 44">
                <a:extLst>
                  <a:ext uri="{FF2B5EF4-FFF2-40B4-BE49-F238E27FC236}">
                    <a16:creationId xmlns:a16="http://schemas.microsoft.com/office/drawing/2014/main" id="{CCD886C8-A14F-44E7-A20A-99CF1815B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Rectangle 42">
                <a:extLst>
                  <a:ext uri="{FF2B5EF4-FFF2-40B4-BE49-F238E27FC236}">
                    <a16:creationId xmlns:a16="http://schemas.microsoft.com/office/drawing/2014/main" id="{C141A4AB-98CC-45B9-9859-06C517CF1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3" name="Rectangle 63">
              <a:extLst>
                <a:ext uri="{FF2B5EF4-FFF2-40B4-BE49-F238E27FC236}">
                  <a16:creationId xmlns:a16="http://schemas.microsoft.com/office/drawing/2014/main" id="{50166650-1703-4C9D-B5A6-DADB3F070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4" name="Group 170">
              <a:extLst>
                <a:ext uri="{FF2B5EF4-FFF2-40B4-BE49-F238E27FC236}">
                  <a16:creationId xmlns:a16="http://schemas.microsoft.com/office/drawing/2014/main" id="{1AA61C0F-09DE-4A60-B327-6C37FE2F2C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7437" y="2375297"/>
              <a:ext cx="881062" cy="422275"/>
              <a:chOff x="2356" y="1300"/>
              <a:chExt cx="555" cy="194"/>
            </a:xfrm>
          </p:grpSpPr>
          <p:sp>
            <p:nvSpPr>
              <p:cNvPr id="135" name="Oval 407">
                <a:extLst>
                  <a:ext uri="{FF2B5EF4-FFF2-40B4-BE49-F238E27FC236}">
                    <a16:creationId xmlns:a16="http://schemas.microsoft.com/office/drawing/2014/main" id="{451142F8-054E-4E8E-932B-5022684F9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" name="Rectangle 410">
                <a:extLst>
                  <a:ext uri="{FF2B5EF4-FFF2-40B4-BE49-F238E27FC236}">
                    <a16:creationId xmlns:a16="http://schemas.microsoft.com/office/drawing/2014/main" id="{DEFA7D79-50B4-4EA5-9870-9E2DFA519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7" name="Oval 411">
                <a:extLst>
                  <a:ext uri="{FF2B5EF4-FFF2-40B4-BE49-F238E27FC236}">
                    <a16:creationId xmlns:a16="http://schemas.microsoft.com/office/drawing/2014/main" id="{15F89B99-5F6A-4947-9D94-583ADF4F8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8" name="Group 174">
                <a:extLst>
                  <a:ext uri="{FF2B5EF4-FFF2-40B4-BE49-F238E27FC236}">
                    <a16:creationId xmlns:a16="http://schemas.microsoft.com/office/drawing/2014/main" id="{FEB37853-302B-465C-B4A6-7DC011AB69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1" name="Freeform 175">
                  <a:extLst>
                    <a:ext uri="{FF2B5EF4-FFF2-40B4-BE49-F238E27FC236}">
                      <a16:creationId xmlns:a16="http://schemas.microsoft.com/office/drawing/2014/main" id="{BD539707-7C55-4530-8BA7-B8D505271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176">
                  <a:extLst>
                    <a:ext uri="{FF2B5EF4-FFF2-40B4-BE49-F238E27FC236}">
                      <a16:creationId xmlns:a16="http://schemas.microsoft.com/office/drawing/2014/main" id="{A3BC604C-3B0E-4190-9821-B14DE13A52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9" name="Line 177">
                <a:extLst>
                  <a:ext uri="{FF2B5EF4-FFF2-40B4-BE49-F238E27FC236}">
                    <a16:creationId xmlns:a16="http://schemas.microsoft.com/office/drawing/2014/main" id="{13E10F8A-8F40-49F3-A848-0E6295A8B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178">
                <a:extLst>
                  <a:ext uri="{FF2B5EF4-FFF2-40B4-BE49-F238E27FC236}">
                    <a16:creationId xmlns:a16="http://schemas.microsoft.com/office/drawing/2014/main" id="{6F3868D6-2FB7-406C-A5DB-F268B1129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" name="灯片编号占位符 2">
            <a:extLst>
              <a:ext uri="{FF2B5EF4-FFF2-40B4-BE49-F238E27FC236}">
                <a16:creationId xmlns:a16="http://schemas.microsoft.com/office/drawing/2014/main" id="{EC372F65-26C5-4825-8F44-B050F0F7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A784718F-B29F-41ED-80FF-F0D0E843D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40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4579204" y="3198340"/>
            <a:ext cx="2945124" cy="1382713"/>
          </a:xfrm>
          <a:prstGeom prst="roundRect">
            <a:avLst>
              <a:gd name="adj" fmla="val 648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排队等待接点的输出链路发送数据分组所需的时间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ms~s~min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取决于节点的拥塞状况</a:t>
            </a:r>
            <a:endParaRPr lang="en-US" altLang="zh-CN" sz="16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B9D1AF-FE8C-42E6-AE6C-B6A26384DAC3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F3D77880-382E-4401-9488-17BD82D6BCBD}"/>
              </a:ext>
            </a:extLst>
          </p:cNvPr>
          <p:cNvGrpSpPr/>
          <p:nvPr/>
        </p:nvGrpSpPr>
        <p:grpSpPr>
          <a:xfrm>
            <a:off x="3790522" y="3009133"/>
            <a:ext cx="552334" cy="1116605"/>
            <a:chOff x="3530031" y="4012178"/>
            <a:chExt cx="736445" cy="14888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3" name="右大括号 192">
              <a:extLst>
                <a:ext uri="{FF2B5EF4-FFF2-40B4-BE49-F238E27FC236}">
                  <a16:creationId xmlns:a16="http://schemas.microsoft.com/office/drawing/2014/main" id="{7144B818-1B21-492E-B171-3C8BB7FA5D61}"/>
                </a:ext>
              </a:extLst>
            </p:cNvPr>
            <p:cNvSpPr/>
            <p:nvPr/>
          </p:nvSpPr>
          <p:spPr>
            <a:xfrm rot="5400000">
              <a:off x="3762642" y="3779567"/>
              <a:ext cx="252275" cy="717498"/>
            </a:xfrm>
            <a:prstGeom prst="rightBrac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Text Box 72">
              <a:extLst>
                <a:ext uri="{FF2B5EF4-FFF2-40B4-BE49-F238E27FC236}">
                  <a16:creationId xmlns:a16="http://schemas.microsoft.com/office/drawing/2014/main" id="{70BA4AE9-BADA-448D-B2BD-920FCF70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590" y="4823877"/>
              <a:ext cx="707886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排队</a:t>
              </a:r>
              <a:endParaRPr lang="en-US" altLang="zh-CN" sz="13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时延</a:t>
              </a:r>
              <a:endParaRPr lang="en-US" altLang="zh-CN" sz="13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F46C564F-37D8-437E-ACEE-FF9CB0B2FA25}"/>
                </a:ext>
              </a:extLst>
            </p:cNvPr>
            <p:cNvCxnSpPr>
              <a:cxnSpLocks/>
            </p:cNvCxnSpPr>
            <p:nvPr/>
          </p:nvCxnSpPr>
          <p:spPr>
            <a:xfrm>
              <a:off x="3889979" y="4418990"/>
              <a:ext cx="0" cy="4048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矩形 195">
            <a:extLst>
              <a:ext uri="{FF2B5EF4-FFF2-40B4-BE49-F238E27FC236}">
                <a16:creationId xmlns:a16="http://schemas.microsoft.com/office/drawing/2014/main" id="{5CE2B557-B126-4C68-AAD3-D568794E6453}"/>
              </a:ext>
            </a:extLst>
          </p:cNvPr>
          <p:cNvSpPr/>
          <p:nvPr/>
        </p:nvSpPr>
        <p:spPr>
          <a:xfrm>
            <a:off x="1061527" y="1339626"/>
            <a:ext cx="20729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9388" lvl="1" indent="-179388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F42F4D49-D90C-49E8-B2CD-DD7B2A1C6746}"/>
              </a:ext>
            </a:extLst>
          </p:cNvPr>
          <p:cNvGrpSpPr/>
          <p:nvPr/>
        </p:nvGrpSpPr>
        <p:grpSpPr>
          <a:xfrm>
            <a:off x="2356292" y="1934148"/>
            <a:ext cx="4322207" cy="1269898"/>
            <a:chOff x="2356292" y="1934148"/>
            <a:chExt cx="4322207" cy="1269898"/>
          </a:xfrm>
        </p:grpSpPr>
        <p:grpSp>
          <p:nvGrpSpPr>
            <p:cNvPr id="254" name="Group 170">
              <a:extLst>
                <a:ext uri="{FF2B5EF4-FFF2-40B4-BE49-F238E27FC236}">
                  <a16:creationId xmlns:a16="http://schemas.microsoft.com/office/drawing/2014/main" id="{DBB86ACE-8075-47F8-8207-ED752E3B1A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288" name="Oval 407">
                <a:extLst>
                  <a:ext uri="{FF2B5EF4-FFF2-40B4-BE49-F238E27FC236}">
                    <a16:creationId xmlns:a16="http://schemas.microsoft.com/office/drawing/2014/main" id="{9C15ADF2-4464-41A6-981B-0E74BE316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" name="Rectangle 410">
                <a:extLst>
                  <a:ext uri="{FF2B5EF4-FFF2-40B4-BE49-F238E27FC236}">
                    <a16:creationId xmlns:a16="http://schemas.microsoft.com/office/drawing/2014/main" id="{BAF7DB64-CEAB-4D24-9D79-32A6C5522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" name="Oval 411">
                <a:extLst>
                  <a:ext uri="{FF2B5EF4-FFF2-40B4-BE49-F238E27FC236}">
                    <a16:creationId xmlns:a16="http://schemas.microsoft.com/office/drawing/2014/main" id="{A57EC8F0-EBB8-4593-A24D-FC161BA9E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1" name="Group 174">
                <a:extLst>
                  <a:ext uri="{FF2B5EF4-FFF2-40B4-BE49-F238E27FC236}">
                    <a16:creationId xmlns:a16="http://schemas.microsoft.com/office/drawing/2014/main" id="{EA17C46B-4CB2-4BB6-9598-04A52B612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4" name="Freeform 175">
                  <a:extLst>
                    <a:ext uri="{FF2B5EF4-FFF2-40B4-BE49-F238E27FC236}">
                      <a16:creationId xmlns:a16="http://schemas.microsoft.com/office/drawing/2014/main" id="{0B3D02A5-EB57-45D1-B72E-A8325D163E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" name="Freeform 176">
                  <a:extLst>
                    <a:ext uri="{FF2B5EF4-FFF2-40B4-BE49-F238E27FC236}">
                      <a16:creationId xmlns:a16="http://schemas.microsoft.com/office/drawing/2014/main" id="{523479AD-1D45-48F9-8B66-1DA370E06B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2" name="Line 177">
                <a:extLst>
                  <a:ext uri="{FF2B5EF4-FFF2-40B4-BE49-F238E27FC236}">
                    <a16:creationId xmlns:a16="http://schemas.microsoft.com/office/drawing/2014/main" id="{BA61F284-83AD-4DD7-B552-3AC6AE167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" name="Line 178">
                <a:extLst>
                  <a:ext uri="{FF2B5EF4-FFF2-40B4-BE49-F238E27FC236}">
                    <a16:creationId xmlns:a16="http://schemas.microsoft.com/office/drawing/2014/main" id="{561E5A39-4D8B-4564-BFF9-1C2A0C3BC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5" name="Line 24">
              <a:extLst>
                <a:ext uri="{FF2B5EF4-FFF2-40B4-BE49-F238E27FC236}">
                  <a16:creationId xmlns:a16="http://schemas.microsoft.com/office/drawing/2014/main" id="{03F42327-2C1B-43A0-8F54-03D216E1B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Line 25">
              <a:extLst>
                <a:ext uri="{FF2B5EF4-FFF2-40B4-BE49-F238E27FC236}">
                  <a16:creationId xmlns:a16="http://schemas.microsoft.com/office/drawing/2014/main" id="{F1F08F59-3D38-4801-BC2E-537719414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Line 26">
              <a:extLst>
                <a:ext uri="{FF2B5EF4-FFF2-40B4-BE49-F238E27FC236}">
                  <a16:creationId xmlns:a16="http://schemas.microsoft.com/office/drawing/2014/main" id="{6E95B13C-6D2B-4676-AA88-3E08C93CF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0796" y="2569443"/>
              <a:ext cx="1423034" cy="2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Line 45">
              <a:extLst>
                <a:ext uri="{FF2B5EF4-FFF2-40B4-BE49-F238E27FC236}">
                  <a16:creationId xmlns:a16="http://schemas.microsoft.com/office/drawing/2014/main" id="{7F2767E8-9EF2-4368-9610-5A72E9B1A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Text Box 47">
              <a:extLst>
                <a:ext uri="{FF2B5EF4-FFF2-40B4-BE49-F238E27FC236}">
                  <a16:creationId xmlns:a16="http://schemas.microsoft.com/office/drawing/2014/main" id="{F9D4EC77-1C16-4835-934F-43C93A379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60" name="Text Box 48">
              <a:extLst>
                <a:ext uri="{FF2B5EF4-FFF2-40B4-BE49-F238E27FC236}">
                  <a16:creationId xmlns:a16="http://schemas.microsoft.com/office/drawing/2014/main" id="{2F0B0BAA-D800-490B-9420-597A47FCA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368" y="193415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61" name="Rectangle 84">
              <a:extLst>
                <a:ext uri="{FF2B5EF4-FFF2-40B4-BE49-F238E27FC236}">
                  <a16:creationId xmlns:a16="http://schemas.microsoft.com/office/drawing/2014/main" id="{3637090F-B66B-4D12-AEF7-4FC60E90C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Line 85">
              <a:extLst>
                <a:ext uri="{FF2B5EF4-FFF2-40B4-BE49-F238E27FC236}">
                  <a16:creationId xmlns:a16="http://schemas.microsoft.com/office/drawing/2014/main" id="{85C50DBA-8170-4416-92C3-F6DE51F32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86">
              <a:extLst>
                <a:ext uri="{FF2B5EF4-FFF2-40B4-BE49-F238E27FC236}">
                  <a16:creationId xmlns:a16="http://schemas.microsoft.com/office/drawing/2014/main" id="{CFB2A707-786A-453B-B7E6-E0523657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16867F84-BA9D-440C-BF3B-CC23B7AF9133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283" name="Rectangle 40">
                <a:extLst>
                  <a:ext uri="{FF2B5EF4-FFF2-40B4-BE49-F238E27FC236}">
                    <a16:creationId xmlns:a16="http://schemas.microsoft.com/office/drawing/2014/main" id="{18F08A7C-B2C2-4921-900F-608E30380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Rectangle 41">
                <a:extLst>
                  <a:ext uri="{FF2B5EF4-FFF2-40B4-BE49-F238E27FC236}">
                    <a16:creationId xmlns:a16="http://schemas.microsoft.com/office/drawing/2014/main" id="{9DE21235-F4F2-41E6-B3F7-A724969C7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Rectangle 88">
                <a:extLst>
                  <a:ext uri="{FF2B5EF4-FFF2-40B4-BE49-F238E27FC236}">
                    <a16:creationId xmlns:a16="http://schemas.microsoft.com/office/drawing/2014/main" id="{D831DFCB-3204-4986-8A7E-1315FFEAC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Rectangle 89">
                <a:extLst>
                  <a:ext uri="{FF2B5EF4-FFF2-40B4-BE49-F238E27FC236}">
                    <a16:creationId xmlns:a16="http://schemas.microsoft.com/office/drawing/2014/main" id="{2EFC7B6C-60B7-4688-9988-2CC705349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Rectangle 90">
                <a:extLst>
                  <a:ext uri="{FF2B5EF4-FFF2-40B4-BE49-F238E27FC236}">
                    <a16:creationId xmlns:a16="http://schemas.microsoft.com/office/drawing/2014/main" id="{28C5EAE3-EB9D-4D96-AF79-573D079AE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65" name="Picture 65" descr="desktop_computer_stylized_medium">
              <a:extLst>
                <a:ext uri="{FF2B5EF4-FFF2-40B4-BE49-F238E27FC236}">
                  <a16:creationId xmlns:a16="http://schemas.microsoft.com/office/drawing/2014/main" id="{8BC2DFEA-A3D5-40F9-A766-D11B92E915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" name="Freeform 66">
              <a:extLst>
                <a:ext uri="{FF2B5EF4-FFF2-40B4-BE49-F238E27FC236}">
                  <a16:creationId xmlns:a16="http://schemas.microsoft.com/office/drawing/2014/main" id="{4A8E4796-7CF6-4B84-BD01-F09EB22B6F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E19D4DE3-61F7-4F4E-9D40-2A25A06F0726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281" name="Picture 68" descr="desktop_computer_stylized_medium">
                <a:extLst>
                  <a:ext uri="{FF2B5EF4-FFF2-40B4-BE49-F238E27FC236}">
                    <a16:creationId xmlns:a16="http://schemas.microsoft.com/office/drawing/2014/main" id="{26EE97F1-B978-422E-BE8F-5991B2E9F8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2" name="Freeform 69">
                <a:extLst>
                  <a:ext uri="{FF2B5EF4-FFF2-40B4-BE49-F238E27FC236}">
                    <a16:creationId xmlns:a16="http://schemas.microsoft.com/office/drawing/2014/main" id="{81F9FAC3-64A8-4077-8F70-02857F7E9EC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31E90E95-8D95-4269-8BBD-36D52C5CF636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279" name="Line 44">
                <a:extLst>
                  <a:ext uri="{FF2B5EF4-FFF2-40B4-BE49-F238E27FC236}">
                    <a16:creationId xmlns:a16="http://schemas.microsoft.com/office/drawing/2014/main" id="{0EDBE7B9-CD28-4710-82EF-C20853F4C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Rectangle 42">
                <a:extLst>
                  <a:ext uri="{FF2B5EF4-FFF2-40B4-BE49-F238E27FC236}">
                    <a16:creationId xmlns:a16="http://schemas.microsoft.com/office/drawing/2014/main" id="{E1867A7D-06CC-4F0E-B7C1-76C01616A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9" name="Rectangle 63">
              <a:extLst>
                <a:ext uri="{FF2B5EF4-FFF2-40B4-BE49-F238E27FC236}">
                  <a16:creationId xmlns:a16="http://schemas.microsoft.com/office/drawing/2014/main" id="{B0A2526C-F335-48F1-B4B9-A15DE237C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0" name="Group 170">
              <a:extLst>
                <a:ext uri="{FF2B5EF4-FFF2-40B4-BE49-F238E27FC236}">
                  <a16:creationId xmlns:a16="http://schemas.microsoft.com/office/drawing/2014/main" id="{2B470949-888B-4986-87C6-3E4785913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7437" y="2375297"/>
              <a:ext cx="881062" cy="422275"/>
              <a:chOff x="2356" y="1300"/>
              <a:chExt cx="555" cy="194"/>
            </a:xfrm>
          </p:grpSpPr>
          <p:sp>
            <p:nvSpPr>
              <p:cNvPr id="271" name="Oval 407">
                <a:extLst>
                  <a:ext uri="{FF2B5EF4-FFF2-40B4-BE49-F238E27FC236}">
                    <a16:creationId xmlns:a16="http://schemas.microsoft.com/office/drawing/2014/main" id="{2DC22D59-2A12-4FDB-8B75-64807BA95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" name="Rectangle 410">
                <a:extLst>
                  <a:ext uri="{FF2B5EF4-FFF2-40B4-BE49-F238E27FC236}">
                    <a16:creationId xmlns:a16="http://schemas.microsoft.com/office/drawing/2014/main" id="{A939FDDC-B75B-49C2-A48D-C3BAB04A5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3" name="Oval 411">
                <a:extLst>
                  <a:ext uri="{FF2B5EF4-FFF2-40B4-BE49-F238E27FC236}">
                    <a16:creationId xmlns:a16="http://schemas.microsoft.com/office/drawing/2014/main" id="{1EFE21C0-6707-47EA-B677-524930108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4" name="Group 174">
                <a:extLst>
                  <a:ext uri="{FF2B5EF4-FFF2-40B4-BE49-F238E27FC236}">
                    <a16:creationId xmlns:a16="http://schemas.microsoft.com/office/drawing/2014/main" id="{667D5B32-50D1-43CF-934B-E4F610495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77" name="Freeform 175">
                  <a:extLst>
                    <a:ext uri="{FF2B5EF4-FFF2-40B4-BE49-F238E27FC236}">
                      <a16:creationId xmlns:a16="http://schemas.microsoft.com/office/drawing/2014/main" id="{E09CFF3C-09C3-4599-8149-F90EC7306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" name="Freeform 176">
                  <a:extLst>
                    <a:ext uri="{FF2B5EF4-FFF2-40B4-BE49-F238E27FC236}">
                      <a16:creationId xmlns:a16="http://schemas.microsoft.com/office/drawing/2014/main" id="{704BF2A3-0E91-4C28-B4FA-E5C5A93BE6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5" name="Line 177">
                <a:extLst>
                  <a:ext uri="{FF2B5EF4-FFF2-40B4-BE49-F238E27FC236}">
                    <a16:creationId xmlns:a16="http://schemas.microsoft.com/office/drawing/2014/main" id="{45D246D9-A720-4344-8245-3DFB285D4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" name="Line 178">
                <a:extLst>
                  <a:ext uri="{FF2B5EF4-FFF2-40B4-BE49-F238E27FC236}">
                    <a16:creationId xmlns:a16="http://schemas.microsoft.com/office/drawing/2014/main" id="{12CEFD6B-037A-4AE2-8651-3B6972223B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3" name="灯片编号占位符 2">
            <a:extLst>
              <a:ext uri="{FF2B5EF4-FFF2-40B4-BE49-F238E27FC236}">
                <a16:creationId xmlns:a16="http://schemas.microsoft.com/office/drawing/2014/main" id="{C2197344-1E7E-4C45-8688-7DF05C29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5">
            <a:extLst>
              <a:ext uri="{FF2B5EF4-FFF2-40B4-BE49-F238E27FC236}">
                <a16:creationId xmlns:a16="http://schemas.microsoft.com/office/drawing/2014/main" id="{949C8522-6F7A-4E8A-A532-46B12131F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6" name="图片 55" descr="图片包含 游戏机&#10;&#10;描述已自动生成">
            <a:extLst>
              <a:ext uri="{FF2B5EF4-FFF2-40B4-BE49-F238E27FC236}">
                <a16:creationId xmlns:a16="http://schemas.microsoft.com/office/drawing/2014/main" id="{F775286B-13E6-4E44-AF17-C8352A1C71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788" y="3710862"/>
            <a:ext cx="414876" cy="41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1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3970194" y="3157736"/>
            <a:ext cx="3266102" cy="1497632"/>
          </a:xfrm>
          <a:prstGeom prst="roundRect">
            <a:avLst>
              <a:gd name="adj" fmla="val 648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对数据分组进行差错检验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通过首部地址选择输出链路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取决于节点的处理性能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一般在毫秒数量级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(ms)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C4EE0ED-FD71-47AD-B12E-197C2BD5C4D9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E3F04EC5-85D4-40C8-B7CC-AEA4F312C85E}"/>
              </a:ext>
            </a:extLst>
          </p:cNvPr>
          <p:cNvGrpSpPr/>
          <p:nvPr/>
        </p:nvGrpSpPr>
        <p:grpSpPr>
          <a:xfrm>
            <a:off x="2889639" y="3009133"/>
            <a:ext cx="891143" cy="1116605"/>
            <a:chOff x="2328852" y="4012178"/>
            <a:chExt cx="1188190" cy="14888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右大括号 122">
              <a:extLst>
                <a:ext uri="{FF2B5EF4-FFF2-40B4-BE49-F238E27FC236}">
                  <a16:creationId xmlns:a16="http://schemas.microsoft.com/office/drawing/2014/main" id="{B779DCC7-D24A-4733-9DCF-0568AE40295F}"/>
                </a:ext>
              </a:extLst>
            </p:cNvPr>
            <p:cNvSpPr/>
            <p:nvPr/>
          </p:nvSpPr>
          <p:spPr>
            <a:xfrm rot="5400000">
              <a:off x="3197911" y="3945322"/>
              <a:ext cx="252275" cy="385987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Text Box 72">
              <a:extLst>
                <a:ext uri="{FF2B5EF4-FFF2-40B4-BE49-F238E27FC236}">
                  <a16:creationId xmlns:a16="http://schemas.microsoft.com/office/drawing/2014/main" id="{642E183A-34DB-43B1-9DCA-A520C7910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852" y="4823877"/>
              <a:ext cx="1169550" cy="67710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节点处理</a:t>
              </a:r>
              <a:endPara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时延</a:t>
              </a:r>
              <a:endPara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4139A9DA-8BC3-49AD-84B5-422DD037EE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5994" y="4418990"/>
              <a:ext cx="431901" cy="438845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矩形 130">
            <a:extLst>
              <a:ext uri="{FF2B5EF4-FFF2-40B4-BE49-F238E27FC236}">
                <a16:creationId xmlns:a16="http://schemas.microsoft.com/office/drawing/2014/main" id="{B9657BD4-9A6C-4E23-A163-76FAE92C5C41}"/>
              </a:ext>
            </a:extLst>
          </p:cNvPr>
          <p:cNvSpPr/>
          <p:nvPr/>
        </p:nvSpPr>
        <p:spPr>
          <a:xfrm>
            <a:off x="1061527" y="1339626"/>
            <a:ext cx="20729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9388" lvl="1" indent="-179388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CEB83D9D-3E96-4C61-8567-FE6BC0F4B4D4}"/>
              </a:ext>
            </a:extLst>
          </p:cNvPr>
          <p:cNvGrpSpPr/>
          <p:nvPr/>
        </p:nvGrpSpPr>
        <p:grpSpPr>
          <a:xfrm>
            <a:off x="2356292" y="1934148"/>
            <a:ext cx="4322207" cy="1269898"/>
            <a:chOff x="2356292" y="1934148"/>
            <a:chExt cx="4322207" cy="1269898"/>
          </a:xfrm>
        </p:grpSpPr>
        <p:grpSp>
          <p:nvGrpSpPr>
            <p:cNvPr id="189" name="Group 170">
              <a:extLst>
                <a:ext uri="{FF2B5EF4-FFF2-40B4-BE49-F238E27FC236}">
                  <a16:creationId xmlns:a16="http://schemas.microsoft.com/office/drawing/2014/main" id="{C5F6425F-F397-42A1-B1CA-4C2433E6C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223" name="Oval 407">
                <a:extLst>
                  <a:ext uri="{FF2B5EF4-FFF2-40B4-BE49-F238E27FC236}">
                    <a16:creationId xmlns:a16="http://schemas.microsoft.com/office/drawing/2014/main" id="{28AF9A3C-EB8C-4FFE-B425-AE112D77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410">
                <a:extLst>
                  <a:ext uri="{FF2B5EF4-FFF2-40B4-BE49-F238E27FC236}">
                    <a16:creationId xmlns:a16="http://schemas.microsoft.com/office/drawing/2014/main" id="{FBECA3EA-847D-4F19-AD87-06BED85B2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Oval 411">
                <a:extLst>
                  <a:ext uri="{FF2B5EF4-FFF2-40B4-BE49-F238E27FC236}">
                    <a16:creationId xmlns:a16="http://schemas.microsoft.com/office/drawing/2014/main" id="{5E701E61-8E39-401D-B91A-D3F98AB67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" name="Group 174">
                <a:extLst>
                  <a:ext uri="{FF2B5EF4-FFF2-40B4-BE49-F238E27FC236}">
                    <a16:creationId xmlns:a16="http://schemas.microsoft.com/office/drawing/2014/main" id="{F0D7F9CC-BAFE-43B7-9A86-FFA155D3D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9" name="Freeform 175">
                  <a:extLst>
                    <a:ext uri="{FF2B5EF4-FFF2-40B4-BE49-F238E27FC236}">
                      <a16:creationId xmlns:a16="http://schemas.microsoft.com/office/drawing/2014/main" id="{096B136D-0024-4D12-8E1E-2802DBA01E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176">
                  <a:extLst>
                    <a:ext uri="{FF2B5EF4-FFF2-40B4-BE49-F238E27FC236}">
                      <a16:creationId xmlns:a16="http://schemas.microsoft.com/office/drawing/2014/main" id="{313CAC23-C58D-4AD4-A6E2-A77060C499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7" name="Line 177">
                <a:extLst>
                  <a:ext uri="{FF2B5EF4-FFF2-40B4-BE49-F238E27FC236}">
                    <a16:creationId xmlns:a16="http://schemas.microsoft.com/office/drawing/2014/main" id="{1B981565-D907-45F3-8500-335C110BE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" name="Line 178">
                <a:extLst>
                  <a:ext uri="{FF2B5EF4-FFF2-40B4-BE49-F238E27FC236}">
                    <a16:creationId xmlns:a16="http://schemas.microsoft.com/office/drawing/2014/main" id="{DD0D33AD-ACD1-4411-BBE8-13CB93119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0" name="Line 24">
              <a:extLst>
                <a:ext uri="{FF2B5EF4-FFF2-40B4-BE49-F238E27FC236}">
                  <a16:creationId xmlns:a16="http://schemas.microsoft.com/office/drawing/2014/main" id="{E296AFBC-0C73-4822-B4EF-67C03CDA5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25">
              <a:extLst>
                <a:ext uri="{FF2B5EF4-FFF2-40B4-BE49-F238E27FC236}">
                  <a16:creationId xmlns:a16="http://schemas.microsoft.com/office/drawing/2014/main" id="{D441E7A2-4C8A-4D36-A0C4-8516F7115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26">
              <a:extLst>
                <a:ext uri="{FF2B5EF4-FFF2-40B4-BE49-F238E27FC236}">
                  <a16:creationId xmlns:a16="http://schemas.microsoft.com/office/drawing/2014/main" id="{A3AE7845-D7BE-45EC-BF83-9F5389A76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0796" y="2569443"/>
              <a:ext cx="1423034" cy="2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45">
              <a:extLst>
                <a:ext uri="{FF2B5EF4-FFF2-40B4-BE49-F238E27FC236}">
                  <a16:creationId xmlns:a16="http://schemas.microsoft.com/office/drawing/2014/main" id="{BE3EA19A-49ED-45B2-9962-9E6916EA3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Text Box 47">
              <a:extLst>
                <a:ext uri="{FF2B5EF4-FFF2-40B4-BE49-F238E27FC236}">
                  <a16:creationId xmlns:a16="http://schemas.microsoft.com/office/drawing/2014/main" id="{DC55E4D0-3476-470F-829A-D59A838FD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95" name="Text Box 48">
              <a:extLst>
                <a:ext uri="{FF2B5EF4-FFF2-40B4-BE49-F238E27FC236}">
                  <a16:creationId xmlns:a16="http://schemas.microsoft.com/office/drawing/2014/main" id="{833B0313-C7FE-430C-8E1D-620293230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368" y="193415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96" name="Rectangle 84">
              <a:extLst>
                <a:ext uri="{FF2B5EF4-FFF2-40B4-BE49-F238E27FC236}">
                  <a16:creationId xmlns:a16="http://schemas.microsoft.com/office/drawing/2014/main" id="{E32DD47D-C54F-4900-8572-25AA6EC10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Line 85">
              <a:extLst>
                <a:ext uri="{FF2B5EF4-FFF2-40B4-BE49-F238E27FC236}">
                  <a16:creationId xmlns:a16="http://schemas.microsoft.com/office/drawing/2014/main" id="{70CDF16F-9BF7-416F-B9DA-D6DB7C1EE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Rectangle 86">
              <a:extLst>
                <a:ext uri="{FF2B5EF4-FFF2-40B4-BE49-F238E27FC236}">
                  <a16:creationId xmlns:a16="http://schemas.microsoft.com/office/drawing/2014/main" id="{3CD2F5B0-BFD1-4961-8F74-5B22B1390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AA8A04D8-95B4-4294-94BC-8B1DD8DBB53E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218" name="Rectangle 40">
                <a:extLst>
                  <a:ext uri="{FF2B5EF4-FFF2-40B4-BE49-F238E27FC236}">
                    <a16:creationId xmlns:a16="http://schemas.microsoft.com/office/drawing/2014/main" id="{1269379A-1CF6-4A69-BFA2-EDE9734E3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4202229B-967F-498C-9E79-1B7587569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Rectangle 88">
                <a:extLst>
                  <a:ext uri="{FF2B5EF4-FFF2-40B4-BE49-F238E27FC236}">
                    <a16:creationId xmlns:a16="http://schemas.microsoft.com/office/drawing/2014/main" id="{A3E9E223-F9B6-45D5-B3A8-2819652E8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Rectangle 89">
                <a:extLst>
                  <a:ext uri="{FF2B5EF4-FFF2-40B4-BE49-F238E27FC236}">
                    <a16:creationId xmlns:a16="http://schemas.microsoft.com/office/drawing/2014/main" id="{765C60F9-B919-47EE-8F02-EAF45D2BF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90">
                <a:extLst>
                  <a:ext uri="{FF2B5EF4-FFF2-40B4-BE49-F238E27FC236}">
                    <a16:creationId xmlns:a16="http://schemas.microsoft.com/office/drawing/2014/main" id="{C40F23F1-F836-4986-8523-15EC8DD1C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00" name="Picture 65" descr="desktop_computer_stylized_medium">
              <a:extLst>
                <a:ext uri="{FF2B5EF4-FFF2-40B4-BE49-F238E27FC236}">
                  <a16:creationId xmlns:a16="http://schemas.microsoft.com/office/drawing/2014/main" id="{5AD6E568-BA7C-4A55-BB55-73C222F10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1" name="Freeform 66">
              <a:extLst>
                <a:ext uri="{FF2B5EF4-FFF2-40B4-BE49-F238E27FC236}">
                  <a16:creationId xmlns:a16="http://schemas.microsoft.com/office/drawing/2014/main" id="{93C71622-2611-44C2-90E9-8A4C0A04B7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23B1E932-97E8-4C5F-A76A-2EA89BC19B80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216" name="Picture 68" descr="desktop_computer_stylized_medium">
                <a:extLst>
                  <a:ext uri="{FF2B5EF4-FFF2-40B4-BE49-F238E27FC236}">
                    <a16:creationId xmlns:a16="http://schemas.microsoft.com/office/drawing/2014/main" id="{7339F85B-F6DA-428A-84F5-D61B652D57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7" name="Freeform 69">
                <a:extLst>
                  <a:ext uri="{FF2B5EF4-FFF2-40B4-BE49-F238E27FC236}">
                    <a16:creationId xmlns:a16="http://schemas.microsoft.com/office/drawing/2014/main" id="{827B4F84-09AF-4F47-9FDD-C364F71E311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8ECEC7FC-9FEF-4B37-8AE4-4BD7DDD21CAF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214" name="Line 44">
                <a:extLst>
                  <a:ext uri="{FF2B5EF4-FFF2-40B4-BE49-F238E27FC236}">
                    <a16:creationId xmlns:a16="http://schemas.microsoft.com/office/drawing/2014/main" id="{B32C4EB5-0129-437E-B4DA-87D3DEC5D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Rectangle 42">
                <a:extLst>
                  <a:ext uri="{FF2B5EF4-FFF2-40B4-BE49-F238E27FC236}">
                    <a16:creationId xmlns:a16="http://schemas.microsoft.com/office/drawing/2014/main" id="{766468C2-10E8-4B61-B9DD-4805A4221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4" name="Rectangle 63">
              <a:extLst>
                <a:ext uri="{FF2B5EF4-FFF2-40B4-BE49-F238E27FC236}">
                  <a16:creationId xmlns:a16="http://schemas.microsoft.com/office/drawing/2014/main" id="{736255EF-D472-424D-AA61-AD1CD275A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5" name="Group 170">
              <a:extLst>
                <a:ext uri="{FF2B5EF4-FFF2-40B4-BE49-F238E27FC236}">
                  <a16:creationId xmlns:a16="http://schemas.microsoft.com/office/drawing/2014/main" id="{FB957F6B-516D-47BF-9F3D-EEC33A91D4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7437" y="2375297"/>
              <a:ext cx="881062" cy="422275"/>
              <a:chOff x="2356" y="1300"/>
              <a:chExt cx="555" cy="194"/>
            </a:xfrm>
          </p:grpSpPr>
          <p:sp>
            <p:nvSpPr>
              <p:cNvPr id="206" name="Oval 407">
                <a:extLst>
                  <a:ext uri="{FF2B5EF4-FFF2-40B4-BE49-F238E27FC236}">
                    <a16:creationId xmlns:a16="http://schemas.microsoft.com/office/drawing/2014/main" id="{F6D30AC0-0326-42A4-A3BB-7FF85B802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Rectangle 410">
                <a:extLst>
                  <a:ext uri="{FF2B5EF4-FFF2-40B4-BE49-F238E27FC236}">
                    <a16:creationId xmlns:a16="http://schemas.microsoft.com/office/drawing/2014/main" id="{DCBAC7B3-73D7-4C91-B1BD-7A5EF2F8C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Oval 411">
                <a:extLst>
                  <a:ext uri="{FF2B5EF4-FFF2-40B4-BE49-F238E27FC236}">
                    <a16:creationId xmlns:a16="http://schemas.microsoft.com/office/drawing/2014/main" id="{14384B87-8159-49D4-806E-3EB021E4E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9" name="Group 174">
                <a:extLst>
                  <a:ext uri="{FF2B5EF4-FFF2-40B4-BE49-F238E27FC236}">
                    <a16:creationId xmlns:a16="http://schemas.microsoft.com/office/drawing/2014/main" id="{5AF9DF7C-5850-463A-9948-BF838DCCB4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" name="Freeform 175">
                  <a:extLst>
                    <a:ext uri="{FF2B5EF4-FFF2-40B4-BE49-F238E27FC236}">
                      <a16:creationId xmlns:a16="http://schemas.microsoft.com/office/drawing/2014/main" id="{52C7507F-C9E7-4836-975A-8ABD134B6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" name="Freeform 176">
                  <a:extLst>
                    <a:ext uri="{FF2B5EF4-FFF2-40B4-BE49-F238E27FC236}">
                      <a16:creationId xmlns:a16="http://schemas.microsoft.com/office/drawing/2014/main" id="{135CFA80-EADD-4380-896B-DEFE6307BC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0" name="Line 177">
                <a:extLst>
                  <a:ext uri="{FF2B5EF4-FFF2-40B4-BE49-F238E27FC236}">
                    <a16:creationId xmlns:a16="http://schemas.microsoft.com/office/drawing/2014/main" id="{BA89A017-1B26-4A8D-B3C3-27E956960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" name="Line 178">
                <a:extLst>
                  <a:ext uri="{FF2B5EF4-FFF2-40B4-BE49-F238E27FC236}">
                    <a16:creationId xmlns:a16="http://schemas.microsoft.com/office/drawing/2014/main" id="{620CD8D7-D407-4C92-9451-72AA3B7DA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3" name="灯片编号占位符 2">
            <a:extLst>
              <a:ext uri="{FF2B5EF4-FFF2-40B4-BE49-F238E27FC236}">
                <a16:creationId xmlns:a16="http://schemas.microsoft.com/office/drawing/2014/main" id="{5D27D6B7-7BEC-4F06-80D5-892DE62A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5">
            <a:extLst>
              <a:ext uri="{FF2B5EF4-FFF2-40B4-BE49-F238E27FC236}">
                <a16:creationId xmlns:a16="http://schemas.microsoft.com/office/drawing/2014/main" id="{FD779E6F-4890-46E4-BFD0-A6DE3736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4168153" y="3009137"/>
            <a:ext cx="530915" cy="540849"/>
            <a:chOff x="4033536" y="4012178"/>
            <a:chExt cx="707887" cy="7211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右大括号 67"/>
            <p:cNvSpPr/>
            <p:nvPr/>
          </p:nvSpPr>
          <p:spPr>
            <a:xfrm rot="5400000">
              <a:off x="4206213" y="4075500"/>
              <a:ext cx="252275" cy="125631"/>
            </a:xfrm>
            <a:prstGeom prst="rightBrace">
              <a:avLst/>
            </a:prstGeom>
            <a:ln w="1270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 Box 72"/>
            <p:cNvSpPr txBox="1">
              <a:spLocks noChangeArrowheads="1"/>
            </p:cNvSpPr>
            <p:nvPr/>
          </p:nvSpPr>
          <p:spPr bwMode="auto">
            <a:xfrm>
              <a:off x="4033536" y="4333200"/>
              <a:ext cx="70788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00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</a:t>
              </a:r>
              <a:endParaRPr lang="en-US" altLang="zh-CN" sz="13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444066" y="3004317"/>
            <a:ext cx="1343096" cy="535888"/>
            <a:chOff x="4401422" y="4005759"/>
            <a:chExt cx="1790794" cy="7145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右大括号 68"/>
            <p:cNvSpPr/>
            <p:nvPr/>
          </p:nvSpPr>
          <p:spPr>
            <a:xfrm rot="5400000">
              <a:off x="5170681" y="3236500"/>
              <a:ext cx="252275" cy="1790794"/>
            </a:xfrm>
            <a:prstGeom prst="rightBrace">
              <a:avLst/>
            </a:prstGeom>
            <a:ln w="15875">
              <a:solidFill>
                <a:srgbClr val="E186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Text Box 72"/>
            <p:cNvSpPr txBox="1">
              <a:spLocks noChangeArrowheads="1"/>
            </p:cNvSpPr>
            <p:nvPr/>
          </p:nvSpPr>
          <p:spPr bwMode="auto">
            <a:xfrm>
              <a:off x="4973652" y="4320167"/>
              <a:ext cx="707886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传播</a:t>
              </a:r>
              <a:endParaRPr lang="en-US" altLang="zh-CN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889639" y="3009134"/>
            <a:ext cx="891143" cy="908856"/>
            <a:chOff x="2328852" y="4012178"/>
            <a:chExt cx="1188190" cy="1211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6" name="右大括号 65"/>
            <p:cNvSpPr/>
            <p:nvPr/>
          </p:nvSpPr>
          <p:spPr>
            <a:xfrm rot="5400000">
              <a:off x="3197911" y="3945322"/>
              <a:ext cx="252275" cy="385987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72"/>
            <p:cNvSpPr txBox="1">
              <a:spLocks noChangeArrowheads="1"/>
            </p:cNvSpPr>
            <p:nvPr/>
          </p:nvSpPr>
          <p:spPr bwMode="auto">
            <a:xfrm>
              <a:off x="2328852" y="4823877"/>
              <a:ext cx="1169550" cy="4001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节点处理</a:t>
              </a:r>
              <a:endPara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7" name="直接连接符 76"/>
            <p:cNvCxnSpPr>
              <a:cxnSpLocks/>
            </p:cNvCxnSpPr>
            <p:nvPr/>
          </p:nvCxnSpPr>
          <p:spPr>
            <a:xfrm flipH="1">
              <a:off x="2875994" y="4418990"/>
              <a:ext cx="431901" cy="438845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3790522" y="3009134"/>
            <a:ext cx="552334" cy="908856"/>
            <a:chOff x="3530031" y="4012178"/>
            <a:chExt cx="736445" cy="1211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右大括号 66"/>
            <p:cNvSpPr/>
            <p:nvPr/>
          </p:nvSpPr>
          <p:spPr>
            <a:xfrm rot="5400000">
              <a:off x="3762642" y="3779567"/>
              <a:ext cx="252275" cy="717498"/>
            </a:xfrm>
            <a:prstGeom prst="rightBrac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Text Box 72"/>
            <p:cNvSpPr txBox="1">
              <a:spLocks noChangeArrowheads="1"/>
            </p:cNvSpPr>
            <p:nvPr/>
          </p:nvSpPr>
          <p:spPr bwMode="auto">
            <a:xfrm>
              <a:off x="3558590" y="4823877"/>
              <a:ext cx="707886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排队</a:t>
              </a:r>
              <a:endParaRPr lang="en-US" altLang="zh-CN" sz="13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>
              <a:cxnSpLocks/>
            </p:cNvCxnSpPr>
            <p:nvPr/>
          </p:nvCxnSpPr>
          <p:spPr>
            <a:xfrm>
              <a:off x="3889979" y="4418990"/>
              <a:ext cx="0" cy="4048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ectangle 3"/>
          <p:cNvSpPr>
            <a:spLocks noChangeArrowheads="1"/>
          </p:cNvSpPr>
          <p:nvPr/>
        </p:nvSpPr>
        <p:spPr bwMode="auto">
          <a:xfrm>
            <a:off x="2205222" y="4153947"/>
            <a:ext cx="4374083" cy="415528"/>
          </a:xfrm>
          <a:prstGeom prst="rect">
            <a:avLst/>
          </a:prstGeom>
          <a:noFill/>
          <a:ln w="63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zh-CN" sz="1800" i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nodal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800" i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1800" i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18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 </a:t>
            </a:r>
            <a:r>
              <a:rPr lang="en-US" altLang="zh-CN" sz="1800" i="1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800" baseline="-25000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B3C774B-2055-47F1-9640-3253B72F2B2D}"/>
              </a:ext>
            </a:extLst>
          </p:cNvPr>
          <p:cNvSpPr/>
          <p:nvPr/>
        </p:nvSpPr>
        <p:spPr>
          <a:xfrm>
            <a:off x="539552" y="915566"/>
            <a:ext cx="349166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分组交换网络中的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597DB-8A4A-40B8-855B-C38920EBDDB0}"/>
              </a:ext>
            </a:extLst>
          </p:cNvPr>
          <p:cNvSpPr/>
          <p:nvPr/>
        </p:nvSpPr>
        <p:spPr>
          <a:xfrm>
            <a:off x="1061528" y="1339626"/>
            <a:ext cx="152028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179388" lvl="1" indent="-179388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0F9A05E-B351-4F9F-A505-935C9B19A73C}"/>
              </a:ext>
            </a:extLst>
          </p:cNvPr>
          <p:cNvGrpSpPr/>
          <p:nvPr/>
        </p:nvGrpSpPr>
        <p:grpSpPr>
          <a:xfrm>
            <a:off x="2356292" y="1934148"/>
            <a:ext cx="4322207" cy="1269898"/>
            <a:chOff x="2356292" y="1934148"/>
            <a:chExt cx="4322207" cy="1269898"/>
          </a:xfrm>
        </p:grpSpPr>
        <p:grpSp>
          <p:nvGrpSpPr>
            <p:cNvPr id="81" name="Group 170">
              <a:extLst>
                <a:ext uri="{FF2B5EF4-FFF2-40B4-BE49-F238E27FC236}">
                  <a16:creationId xmlns:a16="http://schemas.microsoft.com/office/drawing/2014/main" id="{F6336C4C-1DF3-425E-AB3D-270DB14FD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83" name="Oval 407">
                <a:extLst>
                  <a:ext uri="{FF2B5EF4-FFF2-40B4-BE49-F238E27FC236}">
                    <a16:creationId xmlns:a16="http://schemas.microsoft.com/office/drawing/2014/main" id="{B38BC8C7-D2C3-41AB-8A86-D222F87AA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410">
                <a:extLst>
                  <a:ext uri="{FF2B5EF4-FFF2-40B4-BE49-F238E27FC236}">
                    <a16:creationId xmlns:a16="http://schemas.microsoft.com/office/drawing/2014/main" id="{555AF000-23EC-4D13-B691-D8294E76A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Oval 411">
                <a:extLst>
                  <a:ext uri="{FF2B5EF4-FFF2-40B4-BE49-F238E27FC236}">
                    <a16:creationId xmlns:a16="http://schemas.microsoft.com/office/drawing/2014/main" id="{DC996E10-EA64-4F3E-80F5-DB6B71AF6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6" name="Group 174">
                <a:extLst>
                  <a:ext uri="{FF2B5EF4-FFF2-40B4-BE49-F238E27FC236}">
                    <a16:creationId xmlns:a16="http://schemas.microsoft.com/office/drawing/2014/main" id="{AAB8B879-0715-4E2A-AC9E-D1A0668018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9" name="Freeform 175">
                  <a:extLst>
                    <a:ext uri="{FF2B5EF4-FFF2-40B4-BE49-F238E27FC236}">
                      <a16:creationId xmlns:a16="http://schemas.microsoft.com/office/drawing/2014/main" id="{94224FBA-3CC8-406B-A06C-00F86AC4B3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Freeform 176">
                  <a:extLst>
                    <a:ext uri="{FF2B5EF4-FFF2-40B4-BE49-F238E27FC236}">
                      <a16:creationId xmlns:a16="http://schemas.microsoft.com/office/drawing/2014/main" id="{CC9F78C6-9600-4980-8994-4A88C8EE9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7" name="Line 177">
                <a:extLst>
                  <a:ext uri="{FF2B5EF4-FFF2-40B4-BE49-F238E27FC236}">
                    <a16:creationId xmlns:a16="http://schemas.microsoft.com/office/drawing/2014/main" id="{35E00CA6-2BAF-42F1-A927-232257185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178">
                <a:extLst>
                  <a:ext uri="{FF2B5EF4-FFF2-40B4-BE49-F238E27FC236}">
                    <a16:creationId xmlns:a16="http://schemas.microsoft.com/office/drawing/2014/main" id="{00761C0B-507D-43F8-AE52-3DD91DB7C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4360796" y="2569443"/>
              <a:ext cx="1423034" cy="2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45"/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Box 47"/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32" name="Text Box 48"/>
            <p:cNvSpPr txBox="1">
              <a:spLocks noChangeArrowheads="1"/>
            </p:cNvSpPr>
            <p:nvPr/>
          </p:nvSpPr>
          <p:spPr bwMode="auto">
            <a:xfrm>
              <a:off x="6091368" y="193415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49" name="Rectangle 84"/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85"/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86"/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08E343F-1A2E-4098-8F0A-BE4B41121D8F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26" name="Rectangle 40"/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Rectangle 41"/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Rectangle 88"/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Rectangle 89"/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Rectangle 90"/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9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Freeform 66"/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62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Freeform 69"/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F198061-E21C-493B-A446-D759ED8469AD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29" name="Line 44"/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Rectangle 42"/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3" name="Rectangle 63"/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0" name="Group 170">
              <a:extLst>
                <a:ext uri="{FF2B5EF4-FFF2-40B4-BE49-F238E27FC236}">
                  <a16:creationId xmlns:a16="http://schemas.microsoft.com/office/drawing/2014/main" id="{C8417A01-77D0-4337-B8E4-13C9875D9B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7437" y="2375297"/>
              <a:ext cx="881062" cy="422275"/>
              <a:chOff x="2356" y="1300"/>
              <a:chExt cx="555" cy="194"/>
            </a:xfrm>
          </p:grpSpPr>
          <p:sp>
            <p:nvSpPr>
              <p:cNvPr id="101" name="Oval 407">
                <a:extLst>
                  <a:ext uri="{FF2B5EF4-FFF2-40B4-BE49-F238E27FC236}">
                    <a16:creationId xmlns:a16="http://schemas.microsoft.com/office/drawing/2014/main" id="{96FF7033-9E7E-4521-8616-099837E18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410">
                <a:extLst>
                  <a:ext uri="{FF2B5EF4-FFF2-40B4-BE49-F238E27FC236}">
                    <a16:creationId xmlns:a16="http://schemas.microsoft.com/office/drawing/2014/main" id="{A512F453-1F93-4025-9B27-5A45C97D8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Oval 411">
                <a:extLst>
                  <a:ext uri="{FF2B5EF4-FFF2-40B4-BE49-F238E27FC236}">
                    <a16:creationId xmlns:a16="http://schemas.microsoft.com/office/drawing/2014/main" id="{8ACB21FE-5398-48DF-A999-367C41B79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4" name="Group 174">
                <a:extLst>
                  <a:ext uri="{FF2B5EF4-FFF2-40B4-BE49-F238E27FC236}">
                    <a16:creationId xmlns:a16="http://schemas.microsoft.com/office/drawing/2014/main" id="{7AFDFA7A-130F-42E4-836C-D6F4E53EDE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7" name="Freeform 175">
                  <a:extLst>
                    <a:ext uri="{FF2B5EF4-FFF2-40B4-BE49-F238E27FC236}">
                      <a16:creationId xmlns:a16="http://schemas.microsoft.com/office/drawing/2014/main" id="{431ED705-E5F7-45C7-A8AA-436B092175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176">
                  <a:extLst>
                    <a:ext uri="{FF2B5EF4-FFF2-40B4-BE49-F238E27FC236}">
                      <a16:creationId xmlns:a16="http://schemas.microsoft.com/office/drawing/2014/main" id="{06EDA0A7-727F-4626-83D7-4713325751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5" name="Line 177">
                <a:extLst>
                  <a:ext uri="{FF2B5EF4-FFF2-40B4-BE49-F238E27FC236}">
                    <a16:creationId xmlns:a16="http://schemas.microsoft.com/office/drawing/2014/main" id="{1AE6C3D6-7331-492A-8832-2D285C7F9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178">
                <a:extLst>
                  <a:ext uri="{FF2B5EF4-FFF2-40B4-BE49-F238E27FC236}">
                    <a16:creationId xmlns:a16="http://schemas.microsoft.com/office/drawing/2014/main" id="{4BBDD4A1-DCEC-4F60-A985-373DE12C7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0EADE641-7413-459D-B23F-02F8D20E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AutoShape 5">
            <a:extLst>
              <a:ext uri="{FF2B5EF4-FFF2-40B4-BE49-F238E27FC236}">
                <a16:creationId xmlns:a16="http://schemas.microsoft.com/office/drawing/2014/main" id="{1DC7E83F-7B90-408A-941C-7A69E692A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6" name="图片 75" descr="图片包含 游戏机&#10;&#10;描述已自动生成">
            <a:extLst>
              <a:ext uri="{FF2B5EF4-FFF2-40B4-BE49-F238E27FC236}">
                <a16:creationId xmlns:a16="http://schemas.microsoft.com/office/drawing/2014/main" id="{2E74E331-442D-401D-92C9-D06FE441F4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699" y="4635060"/>
            <a:ext cx="414876" cy="41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41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丢包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和吞吐量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43915" y="1324188"/>
            <a:ext cx="3892817" cy="78923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分组为什么会排队？</a:t>
            </a:r>
            <a:endParaRPr lang="en-US" altLang="zh-CN" sz="1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节点的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输入速度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输出速度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599640" y="2039180"/>
            <a:ext cx="491176" cy="926920"/>
          </a:xfrm>
          <a:prstGeom prst="straightConnector1">
            <a:avLst/>
          </a:prstGeom>
          <a:ln w="1270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8116929" y="2039180"/>
            <a:ext cx="0" cy="926920"/>
          </a:xfrm>
          <a:prstGeom prst="straightConnector1">
            <a:avLst/>
          </a:prstGeom>
          <a:ln w="12700">
            <a:solidFill>
              <a:srgbClr val="0066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5598631" y="2938954"/>
            <a:ext cx="1534462" cy="461636"/>
          </a:xfrm>
          <a:prstGeom prst="roundRect">
            <a:avLst>
              <a:gd name="adj" fmla="val 6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6">
                <a:satMod val="175000"/>
                <a:alpha val="54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每秒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个长度为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的分组入队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7306839" y="2984255"/>
            <a:ext cx="1225704" cy="273547"/>
          </a:xfrm>
          <a:prstGeom prst="roundRect">
            <a:avLst>
              <a:gd name="adj" fmla="val 6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6">
                <a:satMod val="175000"/>
                <a:alpha val="54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传输速度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</p:txBody>
      </p:sp>
      <p:sp>
        <p:nvSpPr>
          <p:cNvPr id="72" name="圆角矩形 71"/>
          <p:cNvSpPr/>
          <p:nvPr/>
        </p:nvSpPr>
        <p:spPr>
          <a:xfrm>
            <a:off x="6264326" y="3618097"/>
            <a:ext cx="1625001" cy="273547"/>
          </a:xfrm>
          <a:prstGeom prst="roundRect">
            <a:avLst>
              <a:gd name="adj" fmla="val 6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6">
                <a:satMod val="175000"/>
                <a:alpha val="54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流量强度：</a:t>
            </a:r>
            <a:r>
              <a:rPr lang="en-US" altLang="zh-CN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</a:p>
        </p:txBody>
      </p:sp>
      <p:sp>
        <p:nvSpPr>
          <p:cNvPr id="10" name="右大括号 9"/>
          <p:cNvSpPr/>
          <p:nvPr/>
        </p:nvSpPr>
        <p:spPr>
          <a:xfrm rot="-5400000">
            <a:off x="7435697" y="3433911"/>
            <a:ext cx="214481" cy="1444304"/>
          </a:xfrm>
          <a:prstGeom prst="rightBrac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6496749" y="4314427"/>
            <a:ext cx="800794" cy="273547"/>
          </a:xfrm>
          <a:prstGeom prst="roundRect">
            <a:avLst>
              <a:gd name="adj" fmla="val 6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6">
                <a:satMod val="175000"/>
                <a:alpha val="54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7778598" y="4314427"/>
            <a:ext cx="830374" cy="273547"/>
          </a:xfrm>
          <a:prstGeom prst="roundRect">
            <a:avLst>
              <a:gd name="adj" fmla="val 64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6">
                <a:satMod val="175000"/>
                <a:alpha val="54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220" y="3548461"/>
            <a:ext cx="1387974" cy="11129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220" y="2211820"/>
            <a:ext cx="1387975" cy="104730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 Box 15"/>
          <p:cNvSpPr txBox="1">
            <a:spLocks noChangeArrowheads="1"/>
          </p:cNvSpPr>
          <p:nvPr/>
        </p:nvSpPr>
        <p:spPr bwMode="auto">
          <a:xfrm>
            <a:off x="4136265" y="3240409"/>
            <a:ext cx="88838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La/R ~ 0</a:t>
            </a:r>
          </a:p>
        </p:txBody>
      </p:sp>
      <p:sp>
        <p:nvSpPr>
          <p:cNvPr id="82" name="Text Box 16"/>
          <p:cNvSpPr txBox="1">
            <a:spLocks noChangeArrowheads="1"/>
          </p:cNvSpPr>
          <p:nvPr/>
        </p:nvSpPr>
        <p:spPr bwMode="auto">
          <a:xfrm>
            <a:off x="4145732" y="4650661"/>
            <a:ext cx="9637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La/R -&gt; 1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09" y="2211820"/>
            <a:ext cx="2580478" cy="21181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8A741FD1-721D-45FC-81E3-3E21CB014BA4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1.4.2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排队时延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和分组丢失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7DC7395-DA7A-49F0-A70C-C34768EB0CDC}"/>
              </a:ext>
            </a:extLst>
          </p:cNvPr>
          <p:cNvGrpSpPr/>
          <p:nvPr/>
        </p:nvGrpSpPr>
        <p:grpSpPr>
          <a:xfrm>
            <a:off x="5928418" y="1186864"/>
            <a:ext cx="2380073" cy="1269898"/>
            <a:chOff x="2356292" y="1934148"/>
            <a:chExt cx="2380073" cy="1269898"/>
          </a:xfrm>
        </p:grpSpPr>
        <p:grpSp>
          <p:nvGrpSpPr>
            <p:cNvPr id="90" name="Group 170">
              <a:extLst>
                <a:ext uri="{FF2B5EF4-FFF2-40B4-BE49-F238E27FC236}">
                  <a16:creationId xmlns:a16="http://schemas.microsoft.com/office/drawing/2014/main" id="{78024486-ECB1-41F7-B8E8-4F1BF7AF8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115" name="Oval 407">
                <a:extLst>
                  <a:ext uri="{FF2B5EF4-FFF2-40B4-BE49-F238E27FC236}">
                    <a16:creationId xmlns:a16="http://schemas.microsoft.com/office/drawing/2014/main" id="{27742C0B-0623-420A-8FA7-D6E06BB29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Rectangle 410">
                <a:extLst>
                  <a:ext uri="{FF2B5EF4-FFF2-40B4-BE49-F238E27FC236}">
                    <a16:creationId xmlns:a16="http://schemas.microsoft.com/office/drawing/2014/main" id="{C1A6CD4A-7949-4D13-A840-3277AE5C6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Oval 411">
                <a:extLst>
                  <a:ext uri="{FF2B5EF4-FFF2-40B4-BE49-F238E27FC236}">
                    <a16:creationId xmlns:a16="http://schemas.microsoft.com/office/drawing/2014/main" id="{7723F398-1B79-4BAE-B578-8FACCF59D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8" name="Group 174">
                <a:extLst>
                  <a:ext uri="{FF2B5EF4-FFF2-40B4-BE49-F238E27FC236}">
                    <a16:creationId xmlns:a16="http://schemas.microsoft.com/office/drawing/2014/main" id="{C440E97E-28FB-4A41-A3C3-A08C2F6073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1" name="Freeform 175">
                  <a:extLst>
                    <a:ext uri="{FF2B5EF4-FFF2-40B4-BE49-F238E27FC236}">
                      <a16:creationId xmlns:a16="http://schemas.microsoft.com/office/drawing/2014/main" id="{67A3F2EB-9E03-4303-B45E-F0E9CEEC0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Freeform 176">
                  <a:extLst>
                    <a:ext uri="{FF2B5EF4-FFF2-40B4-BE49-F238E27FC236}">
                      <a16:creationId xmlns:a16="http://schemas.microsoft.com/office/drawing/2014/main" id="{88A44D92-E2B7-40B6-B03E-5948242F35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9" name="Line 177">
                <a:extLst>
                  <a:ext uri="{FF2B5EF4-FFF2-40B4-BE49-F238E27FC236}">
                    <a16:creationId xmlns:a16="http://schemas.microsoft.com/office/drawing/2014/main" id="{618F2E8F-4FD1-402A-83F2-C447EDF2C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178">
                <a:extLst>
                  <a:ext uri="{FF2B5EF4-FFF2-40B4-BE49-F238E27FC236}">
                    <a16:creationId xmlns:a16="http://schemas.microsoft.com/office/drawing/2014/main" id="{CD551315-DC4A-4451-904A-5A60AE8BA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1" name="Line 24">
              <a:extLst>
                <a:ext uri="{FF2B5EF4-FFF2-40B4-BE49-F238E27FC236}">
                  <a16:creationId xmlns:a16="http://schemas.microsoft.com/office/drawing/2014/main" id="{239122F6-996A-44D1-9A98-3EBE2D64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25">
              <a:extLst>
                <a:ext uri="{FF2B5EF4-FFF2-40B4-BE49-F238E27FC236}">
                  <a16:creationId xmlns:a16="http://schemas.microsoft.com/office/drawing/2014/main" id="{45E6A043-BCA5-4523-A10A-D6D991E10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Line 45">
              <a:extLst>
                <a:ext uri="{FF2B5EF4-FFF2-40B4-BE49-F238E27FC236}">
                  <a16:creationId xmlns:a16="http://schemas.microsoft.com/office/drawing/2014/main" id="{72EB8B86-DB8E-42D6-B132-F13C72D02A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Text Box 47">
              <a:extLst>
                <a:ext uri="{FF2B5EF4-FFF2-40B4-BE49-F238E27FC236}">
                  <a16:creationId xmlns:a16="http://schemas.microsoft.com/office/drawing/2014/main" id="{A7492602-9506-4B74-A288-59D810A25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95" name="Rectangle 84">
              <a:extLst>
                <a:ext uri="{FF2B5EF4-FFF2-40B4-BE49-F238E27FC236}">
                  <a16:creationId xmlns:a16="http://schemas.microsoft.com/office/drawing/2014/main" id="{479323EF-4A4B-4CCB-9343-F208BCEB7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85">
              <a:extLst>
                <a:ext uri="{FF2B5EF4-FFF2-40B4-BE49-F238E27FC236}">
                  <a16:creationId xmlns:a16="http://schemas.microsoft.com/office/drawing/2014/main" id="{14912628-4E3E-4EB0-AE79-119EA8C89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Rectangle 86">
              <a:extLst>
                <a:ext uri="{FF2B5EF4-FFF2-40B4-BE49-F238E27FC236}">
                  <a16:creationId xmlns:a16="http://schemas.microsoft.com/office/drawing/2014/main" id="{4329AFB2-CCA5-4537-A3C4-BA7CB5FE0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4E987B4E-9CBA-4B34-AF27-11B93AA6F31A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110" name="Rectangle 40">
                <a:extLst>
                  <a:ext uri="{FF2B5EF4-FFF2-40B4-BE49-F238E27FC236}">
                    <a16:creationId xmlns:a16="http://schemas.microsoft.com/office/drawing/2014/main" id="{8C3AF4A4-7AD2-4BC0-88A2-4CAD9BF34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Rectangle 41">
                <a:extLst>
                  <a:ext uri="{FF2B5EF4-FFF2-40B4-BE49-F238E27FC236}">
                    <a16:creationId xmlns:a16="http://schemas.microsoft.com/office/drawing/2014/main" id="{1A0FFA86-BD70-405D-A7F2-5D6971060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Rectangle 88">
                <a:extLst>
                  <a:ext uri="{FF2B5EF4-FFF2-40B4-BE49-F238E27FC236}">
                    <a16:creationId xmlns:a16="http://schemas.microsoft.com/office/drawing/2014/main" id="{D92C3099-E732-41A9-94AB-CA968598F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Rectangle 89">
                <a:extLst>
                  <a:ext uri="{FF2B5EF4-FFF2-40B4-BE49-F238E27FC236}">
                    <a16:creationId xmlns:a16="http://schemas.microsoft.com/office/drawing/2014/main" id="{339E066A-6FD1-4E76-8F13-2C77F9C07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Rectangle 90">
                <a:extLst>
                  <a:ext uri="{FF2B5EF4-FFF2-40B4-BE49-F238E27FC236}">
                    <a16:creationId xmlns:a16="http://schemas.microsoft.com/office/drawing/2014/main" id="{1625D7D7-3557-41D6-B845-A061C025D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99" name="Picture 65" descr="desktop_computer_stylized_medium">
              <a:extLst>
                <a:ext uri="{FF2B5EF4-FFF2-40B4-BE49-F238E27FC236}">
                  <a16:creationId xmlns:a16="http://schemas.microsoft.com/office/drawing/2014/main" id="{1C4C13CC-840A-48A2-A169-B4B5E8A21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" name="Freeform 66">
              <a:extLst>
                <a:ext uri="{FF2B5EF4-FFF2-40B4-BE49-F238E27FC236}">
                  <a16:creationId xmlns:a16="http://schemas.microsoft.com/office/drawing/2014/main" id="{E19574E4-F03E-436F-B417-2AA63BEBDD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AC8C45E7-62F7-4CC8-8A3B-DABB2CE4DD57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108" name="Picture 68" descr="desktop_computer_stylized_medium">
                <a:extLst>
                  <a:ext uri="{FF2B5EF4-FFF2-40B4-BE49-F238E27FC236}">
                    <a16:creationId xmlns:a16="http://schemas.microsoft.com/office/drawing/2014/main" id="{1994E248-803C-4D68-A76B-3A0BD51BCA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9" name="Freeform 69">
                <a:extLst>
                  <a:ext uri="{FF2B5EF4-FFF2-40B4-BE49-F238E27FC236}">
                    <a16:creationId xmlns:a16="http://schemas.microsoft.com/office/drawing/2014/main" id="{196580F0-D8A6-4C5C-B648-3190E9CB751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B7878C70-90A3-432F-9388-CB870174A618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106" name="Line 44">
                <a:extLst>
                  <a:ext uri="{FF2B5EF4-FFF2-40B4-BE49-F238E27FC236}">
                    <a16:creationId xmlns:a16="http://schemas.microsoft.com/office/drawing/2014/main" id="{F1CB1352-5CD5-42E3-8E7E-40F6B6ED9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Rectangle 42">
                <a:extLst>
                  <a:ext uri="{FF2B5EF4-FFF2-40B4-BE49-F238E27FC236}">
                    <a16:creationId xmlns:a16="http://schemas.microsoft.com/office/drawing/2014/main" id="{08EF14EC-2FAD-4374-A64E-86573D108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3" name="Rectangle 63">
              <a:extLst>
                <a:ext uri="{FF2B5EF4-FFF2-40B4-BE49-F238E27FC236}">
                  <a16:creationId xmlns:a16="http://schemas.microsoft.com/office/drawing/2014/main" id="{F8CAD4D7-BEED-4C4C-8D5B-0AA229C17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Line 44">
              <a:extLst>
                <a:ext uri="{FF2B5EF4-FFF2-40B4-BE49-F238E27FC236}">
                  <a16:creationId xmlns:a16="http://schemas.microsoft.com/office/drawing/2014/main" id="{6E138E57-901C-420B-888D-748F718DF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589" y="2571750"/>
              <a:ext cx="345921" cy="0"/>
            </a:xfrm>
            <a:prstGeom prst="line">
              <a:avLst/>
            </a:prstGeom>
            <a:noFill/>
            <a:ln w="69850">
              <a:solidFill>
                <a:srgbClr val="C00000"/>
              </a:solidFill>
              <a:round/>
              <a:headEnd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Line 44">
              <a:extLst>
                <a:ext uri="{FF2B5EF4-FFF2-40B4-BE49-F238E27FC236}">
                  <a16:creationId xmlns:a16="http://schemas.microsoft.com/office/drawing/2014/main" id="{99747760-C9BA-4214-ADFA-CCF77F464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424" y="2557221"/>
              <a:ext cx="286941" cy="3572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53" name="灯片编号占位符 2">
            <a:extLst>
              <a:ext uri="{FF2B5EF4-FFF2-40B4-BE49-F238E27FC236}">
                <a16:creationId xmlns:a16="http://schemas.microsoft.com/office/drawing/2014/main" id="{940C7EE2-65D5-4AE3-A0AB-40142E27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5">
            <a:extLst>
              <a:ext uri="{FF2B5EF4-FFF2-40B4-BE49-F238E27FC236}">
                <a16:creationId xmlns:a16="http://schemas.microsoft.com/office/drawing/2014/main" id="{B1D2937B-BB99-48BF-A86C-330F2B858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36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0" grpId="0" animBg="1"/>
      <p:bldP spid="71" grpId="0" animBg="1"/>
      <p:bldP spid="72" grpId="0" animBg="1"/>
      <p:bldP spid="10" grpId="0" animBg="1"/>
      <p:bldP spid="73" grpId="0" animBg="1"/>
      <p:bldP spid="74" grpId="0" animBg="1"/>
      <p:bldP spid="80" grpId="0"/>
      <p:bldP spid="82" grpId="0"/>
      <p:bldP spid="54" grpId="0" animBg="1"/>
      <p:bldP spid="5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丢包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和吞吐量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99592" y="1370013"/>
            <a:ext cx="4139257" cy="326231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为什么会丢失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如路由器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的缓存限制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丢失了怎么办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可靠传输：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重传</a:t>
            </a:r>
            <a:endParaRPr lang="en-US" altLang="zh-CN" sz="16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谁来重传？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章重点介绍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不可靠传输：不重传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137670" y="3076161"/>
            <a:ext cx="2495148" cy="397767"/>
          </a:xfrm>
          <a:prstGeom prst="roundRect">
            <a:avLst>
              <a:gd name="adj" fmla="val 6481"/>
            </a:avLst>
          </a:prstGeom>
          <a:solidFill>
            <a:srgbClr val="E9F5DB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5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Buffer: finite space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02A95C6-A433-4F22-B429-ED4DE7725BC3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排队时延和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分组丢失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>
            <a:cxnSpLocks/>
            <a:stCxn id="7" idx="2"/>
            <a:endCxn id="72" idx="0"/>
          </p:cNvCxnSpPr>
          <p:nvPr/>
        </p:nvCxnSpPr>
        <p:spPr>
          <a:xfrm flipH="1">
            <a:off x="6385244" y="2035608"/>
            <a:ext cx="1143322" cy="10405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A0085D35-425F-4988-A06F-39CCC81A979C}"/>
              </a:ext>
            </a:extLst>
          </p:cNvPr>
          <p:cNvGrpSpPr/>
          <p:nvPr/>
        </p:nvGrpSpPr>
        <p:grpSpPr>
          <a:xfrm>
            <a:off x="5928418" y="1186864"/>
            <a:ext cx="2380073" cy="1269898"/>
            <a:chOff x="2356292" y="1934148"/>
            <a:chExt cx="2380073" cy="1269898"/>
          </a:xfrm>
        </p:grpSpPr>
        <p:grpSp>
          <p:nvGrpSpPr>
            <p:cNvPr id="173" name="Group 170">
              <a:extLst>
                <a:ext uri="{FF2B5EF4-FFF2-40B4-BE49-F238E27FC236}">
                  <a16:creationId xmlns:a16="http://schemas.microsoft.com/office/drawing/2014/main" id="{98AECA07-3EB6-442C-A6A6-7A1D8807F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276" y="2353531"/>
              <a:ext cx="881062" cy="422275"/>
              <a:chOff x="2356" y="1300"/>
              <a:chExt cx="555" cy="194"/>
            </a:xfrm>
          </p:grpSpPr>
          <p:sp>
            <p:nvSpPr>
              <p:cNvPr id="198" name="Oval 407">
                <a:extLst>
                  <a:ext uri="{FF2B5EF4-FFF2-40B4-BE49-F238E27FC236}">
                    <a16:creationId xmlns:a16="http://schemas.microsoft.com/office/drawing/2014/main" id="{12E1B51A-BB3E-43C8-9FCE-A8DAB583E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9" name="Rectangle 410">
                <a:extLst>
                  <a:ext uri="{FF2B5EF4-FFF2-40B4-BE49-F238E27FC236}">
                    <a16:creationId xmlns:a16="http://schemas.microsoft.com/office/drawing/2014/main" id="{D238DE27-282D-452C-AD42-E1F2B8E1D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Oval 411">
                <a:extLst>
                  <a:ext uri="{FF2B5EF4-FFF2-40B4-BE49-F238E27FC236}">
                    <a16:creationId xmlns:a16="http://schemas.microsoft.com/office/drawing/2014/main" id="{EB023893-1312-4BC0-BA47-DF2FDEB47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1" name="Group 174">
                <a:extLst>
                  <a:ext uri="{FF2B5EF4-FFF2-40B4-BE49-F238E27FC236}">
                    <a16:creationId xmlns:a16="http://schemas.microsoft.com/office/drawing/2014/main" id="{46180F7C-5811-4CA3-87C5-48AA852D95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04" name="Freeform 175">
                  <a:extLst>
                    <a:ext uri="{FF2B5EF4-FFF2-40B4-BE49-F238E27FC236}">
                      <a16:creationId xmlns:a16="http://schemas.microsoft.com/office/drawing/2014/main" id="{874C90F9-C746-49A5-8E65-4E1E6F067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" name="Freeform 176">
                  <a:extLst>
                    <a:ext uri="{FF2B5EF4-FFF2-40B4-BE49-F238E27FC236}">
                      <a16:creationId xmlns:a16="http://schemas.microsoft.com/office/drawing/2014/main" id="{842EF6B2-7250-4F7A-9083-38689F9727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2" name="Line 177">
                <a:extLst>
                  <a:ext uri="{FF2B5EF4-FFF2-40B4-BE49-F238E27FC236}">
                    <a16:creationId xmlns:a16="http://schemas.microsoft.com/office/drawing/2014/main" id="{C17DD9C5-18B7-4AD4-A459-80D5AE2B9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Line 178">
                <a:extLst>
                  <a:ext uri="{FF2B5EF4-FFF2-40B4-BE49-F238E27FC236}">
                    <a16:creationId xmlns:a16="http://schemas.microsoft.com/office/drawing/2014/main" id="{FF2EF0B0-9F08-4891-A596-5D1886E4F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" name="Line 24">
              <a:extLst>
                <a:ext uri="{FF2B5EF4-FFF2-40B4-BE49-F238E27FC236}">
                  <a16:creationId xmlns:a16="http://schemas.microsoft.com/office/drawing/2014/main" id="{46531C38-8095-47CE-AFA4-F84215217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757" y="2255118"/>
              <a:ext cx="551260" cy="273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25">
              <a:extLst>
                <a:ext uri="{FF2B5EF4-FFF2-40B4-BE49-F238E27FC236}">
                  <a16:creationId xmlns:a16="http://schemas.microsoft.com/office/drawing/2014/main" id="{E54F3BE4-6A96-443B-BFBD-5006A76AFB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640" y="2655168"/>
              <a:ext cx="576996" cy="3215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45">
              <a:extLst>
                <a:ext uri="{FF2B5EF4-FFF2-40B4-BE49-F238E27FC236}">
                  <a16:creationId xmlns:a16="http://schemas.microsoft.com/office/drawing/2014/main" id="{CDCA8B25-A2AA-4DEE-9EC8-216066847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142" y="2827808"/>
              <a:ext cx="158150" cy="7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Text Box 47">
              <a:extLst>
                <a:ext uri="{FF2B5EF4-FFF2-40B4-BE49-F238E27FC236}">
                  <a16:creationId xmlns:a16="http://schemas.microsoft.com/office/drawing/2014/main" id="{9D68BAFE-76DD-46E9-81F9-AB9708F41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274" y="1934148"/>
              <a:ext cx="3465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78" name="Rectangle 84">
              <a:extLst>
                <a:ext uri="{FF2B5EF4-FFF2-40B4-BE49-F238E27FC236}">
                  <a16:creationId xmlns:a16="http://schemas.microsoft.com/office/drawing/2014/main" id="{4327ADDC-DD3A-47DF-AF84-2C5021A10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9911" y="2125340"/>
              <a:ext cx="110728" cy="1500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Line 85">
              <a:extLst>
                <a:ext uri="{FF2B5EF4-FFF2-40B4-BE49-F238E27FC236}">
                  <a16:creationId xmlns:a16="http://schemas.microsoft.com/office/drawing/2014/main" id="{14C01BB0-5629-4AB7-BF81-F0791EF8B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451" y="2264643"/>
              <a:ext cx="159544" cy="77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86">
              <a:extLst>
                <a:ext uri="{FF2B5EF4-FFF2-40B4-BE49-F238E27FC236}">
                  <a16:creationId xmlns:a16="http://schemas.microsoft.com/office/drawing/2014/main" id="{54D9218C-A56C-4429-8B09-DB7F047B7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248" y="2902256"/>
              <a:ext cx="110729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1E1748F7-CE85-4411-9BB0-65D5189FE106}"/>
                </a:ext>
              </a:extLst>
            </p:cNvPr>
            <p:cNvGrpSpPr/>
            <p:nvPr/>
          </p:nvGrpSpPr>
          <p:grpSpPr>
            <a:xfrm>
              <a:off x="3714566" y="2607198"/>
              <a:ext cx="546498" cy="150019"/>
              <a:chOff x="3763251" y="2550230"/>
              <a:chExt cx="546498" cy="150019"/>
            </a:xfrm>
          </p:grpSpPr>
          <p:sp>
            <p:nvSpPr>
              <p:cNvPr id="193" name="Rectangle 40">
                <a:extLst>
                  <a:ext uri="{FF2B5EF4-FFF2-40B4-BE49-F238E27FC236}">
                    <a16:creationId xmlns:a16="http://schemas.microsoft.com/office/drawing/2014/main" id="{ED998AB8-82CB-4030-89A7-28B1F0EAB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196" y="2550230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Rectangle 41">
                <a:extLst>
                  <a:ext uri="{FF2B5EF4-FFF2-40B4-BE49-F238E27FC236}">
                    <a16:creationId xmlns:a16="http://schemas.microsoft.com/office/drawing/2014/main" id="{CFF72AE9-F327-4726-B662-9EC233C1A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020" y="2550230"/>
                <a:ext cx="110729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Rectangle 88">
                <a:extLst>
                  <a:ext uri="{FF2B5EF4-FFF2-40B4-BE49-F238E27FC236}">
                    <a16:creationId xmlns:a16="http://schemas.microsoft.com/office/drawing/2014/main" id="{DA0EDDB7-F419-4280-87D4-A299A8BFA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280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Rectangle 89">
                <a:extLst>
                  <a:ext uri="{FF2B5EF4-FFF2-40B4-BE49-F238E27FC236}">
                    <a16:creationId xmlns:a16="http://schemas.microsoft.com/office/drawing/2014/main" id="{884F5DE7-96B5-4160-A075-44CA17CC9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026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Rectangle 90">
                <a:extLst>
                  <a:ext uri="{FF2B5EF4-FFF2-40B4-BE49-F238E27FC236}">
                    <a16:creationId xmlns:a16="http://schemas.microsoft.com/office/drawing/2014/main" id="{7EBE4612-6FA9-4F73-9D32-2167736D2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251" y="2550230"/>
                <a:ext cx="110729" cy="1500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82" name="Picture 65" descr="desktop_computer_stylized_medium">
              <a:extLst>
                <a:ext uri="{FF2B5EF4-FFF2-40B4-BE49-F238E27FC236}">
                  <a16:creationId xmlns:a16="http://schemas.microsoft.com/office/drawing/2014/main" id="{D7886B95-F7E3-484C-B2B5-F3081DC1B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384357" y="1970558"/>
              <a:ext cx="584597" cy="50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" name="Freeform 66">
              <a:extLst>
                <a:ext uri="{FF2B5EF4-FFF2-40B4-BE49-F238E27FC236}">
                  <a16:creationId xmlns:a16="http://schemas.microsoft.com/office/drawing/2014/main" id="{6D31C7BD-D2DD-443B-BEA2-FDD6B8832B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33452" y="2019442"/>
              <a:ext cx="284254" cy="233350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91BB37CA-FF94-4E7E-AE0C-7C9EF638532B}"/>
                </a:ext>
              </a:extLst>
            </p:cNvPr>
            <p:cNvGrpSpPr/>
            <p:nvPr/>
          </p:nvGrpSpPr>
          <p:grpSpPr>
            <a:xfrm>
              <a:off x="2356292" y="2694458"/>
              <a:ext cx="584597" cy="509588"/>
              <a:chOff x="1794768" y="4236417"/>
              <a:chExt cx="779462" cy="679450"/>
            </a:xfrm>
          </p:grpSpPr>
          <p:pic>
            <p:nvPicPr>
              <p:cNvPr id="191" name="Picture 68" descr="desktop_computer_stylized_medium">
                <a:extLst>
                  <a:ext uri="{FF2B5EF4-FFF2-40B4-BE49-F238E27FC236}">
                    <a16:creationId xmlns:a16="http://schemas.microsoft.com/office/drawing/2014/main" id="{188DC960-22CB-483D-9D50-D3F1CC529E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94768" y="4236417"/>
                <a:ext cx="779462" cy="679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2" name="Freeform 69">
                <a:extLst>
                  <a:ext uri="{FF2B5EF4-FFF2-40B4-BE49-F238E27FC236}">
                    <a16:creationId xmlns:a16="http://schemas.microsoft.com/office/drawing/2014/main" id="{5F8E34F6-E7B5-4638-97F4-F907A9D6B5A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26894" y="4301595"/>
                <a:ext cx="379004" cy="311133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BA5DDBE2-B051-45B9-9866-5929CBD4178F}"/>
                </a:ext>
              </a:extLst>
            </p:cNvPr>
            <p:cNvGrpSpPr/>
            <p:nvPr/>
          </p:nvGrpSpPr>
          <p:grpSpPr>
            <a:xfrm>
              <a:off x="3405578" y="2607199"/>
              <a:ext cx="301086" cy="150019"/>
              <a:chOff x="3414032" y="2572887"/>
              <a:chExt cx="301086" cy="150019"/>
            </a:xfrm>
          </p:grpSpPr>
          <p:sp>
            <p:nvSpPr>
              <p:cNvPr id="189" name="Line 44">
                <a:extLst>
                  <a:ext uri="{FF2B5EF4-FFF2-40B4-BE49-F238E27FC236}">
                    <a16:creationId xmlns:a16="http://schemas.microsoft.com/office/drawing/2014/main" id="{7CE70FD6-2E20-487C-8A3A-863D14B0C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953" y="2635876"/>
                <a:ext cx="182165" cy="3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Rectangle 42">
                <a:extLst>
                  <a:ext uri="{FF2B5EF4-FFF2-40B4-BE49-F238E27FC236}">
                    <a16:creationId xmlns:a16="http://schemas.microsoft.com/office/drawing/2014/main" id="{F133A18A-0021-4CE2-BC9B-8F3C3BFD0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032" y="2572887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6" name="Rectangle 63">
              <a:extLst>
                <a:ext uri="{FF2B5EF4-FFF2-40B4-BE49-F238E27FC236}">
                  <a16:creationId xmlns:a16="http://schemas.microsoft.com/office/drawing/2014/main" id="{EC44C2D7-7963-47D8-95D6-3BF39D0C1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256" y="2468676"/>
              <a:ext cx="110728" cy="1500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44">
              <a:extLst>
                <a:ext uri="{FF2B5EF4-FFF2-40B4-BE49-F238E27FC236}">
                  <a16:creationId xmlns:a16="http://schemas.microsoft.com/office/drawing/2014/main" id="{215090F9-EDA4-447F-9FBB-071261485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589" y="2571750"/>
              <a:ext cx="345921" cy="0"/>
            </a:xfrm>
            <a:prstGeom prst="line">
              <a:avLst/>
            </a:prstGeom>
            <a:noFill/>
            <a:ln w="69850">
              <a:solidFill>
                <a:srgbClr val="C00000"/>
              </a:solidFill>
              <a:round/>
              <a:headEnd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Line 44">
              <a:extLst>
                <a:ext uri="{FF2B5EF4-FFF2-40B4-BE49-F238E27FC236}">
                  <a16:creationId xmlns:a16="http://schemas.microsoft.com/office/drawing/2014/main" id="{7182935B-30B1-484D-8EAC-7E430D016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424" y="2557221"/>
              <a:ext cx="286941" cy="3572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7" name="矩形 6"/>
          <p:cNvSpPr/>
          <p:nvPr/>
        </p:nvSpPr>
        <p:spPr>
          <a:xfrm>
            <a:off x="7196698" y="1854934"/>
            <a:ext cx="663736" cy="180674"/>
          </a:xfrm>
          <a:prstGeom prst="rect">
            <a:avLst/>
          </a:prstGeom>
          <a:noFill/>
          <a:ln w="47625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2" name="灯片编号占位符 2">
            <a:extLst>
              <a:ext uri="{FF2B5EF4-FFF2-40B4-BE49-F238E27FC236}">
                <a16:creationId xmlns:a16="http://schemas.microsoft.com/office/drawing/2014/main" id="{15ED1EB2-9110-45DF-87D1-EE588BC0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8BC54A3B-1A47-4A60-8620-9E0330A86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454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时延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、丢包和吞吐量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88888" y="1347614"/>
            <a:ext cx="7566223" cy="141345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17780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实际网络中的时延和丢失是什么样子的？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可测试：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traceroute (tracert)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目标主机（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往返时延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Linux/Windows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命令行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章的上机实验会进行分析验证</a:t>
            </a:r>
          </a:p>
        </p:txBody>
      </p:sp>
      <p:graphicFrame>
        <p:nvGraphicFramePr>
          <p:cNvPr id="5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72104"/>
              </p:ext>
            </p:extLst>
          </p:nvPr>
        </p:nvGraphicFramePr>
        <p:xfrm>
          <a:off x="251520" y="3291830"/>
          <a:ext cx="311944" cy="23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5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291830"/>
                        <a:ext cx="311944" cy="239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477739" y="3472804"/>
            <a:ext cx="216694" cy="19883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0" name="Line 8"/>
          <p:cNvSpPr>
            <a:spLocks noChangeShapeType="1"/>
          </p:cNvSpPr>
          <p:nvPr/>
        </p:nvSpPr>
        <p:spPr bwMode="auto">
          <a:xfrm flipV="1">
            <a:off x="1073051" y="3510904"/>
            <a:ext cx="344091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1" name="Line 9"/>
          <p:cNvSpPr>
            <a:spLocks noChangeShapeType="1"/>
          </p:cNvSpPr>
          <p:nvPr/>
        </p:nvSpPr>
        <p:spPr bwMode="auto">
          <a:xfrm>
            <a:off x="1774330" y="3498998"/>
            <a:ext cx="364331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" name="Line 10"/>
          <p:cNvSpPr>
            <a:spLocks noChangeShapeType="1"/>
          </p:cNvSpPr>
          <p:nvPr/>
        </p:nvSpPr>
        <p:spPr bwMode="auto">
          <a:xfrm flipH="1">
            <a:off x="1595736" y="3297782"/>
            <a:ext cx="261938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" name="Line 11"/>
          <p:cNvSpPr>
            <a:spLocks noChangeShapeType="1"/>
          </p:cNvSpPr>
          <p:nvPr/>
        </p:nvSpPr>
        <p:spPr bwMode="auto">
          <a:xfrm flipH="1">
            <a:off x="2506564" y="3544241"/>
            <a:ext cx="465535" cy="1083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75" name="Group 12"/>
          <p:cNvGrpSpPr>
            <a:grpSpLocks/>
          </p:cNvGrpSpPr>
          <p:nvPr/>
        </p:nvGrpSpPr>
        <p:grpSpPr bwMode="auto">
          <a:xfrm>
            <a:off x="683717" y="3583532"/>
            <a:ext cx="376238" cy="175022"/>
            <a:chOff x="3600" y="219"/>
            <a:chExt cx="360" cy="175"/>
          </a:xfrm>
        </p:grpSpPr>
        <p:sp>
          <p:nvSpPr>
            <p:cNvPr id="76" name="Oval 1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7" name="Line 1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Rectangle 1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80" name="Oval 1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82" name="Group 1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7" name="Line 1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8" name="Line 2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9" name="Line 2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83" name="Group 2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" name="Line 2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5" name="Line 2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6" name="Line 2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90" name="Group 26"/>
          <p:cNvGrpSpPr>
            <a:grpSpLocks/>
          </p:cNvGrpSpPr>
          <p:nvPr/>
        </p:nvGrpSpPr>
        <p:grpSpPr bwMode="auto">
          <a:xfrm>
            <a:off x="1398092" y="3412082"/>
            <a:ext cx="376238" cy="175022"/>
            <a:chOff x="3600" y="219"/>
            <a:chExt cx="360" cy="175"/>
          </a:xfrm>
        </p:grpSpPr>
        <p:sp>
          <p:nvSpPr>
            <p:cNvPr id="91" name="Oval 2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2" name="Line 2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3" name="Line 2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4" name="Rectangle 3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95" name="Oval 3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96" name="Group 3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1" name="Line 3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Line 3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3" name="Line 3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97" name="Group 3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98" name="Line 3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9" name="Line 3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0" name="Line 3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04" name="Group 40"/>
          <p:cNvGrpSpPr>
            <a:grpSpLocks/>
          </p:cNvGrpSpPr>
          <p:nvPr/>
        </p:nvGrpSpPr>
        <p:grpSpPr bwMode="auto">
          <a:xfrm>
            <a:off x="2138661" y="3568054"/>
            <a:ext cx="375047" cy="175022"/>
            <a:chOff x="3600" y="219"/>
            <a:chExt cx="360" cy="175"/>
          </a:xfrm>
        </p:grpSpPr>
        <p:sp>
          <p:nvSpPr>
            <p:cNvPr id="105" name="Oval 4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Line 4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Line 4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Rectangle 4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09" name="Oval 4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0" name="Group 4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5" name="Line 4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6" name="Line 4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7" name="Line 4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11" name="Group 5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2" name="Line 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Line 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18" name="Line 54"/>
          <p:cNvSpPr>
            <a:spLocks noChangeShapeType="1"/>
          </p:cNvSpPr>
          <p:nvPr/>
        </p:nvSpPr>
        <p:spPr bwMode="auto">
          <a:xfrm>
            <a:off x="3345955" y="3518048"/>
            <a:ext cx="364331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9" name="Line 55"/>
          <p:cNvSpPr>
            <a:spLocks noChangeShapeType="1"/>
          </p:cNvSpPr>
          <p:nvPr/>
        </p:nvSpPr>
        <p:spPr bwMode="auto">
          <a:xfrm flipH="1">
            <a:off x="4049614" y="3477567"/>
            <a:ext cx="417910" cy="20835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20" name="Group 56"/>
          <p:cNvGrpSpPr>
            <a:grpSpLocks/>
          </p:cNvGrpSpPr>
          <p:nvPr/>
        </p:nvGrpSpPr>
        <p:grpSpPr bwMode="auto">
          <a:xfrm>
            <a:off x="2969717" y="3431132"/>
            <a:ext cx="376238" cy="175022"/>
            <a:chOff x="3600" y="219"/>
            <a:chExt cx="360" cy="175"/>
          </a:xfrm>
        </p:grpSpPr>
        <p:sp>
          <p:nvSpPr>
            <p:cNvPr id="121" name="Oval 5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" name="Line 5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3" name="Line 5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" name="Rectangle 6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25" name="Oval 6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26" name="Group 6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1" name="Line 6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2" name="Line 6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3" name="Line 6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27" name="Group 6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8" name="Line 6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9" name="Line 6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30" name="Line 6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34" name="Group 70"/>
          <p:cNvGrpSpPr>
            <a:grpSpLocks/>
          </p:cNvGrpSpPr>
          <p:nvPr/>
        </p:nvGrpSpPr>
        <p:grpSpPr bwMode="auto">
          <a:xfrm>
            <a:off x="3710286" y="3587104"/>
            <a:ext cx="375047" cy="175022"/>
            <a:chOff x="3600" y="219"/>
            <a:chExt cx="360" cy="175"/>
          </a:xfrm>
        </p:grpSpPr>
        <p:sp>
          <p:nvSpPr>
            <p:cNvPr id="135" name="Oval 7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6" name="Line 7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7" name="Line 7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8" name="Rectangle 7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39" name="Oval 7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40" name="Group 7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45" name="Line 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6" name="Line 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7" name="Line 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141" name="Group 8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42" name="Line 8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3" name="Line 8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4" name="Line 8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aphicFrame>
        <p:nvGraphicFramePr>
          <p:cNvPr id="148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60463"/>
              </p:ext>
            </p:extLst>
          </p:nvPr>
        </p:nvGraphicFramePr>
        <p:xfrm>
          <a:off x="4461570" y="3368030"/>
          <a:ext cx="311944" cy="23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5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48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570" y="3368030"/>
                        <a:ext cx="311944" cy="239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Line 85"/>
          <p:cNvSpPr>
            <a:spLocks noChangeShapeType="1"/>
          </p:cNvSpPr>
          <p:nvPr/>
        </p:nvSpPr>
        <p:spPr bwMode="auto">
          <a:xfrm>
            <a:off x="1571923" y="3597819"/>
            <a:ext cx="171450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0" name="Line 86"/>
          <p:cNvSpPr>
            <a:spLocks noChangeShapeType="1"/>
          </p:cNvSpPr>
          <p:nvPr/>
        </p:nvSpPr>
        <p:spPr bwMode="auto">
          <a:xfrm>
            <a:off x="3014961" y="3288257"/>
            <a:ext cx="171450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1" name="Line 87"/>
          <p:cNvSpPr>
            <a:spLocks noChangeShapeType="1"/>
          </p:cNvSpPr>
          <p:nvPr/>
        </p:nvSpPr>
        <p:spPr bwMode="auto">
          <a:xfrm flipH="1">
            <a:off x="2052936" y="3740694"/>
            <a:ext cx="261938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Line 88"/>
          <p:cNvSpPr>
            <a:spLocks noChangeShapeType="1"/>
          </p:cNvSpPr>
          <p:nvPr/>
        </p:nvSpPr>
        <p:spPr bwMode="auto">
          <a:xfrm>
            <a:off x="2319636" y="3369219"/>
            <a:ext cx="4763" cy="195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3" name="Freeform 89"/>
          <p:cNvSpPr>
            <a:spLocks/>
          </p:cNvSpPr>
          <p:nvPr/>
        </p:nvSpPr>
        <p:spPr bwMode="auto">
          <a:xfrm>
            <a:off x="480120" y="3454944"/>
            <a:ext cx="314325" cy="314325"/>
          </a:xfrm>
          <a:custGeom>
            <a:avLst/>
            <a:gdLst>
              <a:gd name="T0" fmla="*/ 60 w 264"/>
              <a:gd name="T1" fmla="*/ 0 h 264"/>
              <a:gd name="T2" fmla="*/ 228 w 264"/>
              <a:gd name="T3" fmla="*/ 220 h 264"/>
              <a:gd name="T4" fmla="*/ 0 w 264"/>
              <a:gd name="T5" fmla="*/ 88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4" name="Text Box 90"/>
          <p:cNvSpPr txBox="1">
            <a:spLocks noChangeArrowheads="1"/>
          </p:cNvSpPr>
          <p:nvPr/>
        </p:nvSpPr>
        <p:spPr bwMode="auto">
          <a:xfrm>
            <a:off x="553939" y="3262063"/>
            <a:ext cx="89159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>
                <a:solidFill>
                  <a:srgbClr val="FF0000"/>
                </a:solidFill>
                <a:latin typeface="Comic Sans MS" panose="030F0702030302020204" pitchFamily="66" charset="0"/>
              </a:rPr>
              <a:t>3 probes</a:t>
            </a:r>
          </a:p>
        </p:txBody>
      </p:sp>
      <p:sp>
        <p:nvSpPr>
          <p:cNvPr id="155" name="Freeform 91"/>
          <p:cNvSpPr>
            <a:spLocks/>
          </p:cNvSpPr>
          <p:nvPr/>
        </p:nvSpPr>
        <p:spPr bwMode="auto">
          <a:xfrm>
            <a:off x="475357" y="3397795"/>
            <a:ext cx="1009650" cy="355997"/>
          </a:xfrm>
          <a:custGeom>
            <a:avLst/>
            <a:gdLst>
              <a:gd name="T0" fmla="*/ 76 w 848"/>
              <a:gd name="T1" fmla="*/ 76 h 299"/>
              <a:gd name="T2" fmla="*/ 324 w 848"/>
              <a:gd name="T3" fmla="*/ 216 h 299"/>
              <a:gd name="T4" fmla="*/ 820 w 848"/>
              <a:gd name="T5" fmla="*/ 76 h 299"/>
              <a:gd name="T6" fmla="*/ 340 w 848"/>
              <a:gd name="T7" fmla="*/ 296 h 299"/>
              <a:gd name="T8" fmla="*/ 0 w 848"/>
              <a:gd name="T9" fmla="*/ 96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6" name="Text Box 92"/>
          <p:cNvSpPr txBox="1">
            <a:spLocks noChangeArrowheads="1"/>
          </p:cNvSpPr>
          <p:nvPr/>
        </p:nvSpPr>
        <p:spPr bwMode="auto">
          <a:xfrm>
            <a:off x="982564" y="3628775"/>
            <a:ext cx="89159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>
                <a:solidFill>
                  <a:srgbClr val="FF0000"/>
                </a:solidFill>
                <a:latin typeface="Comic Sans MS" panose="030F0702030302020204" pitchFamily="66" charset="0"/>
              </a:rPr>
              <a:t>3 probes</a:t>
            </a:r>
          </a:p>
        </p:txBody>
      </p:sp>
      <p:sp>
        <p:nvSpPr>
          <p:cNvPr id="157" name="Freeform 93"/>
          <p:cNvSpPr>
            <a:spLocks/>
          </p:cNvSpPr>
          <p:nvPr/>
        </p:nvSpPr>
        <p:spPr bwMode="auto">
          <a:xfrm>
            <a:off x="470595" y="3438276"/>
            <a:ext cx="1685925" cy="302419"/>
          </a:xfrm>
          <a:custGeom>
            <a:avLst/>
            <a:gdLst>
              <a:gd name="T0" fmla="*/ 76 w 1416"/>
              <a:gd name="T1" fmla="*/ 30 h 254"/>
              <a:gd name="T2" fmla="*/ 324 w 1416"/>
              <a:gd name="T3" fmla="*/ 170 h 254"/>
              <a:gd name="T4" fmla="*/ 896 w 1416"/>
              <a:gd name="T5" fmla="*/ 2 h 254"/>
              <a:gd name="T6" fmla="*/ 1400 w 1416"/>
              <a:gd name="T7" fmla="*/ 182 h 254"/>
              <a:gd name="T8" fmla="*/ 896 w 1416"/>
              <a:gd name="T9" fmla="*/ 74 h 254"/>
              <a:gd name="T10" fmla="*/ 340 w 1416"/>
              <a:gd name="T11" fmla="*/ 250 h 254"/>
              <a:gd name="T12" fmla="*/ 0 w 1416"/>
              <a:gd name="T13" fmla="*/ 5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8" name="Text Box 94"/>
          <p:cNvSpPr txBox="1">
            <a:spLocks noChangeArrowheads="1"/>
          </p:cNvSpPr>
          <p:nvPr/>
        </p:nvSpPr>
        <p:spPr bwMode="auto">
          <a:xfrm>
            <a:off x="1782664" y="3243013"/>
            <a:ext cx="89159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350">
                <a:solidFill>
                  <a:srgbClr val="FF0000"/>
                </a:solidFill>
                <a:latin typeface="Comic Sans MS" panose="030F0702030302020204" pitchFamily="66" charset="0"/>
              </a:rPr>
              <a:t>3 probes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6ECE962-F628-4BEF-9E5C-0B11EF21A721}"/>
              </a:ext>
            </a:extLst>
          </p:cNvPr>
          <p:cNvSpPr/>
          <p:nvPr/>
        </p:nvSpPr>
        <p:spPr>
          <a:xfrm>
            <a:off x="539552" y="915566"/>
            <a:ext cx="2209259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端到端时延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0" name="图片 159">
            <a:extLst>
              <a:ext uri="{FF2B5EF4-FFF2-40B4-BE49-F238E27FC236}">
                <a16:creationId xmlns:a16="http://schemas.microsoft.com/office/drawing/2014/main" id="{AEB01571-F800-49F2-8F19-7F91E0FC4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294" y="2067693"/>
            <a:ext cx="4086396" cy="2667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1" name="矩形 160">
            <a:extLst>
              <a:ext uri="{FF2B5EF4-FFF2-40B4-BE49-F238E27FC236}">
                <a16:creationId xmlns:a16="http://schemas.microsoft.com/office/drawing/2014/main" id="{F960C5B3-E71C-4C6C-8DFC-DA55E84E09A9}"/>
              </a:ext>
            </a:extLst>
          </p:cNvPr>
          <p:cNvSpPr/>
          <p:nvPr/>
        </p:nvSpPr>
        <p:spPr>
          <a:xfrm>
            <a:off x="2806315" y="946344"/>
            <a:ext cx="2209259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 to end delay</a:t>
            </a:r>
          </a:p>
        </p:txBody>
      </p:sp>
      <p:sp>
        <p:nvSpPr>
          <p:cNvPr id="162" name="灯片编号占位符 2">
            <a:extLst>
              <a:ext uri="{FF2B5EF4-FFF2-40B4-BE49-F238E27FC236}">
                <a16:creationId xmlns:a16="http://schemas.microsoft.com/office/drawing/2014/main" id="{1283C014-63CB-4100-B5D0-443E507E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AutoShape 5">
            <a:extLst>
              <a:ext uri="{FF2B5EF4-FFF2-40B4-BE49-F238E27FC236}">
                <a16:creationId xmlns:a16="http://schemas.microsoft.com/office/drawing/2014/main" id="{0E0CE36D-8656-46A8-A0E3-04698CE7C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F82320-071C-45AA-9B26-E618A1FD46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256" y="2067693"/>
            <a:ext cx="4066472" cy="26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6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/>
      <p:bldP spid="155" grpId="0" animBg="1"/>
      <p:bldP spid="156" grpId="0"/>
      <p:bldP spid="157" grpId="0" animBg="1"/>
      <p:bldP spid="158" grpId="0"/>
      <p:bldP spid="163" grpId="0" animBg="1"/>
      <p:bldP spid="16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游戏机, 电脑, 黑色&#10;&#10;描述已自动生成">
            <a:extLst>
              <a:ext uri="{FF2B5EF4-FFF2-40B4-BE49-F238E27FC236}">
                <a16:creationId xmlns:a16="http://schemas.microsoft.com/office/drawing/2014/main" id="{7B97D448-59C3-431D-BEB7-4B8AF1BD3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39502"/>
            <a:ext cx="3499997" cy="372387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47EDB5-4D7D-438E-BC58-5F35D04612D0}"/>
              </a:ext>
            </a:extLst>
          </p:cNvPr>
          <p:cNvSpPr/>
          <p:nvPr/>
        </p:nvSpPr>
        <p:spPr>
          <a:xfrm>
            <a:off x="6588224" y="3075806"/>
            <a:ext cx="1531188" cy="5847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FF00"/>
                </a:solidFill>
              </a:rPr>
              <a:t>Break...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utoShape 351"/>
          <p:cNvSpPr>
            <a:spLocks noChangeArrowheads="1"/>
          </p:cNvSpPr>
          <p:nvPr/>
        </p:nvSpPr>
        <p:spPr bwMode="auto">
          <a:xfrm>
            <a:off x="3140549" y="2896872"/>
            <a:ext cx="579095" cy="312903"/>
          </a:xfrm>
          <a:prstGeom prst="rightArrow">
            <a:avLst>
              <a:gd name="adj1" fmla="val 50000"/>
              <a:gd name="adj2" fmla="val 6585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202" name="Line 321"/>
          <p:cNvSpPr>
            <a:spLocks noChangeShapeType="1"/>
          </p:cNvSpPr>
          <p:nvPr/>
        </p:nvSpPr>
        <p:spPr bwMode="auto">
          <a:xfrm flipV="1">
            <a:off x="2131351" y="3440449"/>
            <a:ext cx="4894638" cy="2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时延、丢包和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吞吐量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64359" y="1391916"/>
            <a:ext cx="5219809" cy="1299031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177800" lvl="1" eaLnBrk="1" hangingPunct="1">
              <a:lnSpc>
                <a:spcPct val="100000"/>
              </a:lnSpc>
              <a:spcBef>
                <a:spcPts val="600"/>
              </a:spcBef>
              <a:buSzPct val="75000"/>
            </a:pPr>
            <a:r>
              <a:rPr lang="zh-CN" altLang="en-US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吞吐量：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网络的发送和接收端传输数据的速率</a:t>
            </a:r>
          </a:p>
          <a:p>
            <a:pPr marL="446088" lvl="2" eaLnBrk="1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瞬时吞吐量：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某个时间间隔内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lvl="2" eaLnBrk="1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平均吞吐量：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一段较长时间内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AutoShape 327"/>
          <p:cNvSpPr>
            <a:spLocks noChangeArrowheads="1"/>
          </p:cNvSpPr>
          <p:nvPr/>
        </p:nvSpPr>
        <p:spPr bwMode="auto">
          <a:xfrm>
            <a:off x="1560728" y="2895786"/>
            <a:ext cx="322106" cy="374257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grpSp>
        <p:nvGrpSpPr>
          <p:cNvPr id="160" name="Group 64"/>
          <p:cNvGrpSpPr>
            <a:grpSpLocks/>
          </p:cNvGrpSpPr>
          <p:nvPr/>
        </p:nvGrpSpPr>
        <p:grpSpPr bwMode="auto">
          <a:xfrm>
            <a:off x="1929871" y="3153471"/>
            <a:ext cx="227009" cy="564453"/>
            <a:chOff x="4140" y="429"/>
            <a:chExt cx="1425" cy="2396"/>
          </a:xfrm>
        </p:grpSpPr>
        <p:sp>
          <p:nvSpPr>
            <p:cNvPr id="161" name="Freeform 6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2" name="Rectangle 6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3" name="Freeform 6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4" name="Freeform 6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5" name="Rectangle 69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66" name="Group 7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1" name="AutoShape 71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2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7" name="Rectangle 73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68" name="Group 7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9" name="AutoShape 7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0" name="AutoShape 7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9" name="Rectangle 77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0" name="Rectangle 78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71" name="Group 7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" name="AutoShape 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8" name="AutoShape 8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2" name="Freeform 8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73" name="Group 8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5" name="AutoShape 84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AutoShape 8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4" name="Rectangle 8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5" name="Freeform 8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6" name="Freeform 8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7" name="Oval 89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8" name="Freeform 9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9" name="AutoShape 91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0" name="AutoShape 92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1" name="Oval 93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2" name="Oval 94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3" name="Oval 95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6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93" name="Group 61"/>
          <p:cNvGrpSpPr>
            <a:grpSpLocks/>
          </p:cNvGrpSpPr>
          <p:nvPr/>
        </p:nvGrpSpPr>
        <p:grpSpPr bwMode="auto">
          <a:xfrm flipH="1">
            <a:off x="7007017" y="3192100"/>
            <a:ext cx="767942" cy="754649"/>
            <a:chOff x="-44" y="1473"/>
            <a:chExt cx="981" cy="1105"/>
          </a:xfrm>
        </p:grpSpPr>
        <p:pic>
          <p:nvPicPr>
            <p:cNvPr id="194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96" name="Text Box 325"/>
          <p:cNvSpPr txBox="1">
            <a:spLocks noChangeArrowheads="1"/>
          </p:cNvSpPr>
          <p:nvPr/>
        </p:nvSpPr>
        <p:spPr bwMode="auto">
          <a:xfrm>
            <a:off x="1548899" y="4025593"/>
            <a:ext cx="1531188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服务器发送数据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Line 337"/>
          <p:cNvSpPr>
            <a:spLocks noChangeShapeType="1"/>
          </p:cNvSpPr>
          <p:nvPr/>
        </p:nvSpPr>
        <p:spPr bwMode="auto">
          <a:xfrm flipH="1" flipV="1">
            <a:off x="3232612" y="3626915"/>
            <a:ext cx="270419" cy="264974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0" name="Line 347"/>
          <p:cNvSpPr>
            <a:spLocks noChangeShapeType="1"/>
          </p:cNvSpPr>
          <p:nvPr/>
        </p:nvSpPr>
        <p:spPr bwMode="auto">
          <a:xfrm flipH="1" flipV="1">
            <a:off x="5497243" y="3671909"/>
            <a:ext cx="205096" cy="264974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1" name="Line 352"/>
          <p:cNvSpPr>
            <a:spLocks noChangeShapeType="1"/>
          </p:cNvSpPr>
          <p:nvPr/>
        </p:nvSpPr>
        <p:spPr bwMode="auto">
          <a:xfrm flipH="1">
            <a:off x="7203934" y="2904188"/>
            <a:ext cx="7157" cy="26484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7" name="AutoShape 350"/>
          <p:cNvSpPr>
            <a:spLocks noChangeArrowheads="1"/>
          </p:cNvSpPr>
          <p:nvPr/>
        </p:nvSpPr>
        <p:spPr bwMode="auto">
          <a:xfrm>
            <a:off x="5380695" y="2938221"/>
            <a:ext cx="572633" cy="312903"/>
          </a:xfrm>
          <a:prstGeom prst="rightArrow">
            <a:avLst>
              <a:gd name="adj1" fmla="val 50000"/>
              <a:gd name="adj2" fmla="val 457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rot="10800000"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zh-CN" altLang="zh-CN" sz="1350"/>
          </a:p>
        </p:txBody>
      </p:sp>
      <p:grpSp>
        <p:nvGrpSpPr>
          <p:cNvPr id="218" name="Group 335"/>
          <p:cNvGrpSpPr>
            <a:grpSpLocks/>
          </p:cNvGrpSpPr>
          <p:nvPr/>
        </p:nvGrpSpPr>
        <p:grpSpPr bwMode="auto">
          <a:xfrm>
            <a:off x="2281800" y="3227227"/>
            <a:ext cx="1496004" cy="433460"/>
            <a:chOff x="2249" y="3430"/>
            <a:chExt cx="1389" cy="256"/>
          </a:xfrm>
        </p:grpSpPr>
        <p:sp>
          <p:nvSpPr>
            <p:cNvPr id="219" name="Oval 333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0" name="Rectangle 332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1" name="Oval 331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2" name="Rectangle 334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3" name="Group 341"/>
          <p:cNvGrpSpPr>
            <a:grpSpLocks/>
          </p:cNvGrpSpPr>
          <p:nvPr/>
        </p:nvGrpSpPr>
        <p:grpSpPr bwMode="auto">
          <a:xfrm>
            <a:off x="4727498" y="3323250"/>
            <a:ext cx="2190958" cy="248454"/>
            <a:chOff x="2249" y="3430"/>
            <a:chExt cx="1389" cy="256"/>
          </a:xfrm>
        </p:grpSpPr>
        <p:sp>
          <p:nvSpPr>
            <p:cNvPr id="224" name="Oval 342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5" name="Rectangle 343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6" name="Oval 344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27" name="Rectangle 345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30" name="Text Box 336"/>
          <p:cNvSpPr txBox="1">
            <a:spLocks noChangeArrowheads="1"/>
          </p:cNvSpPr>
          <p:nvPr/>
        </p:nvSpPr>
        <p:spPr bwMode="auto">
          <a:xfrm>
            <a:off x="3160631" y="3892913"/>
            <a:ext cx="1721321" cy="2885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传输速率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bps</a:t>
            </a:r>
          </a:p>
        </p:txBody>
      </p:sp>
      <p:sp>
        <p:nvSpPr>
          <p:cNvPr id="231" name="Text Box 346"/>
          <p:cNvSpPr txBox="1">
            <a:spLocks noChangeArrowheads="1"/>
          </p:cNvSpPr>
          <p:nvPr/>
        </p:nvSpPr>
        <p:spPr bwMode="auto">
          <a:xfrm>
            <a:off x="5148064" y="3946749"/>
            <a:ext cx="1721321" cy="2885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传输速率</a:t>
            </a:r>
            <a:r>
              <a:rPr lang="en-US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bps</a:t>
            </a:r>
          </a:p>
        </p:txBody>
      </p:sp>
      <p:sp>
        <p:nvSpPr>
          <p:cNvPr id="233" name="AutoShape 349"/>
          <p:cNvSpPr>
            <a:spLocks noChangeArrowheads="1"/>
          </p:cNvSpPr>
          <p:nvPr/>
        </p:nvSpPr>
        <p:spPr bwMode="auto">
          <a:xfrm flipV="1">
            <a:off x="1923525" y="2668718"/>
            <a:ext cx="627851" cy="46424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zh-CN" altLang="en-US" sz="1350"/>
          </a:p>
        </p:txBody>
      </p:sp>
      <p:sp>
        <p:nvSpPr>
          <p:cNvPr id="234" name="Text Box 325"/>
          <p:cNvSpPr txBox="1">
            <a:spLocks noChangeArrowheads="1"/>
          </p:cNvSpPr>
          <p:nvPr/>
        </p:nvSpPr>
        <p:spPr bwMode="auto">
          <a:xfrm>
            <a:off x="6438785" y="2609187"/>
            <a:ext cx="1531188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客户端接收数据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4544A17-39D5-4205-A0F9-A0E7E1C130F6}"/>
              </a:ext>
            </a:extLst>
          </p:cNvPr>
          <p:cNvSpPr/>
          <p:nvPr/>
        </p:nvSpPr>
        <p:spPr>
          <a:xfrm>
            <a:off x="539552" y="915566"/>
            <a:ext cx="2285690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网络吞吐量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352">
            <a:extLst>
              <a:ext uri="{FF2B5EF4-FFF2-40B4-BE49-F238E27FC236}">
                <a16:creationId xmlns:a16="http://schemas.microsoft.com/office/drawing/2014/main" id="{011E0A6D-D4F2-4144-A6C0-0B87BA8C2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6286" y="3767869"/>
            <a:ext cx="6767" cy="27146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47" name="Group 170">
            <a:extLst>
              <a:ext uri="{FF2B5EF4-FFF2-40B4-BE49-F238E27FC236}">
                <a16:creationId xmlns:a16="http://schemas.microsoft.com/office/drawing/2014/main" id="{C66383B4-97CD-4F73-B8CD-C63EFC83316A}"/>
              </a:ext>
            </a:extLst>
          </p:cNvPr>
          <p:cNvGrpSpPr>
            <a:grpSpLocks/>
          </p:cNvGrpSpPr>
          <p:nvPr/>
        </p:nvGrpSpPr>
        <p:grpSpPr bwMode="auto">
          <a:xfrm>
            <a:off x="3869629" y="3242522"/>
            <a:ext cx="755741" cy="362211"/>
            <a:chOff x="2356" y="1300"/>
            <a:chExt cx="555" cy="194"/>
          </a:xfrm>
        </p:grpSpPr>
        <p:sp>
          <p:nvSpPr>
            <p:cNvPr id="148" name="Oval 407">
              <a:extLst>
                <a:ext uri="{FF2B5EF4-FFF2-40B4-BE49-F238E27FC236}">
                  <a16:creationId xmlns:a16="http://schemas.microsoft.com/office/drawing/2014/main" id="{877090A7-0847-408D-9351-B04B73A66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49" name="Rectangle 410">
              <a:extLst>
                <a:ext uri="{FF2B5EF4-FFF2-40B4-BE49-F238E27FC236}">
                  <a16:creationId xmlns:a16="http://schemas.microsoft.com/office/drawing/2014/main" id="{98042993-7532-4A1A-BBEB-F99F2B48D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50" name="Oval 411">
              <a:extLst>
                <a:ext uri="{FF2B5EF4-FFF2-40B4-BE49-F238E27FC236}">
                  <a16:creationId xmlns:a16="http://schemas.microsoft.com/office/drawing/2014/main" id="{EEDFBAF7-135B-4378-BD30-C7EB8F6D4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51" name="Group 174">
              <a:extLst>
                <a:ext uri="{FF2B5EF4-FFF2-40B4-BE49-F238E27FC236}">
                  <a16:creationId xmlns:a16="http://schemas.microsoft.com/office/drawing/2014/main" id="{30120330-E299-4325-B7E3-B8AFB8FEE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54" name="Freeform 175">
                <a:extLst>
                  <a:ext uri="{FF2B5EF4-FFF2-40B4-BE49-F238E27FC236}">
                    <a16:creationId xmlns:a16="http://schemas.microsoft.com/office/drawing/2014/main" id="{2D4416E0-A859-40ED-AA97-F83757D623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176">
                <a:extLst>
                  <a:ext uri="{FF2B5EF4-FFF2-40B4-BE49-F238E27FC236}">
                    <a16:creationId xmlns:a16="http://schemas.microsoft.com/office/drawing/2014/main" id="{0F582E85-CFD4-484D-BA0E-202EEC3B4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2" name="Line 177">
              <a:extLst>
                <a:ext uri="{FF2B5EF4-FFF2-40B4-BE49-F238E27FC236}">
                  <a16:creationId xmlns:a16="http://schemas.microsoft.com/office/drawing/2014/main" id="{044EBF81-B9D7-4576-88AF-9834B36C7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78">
              <a:extLst>
                <a:ext uri="{FF2B5EF4-FFF2-40B4-BE49-F238E27FC236}">
                  <a16:creationId xmlns:a16="http://schemas.microsoft.com/office/drawing/2014/main" id="{68E0D079-C335-43B2-8078-5939E5220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" name="灯片编号占位符 2">
            <a:extLst>
              <a:ext uri="{FF2B5EF4-FFF2-40B4-BE49-F238E27FC236}">
                <a16:creationId xmlns:a16="http://schemas.microsoft.com/office/drawing/2014/main" id="{E37368AC-56E8-45E7-87C7-39A6EF56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23B30BC3-65D2-4483-8883-9551F7074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" name="Text Box 325">
            <a:extLst>
              <a:ext uri="{FF2B5EF4-FFF2-40B4-BE49-F238E27FC236}">
                <a16:creationId xmlns:a16="http://schemas.microsoft.com/office/drawing/2014/main" id="{C4587D36-CDF0-4176-BEF2-4F1BA6BA2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985" y="962800"/>
            <a:ext cx="1596463" cy="3539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throughput</a:t>
            </a:r>
          </a:p>
        </p:txBody>
      </p:sp>
    </p:spTree>
    <p:extLst>
      <p:ext uri="{BB962C8B-B14F-4D97-AF65-F5344CB8AC3E}">
        <p14:creationId xmlns:p14="http://schemas.microsoft.com/office/powerpoint/2010/main" val="424063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时延、丢包和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吞吐量</a:t>
            </a:r>
          </a:p>
        </p:txBody>
      </p:sp>
      <p:grpSp>
        <p:nvGrpSpPr>
          <p:cNvPr id="80" name="Group 140"/>
          <p:cNvGrpSpPr>
            <a:grpSpLocks/>
          </p:cNvGrpSpPr>
          <p:nvPr/>
        </p:nvGrpSpPr>
        <p:grpSpPr bwMode="auto">
          <a:xfrm>
            <a:off x="2353866" y="1690688"/>
            <a:ext cx="264319" cy="657225"/>
            <a:chOff x="4140" y="429"/>
            <a:chExt cx="1425" cy="2396"/>
          </a:xfrm>
        </p:grpSpPr>
        <p:sp>
          <p:nvSpPr>
            <p:cNvPr id="82" name="Freeform 14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142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14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14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145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7" name="Group 14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2" name="AutoShape 14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AutoShape 148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8" name="Rectangle 149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9" name="Group 15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0" name="AutoShape 151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AutoShape 152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0" name="Rectangle 153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154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Group 15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8" name="AutoShape 15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AutoShape 157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3" name="Freeform 15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4" name="Group 15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6" name="AutoShape 160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AutoShape 161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5" name="Rectangle 162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6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16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Oval 165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16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AutoShape 167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AutoShape 168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Oval 169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Oval 170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Oval 171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Rectangle 172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4" name="Rectangle 4"/>
          <p:cNvSpPr txBox="1">
            <a:spLocks noChangeArrowheads="1"/>
          </p:cNvSpPr>
          <p:nvPr/>
        </p:nvSpPr>
        <p:spPr bwMode="auto">
          <a:xfrm>
            <a:off x="2647022" y="1325841"/>
            <a:ext cx="4836307" cy="4155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SzPct val="75000"/>
              <a:buFont typeface="Wingdings" panose="05000000000000000000" pitchFamily="2" charset="2"/>
              <a:buChar char="l"/>
            </a:pPr>
            <a:r>
              <a:rPr lang="en-US" altLang="zh-CN" sz="1500" i="1" dirty="0" err="1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i="1" baseline="-25000" dirty="0" err="1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i="1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&lt; </a:t>
            </a:r>
            <a:r>
              <a:rPr lang="en-US" altLang="zh-CN" sz="1500" i="1" dirty="0" err="1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i="1" baseline="-25000" dirty="0" err="1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500" i="1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What is average end-end throughput?</a:t>
            </a:r>
          </a:p>
        </p:txBody>
      </p:sp>
      <p:grpSp>
        <p:nvGrpSpPr>
          <p:cNvPr id="115" name="Group 34"/>
          <p:cNvGrpSpPr>
            <a:grpSpLocks/>
          </p:cNvGrpSpPr>
          <p:nvPr/>
        </p:nvGrpSpPr>
        <p:grpSpPr bwMode="auto">
          <a:xfrm>
            <a:off x="2693194" y="1955007"/>
            <a:ext cx="1602581" cy="230981"/>
            <a:chOff x="2249" y="3430"/>
            <a:chExt cx="1389" cy="256"/>
          </a:xfrm>
        </p:grpSpPr>
        <p:sp>
          <p:nvSpPr>
            <p:cNvPr id="116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0" name="Text Box 39"/>
          <p:cNvSpPr txBox="1">
            <a:spLocks noChangeArrowheads="1"/>
          </p:cNvSpPr>
          <p:nvPr/>
        </p:nvSpPr>
        <p:spPr bwMode="auto">
          <a:xfrm>
            <a:off x="2719937" y="1921669"/>
            <a:ext cx="156933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R</a:t>
            </a:r>
            <a:r>
              <a:rPr lang="en-US" altLang="zh-CN" sz="21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bits/sec</a:t>
            </a:r>
          </a:p>
        </p:txBody>
      </p:sp>
      <p:sp>
        <p:nvSpPr>
          <p:cNvPr id="121" name="AutoShape 42"/>
          <p:cNvSpPr>
            <a:spLocks noChangeArrowheads="1"/>
          </p:cNvSpPr>
          <p:nvPr/>
        </p:nvSpPr>
        <p:spPr bwMode="auto">
          <a:xfrm flipV="1">
            <a:off x="2084785" y="1781175"/>
            <a:ext cx="671513" cy="4238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AutoShape 43"/>
          <p:cNvSpPr>
            <a:spLocks noChangeArrowheads="1"/>
          </p:cNvSpPr>
          <p:nvPr/>
        </p:nvSpPr>
        <p:spPr bwMode="auto">
          <a:xfrm>
            <a:off x="6760369" y="1935957"/>
            <a:ext cx="613172" cy="284560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3" name="Group 54"/>
          <p:cNvGrpSpPr>
            <a:grpSpLocks/>
          </p:cNvGrpSpPr>
          <p:nvPr/>
        </p:nvGrpSpPr>
        <p:grpSpPr bwMode="auto">
          <a:xfrm>
            <a:off x="5223273" y="1854994"/>
            <a:ext cx="1933205" cy="427435"/>
            <a:chOff x="3130" y="3069"/>
            <a:chExt cx="1765" cy="366"/>
          </a:xfrm>
        </p:grpSpPr>
        <p:grpSp>
          <p:nvGrpSpPr>
            <p:cNvPr id="124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12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5" name="Text Box 50"/>
            <p:cNvSpPr txBox="1">
              <a:spLocks noChangeArrowheads="1"/>
            </p:cNvSpPr>
            <p:nvPr/>
          </p:nvSpPr>
          <p:spPr bwMode="auto">
            <a:xfrm>
              <a:off x="3539" y="3117"/>
              <a:ext cx="1070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en-US" altLang="zh-CN" sz="21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5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bits/sec</a:t>
              </a:r>
            </a:p>
          </p:txBody>
        </p:sp>
      </p:grpSp>
      <p:grpSp>
        <p:nvGrpSpPr>
          <p:cNvPr id="130" name="Group 5"/>
          <p:cNvGrpSpPr>
            <a:grpSpLocks/>
          </p:cNvGrpSpPr>
          <p:nvPr/>
        </p:nvGrpSpPr>
        <p:grpSpPr bwMode="auto">
          <a:xfrm>
            <a:off x="4360069" y="1975248"/>
            <a:ext cx="728663" cy="211931"/>
            <a:chOff x="3600" y="219"/>
            <a:chExt cx="360" cy="175"/>
          </a:xfrm>
        </p:grpSpPr>
        <p:sp>
          <p:nvSpPr>
            <p:cNvPr id="131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6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41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7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8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44" name="Rectangle 56"/>
          <p:cNvSpPr>
            <a:spLocks noChangeArrowheads="1"/>
          </p:cNvSpPr>
          <p:nvPr/>
        </p:nvSpPr>
        <p:spPr bwMode="auto">
          <a:xfrm>
            <a:off x="2656009" y="2534474"/>
            <a:ext cx="5228360" cy="4155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1500" i="1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i="1" baseline="-2500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&gt; </a:t>
            </a:r>
            <a:r>
              <a:rPr lang="en-US" altLang="zh-CN" sz="1500" i="1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500" i="1" baseline="-2500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500" i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average end-end throughput?</a:t>
            </a:r>
          </a:p>
        </p:txBody>
      </p:sp>
      <p:grpSp>
        <p:nvGrpSpPr>
          <p:cNvPr id="145" name="Group 209"/>
          <p:cNvGrpSpPr>
            <a:grpSpLocks/>
          </p:cNvGrpSpPr>
          <p:nvPr/>
        </p:nvGrpSpPr>
        <p:grpSpPr bwMode="auto">
          <a:xfrm>
            <a:off x="3128025" y="4076204"/>
            <a:ext cx="3909269" cy="817011"/>
            <a:chOff x="388" y="3142"/>
            <a:chExt cx="4999" cy="1015"/>
          </a:xfrm>
        </p:grpSpPr>
        <p:sp>
          <p:nvSpPr>
            <p:cNvPr id="146" name="Rectangle 102"/>
            <p:cNvSpPr>
              <a:spLocks noChangeArrowheads="1"/>
            </p:cNvSpPr>
            <p:nvPr/>
          </p:nvSpPr>
          <p:spPr bwMode="auto">
            <a:xfrm>
              <a:off x="388" y="3378"/>
              <a:ext cx="4999" cy="779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Text Box 101"/>
            <p:cNvSpPr txBox="1">
              <a:spLocks noChangeArrowheads="1"/>
            </p:cNvSpPr>
            <p:nvPr/>
          </p:nvSpPr>
          <p:spPr bwMode="auto">
            <a:xfrm>
              <a:off x="1260" y="3619"/>
              <a:ext cx="3990" cy="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约束着整个端到端的链路吞吐量</a:t>
              </a:r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Text Box 104"/>
            <p:cNvSpPr txBox="1">
              <a:spLocks noChangeArrowheads="1"/>
            </p:cNvSpPr>
            <p:nvPr/>
          </p:nvSpPr>
          <p:spPr bwMode="auto">
            <a:xfrm>
              <a:off x="574" y="3142"/>
              <a:ext cx="1371" cy="382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50000">
                  <a:srgbClr val="00B0F0"/>
                </a:gs>
                <a:gs pos="100000">
                  <a:srgbClr val="0070C0"/>
                </a:gs>
              </a:gsLst>
            </a:gradFill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瓶颈链路</a:t>
              </a:r>
              <a:endPara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9" name="AutoShape 51"/>
          <p:cNvSpPr>
            <a:spLocks noChangeArrowheads="1"/>
          </p:cNvSpPr>
          <p:nvPr/>
        </p:nvSpPr>
        <p:spPr bwMode="auto">
          <a:xfrm>
            <a:off x="4296966" y="1931194"/>
            <a:ext cx="1023938" cy="28575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0" name="Group 132"/>
          <p:cNvGrpSpPr>
            <a:grpSpLocks/>
          </p:cNvGrpSpPr>
          <p:nvPr/>
        </p:nvGrpSpPr>
        <p:grpSpPr bwMode="auto">
          <a:xfrm flipH="1">
            <a:off x="7317581" y="1815704"/>
            <a:ext cx="653654" cy="664369"/>
            <a:chOff x="-44" y="1473"/>
            <a:chExt cx="981" cy="1105"/>
          </a:xfrm>
        </p:grpSpPr>
        <p:pic>
          <p:nvPicPr>
            <p:cNvPr id="151" name="Picture 13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" name="Freeform 13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3" name="AutoShape 327"/>
          <p:cNvSpPr>
            <a:spLocks noChangeArrowheads="1"/>
          </p:cNvSpPr>
          <p:nvPr/>
        </p:nvSpPr>
        <p:spPr bwMode="auto">
          <a:xfrm>
            <a:off x="2019300" y="1588294"/>
            <a:ext cx="305991" cy="32385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4" name="Group 206"/>
          <p:cNvGrpSpPr>
            <a:grpSpLocks/>
          </p:cNvGrpSpPr>
          <p:nvPr/>
        </p:nvGrpSpPr>
        <p:grpSpPr bwMode="auto">
          <a:xfrm>
            <a:off x="2065735" y="2945607"/>
            <a:ext cx="5951934" cy="875110"/>
            <a:chOff x="775" y="2474"/>
            <a:chExt cx="4999" cy="735"/>
          </a:xfrm>
        </p:grpSpPr>
        <p:grpSp>
          <p:nvGrpSpPr>
            <p:cNvPr id="155" name="Group 173"/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262" name="Freeform 17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Rectangle 175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Freeform 17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Freeform 17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Rectangle 178"/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7" name="Group 17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2" name="AutoShape 180"/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3" name="AutoShape 181"/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8" name="Rectangle 182"/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9" name="Group 18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0" name="AutoShape 184"/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1" name="AutoShape 185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0" name="Rectangle 186"/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Rectangle 187"/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2" name="Group 18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88" name="AutoShape 1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9" name="AutoShape 190"/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3" name="Freeform 19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4" name="Group 19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86" name="AutoShape 193"/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7" name="AutoShape 194"/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5" name="Rectangle 195"/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Freeform 19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7" name="Freeform 19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Oval 198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Freeform 19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AutoShape 200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AutoShape 201"/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Oval 202"/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Oval 203"/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Oval 204"/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Rectangle 205"/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6" name="Line 57"/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7" name="Group 58"/>
            <p:cNvGrpSpPr>
              <a:grpSpLocks/>
            </p:cNvGrpSpPr>
            <p:nvPr/>
          </p:nvGrpSpPr>
          <p:grpSpPr bwMode="auto">
            <a:xfrm>
              <a:off x="2725" y="2845"/>
              <a:ext cx="612" cy="178"/>
              <a:chOff x="3600" y="219"/>
              <a:chExt cx="360" cy="175"/>
            </a:xfrm>
          </p:grpSpPr>
          <p:sp>
            <p:nvSpPr>
              <p:cNvPr id="249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4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5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0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1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55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5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7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8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58" name="AutoShape 90"/>
            <p:cNvSpPr>
              <a:spLocks noChangeArrowheads="1"/>
            </p:cNvSpPr>
            <p:nvPr/>
          </p:nvSpPr>
          <p:spPr bwMode="auto">
            <a:xfrm>
              <a:off x="4741" y="2812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7" name="Group 92"/>
            <p:cNvGrpSpPr>
              <a:grpSpLocks/>
            </p:cNvGrpSpPr>
            <p:nvPr/>
          </p:nvGrpSpPr>
          <p:grpSpPr bwMode="auto">
            <a:xfrm>
              <a:off x="1328" y="2707"/>
              <a:ext cx="1347" cy="359"/>
              <a:chOff x="2249" y="3430"/>
              <a:chExt cx="1389" cy="256"/>
            </a:xfrm>
          </p:grpSpPr>
          <p:sp>
            <p:nvSpPr>
              <p:cNvPr id="245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8" name="Text Box 97"/>
            <p:cNvSpPr txBox="1">
              <a:spLocks noChangeArrowheads="1"/>
            </p:cNvSpPr>
            <p:nvPr/>
          </p:nvSpPr>
          <p:spPr bwMode="auto">
            <a:xfrm>
              <a:off x="1528" y="2781"/>
              <a:ext cx="9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en-US" altLang="zh-CN" sz="21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r>
                <a:rPr lang="en-US" altLang="zh-CN" sz="15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bits/sec</a:t>
              </a:r>
            </a:p>
          </p:txBody>
        </p:sp>
        <p:grpSp>
          <p:nvGrpSpPr>
            <p:cNvPr id="228" name="Group 83"/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241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4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9" name="Text Box 88"/>
            <p:cNvSpPr txBox="1">
              <a:spLocks noChangeArrowheads="1"/>
            </p:cNvSpPr>
            <p:nvPr/>
          </p:nvSpPr>
          <p:spPr bwMode="auto">
            <a:xfrm>
              <a:off x="3710" y="2800"/>
              <a:ext cx="115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15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en-US" altLang="zh-CN" sz="21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5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bits/sec</a:t>
              </a:r>
            </a:p>
          </p:txBody>
        </p:sp>
        <p:sp>
          <p:nvSpPr>
            <p:cNvPr id="235" name="AutoShape 98"/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AutoShape 89"/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7" name="Group 135"/>
            <p:cNvGrpSpPr>
              <a:grpSpLocks/>
            </p:cNvGrpSpPr>
            <p:nvPr/>
          </p:nvGrpSpPr>
          <p:grpSpPr bwMode="auto">
            <a:xfrm flipH="1">
              <a:off x="5225" y="2651"/>
              <a:ext cx="549" cy="558"/>
              <a:chOff x="-44" y="1473"/>
              <a:chExt cx="981" cy="1105"/>
            </a:xfrm>
          </p:grpSpPr>
          <p:pic>
            <p:nvPicPr>
              <p:cNvPr id="239" name="Picture 13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3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8" name="AutoShape 327"/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8B4C7EED-5750-4CDE-A8C7-58002B6C2C56}"/>
              </a:ext>
            </a:extLst>
          </p:cNvPr>
          <p:cNvSpPr/>
          <p:nvPr/>
        </p:nvSpPr>
        <p:spPr>
          <a:xfrm>
            <a:off x="539552" y="915566"/>
            <a:ext cx="2285690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网络吞吐量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灯片编号占位符 2">
            <a:extLst>
              <a:ext uri="{FF2B5EF4-FFF2-40B4-BE49-F238E27FC236}">
                <a16:creationId xmlns:a16="http://schemas.microsoft.com/office/drawing/2014/main" id="{5D482A68-C19A-469F-8703-09D71602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AutoShape 5">
            <a:extLst>
              <a:ext uri="{FF2B5EF4-FFF2-40B4-BE49-F238E27FC236}">
                <a16:creationId xmlns:a16="http://schemas.microsoft.com/office/drawing/2014/main" id="{C327DC0B-771C-478E-BEAD-8AF3AB9BA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880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  <p:bldP spid="161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1.4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时延、丢包和</a:t>
            </a:r>
            <a:r>
              <a:rPr lang="zh-CN" altLang="en-US" b="1" dirty="0">
                <a:solidFill>
                  <a:srgbClr val="0070C0"/>
                </a:solidFill>
                <a:effectLst/>
              </a:rPr>
              <a:t>吞吐量</a:t>
            </a:r>
          </a:p>
        </p:txBody>
      </p:sp>
      <p:sp>
        <p:nvSpPr>
          <p:cNvPr id="80" name="Text Box 44"/>
          <p:cNvSpPr txBox="1">
            <a:spLocks noChangeArrowheads="1"/>
          </p:cNvSpPr>
          <p:nvPr/>
        </p:nvSpPr>
        <p:spPr bwMode="auto">
          <a:xfrm>
            <a:off x="4431506" y="4254103"/>
            <a:ext cx="33480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latin typeface="Arial" panose="020B0604020202020204" pitchFamily="34" charset="0"/>
              </a:rPr>
              <a:t>10 connections (fairly) share backbone bottleneck link R</a:t>
            </a:r>
            <a:r>
              <a:rPr lang="en-US" altLang="zh-CN" sz="1500" baseline="-25000" dirty="0">
                <a:latin typeface="Arial" panose="020B0604020202020204" pitchFamily="34" charset="0"/>
              </a:rPr>
              <a:t> </a:t>
            </a:r>
            <a:r>
              <a:rPr lang="en-US" altLang="zh-CN" sz="1500" dirty="0">
                <a:latin typeface="Arial" panose="020B0604020202020204" pitchFamily="34" charset="0"/>
              </a:rPr>
              <a:t>bits/sec</a:t>
            </a:r>
          </a:p>
        </p:txBody>
      </p:sp>
      <p:sp>
        <p:nvSpPr>
          <p:cNvPr id="82" name="Freeform 296"/>
          <p:cNvSpPr>
            <a:spLocks/>
          </p:cNvSpPr>
          <p:nvPr/>
        </p:nvSpPr>
        <p:spPr bwMode="auto">
          <a:xfrm>
            <a:off x="4805363" y="2040731"/>
            <a:ext cx="2345531" cy="1123950"/>
          </a:xfrm>
          <a:custGeom>
            <a:avLst/>
            <a:gdLst>
              <a:gd name="T0" fmla="*/ 2147483646 w 1877"/>
              <a:gd name="T1" fmla="*/ 2147483646 h 917"/>
              <a:gd name="T2" fmla="*/ 2147483646 w 1877"/>
              <a:gd name="T3" fmla="*/ 2147483646 h 917"/>
              <a:gd name="T4" fmla="*/ 2147483646 w 1877"/>
              <a:gd name="T5" fmla="*/ 2147483646 h 917"/>
              <a:gd name="T6" fmla="*/ 2147483646 w 1877"/>
              <a:gd name="T7" fmla="*/ 2147483646 h 917"/>
              <a:gd name="T8" fmla="*/ 2147483646 w 1877"/>
              <a:gd name="T9" fmla="*/ 2147483646 h 917"/>
              <a:gd name="T10" fmla="*/ 2147483646 w 1877"/>
              <a:gd name="T11" fmla="*/ 2147483646 h 917"/>
              <a:gd name="T12" fmla="*/ 2147483646 w 1877"/>
              <a:gd name="T13" fmla="*/ 2147483646 h 917"/>
              <a:gd name="T14" fmla="*/ 2147483646 w 1877"/>
              <a:gd name="T15" fmla="*/ 2147483646 h 917"/>
              <a:gd name="T16" fmla="*/ 2147483646 w 1877"/>
              <a:gd name="T17" fmla="*/ 2147483646 h 917"/>
              <a:gd name="T18" fmla="*/ 2147483646 w 1877"/>
              <a:gd name="T19" fmla="*/ 2147483646 h 917"/>
              <a:gd name="T20" fmla="*/ 2147483646 w 1877"/>
              <a:gd name="T21" fmla="*/ 2147483646 h 917"/>
              <a:gd name="T22" fmla="*/ 2147483646 w 1877"/>
              <a:gd name="T23" fmla="*/ 2147483646 h 917"/>
              <a:gd name="T24" fmla="*/ 2147483646 w 1877"/>
              <a:gd name="T25" fmla="*/ 2147483646 h 917"/>
              <a:gd name="T26" fmla="*/ 2147483646 w 1877"/>
              <a:gd name="T27" fmla="*/ 2147483646 h 917"/>
              <a:gd name="T28" fmla="*/ 2147483646 w 1877"/>
              <a:gd name="T29" fmla="*/ 2147483646 h 917"/>
              <a:gd name="T30" fmla="*/ 2147483646 w 1877"/>
              <a:gd name="T31" fmla="*/ 2147483646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3" name="Text Box 35"/>
          <p:cNvSpPr txBox="1">
            <a:spLocks noChangeArrowheads="1"/>
          </p:cNvSpPr>
          <p:nvPr/>
        </p:nvSpPr>
        <p:spPr bwMode="auto">
          <a:xfrm>
            <a:off x="4702969" y="1758553"/>
            <a:ext cx="50720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s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84" name="Oval 40"/>
          <p:cNvSpPr>
            <a:spLocks noChangeArrowheads="1"/>
          </p:cNvSpPr>
          <p:nvPr/>
        </p:nvSpPr>
        <p:spPr bwMode="auto">
          <a:xfrm rot="5400000">
            <a:off x="6101358" y="2829520"/>
            <a:ext cx="38100" cy="39409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85" name="Rectangle 41"/>
          <p:cNvSpPr>
            <a:spLocks noChangeArrowheads="1"/>
          </p:cNvSpPr>
          <p:nvPr/>
        </p:nvSpPr>
        <p:spPr bwMode="auto">
          <a:xfrm rot="5400000">
            <a:off x="5751314" y="2459236"/>
            <a:ext cx="738188" cy="39409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86" name="Oval 42"/>
          <p:cNvSpPr>
            <a:spLocks noChangeArrowheads="1"/>
          </p:cNvSpPr>
          <p:nvPr/>
        </p:nvSpPr>
        <p:spPr bwMode="auto">
          <a:xfrm rot="5400000">
            <a:off x="6104335" y="2095501"/>
            <a:ext cx="39290" cy="394097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 rot="5400000">
            <a:off x="6104335" y="2824163"/>
            <a:ext cx="23813" cy="383381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88" name="Oval 31"/>
          <p:cNvSpPr>
            <a:spLocks noChangeArrowheads="1"/>
          </p:cNvSpPr>
          <p:nvPr/>
        </p:nvSpPr>
        <p:spPr bwMode="auto">
          <a:xfrm rot="1792560">
            <a:off x="5359004" y="2001441"/>
            <a:ext cx="28575" cy="119063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89" name="Rectangle 32"/>
          <p:cNvSpPr>
            <a:spLocks noChangeArrowheads="1"/>
          </p:cNvSpPr>
          <p:nvPr/>
        </p:nvSpPr>
        <p:spPr bwMode="auto">
          <a:xfrm rot="1792560">
            <a:off x="4860131" y="1849041"/>
            <a:ext cx="547688" cy="1190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0" name="Oval 33"/>
          <p:cNvSpPr>
            <a:spLocks noChangeArrowheads="1"/>
          </p:cNvSpPr>
          <p:nvPr/>
        </p:nvSpPr>
        <p:spPr bwMode="auto">
          <a:xfrm rot="1792560">
            <a:off x="4886325" y="1699022"/>
            <a:ext cx="28575" cy="1190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91" name="Rectangle 34"/>
          <p:cNvSpPr>
            <a:spLocks noChangeArrowheads="1"/>
          </p:cNvSpPr>
          <p:nvPr/>
        </p:nvSpPr>
        <p:spPr bwMode="auto">
          <a:xfrm rot="1792560">
            <a:off x="5356622" y="1999060"/>
            <a:ext cx="17859" cy="11549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2" name="Line 456"/>
          <p:cNvSpPr>
            <a:spLocks noChangeShapeType="1"/>
          </p:cNvSpPr>
          <p:nvPr/>
        </p:nvSpPr>
        <p:spPr bwMode="auto">
          <a:xfrm rot="1792560">
            <a:off x="4763692" y="1902619"/>
            <a:ext cx="716756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3" name="Oval 469"/>
          <p:cNvSpPr>
            <a:spLocks noChangeArrowheads="1"/>
          </p:cNvSpPr>
          <p:nvPr/>
        </p:nvSpPr>
        <p:spPr bwMode="auto">
          <a:xfrm rot="2768172">
            <a:off x="5741194" y="2003823"/>
            <a:ext cx="35719" cy="107156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4" name="Rectangle 470"/>
          <p:cNvSpPr>
            <a:spLocks noChangeArrowheads="1"/>
          </p:cNvSpPr>
          <p:nvPr/>
        </p:nvSpPr>
        <p:spPr bwMode="auto">
          <a:xfrm rot="2768172">
            <a:off x="5200055" y="1754386"/>
            <a:ext cx="686991" cy="107156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5" name="Oval 471"/>
          <p:cNvSpPr>
            <a:spLocks noChangeArrowheads="1"/>
          </p:cNvSpPr>
          <p:nvPr/>
        </p:nvSpPr>
        <p:spPr bwMode="auto">
          <a:xfrm rot="2768172">
            <a:off x="5313760" y="1509713"/>
            <a:ext cx="35719" cy="107156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96" name="Rectangle 472"/>
          <p:cNvSpPr>
            <a:spLocks noChangeArrowheads="1"/>
          </p:cNvSpPr>
          <p:nvPr/>
        </p:nvSpPr>
        <p:spPr bwMode="auto">
          <a:xfrm rot="2768172">
            <a:off x="5741194" y="1997869"/>
            <a:ext cx="22622" cy="10358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7" name="Line 473"/>
          <p:cNvSpPr>
            <a:spLocks noChangeShapeType="1"/>
          </p:cNvSpPr>
          <p:nvPr/>
        </p:nvSpPr>
        <p:spPr bwMode="auto">
          <a:xfrm rot="2768172">
            <a:off x="5082778" y="1796654"/>
            <a:ext cx="897731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8" name="Oval 476"/>
          <p:cNvSpPr>
            <a:spLocks noChangeArrowheads="1"/>
          </p:cNvSpPr>
          <p:nvPr/>
        </p:nvSpPr>
        <p:spPr bwMode="auto">
          <a:xfrm rot="19807440" flipH="1">
            <a:off x="4956572" y="3390900"/>
            <a:ext cx="28575" cy="119063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99" name="Rectangle 477"/>
          <p:cNvSpPr>
            <a:spLocks noChangeArrowheads="1"/>
          </p:cNvSpPr>
          <p:nvPr/>
        </p:nvSpPr>
        <p:spPr bwMode="auto">
          <a:xfrm rot="19807440" flipH="1">
            <a:off x="4936331" y="3238500"/>
            <a:ext cx="547688" cy="1190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0" name="Oval 478"/>
          <p:cNvSpPr>
            <a:spLocks noChangeArrowheads="1"/>
          </p:cNvSpPr>
          <p:nvPr/>
        </p:nvSpPr>
        <p:spPr bwMode="auto">
          <a:xfrm rot="19807440" flipH="1">
            <a:off x="5430441" y="3088481"/>
            <a:ext cx="27384" cy="1190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01" name="Rectangle 479"/>
          <p:cNvSpPr>
            <a:spLocks noChangeArrowheads="1"/>
          </p:cNvSpPr>
          <p:nvPr/>
        </p:nvSpPr>
        <p:spPr bwMode="auto">
          <a:xfrm rot="19807440" flipH="1">
            <a:off x="4968479" y="3388519"/>
            <a:ext cx="17859" cy="115491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2" name="Line 480"/>
          <p:cNvSpPr>
            <a:spLocks noChangeShapeType="1"/>
          </p:cNvSpPr>
          <p:nvPr/>
        </p:nvSpPr>
        <p:spPr bwMode="auto">
          <a:xfrm rot="19807440" flipH="1">
            <a:off x="4864894" y="3292079"/>
            <a:ext cx="716756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" name="Oval 483"/>
          <p:cNvSpPr>
            <a:spLocks noChangeArrowheads="1"/>
          </p:cNvSpPr>
          <p:nvPr/>
        </p:nvSpPr>
        <p:spPr bwMode="auto">
          <a:xfrm rot="18831828" flipV="1">
            <a:off x="5897166" y="3220642"/>
            <a:ext cx="35719" cy="107156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4" name="Rectangle 484"/>
          <p:cNvSpPr>
            <a:spLocks noChangeArrowheads="1"/>
          </p:cNvSpPr>
          <p:nvPr/>
        </p:nvSpPr>
        <p:spPr bwMode="auto">
          <a:xfrm rot="18831828" flipV="1">
            <a:off x="5355432" y="3469482"/>
            <a:ext cx="688181" cy="107156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5" name="Oval 485"/>
          <p:cNvSpPr>
            <a:spLocks noChangeArrowheads="1"/>
          </p:cNvSpPr>
          <p:nvPr/>
        </p:nvSpPr>
        <p:spPr bwMode="auto">
          <a:xfrm rot="18831828" flipV="1">
            <a:off x="5470923" y="3714751"/>
            <a:ext cx="35719" cy="107156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06" name="Rectangle 486"/>
          <p:cNvSpPr>
            <a:spLocks noChangeArrowheads="1"/>
          </p:cNvSpPr>
          <p:nvPr/>
        </p:nvSpPr>
        <p:spPr bwMode="auto">
          <a:xfrm rot="18831828" flipV="1">
            <a:off x="5897166" y="3227785"/>
            <a:ext cx="22622" cy="10358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7" name="Line 487"/>
          <p:cNvSpPr>
            <a:spLocks noChangeShapeType="1"/>
          </p:cNvSpPr>
          <p:nvPr/>
        </p:nvSpPr>
        <p:spPr bwMode="auto">
          <a:xfrm rot="18831828" flipV="1">
            <a:off x="5238751" y="3533776"/>
            <a:ext cx="897731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8" name="Oval 500"/>
          <p:cNvSpPr>
            <a:spLocks noChangeArrowheads="1"/>
          </p:cNvSpPr>
          <p:nvPr/>
        </p:nvSpPr>
        <p:spPr bwMode="auto">
          <a:xfrm rot="19807440" flipH="1">
            <a:off x="6611541" y="1980010"/>
            <a:ext cx="28575" cy="119063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09" name="Rectangle 501"/>
          <p:cNvSpPr>
            <a:spLocks noChangeArrowheads="1"/>
          </p:cNvSpPr>
          <p:nvPr/>
        </p:nvSpPr>
        <p:spPr bwMode="auto">
          <a:xfrm rot="19807440" flipH="1">
            <a:off x="6591300" y="1827610"/>
            <a:ext cx="547688" cy="1190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10" name="Oval 502"/>
          <p:cNvSpPr>
            <a:spLocks noChangeArrowheads="1"/>
          </p:cNvSpPr>
          <p:nvPr/>
        </p:nvSpPr>
        <p:spPr bwMode="auto">
          <a:xfrm rot="19807440" flipH="1">
            <a:off x="7085410" y="1677591"/>
            <a:ext cx="27384" cy="1190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11" name="Rectangle 503"/>
          <p:cNvSpPr>
            <a:spLocks noChangeArrowheads="1"/>
          </p:cNvSpPr>
          <p:nvPr/>
        </p:nvSpPr>
        <p:spPr bwMode="auto">
          <a:xfrm rot="19807440" flipH="1">
            <a:off x="6623447" y="1977629"/>
            <a:ext cx="19050" cy="11549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12" name="Line 504"/>
          <p:cNvSpPr>
            <a:spLocks noChangeShapeType="1"/>
          </p:cNvSpPr>
          <p:nvPr/>
        </p:nvSpPr>
        <p:spPr bwMode="auto">
          <a:xfrm rot="19807440" flipH="1">
            <a:off x="6519863" y="1881188"/>
            <a:ext cx="716756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3" name="Oval 507"/>
          <p:cNvSpPr>
            <a:spLocks noChangeArrowheads="1"/>
          </p:cNvSpPr>
          <p:nvPr/>
        </p:nvSpPr>
        <p:spPr bwMode="auto">
          <a:xfrm rot="1792560">
            <a:off x="7179469" y="3450431"/>
            <a:ext cx="28575" cy="119063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14" name="Rectangle 508"/>
          <p:cNvSpPr>
            <a:spLocks noChangeArrowheads="1"/>
          </p:cNvSpPr>
          <p:nvPr/>
        </p:nvSpPr>
        <p:spPr bwMode="auto">
          <a:xfrm rot="1792560">
            <a:off x="6679406" y="3296841"/>
            <a:ext cx="548879" cy="1190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15" name="Oval 509"/>
          <p:cNvSpPr>
            <a:spLocks noChangeArrowheads="1"/>
          </p:cNvSpPr>
          <p:nvPr/>
        </p:nvSpPr>
        <p:spPr bwMode="auto">
          <a:xfrm rot="1792560">
            <a:off x="6705600" y="3146822"/>
            <a:ext cx="28575" cy="1190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116" name="Rectangle 510"/>
          <p:cNvSpPr>
            <a:spLocks noChangeArrowheads="1"/>
          </p:cNvSpPr>
          <p:nvPr/>
        </p:nvSpPr>
        <p:spPr bwMode="auto">
          <a:xfrm rot="1792560">
            <a:off x="7175897" y="3448050"/>
            <a:ext cx="19050" cy="114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endParaRPr lang="zh-CN" altLang="zh-CN" sz="1800"/>
          </a:p>
        </p:txBody>
      </p:sp>
      <p:sp>
        <p:nvSpPr>
          <p:cNvPr id="117" name="Line 511"/>
          <p:cNvSpPr>
            <a:spLocks noChangeShapeType="1"/>
          </p:cNvSpPr>
          <p:nvPr/>
        </p:nvSpPr>
        <p:spPr bwMode="auto">
          <a:xfrm rot="1792560">
            <a:off x="6575823" y="3371850"/>
            <a:ext cx="796528" cy="95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8" name="Text Box 513"/>
          <p:cNvSpPr txBox="1">
            <a:spLocks noChangeArrowheads="1"/>
          </p:cNvSpPr>
          <p:nvPr/>
        </p:nvSpPr>
        <p:spPr bwMode="auto">
          <a:xfrm>
            <a:off x="5430442" y="1427560"/>
            <a:ext cx="50720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s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119" name="Text Box 514"/>
          <p:cNvSpPr txBox="1">
            <a:spLocks noChangeArrowheads="1"/>
          </p:cNvSpPr>
          <p:nvPr/>
        </p:nvSpPr>
        <p:spPr bwMode="auto">
          <a:xfrm>
            <a:off x="6800851" y="1808560"/>
            <a:ext cx="50720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s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120" name="Freeform 515"/>
          <p:cNvSpPr>
            <a:spLocks/>
          </p:cNvSpPr>
          <p:nvPr/>
        </p:nvSpPr>
        <p:spPr bwMode="auto">
          <a:xfrm>
            <a:off x="5425679" y="2078832"/>
            <a:ext cx="600075" cy="1035844"/>
          </a:xfrm>
          <a:custGeom>
            <a:avLst/>
            <a:gdLst>
              <a:gd name="T0" fmla="*/ 0 w 504"/>
              <a:gd name="T1" fmla="*/ 0 h 870"/>
              <a:gd name="T2" fmla="*/ 2147483646 w 504"/>
              <a:gd name="T3" fmla="*/ 2147483646 h 870"/>
              <a:gd name="T4" fmla="*/ 2147483646 w 504"/>
              <a:gd name="T5" fmla="*/ 2147483646 h 870"/>
              <a:gd name="T6" fmla="*/ 2147483646 w 504"/>
              <a:gd name="T7" fmla="*/ 2147483646 h 870"/>
              <a:gd name="T8" fmla="*/ 2147483646 w 504"/>
              <a:gd name="T9" fmla="*/ 2147483646 h 870"/>
              <a:gd name="T10" fmla="*/ 2147483646 w 504"/>
              <a:gd name="T11" fmla="*/ 2147483646 h 870"/>
              <a:gd name="T12" fmla="*/ 2147483646 w 504"/>
              <a:gd name="T13" fmla="*/ 2147483646 h 870"/>
              <a:gd name="T14" fmla="*/ 2147483646 w 504"/>
              <a:gd name="T15" fmla="*/ 2147483646 h 870"/>
              <a:gd name="T16" fmla="*/ 2147483646 w 504"/>
              <a:gd name="T17" fmla="*/ 2147483646 h 870"/>
              <a:gd name="T18" fmla="*/ 2147483646 w 504"/>
              <a:gd name="T19" fmla="*/ 2147483646 h 8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4"/>
              <a:gd name="T31" fmla="*/ 0 h 870"/>
              <a:gd name="T32" fmla="*/ 504 w 504"/>
              <a:gd name="T33" fmla="*/ 870 h 8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4" h="870">
                <a:moveTo>
                  <a:pt x="0" y="0"/>
                </a:moveTo>
                <a:cubicBezTo>
                  <a:pt x="21" y="11"/>
                  <a:pt x="79" y="44"/>
                  <a:pt x="129" y="63"/>
                </a:cubicBezTo>
                <a:cubicBezTo>
                  <a:pt x="179" y="82"/>
                  <a:pt x="255" y="102"/>
                  <a:pt x="299" y="112"/>
                </a:cubicBezTo>
                <a:cubicBezTo>
                  <a:pt x="343" y="122"/>
                  <a:pt x="362" y="116"/>
                  <a:pt x="392" y="121"/>
                </a:cubicBezTo>
                <a:cubicBezTo>
                  <a:pt x="417" y="124"/>
                  <a:pt x="469" y="100"/>
                  <a:pt x="479" y="145"/>
                </a:cubicBezTo>
                <a:cubicBezTo>
                  <a:pt x="490" y="191"/>
                  <a:pt x="504" y="700"/>
                  <a:pt x="490" y="772"/>
                </a:cubicBezTo>
                <a:cubicBezTo>
                  <a:pt x="477" y="845"/>
                  <a:pt x="447" y="842"/>
                  <a:pt x="406" y="839"/>
                </a:cubicBezTo>
                <a:cubicBezTo>
                  <a:pt x="365" y="836"/>
                  <a:pt x="323" y="835"/>
                  <a:pt x="286" y="833"/>
                </a:cubicBezTo>
                <a:cubicBezTo>
                  <a:pt x="250" y="831"/>
                  <a:pt x="226" y="822"/>
                  <a:pt x="192" y="828"/>
                </a:cubicBezTo>
                <a:cubicBezTo>
                  <a:pt x="158" y="834"/>
                  <a:pt x="107" y="861"/>
                  <a:pt x="84" y="87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1" name="Text Box 516"/>
          <p:cNvSpPr txBox="1">
            <a:spLocks noChangeArrowheads="1"/>
          </p:cNvSpPr>
          <p:nvPr/>
        </p:nvSpPr>
        <p:spPr bwMode="auto">
          <a:xfrm>
            <a:off x="4686300" y="2970610"/>
            <a:ext cx="50601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c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122" name="Freeform 517"/>
          <p:cNvSpPr>
            <a:spLocks/>
          </p:cNvSpPr>
          <p:nvPr/>
        </p:nvSpPr>
        <p:spPr bwMode="auto">
          <a:xfrm>
            <a:off x="5773341" y="2062162"/>
            <a:ext cx="323850" cy="1177529"/>
          </a:xfrm>
          <a:custGeom>
            <a:avLst/>
            <a:gdLst>
              <a:gd name="T0" fmla="*/ 0 w 272"/>
              <a:gd name="T1" fmla="*/ 0 h 989"/>
              <a:gd name="T2" fmla="*/ 2147483646 w 272"/>
              <a:gd name="T3" fmla="*/ 2147483646 h 989"/>
              <a:gd name="T4" fmla="*/ 2147483646 w 272"/>
              <a:gd name="T5" fmla="*/ 2147483646 h 989"/>
              <a:gd name="T6" fmla="*/ 2147483646 w 272"/>
              <a:gd name="T7" fmla="*/ 2147483646 h 989"/>
              <a:gd name="T8" fmla="*/ 2147483646 w 272"/>
              <a:gd name="T9" fmla="*/ 2147483646 h 989"/>
              <a:gd name="T10" fmla="*/ 2147483646 w 272"/>
              <a:gd name="T11" fmla="*/ 2147483646 h 989"/>
              <a:gd name="T12" fmla="*/ 2147483646 w 272"/>
              <a:gd name="T13" fmla="*/ 2147483646 h 9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"/>
              <a:gd name="T22" fmla="*/ 0 h 989"/>
              <a:gd name="T23" fmla="*/ 272 w 272"/>
              <a:gd name="T24" fmla="*/ 989 h 9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" h="989">
                <a:moveTo>
                  <a:pt x="0" y="0"/>
                </a:moveTo>
                <a:cubicBezTo>
                  <a:pt x="15" y="13"/>
                  <a:pt x="49" y="56"/>
                  <a:pt x="92" y="80"/>
                </a:cubicBezTo>
                <a:cubicBezTo>
                  <a:pt x="231" y="84"/>
                  <a:pt x="204" y="89"/>
                  <a:pt x="257" y="147"/>
                </a:cubicBezTo>
                <a:cubicBezTo>
                  <a:pt x="270" y="295"/>
                  <a:pt x="272" y="652"/>
                  <a:pt x="268" y="774"/>
                </a:cubicBezTo>
                <a:cubicBezTo>
                  <a:pt x="268" y="895"/>
                  <a:pt x="261" y="853"/>
                  <a:pt x="257" y="875"/>
                </a:cubicBezTo>
                <a:cubicBezTo>
                  <a:pt x="251" y="894"/>
                  <a:pt x="257" y="889"/>
                  <a:pt x="242" y="908"/>
                </a:cubicBezTo>
                <a:cubicBezTo>
                  <a:pt x="227" y="927"/>
                  <a:pt x="183" y="972"/>
                  <a:pt x="167" y="98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" name="Freeform 518"/>
          <p:cNvSpPr>
            <a:spLocks/>
          </p:cNvSpPr>
          <p:nvPr/>
        </p:nvSpPr>
        <p:spPr bwMode="auto">
          <a:xfrm>
            <a:off x="6211492" y="2050256"/>
            <a:ext cx="478631" cy="1153716"/>
          </a:xfrm>
          <a:custGeom>
            <a:avLst/>
            <a:gdLst>
              <a:gd name="T0" fmla="*/ 2147483646 w 402"/>
              <a:gd name="T1" fmla="*/ 0 h 969"/>
              <a:gd name="T2" fmla="*/ 2147483646 w 402"/>
              <a:gd name="T3" fmla="*/ 2147483646 h 969"/>
              <a:gd name="T4" fmla="*/ 2147483646 w 402"/>
              <a:gd name="T5" fmla="*/ 2147483646 h 969"/>
              <a:gd name="T6" fmla="*/ 2147483646 w 402"/>
              <a:gd name="T7" fmla="*/ 2147483646 h 969"/>
              <a:gd name="T8" fmla="*/ 2147483646 w 402"/>
              <a:gd name="T9" fmla="*/ 2147483646 h 969"/>
              <a:gd name="T10" fmla="*/ 2147483646 w 402"/>
              <a:gd name="T11" fmla="*/ 2147483646 h 969"/>
              <a:gd name="T12" fmla="*/ 2147483646 w 402"/>
              <a:gd name="T13" fmla="*/ 2147483646 h 969"/>
              <a:gd name="T14" fmla="*/ 2147483646 w 402"/>
              <a:gd name="T15" fmla="*/ 2147483646 h 969"/>
              <a:gd name="T16" fmla="*/ 2147483646 w 402"/>
              <a:gd name="T17" fmla="*/ 2147483646 h 9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2"/>
              <a:gd name="T28" fmla="*/ 0 h 969"/>
              <a:gd name="T29" fmla="*/ 402 w 402"/>
              <a:gd name="T30" fmla="*/ 969 h 9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2" h="969">
                <a:moveTo>
                  <a:pt x="306" y="0"/>
                </a:moveTo>
                <a:cubicBezTo>
                  <a:pt x="295" y="5"/>
                  <a:pt x="262" y="24"/>
                  <a:pt x="240" y="36"/>
                </a:cubicBezTo>
                <a:cubicBezTo>
                  <a:pt x="218" y="48"/>
                  <a:pt x="199" y="58"/>
                  <a:pt x="174" y="72"/>
                </a:cubicBezTo>
                <a:cubicBezTo>
                  <a:pt x="149" y="86"/>
                  <a:pt x="115" y="101"/>
                  <a:pt x="90" y="119"/>
                </a:cubicBezTo>
                <a:cubicBezTo>
                  <a:pt x="64" y="136"/>
                  <a:pt x="72" y="127"/>
                  <a:pt x="25" y="178"/>
                </a:cubicBezTo>
                <a:cubicBezTo>
                  <a:pt x="14" y="223"/>
                  <a:pt x="0" y="732"/>
                  <a:pt x="14" y="804"/>
                </a:cubicBezTo>
                <a:cubicBezTo>
                  <a:pt x="27" y="877"/>
                  <a:pt x="53" y="854"/>
                  <a:pt x="98" y="871"/>
                </a:cubicBezTo>
                <a:cubicBezTo>
                  <a:pt x="144" y="888"/>
                  <a:pt x="209" y="884"/>
                  <a:pt x="261" y="900"/>
                </a:cubicBezTo>
                <a:cubicBezTo>
                  <a:pt x="312" y="916"/>
                  <a:pt x="373" y="955"/>
                  <a:pt x="402" y="96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4" name="Text Box 519"/>
          <p:cNvSpPr txBox="1">
            <a:spLocks noChangeArrowheads="1"/>
          </p:cNvSpPr>
          <p:nvPr/>
        </p:nvSpPr>
        <p:spPr bwMode="auto">
          <a:xfrm>
            <a:off x="5630467" y="3374231"/>
            <a:ext cx="50720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c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125" name="Text Box 520"/>
          <p:cNvSpPr txBox="1">
            <a:spLocks noChangeArrowheads="1"/>
          </p:cNvSpPr>
          <p:nvPr/>
        </p:nvSpPr>
        <p:spPr bwMode="auto">
          <a:xfrm>
            <a:off x="6896100" y="2989660"/>
            <a:ext cx="50601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  <a:r>
              <a:rPr lang="en-US" altLang="zh-CN" sz="2100" baseline="-25000">
                <a:latin typeface="Arial" panose="020B0604020202020204" pitchFamily="34" charset="0"/>
              </a:rPr>
              <a:t>c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126" name="Text Box 521"/>
          <p:cNvSpPr txBox="1">
            <a:spLocks noChangeArrowheads="1"/>
          </p:cNvSpPr>
          <p:nvPr/>
        </p:nvSpPr>
        <p:spPr bwMode="auto">
          <a:xfrm>
            <a:off x="6167438" y="2518173"/>
            <a:ext cx="5072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>
                <a:latin typeface="Arial" panose="020B0604020202020204" pitchFamily="34" charset="0"/>
              </a:rPr>
              <a:t>R</a:t>
            </a:r>
          </a:p>
        </p:txBody>
      </p:sp>
      <p:grpSp>
        <p:nvGrpSpPr>
          <p:cNvPr id="127" name="Group 81"/>
          <p:cNvGrpSpPr>
            <a:grpSpLocks/>
          </p:cNvGrpSpPr>
          <p:nvPr/>
        </p:nvGrpSpPr>
        <p:grpSpPr bwMode="auto">
          <a:xfrm>
            <a:off x="4575573" y="1338263"/>
            <a:ext cx="264319" cy="495300"/>
            <a:chOff x="4140" y="429"/>
            <a:chExt cx="1425" cy="2396"/>
          </a:xfrm>
        </p:grpSpPr>
        <p:sp>
          <p:nvSpPr>
            <p:cNvPr id="128" name="Freeform 8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Rectangle 83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30" name="Freeform 8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" name="Freeform 8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Rectangle 86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33" name="Group 8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8" name="AutoShape 88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AutoShape 8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" name="Rectangle 90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35" name="Group 9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6" name="AutoShape 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AutoShape 93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6" name="Rectangle 94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37" name="Rectangle 95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38" name="Group 9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4" name="AutoShape 9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AutoShape 98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9" name="Freeform 9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40" name="Group 10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2" name="AutoShape 101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AutoShape 102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1" name="Rectangle 103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2" name="Freeform 10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" name="Freeform 10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Oval 106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5" name="Freeform 10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6" name="AutoShape 108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7" name="AutoShape 109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8" name="Oval 110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9" name="Oval 111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" name="Oval 112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" name="Rectangle 113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98" name="Group 114"/>
          <p:cNvGrpSpPr>
            <a:grpSpLocks/>
          </p:cNvGrpSpPr>
          <p:nvPr/>
        </p:nvGrpSpPr>
        <p:grpSpPr bwMode="auto">
          <a:xfrm>
            <a:off x="5006579" y="1083469"/>
            <a:ext cx="264319" cy="495300"/>
            <a:chOff x="4140" y="429"/>
            <a:chExt cx="1425" cy="2396"/>
          </a:xfrm>
        </p:grpSpPr>
        <p:sp>
          <p:nvSpPr>
            <p:cNvPr id="228" name="Freeform 11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9" name="Rectangle 11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35" name="Freeform 11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6" name="Freeform 11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7" name="Rectangle 119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38" name="Group 12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21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AutoShape 122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9" name="Rectangle 123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40" name="Group 12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2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AutoShape 12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1" name="Rectangle 127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42" name="Rectangle 128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43" name="Group 12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3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AutoShape 13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4" name="Freeform 13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5" name="Group 13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34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AutoShape 13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6" name="Rectangle 13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47" name="Freeform 13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Freeform 13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Oval 139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0" name="Freeform 14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1" name="AutoShape 141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2" name="AutoShape 142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3" name="Oval 143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4" name="Oval 144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5" name="Oval 145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56" name="Rectangle 146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65" name="Group 147"/>
          <p:cNvGrpSpPr>
            <a:grpSpLocks/>
          </p:cNvGrpSpPr>
          <p:nvPr/>
        </p:nvGrpSpPr>
        <p:grpSpPr bwMode="auto">
          <a:xfrm>
            <a:off x="7144941" y="1275160"/>
            <a:ext cx="264319" cy="495300"/>
            <a:chOff x="4140" y="429"/>
            <a:chExt cx="1425" cy="2396"/>
          </a:xfrm>
        </p:grpSpPr>
        <p:sp>
          <p:nvSpPr>
            <p:cNvPr id="266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149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68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9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0" name="Rectangle 152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71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6" name="AutoShape 154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" name="AutoShape 155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2" name="Rectangle 156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73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4" name="AutoShape 15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AutoShape 15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4" name="Rectangle 160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75" name="Rectangle 161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76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2" name="AutoShape 16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3" name="AutoShape 16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7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78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0" name="AutoShape 167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AutoShape 168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0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2" name="Oval 172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3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4" name="AutoShape 174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5" name="AutoShape 175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6" name="Oval 176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7" name="Oval 177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8" name="Oval 178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89" name="Rectangle 179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98" name="Group 180"/>
          <p:cNvGrpSpPr>
            <a:grpSpLocks/>
          </p:cNvGrpSpPr>
          <p:nvPr/>
        </p:nvGrpSpPr>
        <p:grpSpPr bwMode="auto">
          <a:xfrm flipH="1">
            <a:off x="7256860" y="3367088"/>
            <a:ext cx="602456" cy="578644"/>
            <a:chOff x="-44" y="1473"/>
            <a:chExt cx="981" cy="1105"/>
          </a:xfrm>
        </p:grpSpPr>
        <p:pic>
          <p:nvPicPr>
            <p:cNvPr id="299" name="Picture 18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0" name="Freeform 1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01" name="Group 183"/>
          <p:cNvGrpSpPr>
            <a:grpSpLocks/>
          </p:cNvGrpSpPr>
          <p:nvPr/>
        </p:nvGrpSpPr>
        <p:grpSpPr bwMode="auto">
          <a:xfrm>
            <a:off x="4320779" y="3352800"/>
            <a:ext cx="602456" cy="578644"/>
            <a:chOff x="-44" y="1473"/>
            <a:chExt cx="981" cy="1105"/>
          </a:xfrm>
        </p:grpSpPr>
        <p:pic>
          <p:nvPicPr>
            <p:cNvPr id="302" name="Picture 18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3" name="Freeform 18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04" name="Group 186"/>
          <p:cNvGrpSpPr>
            <a:grpSpLocks/>
          </p:cNvGrpSpPr>
          <p:nvPr/>
        </p:nvGrpSpPr>
        <p:grpSpPr bwMode="auto">
          <a:xfrm>
            <a:off x="4787504" y="3689748"/>
            <a:ext cx="602456" cy="578644"/>
            <a:chOff x="-44" y="1473"/>
            <a:chExt cx="981" cy="1105"/>
          </a:xfrm>
        </p:grpSpPr>
        <p:pic>
          <p:nvPicPr>
            <p:cNvPr id="305" name="Picture 18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1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07" name="Rectangle 523"/>
          <p:cNvSpPr txBox="1">
            <a:spLocks noChangeArrowheads="1"/>
          </p:cNvSpPr>
          <p:nvPr/>
        </p:nvSpPr>
        <p:spPr bwMode="auto">
          <a:xfrm>
            <a:off x="899592" y="1390937"/>
            <a:ext cx="2981255" cy="181303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因特网的实际情况：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buSzPct val="75000"/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主干网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的速度很高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600"/>
              </a:spcBef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远远大于接入网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连接的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瓶颈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在于接入网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725ACE80-9C2B-47CF-95FD-10A94B8F4E5F}"/>
              </a:ext>
            </a:extLst>
          </p:cNvPr>
          <p:cNvSpPr/>
          <p:nvPr/>
        </p:nvSpPr>
        <p:spPr>
          <a:xfrm>
            <a:off x="539552" y="915566"/>
            <a:ext cx="2285690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网络吞吐量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灯片编号占位符 2">
            <a:extLst>
              <a:ext uri="{FF2B5EF4-FFF2-40B4-BE49-F238E27FC236}">
                <a16:creationId xmlns:a16="http://schemas.microsoft.com/office/drawing/2014/main" id="{D8C1EFF1-3686-487B-AC59-94DC8E13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AutoShape 5">
            <a:extLst>
              <a:ext uri="{FF2B5EF4-FFF2-40B4-BE49-F238E27FC236}">
                <a16:creationId xmlns:a16="http://schemas.microsoft.com/office/drawing/2014/main" id="{6010E227-7F9C-4866-B42A-73F422BD1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77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  <p:bldP spid="16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3240360" cy="4320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时延</a:t>
            </a:r>
            <a:r>
              <a:rPr lang="en-US" altLang="zh-CN" dirty="0"/>
              <a:t>/</a:t>
            </a:r>
            <a:r>
              <a:rPr lang="zh-CN" altLang="en-US" dirty="0"/>
              <a:t>丢包</a:t>
            </a:r>
            <a:r>
              <a:rPr lang="en-US" altLang="zh-CN" dirty="0"/>
              <a:t>/</a:t>
            </a:r>
            <a:r>
              <a:rPr lang="zh-CN" altLang="en-US" dirty="0"/>
              <a:t>吞吐量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3240360" cy="432000"/>
          </a:xfrm>
        </p:spPr>
        <p:txBody>
          <a:bodyPr>
            <a:normAutofit/>
          </a:bodyPr>
          <a:lstStyle/>
          <a:p>
            <a:r>
              <a:rPr lang="en-US" altLang="zh-CN" dirty="0"/>
              <a:t>1.5 </a:t>
            </a:r>
            <a:r>
              <a:rPr lang="zh-CN" altLang="en-US" dirty="0"/>
              <a:t>协议层次</a:t>
            </a:r>
            <a:r>
              <a:rPr lang="en-US" altLang="zh-CN" dirty="0"/>
              <a:t>/</a:t>
            </a:r>
            <a:r>
              <a:rPr lang="zh-CN" altLang="en-US" dirty="0"/>
              <a:t>服务模型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1.6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面向攻击的网络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CA2DA62-6609-4998-A968-027ED0CAB1A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1.7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因特网的发展历史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CE528A9E-457B-4F24-A946-9CC45A11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52AE4FB6-0029-4907-B269-F985410B9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552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043608" y="1506395"/>
            <a:ext cx="3456384" cy="25748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16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Networks are complex! </a:t>
            </a: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many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pieces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hosts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routers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links of various media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applications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protocols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hardware, software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716016" y="1524980"/>
            <a:ext cx="3618309" cy="21228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en-US" altLang="zh-CN" sz="18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Question:</a:t>
            </a:r>
            <a:r>
              <a:rPr lang="en-US" altLang="zh-CN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ctr">
              <a:buFontTx/>
              <a:buNone/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 there any hope of </a:t>
            </a:r>
            <a:r>
              <a:rPr lang="en-US" altLang="zh-CN" sz="15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organizing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structure of network?</a:t>
            </a:r>
          </a:p>
          <a:p>
            <a:pPr algn="ctr">
              <a:buFontTx/>
              <a:buNone/>
            </a:pP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Tx/>
              <a:buNone/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Or at least our discussion of networks?</a:t>
            </a:r>
          </a:p>
          <a:p>
            <a:pPr algn="ctr">
              <a:buFontTx/>
              <a:buNone/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What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 your idea?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043608" y="4081673"/>
            <a:ext cx="4338389" cy="4321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600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Also, there are many problems to deal with!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6F4368-F946-45FF-9CE2-E5D8D424C797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pic>
        <p:nvPicPr>
          <p:cNvPr id="23" name="图片 22" descr="图片包含 游戏机&#10;&#10;描述已自动生成">
            <a:extLst>
              <a:ext uri="{FF2B5EF4-FFF2-40B4-BE49-F238E27FC236}">
                <a16:creationId xmlns:a16="http://schemas.microsoft.com/office/drawing/2014/main" id="{5E629C0E-F016-4AEF-9B74-135CDFCBB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563638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9DEC6F09-96E0-4C77-A474-DCF9C9E0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62F5F3FB-11EA-4CDE-A8E4-6CA049BC5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EE508C-45E0-48EC-AE41-BAAE4579598D}"/>
              </a:ext>
            </a:extLst>
          </p:cNvPr>
          <p:cNvSpPr/>
          <p:nvPr/>
        </p:nvSpPr>
        <p:spPr>
          <a:xfrm>
            <a:off x="3771697" y="915968"/>
            <a:ext cx="2460225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Layering protocols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4331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7584" y="1362478"/>
            <a:ext cx="4840062" cy="345310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7800" indent="-177800">
              <a:spcBef>
                <a:spcPts val="600"/>
              </a:spcBef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确保正确传输需要解决很多细节问题，例如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网络寻址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传输同步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速度匹配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消息编码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分组排序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差错检验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分组时延和丢失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534988" lvl="1" indent="-177800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网络的兼容和互操作性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4988" lvl="1" indent="-177800"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525033"/>
              </p:ext>
            </p:extLst>
          </p:nvPr>
        </p:nvGraphicFramePr>
        <p:xfrm>
          <a:off x="4298544" y="2236109"/>
          <a:ext cx="3873856" cy="146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Visio" r:id="rId4" imgW="6705510" imgH="2533680" progId="Visio.Drawing.11">
                  <p:embed/>
                </p:oleObj>
              </mc:Choice>
              <mc:Fallback>
                <p:oleObj name="Visio" r:id="rId4" imgW="6705510" imgH="2533680" progId="Visio.Drawing.11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544" y="2236109"/>
                        <a:ext cx="3873856" cy="1460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55A4C47-4211-4AB7-8EBF-E44383C5DACA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844ABABC-BC8A-437E-9FD8-AC86B272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6E7FD221-8548-420F-B119-6374C761F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animBg="1"/>
      <p:bldP spid="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584" y="1265336"/>
            <a:ext cx="3600400" cy="45065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77800"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打个比方：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航空旅行的组织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60332" y="4542606"/>
            <a:ext cx="2700300" cy="40719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series of steps</a:t>
            </a:r>
          </a:p>
        </p:txBody>
      </p:sp>
      <p:grpSp>
        <p:nvGrpSpPr>
          <p:cNvPr id="14" name="Group 7"/>
          <p:cNvGrpSpPr>
            <a:grpSpLocks/>
          </p:cNvGrpSpPr>
          <p:nvPr/>
        </p:nvGrpSpPr>
        <p:grpSpPr bwMode="auto">
          <a:xfrm>
            <a:off x="2195512" y="1997608"/>
            <a:ext cx="4881563" cy="2466975"/>
            <a:chOff x="700" y="1000"/>
            <a:chExt cx="4100" cy="2072"/>
          </a:xfrm>
        </p:grpSpPr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846" y="1007"/>
              <a:ext cx="909" cy="1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票务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购买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行李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托运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舱门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登机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起飞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飞机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巡航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3661" y="1001"/>
              <a:ext cx="909" cy="1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票务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投诉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行李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认领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舱门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离机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着陆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eaLnBrk="0" hangingPunct="0"/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飞机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巡航</a:t>
              </a:r>
              <a:r>
                <a:rPr lang="en-US" altLang="zh-CN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2387" y="2773"/>
              <a:ext cx="801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5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空中飞行</a:t>
              </a:r>
              <a:endParaRPr lang="en-US" altLang="zh-CN" sz="15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4BFF12C4-23BD-41C3-A37F-4DC9003ADA51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6069533C-798F-4D60-A50D-FB8134AA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99295AA3-01F5-4305-AEA4-69AFD2228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646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2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2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2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  <p:bldP spid="8" grpId="0"/>
      <p:bldP spid="12" grpId="0" animBg="1"/>
      <p:bldP spid="1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2051720" y="1665446"/>
            <a:ext cx="6313885" cy="2020491"/>
            <a:chOff x="258" y="1214"/>
            <a:chExt cx="5303" cy="1697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票务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购买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行李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托运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舱门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登机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起飞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飞机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巡航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68" y="2692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机场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3759" y="2698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机场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964" y="2695"/>
              <a:ext cx="8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中间经停站点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15" descr="yylgaifm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19"/>
            <p:cNvGrpSpPr>
              <a:grpSpLocks/>
            </p:cNvGrpSpPr>
            <p:nvPr/>
          </p:nvGrpSpPr>
          <p:grpSpPr bwMode="auto">
            <a:xfrm>
              <a:off x="1436" y="2441"/>
              <a:ext cx="1071" cy="202"/>
              <a:chOff x="1813" y="2187"/>
              <a:chExt cx="1071" cy="202"/>
            </a:xfrm>
          </p:grpSpPr>
          <p:sp>
            <p:nvSpPr>
              <p:cNvPr id="42" name="Rectangle 20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 Box 21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80000"/>
                  </a:lnSpc>
                </a:pP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飞机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巡航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</p:txBody>
          </p:sp>
        </p:grpSp>
        <p:grpSp>
          <p:nvGrpSpPr>
            <p:cNvPr id="23" name="Group 22"/>
            <p:cNvGrpSpPr>
              <a:grpSpLocks/>
            </p:cNvGrpSpPr>
            <p:nvPr/>
          </p:nvGrpSpPr>
          <p:grpSpPr bwMode="auto">
            <a:xfrm>
              <a:off x="2417" y="2441"/>
              <a:ext cx="1071" cy="202"/>
              <a:chOff x="1813" y="2187"/>
              <a:chExt cx="1071" cy="202"/>
            </a:xfrm>
          </p:grpSpPr>
          <p:sp>
            <p:nvSpPr>
              <p:cNvPr id="40" name="Rectangle 23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Text Box 24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80000"/>
                  </a:lnSpc>
                </a:pP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飞机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巡航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</p:txBody>
          </p:sp>
        </p:grp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票务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投诉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行李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认领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舱门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登机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降落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ctr" eaLnBrk="0" hangingPunct="0">
                <a:lnSpc>
                  <a:spcPct val="80000"/>
                </a:lnSpc>
              </a:pP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飞机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巡航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4733" y="1574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票务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4733" y="1787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行李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38"/>
            <p:cNvSpPr txBox="1">
              <a:spLocks noChangeArrowheads="1"/>
            </p:cNvSpPr>
            <p:nvPr/>
          </p:nvSpPr>
          <p:spPr bwMode="auto">
            <a:xfrm>
              <a:off x="4733" y="1999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舱门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4733" y="2211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起降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4733" y="2430"/>
              <a:ext cx="38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巡航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2567806" y="3775888"/>
            <a:ext cx="4228009" cy="12285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分层的优点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每层专注于一个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通过本层活动体现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依赖于下一层服务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86F2837F-666F-482A-846E-DCDD55F9D554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265336"/>
            <a:ext cx="3600400" cy="45065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打个比方：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航空旅行的组织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79B73E-9E21-486B-AD53-AFEF84CFB569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47" name="灯片编号占位符 2">
            <a:extLst>
              <a:ext uri="{FF2B5EF4-FFF2-40B4-BE49-F238E27FC236}">
                <a16:creationId xmlns:a16="http://schemas.microsoft.com/office/drawing/2014/main" id="{85EBE11E-4AF5-4B43-BECB-FE7A13E3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4E1FCC8B-0F5C-40B0-AD30-E5786B9B8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250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2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2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2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48" grpId="0" animBg="1"/>
      <p:bldP spid="4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1782894" y="1963340"/>
            <a:ext cx="6521054" cy="297060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1718601" y="4231481"/>
            <a:ext cx="6541294" cy="648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altLang="zh-CN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7"/>
          <p:cNvSpPr>
            <a:spLocks noChangeArrowheads="1"/>
          </p:cNvSpPr>
          <p:nvPr/>
        </p:nvSpPr>
        <p:spPr bwMode="auto">
          <a:xfrm>
            <a:off x="1718601" y="3356372"/>
            <a:ext cx="6541294" cy="834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altLang="zh-CN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8"/>
          <p:cNvSpPr>
            <a:spLocks noChangeArrowheads="1"/>
          </p:cNvSpPr>
          <p:nvPr/>
        </p:nvSpPr>
        <p:spPr bwMode="auto">
          <a:xfrm>
            <a:off x="1718601" y="2627710"/>
            <a:ext cx="6541294" cy="686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altLang="zh-CN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9"/>
          <p:cNvSpPr>
            <a:spLocks noChangeArrowheads="1"/>
          </p:cNvSpPr>
          <p:nvPr/>
        </p:nvSpPr>
        <p:spPr bwMode="auto">
          <a:xfrm>
            <a:off x="1718601" y="1884760"/>
            <a:ext cx="6541294" cy="686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altLang="zh-CN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Picture 17" descr="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848" y="2711053"/>
            <a:ext cx="426244" cy="42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8" descr="dj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988" y="3409950"/>
            <a:ext cx="381000" cy="56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9" descr="100px-Chinese_Railway_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842" y="4352925"/>
            <a:ext cx="492919" cy="49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0" descr="yylgaifm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86567" y="4529137"/>
            <a:ext cx="640556" cy="19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1" descr="image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099" y="2730103"/>
            <a:ext cx="545306" cy="31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2" descr="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861" y="2711053"/>
            <a:ext cx="426244" cy="42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3" descr="100px-Chinese_Railway_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342" y="4367212"/>
            <a:ext cx="492919" cy="49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4" descr="yylgaifm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48980" y="4529137"/>
            <a:ext cx="640556" cy="19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5" descr="image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27" y="2730103"/>
            <a:ext cx="545306" cy="31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6" descr="无标题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151" y="3514725"/>
            <a:ext cx="710804" cy="47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7" descr="无标题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188" y="3557587"/>
            <a:ext cx="710804" cy="47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602748"/>
              </p:ext>
            </p:extLst>
          </p:nvPr>
        </p:nvGraphicFramePr>
        <p:xfrm>
          <a:off x="2297245" y="3658791"/>
          <a:ext cx="525066" cy="52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Visio" r:id="rId10" imgW="3032150" imgH="3061716" progId="Visio.Drawing.11">
                  <p:embed/>
                </p:oleObj>
              </mc:Choice>
              <mc:Fallback>
                <p:oleObj name="Visio" r:id="rId10" imgW="3032150" imgH="3061716" progId="Visio.Drawing.11">
                  <p:embed/>
                  <p:pic>
                    <p:nvPicPr>
                      <p:cNvPr id="6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245" y="3658791"/>
                        <a:ext cx="525066" cy="529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594021"/>
              </p:ext>
            </p:extLst>
          </p:nvPr>
        </p:nvGraphicFramePr>
        <p:xfrm>
          <a:off x="7054982" y="3679030"/>
          <a:ext cx="525066" cy="529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Visio" r:id="rId12" imgW="3032150" imgH="3061716" progId="Visio.Drawing.11">
                  <p:embed/>
                </p:oleObj>
              </mc:Choice>
              <mc:Fallback>
                <p:oleObj name="Visio" r:id="rId12" imgW="3032150" imgH="3061716" progId="Visio.Drawing.11">
                  <p:embed/>
                  <p:pic>
                    <p:nvPicPr>
                      <p:cNvPr id="6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982" y="3679030"/>
                        <a:ext cx="525066" cy="529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" name="Picture 30" descr="dj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595" y="3409950"/>
            <a:ext cx="381000" cy="56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31" descr="8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592" y="1962150"/>
            <a:ext cx="583406" cy="58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32" descr="9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255" y="2045493"/>
            <a:ext cx="467915" cy="46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3743855" y="2225278"/>
            <a:ext cx="3178969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Writing                Reading</a:t>
            </a:r>
          </a:p>
        </p:txBody>
      </p:sp>
      <p:sp>
        <p:nvSpPr>
          <p:cNvPr id="67" name="Text Box 34"/>
          <p:cNvSpPr txBox="1">
            <a:spLocks noChangeArrowheads="1"/>
          </p:cNvSpPr>
          <p:nvPr/>
        </p:nvSpPr>
        <p:spPr bwMode="auto">
          <a:xfrm>
            <a:off x="3743855" y="2815828"/>
            <a:ext cx="2564606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Encapsulation/Addressing</a:t>
            </a:r>
          </a:p>
        </p:txBody>
      </p:sp>
      <p:sp>
        <p:nvSpPr>
          <p:cNvPr id="68" name="Text Box 35"/>
          <p:cNvSpPr txBox="1">
            <a:spLocks noChangeArrowheads="1"/>
          </p:cNvSpPr>
          <p:nvPr/>
        </p:nvSpPr>
        <p:spPr bwMode="auto">
          <a:xfrm>
            <a:off x="3743855" y="3617118"/>
            <a:ext cx="1150144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Delivery</a:t>
            </a:r>
          </a:p>
        </p:txBody>
      </p:sp>
      <p:pic>
        <p:nvPicPr>
          <p:cNvPr id="69" name="Picture 36" descr="danball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586" y="3902868"/>
            <a:ext cx="435769" cy="36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3743855" y="4481512"/>
            <a:ext cx="1150144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pic>
        <p:nvPicPr>
          <p:cNvPr id="71" name="Picture 38" descr="danball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120" y="3902868"/>
            <a:ext cx="435769" cy="36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2" descr="j0431601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292" y="1943099"/>
            <a:ext cx="539353" cy="53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3" descr="j043161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44" y="1909762"/>
            <a:ext cx="539354" cy="53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44"/>
          <p:cNvSpPr>
            <a:spLocks noChangeArrowheads="1"/>
          </p:cNvSpPr>
          <p:nvPr/>
        </p:nvSpPr>
        <p:spPr bwMode="auto">
          <a:xfrm>
            <a:off x="1800755" y="2325290"/>
            <a:ext cx="864394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</a:p>
        </p:txBody>
      </p:sp>
      <p:sp>
        <p:nvSpPr>
          <p:cNvPr id="75" name="Rectangle 45"/>
          <p:cNvSpPr>
            <a:spLocks noChangeArrowheads="1"/>
          </p:cNvSpPr>
          <p:nvPr/>
        </p:nvSpPr>
        <p:spPr bwMode="auto">
          <a:xfrm>
            <a:off x="7471701" y="2337197"/>
            <a:ext cx="864394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</a:p>
        </p:txBody>
      </p:sp>
      <p:sp>
        <p:nvSpPr>
          <p:cNvPr id="76" name="Freeform 54"/>
          <p:cNvSpPr>
            <a:spLocks/>
          </p:cNvSpPr>
          <p:nvPr/>
        </p:nvSpPr>
        <p:spPr bwMode="auto">
          <a:xfrm>
            <a:off x="2602044" y="2046405"/>
            <a:ext cx="4881563" cy="2808684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00" h="2072">
                <a:moveTo>
                  <a:pt x="0" y="0"/>
                </a:moveTo>
                <a:lnTo>
                  <a:pt x="4" y="1736"/>
                </a:lnTo>
                <a:lnTo>
                  <a:pt x="804" y="2064"/>
                </a:lnTo>
                <a:lnTo>
                  <a:pt x="3468" y="2072"/>
                </a:lnTo>
                <a:lnTo>
                  <a:pt x="4100" y="1736"/>
                </a:lnTo>
                <a:lnTo>
                  <a:pt x="4100" y="96"/>
                </a:ln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6711A6-E66C-41BC-A4C0-51E0BC0E94E1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03D11C8D-DE21-4F56-8DDF-76AEACAC4A82}"/>
              </a:ext>
            </a:extLst>
          </p:cNvPr>
          <p:cNvSpPr txBox="1">
            <a:spLocks noChangeArrowheads="1"/>
          </p:cNvSpPr>
          <p:nvPr/>
        </p:nvSpPr>
        <p:spPr>
          <a:xfrm>
            <a:off x="827583" y="1265336"/>
            <a:ext cx="3892817" cy="4506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打个比方：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邮局信件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(postal mail)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6A3D14-B332-4791-8A7B-43A5D77F817F}"/>
              </a:ext>
            </a:extLst>
          </p:cNvPr>
          <p:cNvSpPr/>
          <p:nvPr/>
        </p:nvSpPr>
        <p:spPr>
          <a:xfrm>
            <a:off x="633361" y="2073223"/>
            <a:ext cx="97533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C49C4B-A5A9-4693-80A8-BD810BC3B467}"/>
              </a:ext>
            </a:extLst>
          </p:cNvPr>
          <p:cNvSpPr/>
          <p:nvPr/>
        </p:nvSpPr>
        <p:spPr>
          <a:xfrm>
            <a:off x="611560" y="2785050"/>
            <a:ext cx="975332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2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E6507-82ED-4592-8623-678AB7B7D906}"/>
              </a:ext>
            </a:extLst>
          </p:cNvPr>
          <p:cNvSpPr/>
          <p:nvPr/>
        </p:nvSpPr>
        <p:spPr>
          <a:xfrm>
            <a:off x="633361" y="3586340"/>
            <a:ext cx="97533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E6B705-D849-45CF-8347-FB13C1916403}"/>
              </a:ext>
            </a:extLst>
          </p:cNvPr>
          <p:cNvSpPr/>
          <p:nvPr/>
        </p:nvSpPr>
        <p:spPr>
          <a:xfrm>
            <a:off x="639313" y="4339078"/>
            <a:ext cx="97533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4</a:t>
            </a:r>
          </a:p>
        </p:txBody>
      </p:sp>
      <p:sp>
        <p:nvSpPr>
          <p:cNvPr id="41" name="灯片编号占位符 2">
            <a:extLst>
              <a:ext uri="{FF2B5EF4-FFF2-40B4-BE49-F238E27FC236}">
                <a16:creationId xmlns:a16="http://schemas.microsoft.com/office/drawing/2014/main" id="{C9FA960B-9B65-4CCE-B754-6FBDDA11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5">
            <a:extLst>
              <a:ext uri="{FF2B5EF4-FFF2-40B4-BE49-F238E27FC236}">
                <a16:creationId xmlns:a16="http://schemas.microsoft.com/office/drawing/2014/main" id="{D08B9101-2989-4955-BC0A-050188DD3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435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42" grpId="0" animBg="1"/>
      <p:bldP spid="4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370012"/>
            <a:ext cx="7131124" cy="349964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1714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为什么要分层？</a:t>
            </a:r>
            <a:endParaRPr lang="en-US" altLang="zh-CN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解决复杂问题的有效方法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可把复杂问题分成小问题，分而治之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>
              <a:lnSpc>
                <a:spcPct val="11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网络通信协议分层的好处：</a:t>
            </a:r>
            <a:endParaRPr lang="en-US" altLang="zh-CN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各类问题独立处理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灵活性好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e.g. 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某层的变化不会影响其它层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机构上可以分割开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易于实现和维护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易于促进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479803" y="2283718"/>
            <a:ext cx="4589859" cy="40488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从软件工程师的角度来审视：如何解决“复杂”问题？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8983C4-A342-409A-8302-3490821CB3B7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pic>
        <p:nvPicPr>
          <p:cNvPr id="7" name="图片 6" descr="图片包含 游戏机&#10;&#10;描述已自动生成">
            <a:extLst>
              <a:ext uri="{FF2B5EF4-FFF2-40B4-BE49-F238E27FC236}">
                <a16:creationId xmlns:a16="http://schemas.microsoft.com/office/drawing/2014/main" id="{BB181E37-B334-42FD-BB55-5A507F7117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28" y="2301897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2DEB1C0B-AAF1-48DB-8C99-9A5B1762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AA40CF55-90E2-40C5-A32F-A581E13E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4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4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4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4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4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642167" y="1599642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598114" y="1662746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98113" y="237195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会话层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598114" y="202020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表示层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598114" y="2725974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598114" y="30843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5598114" y="3441540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5598114" y="3809443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075390" y="1630599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033718" y="1672270"/>
            <a:ext cx="1570434" cy="99417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33718" y="273549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2033718" y="3093877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033718" y="3451065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2033718" y="38082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2" name="矩形 1"/>
          <p:cNvSpPr/>
          <p:nvPr/>
        </p:nvSpPr>
        <p:spPr>
          <a:xfrm>
            <a:off x="2131483" y="4196287"/>
            <a:ext cx="1474571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Internet: TCP/IP</a:t>
            </a:r>
          </a:p>
        </p:txBody>
      </p:sp>
      <p:sp>
        <p:nvSpPr>
          <p:cNvPr id="23" name="矩形 22"/>
          <p:cNvSpPr/>
          <p:nvPr/>
        </p:nvSpPr>
        <p:spPr>
          <a:xfrm>
            <a:off x="5676232" y="4196287"/>
            <a:ext cx="1534394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ISO/OSI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参考模型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355976" y="2526898"/>
            <a:ext cx="432048" cy="599759"/>
          </a:xfrm>
          <a:prstGeom prst="downArrow">
            <a:avLst>
              <a:gd name="adj1" fmla="val 3346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57137" y="3174590"/>
            <a:ext cx="1223412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自顶向下方法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31483" y="4484644"/>
            <a:ext cx="1569660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事实上的标准体系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695282" y="4484644"/>
            <a:ext cx="1569660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理论上的标准体系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A6705A-AA7F-4F16-B6B2-46B8EE5F745A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25" name="灯片编号占位符 2">
            <a:extLst>
              <a:ext uri="{FF2B5EF4-FFF2-40B4-BE49-F238E27FC236}">
                <a16:creationId xmlns:a16="http://schemas.microsoft.com/office/drawing/2014/main" id="{F28E59F7-C1CB-45BB-B0F8-218A2043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4647D543-7ECF-420F-A57D-EE53970F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57430F5-88FF-45AA-A93C-B9362DB7104B}"/>
              </a:ext>
            </a:extLst>
          </p:cNvPr>
          <p:cNvSpPr/>
          <p:nvPr/>
        </p:nvSpPr>
        <p:spPr>
          <a:xfrm>
            <a:off x="7378814" y="947585"/>
            <a:ext cx="1640036" cy="3460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重点概念</a:t>
            </a:r>
          </a:p>
        </p:txBody>
      </p:sp>
    </p:spTree>
    <p:extLst>
      <p:ext uri="{BB962C8B-B14F-4D97-AF65-F5344CB8AC3E}">
        <p14:creationId xmlns:p14="http://schemas.microsoft.com/office/powerpoint/2010/main" val="414684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786003" y="1569328"/>
            <a:ext cx="2643352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开放系统互联参考模型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(ISO/OSI)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784872" y="4298156"/>
            <a:ext cx="951309" cy="28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84872" y="3918348"/>
            <a:ext cx="951309" cy="28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784872" y="3538538"/>
            <a:ext cx="951309" cy="28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784872" y="3157538"/>
            <a:ext cx="951309" cy="28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784872" y="2825354"/>
            <a:ext cx="951309" cy="284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会话层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784872" y="2493169"/>
            <a:ext cx="951309" cy="28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表示层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784872" y="2113360"/>
            <a:ext cx="951309" cy="28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35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graphicFrame>
        <p:nvGraphicFramePr>
          <p:cNvPr id="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88992"/>
              </p:ext>
            </p:extLst>
          </p:nvPr>
        </p:nvGraphicFramePr>
        <p:xfrm>
          <a:off x="1785938" y="2113360"/>
          <a:ext cx="1047750" cy="2532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Visio" r:id="rId4" imgW="4177440" imgH="10117440" progId="Visio.Drawing.6">
                  <p:embed/>
                </p:oleObj>
              </mc:Choice>
              <mc:Fallback>
                <p:oleObj name="Visio" r:id="rId4" imgW="4177440" imgH="10117440" progId="Visio.Drawing.6">
                  <p:embed/>
                  <p:pic>
                    <p:nvPicPr>
                      <p:cNvPr id="1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113360"/>
                        <a:ext cx="1047750" cy="2532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3946922" y="2018110"/>
            <a:ext cx="3865959" cy="37980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用户接口</a:t>
            </a:r>
            <a:endParaRPr kumimoji="1" lang="en-US" altLang="zh-CN" sz="105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http ftp web telnet snmp pop smtp X.400 dns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3946922" y="2397919"/>
            <a:ext cx="3865959" cy="3798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</a:t>
            </a:r>
            <a:endParaRPr kumimoji="1"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JPEG ASCII TIFF GIF MPEG </a:t>
            </a:r>
            <a:r>
              <a:rPr kumimoji="1" lang="zh-CN" altLang="en-US" sz="1050">
                <a:latin typeface="微软雅黑" panose="020B0503020204020204" pitchFamily="34" charset="-122"/>
                <a:ea typeface="微软雅黑" panose="020B0503020204020204" pitchFamily="34" charset="-122"/>
              </a:rPr>
              <a:t>加密 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3946922" y="2777729"/>
            <a:ext cx="3865959" cy="37980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会话控制</a:t>
            </a: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RPC SQL NetBios ASP JSP 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3946922" y="3157538"/>
            <a:ext cx="3865959" cy="381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数据传输控制</a:t>
            </a: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TCP UDP SPX</a:t>
            </a: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3946922" y="3538538"/>
            <a:ext cx="3865959" cy="3798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数据包传递；网络编址；路由信息交换</a:t>
            </a: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IP IPX </a:t>
            </a:r>
          </a:p>
        </p:txBody>
      </p: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1547813" y="2160985"/>
            <a:ext cx="190500" cy="2471738"/>
            <a:chOff x="288" y="1392"/>
            <a:chExt cx="192" cy="2498"/>
          </a:xfrm>
        </p:grpSpPr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288" y="3600"/>
              <a:ext cx="19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288" y="3216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288" y="2832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288" y="2448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88" y="2112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88" y="1776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288" y="1392"/>
              <a:ext cx="1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</p:grp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3946922" y="3918347"/>
            <a:ext cx="3865959" cy="37980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链路传输数据，</a:t>
            </a:r>
            <a:r>
              <a:rPr kumimoji="1" lang="en-US" altLang="zh-CN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 </a:t>
            </a:r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编址</a:t>
            </a:r>
            <a:r>
              <a:rPr kumimoji="1" lang="zh-CN" altLang="en-US" sz="105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en-US" altLang="zh-CN" sz="105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ATM PPP IEEE802.3/802.2/</a:t>
            </a:r>
            <a:r>
              <a:rPr kumimoji="1" lang="zh-CN" altLang="en-US" sz="105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802.5/802.2</a:t>
            </a: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3946922" y="4298157"/>
            <a:ext cx="3865959" cy="37981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105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物理设备间传送比特流</a:t>
            </a:r>
          </a:p>
          <a:p>
            <a:r>
              <a:rPr kumimoji="1"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IEEE802.3  EIA/TIA FDDI  </a:t>
            </a:r>
          </a:p>
        </p:txBody>
      </p:sp>
      <p:sp>
        <p:nvSpPr>
          <p:cNvPr id="32" name="AutoShape 30"/>
          <p:cNvSpPr>
            <a:spLocks noChangeArrowheads="1"/>
          </p:cNvSpPr>
          <p:nvPr/>
        </p:nvSpPr>
        <p:spPr bwMode="auto">
          <a:xfrm rot="10792591">
            <a:off x="3565922" y="2208610"/>
            <a:ext cx="333375" cy="141684"/>
          </a:xfrm>
          <a:prstGeom prst="notchedRightArrow">
            <a:avLst>
              <a:gd name="adj1" fmla="val 50000"/>
              <a:gd name="adj2" fmla="val 58824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1"/>
          <p:cNvSpPr>
            <a:spLocks noChangeArrowheads="1"/>
          </p:cNvSpPr>
          <p:nvPr/>
        </p:nvSpPr>
        <p:spPr bwMode="auto">
          <a:xfrm rot="10792591">
            <a:off x="3565922" y="2540794"/>
            <a:ext cx="333375" cy="142875"/>
          </a:xfrm>
          <a:prstGeom prst="notchedRightArrow">
            <a:avLst>
              <a:gd name="adj1" fmla="val 50000"/>
              <a:gd name="adj2" fmla="val 5833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2"/>
          <p:cNvSpPr>
            <a:spLocks noChangeArrowheads="1"/>
          </p:cNvSpPr>
          <p:nvPr/>
        </p:nvSpPr>
        <p:spPr bwMode="auto">
          <a:xfrm rot="10792591">
            <a:off x="3565922" y="2920604"/>
            <a:ext cx="333375" cy="142875"/>
          </a:xfrm>
          <a:prstGeom prst="notchedRightArrow">
            <a:avLst>
              <a:gd name="adj1" fmla="val 50000"/>
              <a:gd name="adj2" fmla="val 5833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AutoShape 33"/>
          <p:cNvSpPr>
            <a:spLocks noChangeArrowheads="1"/>
          </p:cNvSpPr>
          <p:nvPr/>
        </p:nvSpPr>
        <p:spPr bwMode="auto">
          <a:xfrm rot="10792591">
            <a:off x="3565922" y="3252788"/>
            <a:ext cx="333375" cy="142875"/>
          </a:xfrm>
          <a:prstGeom prst="notchedRightArrow">
            <a:avLst>
              <a:gd name="adj1" fmla="val 50000"/>
              <a:gd name="adj2" fmla="val 5833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34"/>
          <p:cNvSpPr>
            <a:spLocks noChangeArrowheads="1"/>
          </p:cNvSpPr>
          <p:nvPr/>
        </p:nvSpPr>
        <p:spPr bwMode="auto">
          <a:xfrm rot="10792591">
            <a:off x="3565922" y="3632597"/>
            <a:ext cx="333375" cy="142875"/>
          </a:xfrm>
          <a:prstGeom prst="notchedRightArrow">
            <a:avLst>
              <a:gd name="adj1" fmla="val 50000"/>
              <a:gd name="adj2" fmla="val 5833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35"/>
          <p:cNvSpPr>
            <a:spLocks noChangeArrowheads="1"/>
          </p:cNvSpPr>
          <p:nvPr/>
        </p:nvSpPr>
        <p:spPr bwMode="auto">
          <a:xfrm rot="10792591">
            <a:off x="3565922" y="4393407"/>
            <a:ext cx="333375" cy="141685"/>
          </a:xfrm>
          <a:prstGeom prst="notchedRightArrow">
            <a:avLst>
              <a:gd name="adj1" fmla="val 50000"/>
              <a:gd name="adj2" fmla="val 5882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7"/>
          <p:cNvSpPr>
            <a:spLocks noChangeArrowheads="1"/>
          </p:cNvSpPr>
          <p:nvPr/>
        </p:nvSpPr>
        <p:spPr bwMode="auto">
          <a:xfrm rot="10792591">
            <a:off x="3565922" y="4030266"/>
            <a:ext cx="333375" cy="142875"/>
          </a:xfrm>
          <a:prstGeom prst="notchedRightArrow">
            <a:avLst>
              <a:gd name="adj1" fmla="val 50000"/>
              <a:gd name="adj2" fmla="val 58333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kumimoji="1" lang="zh-CN" altLang="en-US" sz="135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FF2D8CB-96C0-4517-8370-6EBF10892612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40" name="灯片编号占位符 2">
            <a:extLst>
              <a:ext uri="{FF2B5EF4-FFF2-40B4-BE49-F238E27FC236}">
                <a16:creationId xmlns:a16="http://schemas.microsoft.com/office/drawing/2014/main" id="{836CB7FF-581B-407D-9DF6-34D2D70F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9108B1C0-7287-4711-B523-9ADF0F220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287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075390" y="1630599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033718" y="1672270"/>
            <a:ext cx="1570434" cy="99417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33718" y="273549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2033718" y="3093877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033718" y="3451065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2033718" y="38082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761911" y="1707430"/>
            <a:ext cx="2430065" cy="1316200"/>
          </a:xfrm>
          <a:prstGeom prst="rect">
            <a:avLst/>
          </a:prstGeom>
          <a:noFill/>
          <a:ln w="9525" algn="ctr">
            <a:solidFill>
              <a:srgbClr val="93C9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13500" tIns="13500" rIns="13500" bIns="13500"/>
          <a:lstStyle>
            <a:lvl1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243000" indent="-214313">
              <a:lnSpc>
                <a:spcPct val="120000"/>
              </a:lnSpc>
            </a:pPr>
            <a:r>
              <a:rPr lang="zh-CN" altLang="en-US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为应用程序提供服务</a:t>
            </a:r>
            <a:endParaRPr lang="en-US" altLang="zh-CN" sz="1350" b="0" dirty="0">
              <a:solidFill>
                <a:srgbClr val="0066CC"/>
              </a:solidFill>
              <a:effectLst/>
              <a:latin typeface="微软雅黑" panose="020B0503020204020204" pitchFamily="34" charset="-122"/>
            </a:endParaRPr>
          </a:p>
          <a:p>
            <a:pPr marL="585900" lvl="1" indent="-214313">
              <a:lnSpc>
                <a:spcPct val="120000"/>
              </a:lnSpc>
            </a:pPr>
            <a:r>
              <a:rPr lang="zh-CN" altLang="en-US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针对不同的</a:t>
            </a:r>
            <a:r>
              <a:rPr lang="zh-CN" altLang="en-US" sz="135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</a:rPr>
              <a:t>网络应用</a:t>
            </a:r>
            <a:endParaRPr lang="en-US" altLang="zh-CN" sz="1350" b="0" dirty="0">
              <a:solidFill>
                <a:srgbClr val="FF0000"/>
              </a:solidFill>
              <a:effectLst/>
              <a:latin typeface="微软雅黑" panose="020B0503020204020204" pitchFamily="34" charset="-122"/>
            </a:endParaRPr>
          </a:p>
          <a:p>
            <a:pPr marL="585900" lvl="1" indent="-214313">
              <a:lnSpc>
                <a:spcPct val="120000"/>
              </a:lnSpc>
            </a:pPr>
            <a:r>
              <a:rPr lang="zh-CN" altLang="en-US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对</a:t>
            </a:r>
            <a:r>
              <a:rPr lang="zh-CN" altLang="en-US" sz="135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</a:rPr>
              <a:t>消息编码</a:t>
            </a:r>
            <a:r>
              <a:rPr lang="zh-CN" altLang="en-US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进行规约</a:t>
            </a:r>
            <a:endParaRPr lang="en-US" altLang="zh-CN" sz="1350" b="0" dirty="0">
              <a:solidFill>
                <a:srgbClr val="0066CC"/>
              </a:solidFill>
              <a:effectLst/>
              <a:latin typeface="微软雅黑" panose="020B0503020204020204" pitchFamily="34" charset="-122"/>
            </a:endParaRPr>
          </a:p>
          <a:p>
            <a:pPr marL="585900" lvl="1" indent="-214313">
              <a:lnSpc>
                <a:spcPct val="120000"/>
              </a:lnSpc>
            </a:pPr>
            <a:r>
              <a:rPr lang="zh-CN" altLang="en-US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主机之间的</a:t>
            </a:r>
            <a:r>
              <a:rPr lang="zh-CN" altLang="en-US" sz="135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</a:rPr>
              <a:t>工作流程</a:t>
            </a:r>
            <a:endParaRPr lang="en-US" altLang="zh-CN" sz="1350" b="0" dirty="0">
              <a:solidFill>
                <a:srgbClr val="FF0000"/>
              </a:solidFill>
              <a:effectLst/>
              <a:latin typeface="微软雅黑" panose="020B0503020204020204" pitchFamily="34" charset="-122"/>
            </a:endParaRPr>
          </a:p>
          <a:p>
            <a:pPr marL="585900" lvl="1" indent="-214313">
              <a:lnSpc>
                <a:spcPct val="120000"/>
              </a:lnSpc>
            </a:pPr>
            <a:r>
              <a:rPr lang="en-US" altLang="zh-CN" sz="1350" b="0" dirty="0">
                <a:solidFill>
                  <a:srgbClr val="0066CC"/>
                </a:solidFill>
                <a:effectLst/>
                <a:latin typeface="微软雅黑" panose="020B0503020204020204" pitchFamily="34" charset="-122"/>
              </a:rPr>
              <a:t>……</a:t>
            </a:r>
            <a:endParaRPr lang="zh-CN" altLang="en-US" sz="1350" b="0" dirty="0">
              <a:solidFill>
                <a:srgbClr val="0066CC"/>
              </a:solidFill>
              <a:effectLst/>
              <a:latin typeface="微软雅黑" panose="020B0503020204020204" pitchFamily="34" charset="-122"/>
            </a:endParaRP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2121020" y="4337383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4BFCF9-0068-462B-97DB-C213A4E508C8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20319C6-BB4B-43E6-A859-29233ACB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9ACB18E4-0DCF-4DF8-9D4B-58F8BCA7F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37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075390" y="1630599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033718" y="1672270"/>
            <a:ext cx="1570434" cy="99417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33718" y="273549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2033718" y="3093877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033718" y="3451065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2033718" y="38082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3761911" y="2733748"/>
            <a:ext cx="2430065" cy="1603634"/>
          </a:xfrm>
          <a:prstGeom prst="rect">
            <a:avLst/>
          </a:prstGeom>
          <a:noFill/>
          <a:ln w="9525" algn="ctr">
            <a:solidFill>
              <a:srgbClr val="93C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13500" rIns="13500" bIns="13500"/>
          <a:lstStyle/>
          <a:p>
            <a:pPr marL="243000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主机之间的</a:t>
            </a: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可靠数据</a:t>
            </a: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传输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错误检测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分组次序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分组重传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拥塞控制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传输复用</a:t>
            </a:r>
            <a:r>
              <a:rPr lang="en-US" altLang="zh-CN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……</a:t>
            </a:r>
            <a:endParaRPr lang="zh-CN" altLang="en-US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2121020" y="4337383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24F6D-8E14-45F7-94B6-9CE005F700B2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863002E0-47D3-45CD-83BD-C43225FF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F0B67C54-F1EF-480F-88E0-DA97724C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C891255-A0B4-4ABB-818A-4526246E7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809" y="2733748"/>
            <a:ext cx="2430065" cy="1603634"/>
          </a:xfrm>
          <a:prstGeom prst="rect">
            <a:avLst/>
          </a:prstGeom>
          <a:noFill/>
          <a:ln w="9525" algn="ctr">
            <a:solidFill>
              <a:srgbClr val="93C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13500" rIns="13500" bIns="13500"/>
          <a:lstStyle/>
          <a:p>
            <a:pPr marL="243000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主机之间的</a:t>
            </a:r>
            <a:r>
              <a:rPr lang="zh-CN" altLang="en-US" sz="1350" dirty="0">
                <a:solidFill>
                  <a:srgbClr val="C0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不可靠数据</a:t>
            </a: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传输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尽最大努力交付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……</a:t>
            </a:r>
            <a:endParaRPr lang="zh-CN" altLang="en-US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040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075390" y="1630599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033718" y="1672270"/>
            <a:ext cx="1570434" cy="99417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33718" y="273549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2033718" y="3093877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033718" y="3451065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2033718" y="38082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761911" y="3111177"/>
            <a:ext cx="2430065" cy="1226206"/>
          </a:xfrm>
          <a:prstGeom prst="rect">
            <a:avLst/>
          </a:prstGeom>
          <a:noFill/>
          <a:ln w="9525" algn="ctr">
            <a:solidFill>
              <a:srgbClr val="93C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13500" rIns="13500" bIns="13500"/>
          <a:lstStyle/>
          <a:p>
            <a:pPr marL="243000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网络互联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拥塞控制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网络寻址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网络路由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……</a:t>
            </a: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2121020" y="4337383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63BFE0-C53D-49B2-ABB9-5AD2F64A6401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69488317-65E7-4D47-AE52-67A6BAAB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C8A0BB6A-8179-408C-A6F1-E25B6FB69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554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075390" y="1630599"/>
            <a:ext cx="1572816" cy="243721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033718" y="1672270"/>
            <a:ext cx="1570434" cy="99417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33718" y="2735499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2033718" y="3093877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033718" y="3451065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zh-CN" altLang="en-US" sz="135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2033718" y="3808252"/>
            <a:ext cx="1570434" cy="2881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350" dirty="0">
                <a:solidFill>
                  <a:srgbClr val="74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2121020" y="4337383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3761911" y="3471643"/>
            <a:ext cx="2430065" cy="1296777"/>
          </a:xfrm>
          <a:prstGeom prst="rect">
            <a:avLst/>
          </a:prstGeom>
          <a:noFill/>
          <a:ln w="9525" algn="ctr">
            <a:solidFill>
              <a:srgbClr val="93C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13500" rIns="13500" bIns="13500"/>
          <a:lstStyle/>
          <a:p>
            <a:pPr marL="243000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数据通信的控制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差错检验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数据编码</a:t>
            </a:r>
            <a:endParaRPr lang="en-US" altLang="zh-CN" sz="1350" dirty="0">
              <a:solidFill>
                <a:srgbClr val="0066CC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信道复用</a:t>
            </a:r>
            <a:endParaRPr lang="en-US" altLang="zh-CN" sz="1350" dirty="0">
              <a:solidFill>
                <a:srgbClr val="FF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85900" lvl="1" indent="-2143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350" dirty="0">
                <a:solidFill>
                  <a:srgbClr val="0066CC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……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9ADD1D-7B03-4971-AD20-6D4D23B0C567}"/>
              </a:ext>
            </a:extLst>
          </p:cNvPr>
          <p:cNvSpPr/>
          <p:nvPr/>
        </p:nvSpPr>
        <p:spPr>
          <a:xfrm>
            <a:off x="539552" y="915566"/>
            <a:ext cx="323518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分层的协议体系结构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B7B9761A-D562-49AF-87D4-E3724229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57CD3159-B3ED-4DB7-A18A-B0AB74A4F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64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195A63-D2DA-4AF6-9917-8D6B0158A06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1642543" y="3773743"/>
            <a:ext cx="307347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9E42C46-1EE4-4D71-9BB8-FD5B3BA2EFCC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1788158" y="3395140"/>
            <a:ext cx="148769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795EAD-A78E-4166-9618-8AB0F5A8AE71}"/>
              </a:ext>
            </a:extLst>
          </p:cNvPr>
          <p:cNvGrpSpPr/>
          <p:nvPr/>
        </p:nvGrpSpPr>
        <p:grpSpPr>
          <a:xfrm>
            <a:off x="323528" y="1779662"/>
            <a:ext cx="1614488" cy="2465784"/>
            <a:chOff x="323528" y="1779662"/>
            <a:chExt cx="1614488" cy="2465784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365200" y="1779662"/>
              <a:ext cx="1572816" cy="2437210"/>
            </a:xfrm>
            <a:prstGeom prst="rect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23528" y="1821333"/>
              <a:ext cx="1570434" cy="994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23528" y="2884562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运输层</a:t>
              </a: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323528" y="3242940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323528" y="3600128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23528" y="3957315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379766B-57E6-4329-85A4-AB351FD9F3B0}"/>
              </a:ext>
            </a:extLst>
          </p:cNvPr>
          <p:cNvSpPr/>
          <p:nvPr/>
        </p:nvSpPr>
        <p:spPr>
          <a:xfrm>
            <a:off x="539552" y="915566"/>
            <a:ext cx="2209259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8315D-4B34-4D39-948E-2037844D6CB9}"/>
              </a:ext>
            </a:extLst>
          </p:cNvPr>
          <p:cNvSpPr txBox="1"/>
          <p:nvPr/>
        </p:nvSpPr>
        <p:spPr>
          <a:xfrm>
            <a:off x="2228162" y="2283718"/>
            <a:ext cx="2284260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Message</a:t>
            </a:r>
            <a:endParaRPr lang="zh-CN" altLang="en-US" sz="11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DA258-B5B2-47A4-8029-287036ED33E5}"/>
              </a:ext>
            </a:extLst>
          </p:cNvPr>
          <p:cNvSpPr txBox="1"/>
          <p:nvPr/>
        </p:nvSpPr>
        <p:spPr>
          <a:xfrm>
            <a:off x="2588876" y="2864829"/>
            <a:ext cx="836332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message’</a:t>
            </a:r>
            <a:endParaRPr lang="zh-CN" altLang="en-US" sz="11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22CE83-95EE-4199-B42D-5D9289F181EB}"/>
              </a:ext>
            </a:extLst>
          </p:cNvPr>
          <p:cNvSpPr txBox="1"/>
          <p:nvPr/>
        </p:nvSpPr>
        <p:spPr>
          <a:xfrm>
            <a:off x="2230434" y="2864829"/>
            <a:ext cx="358441" cy="2616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T</a:t>
            </a:r>
            <a:endParaRPr lang="zh-CN" altLang="en-US" sz="1100" b="1" baseline="-25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9A78F1A-3B49-4E84-AC3C-E2E7BFA641B4}"/>
              </a:ext>
            </a:extLst>
          </p:cNvPr>
          <p:cNvCxnSpPr>
            <a:cxnSpLocks/>
          </p:cNvCxnSpPr>
          <p:nvPr/>
        </p:nvCxnSpPr>
        <p:spPr>
          <a:xfrm>
            <a:off x="2789802" y="2529254"/>
            <a:ext cx="0" cy="335575"/>
          </a:xfrm>
          <a:prstGeom prst="straightConnector1">
            <a:avLst/>
          </a:prstGeom>
          <a:ln w="127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6B813A9-808F-48C7-AA9F-7F8424A29962}"/>
              </a:ext>
            </a:extLst>
          </p:cNvPr>
          <p:cNvSpPr txBox="1"/>
          <p:nvPr/>
        </p:nvSpPr>
        <p:spPr>
          <a:xfrm>
            <a:off x="3968696" y="2283718"/>
            <a:ext cx="543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BBA9F2E-D265-4495-8AAB-73B213178D61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 flipV="1">
            <a:off x="1938016" y="2995634"/>
            <a:ext cx="292418" cy="263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22131F-DD83-4217-A346-C27BB7D0E4D1}"/>
              </a:ext>
            </a:extLst>
          </p:cNvPr>
          <p:cNvGrpSpPr/>
          <p:nvPr/>
        </p:nvGrpSpPr>
        <p:grpSpPr>
          <a:xfrm>
            <a:off x="2933818" y="2175758"/>
            <a:ext cx="1008112" cy="468000"/>
            <a:chOff x="2933818" y="2175758"/>
            <a:chExt cx="1008112" cy="468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43CB665-F52C-41B5-8102-4675E24600E6}"/>
                </a:ext>
              </a:extLst>
            </p:cNvPr>
            <p:cNvCxnSpPr>
              <a:cxnSpLocks/>
            </p:cNvCxnSpPr>
            <p:nvPr/>
          </p:nvCxnSpPr>
          <p:spPr>
            <a:xfrm>
              <a:off x="3005826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7E66B9E-35C4-4F79-A69F-53C02622ADB8}"/>
                </a:ext>
              </a:extLst>
            </p:cNvPr>
            <p:cNvCxnSpPr>
              <a:cxnSpLocks/>
            </p:cNvCxnSpPr>
            <p:nvPr/>
          </p:nvCxnSpPr>
          <p:spPr>
            <a:xfrm>
              <a:off x="3867344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42C059C-EC50-4F92-BBF0-88320F99751A}"/>
                </a:ext>
              </a:extLst>
            </p:cNvPr>
            <p:cNvCxnSpPr/>
            <p:nvPr/>
          </p:nvCxnSpPr>
          <p:spPr>
            <a:xfrm>
              <a:off x="2933818" y="2303688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44852B7-333B-4AEB-B183-51B3E56FAA72}"/>
                </a:ext>
              </a:extLst>
            </p:cNvPr>
            <p:cNvCxnSpPr/>
            <p:nvPr/>
          </p:nvCxnSpPr>
          <p:spPr>
            <a:xfrm>
              <a:off x="2933818" y="2395441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268E923-3492-4D17-8DBC-2DFCA08215AE}"/>
                </a:ext>
              </a:extLst>
            </p:cNvPr>
            <p:cNvCxnSpPr/>
            <p:nvPr/>
          </p:nvCxnSpPr>
          <p:spPr>
            <a:xfrm>
              <a:off x="3797914" y="2311122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DD519F2-BB89-43E1-8E8F-0A26EC1BEB61}"/>
                </a:ext>
              </a:extLst>
            </p:cNvPr>
            <p:cNvCxnSpPr/>
            <p:nvPr/>
          </p:nvCxnSpPr>
          <p:spPr>
            <a:xfrm>
              <a:off x="3797914" y="2402875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DCE1BC-ED30-4529-993F-2E987BACCCC3}"/>
              </a:ext>
            </a:extLst>
          </p:cNvPr>
          <p:cNvCxnSpPr>
            <a:cxnSpLocks/>
            <a:stCxn id="15" idx="3"/>
            <a:endCxn id="50" idx="1"/>
          </p:cNvCxnSpPr>
          <p:nvPr/>
        </p:nvCxnSpPr>
        <p:spPr>
          <a:xfrm>
            <a:off x="3425208" y="2995634"/>
            <a:ext cx="222560" cy="313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AA7E190-FC47-4D4D-973F-2ACFAF304D99}"/>
              </a:ext>
            </a:extLst>
          </p:cNvPr>
          <p:cNvCxnSpPr>
            <a:cxnSpLocks/>
          </p:cNvCxnSpPr>
          <p:nvPr/>
        </p:nvCxnSpPr>
        <p:spPr>
          <a:xfrm>
            <a:off x="4236413" y="314032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098A69B-5CD3-4923-96D4-0211F96C13C4}"/>
              </a:ext>
            </a:extLst>
          </p:cNvPr>
          <p:cNvSpPr txBox="1"/>
          <p:nvPr/>
        </p:nvSpPr>
        <p:spPr>
          <a:xfrm>
            <a:off x="3628018" y="3270517"/>
            <a:ext cx="1216791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Segment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91671E0-058A-4DBC-A2DD-2AB7FB227460}"/>
              </a:ext>
            </a:extLst>
          </p:cNvPr>
          <p:cNvSpPr txBox="1"/>
          <p:nvPr/>
        </p:nvSpPr>
        <p:spPr>
          <a:xfrm>
            <a:off x="3647768" y="2867966"/>
            <a:ext cx="1197045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Segment</a:t>
            </a:r>
            <a:endParaRPr lang="zh-CN" altLang="en-US" sz="11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F5AB5F2-54CD-4E7E-8F55-300E40F753C7}"/>
              </a:ext>
            </a:extLst>
          </p:cNvPr>
          <p:cNvSpPr txBox="1"/>
          <p:nvPr/>
        </p:nvSpPr>
        <p:spPr>
          <a:xfrm>
            <a:off x="3275856" y="3270517"/>
            <a:ext cx="35844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N</a:t>
            </a:r>
            <a:endParaRPr lang="zh-CN" altLang="en-US" sz="1100" b="1" baseline="-25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1031A33-8F8A-4B6B-93BB-011E12555AFC}"/>
              </a:ext>
            </a:extLst>
          </p:cNvPr>
          <p:cNvSpPr txBox="1"/>
          <p:nvPr/>
        </p:nvSpPr>
        <p:spPr>
          <a:xfrm>
            <a:off x="5074457" y="3269461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Datagram</a:t>
            </a:r>
            <a:endParaRPr lang="zh-CN" altLang="en-US" sz="1100" b="1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1EFDDD2-81A2-41DE-8FF5-205EBD789DAC}"/>
              </a:ext>
            </a:extLst>
          </p:cNvPr>
          <p:cNvCxnSpPr>
            <a:cxnSpLocks/>
            <a:stCxn id="39" idx="3"/>
            <a:endCxn id="59" idx="1"/>
          </p:cNvCxnSpPr>
          <p:nvPr/>
        </p:nvCxnSpPr>
        <p:spPr>
          <a:xfrm flipV="1">
            <a:off x="4844809" y="3400266"/>
            <a:ext cx="229648" cy="105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96BEE97A-6B85-4ABD-91C1-BFAAE29D0A28}"/>
              </a:ext>
            </a:extLst>
          </p:cNvPr>
          <p:cNvSpPr txBox="1"/>
          <p:nvPr/>
        </p:nvSpPr>
        <p:spPr>
          <a:xfrm>
            <a:off x="5074457" y="3651822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Datagram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233BCD7-D55B-4D43-B5A4-ED98E010BAD3}"/>
              </a:ext>
            </a:extLst>
          </p:cNvPr>
          <p:cNvCxnSpPr>
            <a:cxnSpLocks/>
          </p:cNvCxnSpPr>
          <p:nvPr/>
        </p:nvCxnSpPr>
        <p:spPr>
          <a:xfrm>
            <a:off x="5862494" y="3531071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537A47A-CF3C-4E71-9F13-1C978832561B}"/>
              </a:ext>
            </a:extLst>
          </p:cNvPr>
          <p:cNvSpPr txBox="1"/>
          <p:nvPr/>
        </p:nvSpPr>
        <p:spPr>
          <a:xfrm>
            <a:off x="4716016" y="3650372"/>
            <a:ext cx="358441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L</a:t>
            </a:r>
            <a:endParaRPr lang="zh-CN" altLang="en-US" sz="1100" b="1" baseline="-250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8668F06-F611-4593-8A1F-227B730020EF}"/>
              </a:ext>
            </a:extLst>
          </p:cNvPr>
          <p:cNvCxnSpPr>
            <a:cxnSpLocks/>
          </p:cNvCxnSpPr>
          <p:nvPr/>
        </p:nvCxnSpPr>
        <p:spPr>
          <a:xfrm>
            <a:off x="6647272" y="3780154"/>
            <a:ext cx="228984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2F008C6F-22B1-481C-8C41-E3774441D3A3}"/>
              </a:ext>
            </a:extLst>
          </p:cNvPr>
          <p:cNvSpPr txBox="1"/>
          <p:nvPr/>
        </p:nvSpPr>
        <p:spPr>
          <a:xfrm>
            <a:off x="6881650" y="3647237"/>
            <a:ext cx="1931256" cy="261610"/>
          </a:xfrm>
          <a:prstGeom prst="rect">
            <a:avLst/>
          </a:prstGeom>
          <a:pattFill prst="solidDmnd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Frame</a:t>
            </a:r>
            <a:endParaRPr lang="zh-CN" altLang="en-US" sz="11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B8DCE6C-7AF0-4C94-9D0C-695E16ADF863}"/>
              </a:ext>
            </a:extLst>
          </p:cNvPr>
          <p:cNvSpPr txBox="1"/>
          <p:nvPr/>
        </p:nvSpPr>
        <p:spPr>
          <a:xfrm>
            <a:off x="6876256" y="4094139"/>
            <a:ext cx="1931256" cy="261610"/>
          </a:xfrm>
          <a:custGeom>
            <a:avLst/>
            <a:gdLst>
              <a:gd name="connsiteX0" fmla="*/ 0 w 1931256"/>
              <a:gd name="connsiteY0" fmla="*/ 0 h 261610"/>
              <a:gd name="connsiteX1" fmla="*/ 463501 w 1931256"/>
              <a:gd name="connsiteY1" fmla="*/ 0 h 261610"/>
              <a:gd name="connsiteX2" fmla="*/ 946315 w 1931256"/>
              <a:gd name="connsiteY2" fmla="*/ 0 h 261610"/>
              <a:gd name="connsiteX3" fmla="*/ 1429129 w 1931256"/>
              <a:gd name="connsiteY3" fmla="*/ 0 h 261610"/>
              <a:gd name="connsiteX4" fmla="*/ 1931256 w 1931256"/>
              <a:gd name="connsiteY4" fmla="*/ 0 h 261610"/>
              <a:gd name="connsiteX5" fmla="*/ 1931256 w 1931256"/>
              <a:gd name="connsiteY5" fmla="*/ 261610 h 261610"/>
              <a:gd name="connsiteX6" fmla="*/ 1448442 w 1931256"/>
              <a:gd name="connsiteY6" fmla="*/ 261610 h 261610"/>
              <a:gd name="connsiteX7" fmla="*/ 1004253 w 1931256"/>
              <a:gd name="connsiteY7" fmla="*/ 261610 h 261610"/>
              <a:gd name="connsiteX8" fmla="*/ 560064 w 1931256"/>
              <a:gd name="connsiteY8" fmla="*/ 261610 h 261610"/>
              <a:gd name="connsiteX9" fmla="*/ 0 w 1931256"/>
              <a:gd name="connsiteY9" fmla="*/ 261610 h 261610"/>
              <a:gd name="connsiteX10" fmla="*/ 0 w 1931256"/>
              <a:gd name="connsiteY10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1256" h="261610" fill="none" extrusionOk="0">
                <a:moveTo>
                  <a:pt x="0" y="0"/>
                </a:moveTo>
                <a:cubicBezTo>
                  <a:pt x="217372" y="-36526"/>
                  <a:pt x="247622" y="34652"/>
                  <a:pt x="463501" y="0"/>
                </a:cubicBezTo>
                <a:cubicBezTo>
                  <a:pt x="679380" y="-34652"/>
                  <a:pt x="714850" y="30851"/>
                  <a:pt x="946315" y="0"/>
                </a:cubicBezTo>
                <a:cubicBezTo>
                  <a:pt x="1177780" y="-30851"/>
                  <a:pt x="1301353" y="42208"/>
                  <a:pt x="1429129" y="0"/>
                </a:cubicBezTo>
                <a:cubicBezTo>
                  <a:pt x="1556905" y="-42208"/>
                  <a:pt x="1707592" y="2875"/>
                  <a:pt x="1931256" y="0"/>
                </a:cubicBezTo>
                <a:cubicBezTo>
                  <a:pt x="1948350" y="103173"/>
                  <a:pt x="1920910" y="166881"/>
                  <a:pt x="1931256" y="261610"/>
                </a:cubicBezTo>
                <a:cubicBezTo>
                  <a:pt x="1817971" y="265744"/>
                  <a:pt x="1591323" y="223567"/>
                  <a:pt x="1448442" y="261610"/>
                </a:cubicBezTo>
                <a:cubicBezTo>
                  <a:pt x="1305561" y="299653"/>
                  <a:pt x="1220446" y="249801"/>
                  <a:pt x="1004253" y="261610"/>
                </a:cubicBezTo>
                <a:cubicBezTo>
                  <a:pt x="788060" y="273419"/>
                  <a:pt x="771512" y="238789"/>
                  <a:pt x="560064" y="261610"/>
                </a:cubicBezTo>
                <a:cubicBezTo>
                  <a:pt x="348616" y="284431"/>
                  <a:pt x="201209" y="245656"/>
                  <a:pt x="0" y="261610"/>
                </a:cubicBezTo>
                <a:cubicBezTo>
                  <a:pt x="-1523" y="157087"/>
                  <a:pt x="8085" y="96640"/>
                  <a:pt x="0" y="0"/>
                </a:cubicBezTo>
                <a:close/>
              </a:path>
              <a:path w="1931256" h="261610" stroke="0" extrusionOk="0">
                <a:moveTo>
                  <a:pt x="0" y="0"/>
                </a:moveTo>
                <a:cubicBezTo>
                  <a:pt x="134030" y="-14184"/>
                  <a:pt x="298733" y="55613"/>
                  <a:pt x="463501" y="0"/>
                </a:cubicBezTo>
                <a:cubicBezTo>
                  <a:pt x="628269" y="-55613"/>
                  <a:pt x="788467" y="8339"/>
                  <a:pt x="888378" y="0"/>
                </a:cubicBezTo>
                <a:cubicBezTo>
                  <a:pt x="988289" y="-8339"/>
                  <a:pt x="1170528" y="17095"/>
                  <a:pt x="1409817" y="0"/>
                </a:cubicBezTo>
                <a:cubicBezTo>
                  <a:pt x="1649106" y="-17095"/>
                  <a:pt x="1770650" y="52457"/>
                  <a:pt x="1931256" y="0"/>
                </a:cubicBezTo>
                <a:cubicBezTo>
                  <a:pt x="1959600" y="117550"/>
                  <a:pt x="1912220" y="172824"/>
                  <a:pt x="1931256" y="261610"/>
                </a:cubicBezTo>
                <a:cubicBezTo>
                  <a:pt x="1812361" y="291956"/>
                  <a:pt x="1644565" y="260246"/>
                  <a:pt x="1487067" y="261610"/>
                </a:cubicBezTo>
                <a:cubicBezTo>
                  <a:pt x="1329569" y="262974"/>
                  <a:pt x="1165640" y="248468"/>
                  <a:pt x="1042878" y="261610"/>
                </a:cubicBezTo>
                <a:cubicBezTo>
                  <a:pt x="920116" y="274752"/>
                  <a:pt x="769246" y="240932"/>
                  <a:pt x="521439" y="261610"/>
                </a:cubicBezTo>
                <a:cubicBezTo>
                  <a:pt x="273632" y="282288"/>
                  <a:pt x="131997" y="261252"/>
                  <a:pt x="0" y="261610"/>
                </a:cubicBezTo>
                <a:cubicBezTo>
                  <a:pt x="-5194" y="170871"/>
                  <a:pt x="16048" y="125930"/>
                  <a:pt x="0" y="0"/>
                </a:cubicBezTo>
                <a:close/>
              </a:path>
            </a:pathLst>
          </a:cu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bits~01010111001110……</a:t>
            </a:r>
            <a:endParaRPr lang="zh-CN" altLang="en-US" sz="1100" b="1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0113462-DFF8-490C-911A-B07B879093E1}"/>
              </a:ext>
            </a:extLst>
          </p:cNvPr>
          <p:cNvCxnSpPr>
            <a:cxnSpLocks/>
          </p:cNvCxnSpPr>
          <p:nvPr/>
        </p:nvCxnSpPr>
        <p:spPr>
          <a:xfrm>
            <a:off x="7668344" y="395731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">
            <a:extLst>
              <a:ext uri="{FF2B5EF4-FFF2-40B4-BE49-F238E27FC236}">
                <a16:creationId xmlns:a16="http://schemas.microsoft.com/office/drawing/2014/main" id="{C0E234A7-19EE-4BC8-8EE1-E8AA468C4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256" y="2258564"/>
            <a:ext cx="137523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8">
            <a:extLst>
              <a:ext uri="{FF2B5EF4-FFF2-40B4-BE49-F238E27FC236}">
                <a16:creationId xmlns:a16="http://schemas.microsoft.com/office/drawing/2014/main" id="{BFA882BF-FA49-4859-82F7-BE03A947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372" y="2834119"/>
            <a:ext cx="2232897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(20~1480 bytes )</a:t>
            </a:r>
            <a:endParaRPr lang="zh-CN" altLang="en-US" sz="14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8">
            <a:extLst>
              <a:ext uri="{FF2B5EF4-FFF2-40B4-BE49-F238E27FC236}">
                <a16:creationId xmlns:a16="http://schemas.microsoft.com/office/drawing/2014/main" id="{AFC7DDD5-8E70-4140-9BCC-F5DE18F28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906" y="3233116"/>
            <a:ext cx="1918154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数据报：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~1500Bytes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1138597C-B1A3-4BCE-9A00-2521F130A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057" y="3628727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87" name="Rectangle 8">
            <a:extLst>
              <a:ext uri="{FF2B5EF4-FFF2-40B4-BE49-F238E27FC236}">
                <a16:creationId xmlns:a16="http://schemas.microsoft.com/office/drawing/2014/main" id="{FB12E4D6-537A-472F-86E6-D08D14A6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12" y="4100688"/>
            <a:ext cx="75052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</a:t>
            </a:r>
          </a:p>
        </p:txBody>
      </p:sp>
      <p:sp>
        <p:nvSpPr>
          <p:cNvPr id="43" name="Rectangle 13">
            <a:extLst>
              <a:ext uri="{FF2B5EF4-FFF2-40B4-BE49-F238E27FC236}">
                <a16:creationId xmlns:a16="http://schemas.microsoft.com/office/drawing/2014/main" id="{D98F9B30-9066-4240-898B-034E2544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93" y="4370896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44" name="灯片编号占位符 2">
            <a:extLst>
              <a:ext uri="{FF2B5EF4-FFF2-40B4-BE49-F238E27FC236}">
                <a16:creationId xmlns:a16="http://schemas.microsoft.com/office/drawing/2014/main" id="{5113108A-18E6-49D4-90FC-ED8EE093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73CB0171-31E2-48AE-85B9-2ECD093A4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77CA04-D138-41F4-AB6D-A2213207E684}"/>
              </a:ext>
            </a:extLst>
          </p:cNvPr>
          <p:cNvSpPr/>
          <p:nvPr/>
        </p:nvSpPr>
        <p:spPr>
          <a:xfrm>
            <a:off x="2693284" y="915566"/>
            <a:ext cx="274281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encapsulation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1194185A-E00A-48EE-823F-F6FE853B7941}"/>
              </a:ext>
            </a:extLst>
          </p:cNvPr>
          <p:cNvSpPr/>
          <p:nvPr/>
        </p:nvSpPr>
        <p:spPr>
          <a:xfrm>
            <a:off x="7378814" y="947585"/>
            <a:ext cx="1640036" cy="3460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重点概念</a:t>
            </a:r>
          </a:p>
        </p:txBody>
      </p:sp>
    </p:spTree>
    <p:extLst>
      <p:ext uri="{BB962C8B-B14F-4D97-AF65-F5344CB8AC3E}">
        <p14:creationId xmlns:p14="http://schemas.microsoft.com/office/powerpoint/2010/main" val="179240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23" grpId="0" animBg="1"/>
      <p:bldP spid="8" grpId="0"/>
      <p:bldP spid="39" grpId="0" animBg="1"/>
      <p:bldP spid="50" grpId="0" animBg="1"/>
      <p:bldP spid="55" grpId="0" animBg="1"/>
      <p:bldP spid="59" grpId="0" animBg="1"/>
      <p:bldP spid="67" grpId="0" animBg="1"/>
      <p:bldP spid="72" grpId="0" animBg="1"/>
      <p:bldP spid="80" grpId="0" animBg="1"/>
      <p:bldP spid="81" grpId="0" animBg="1"/>
      <p:bldP spid="83" grpId="0"/>
      <p:bldP spid="84" grpId="0"/>
      <p:bldP spid="85" grpId="0"/>
      <p:bldP spid="86" grpId="0"/>
      <p:bldP spid="87" grpId="0"/>
      <p:bldP spid="43" grpId="0" animBg="1"/>
      <p:bldP spid="45" grpId="0" animBg="1"/>
      <p:bldP spid="4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3">
            <a:extLst>
              <a:ext uri="{FF2B5EF4-FFF2-40B4-BE49-F238E27FC236}">
                <a16:creationId xmlns:a16="http://schemas.microsoft.com/office/drawing/2014/main" id="{830BD381-10FF-4290-83A0-CBBB871A02D9}"/>
              </a:ext>
            </a:extLst>
          </p:cNvPr>
          <p:cNvSpPr>
            <a:spLocks/>
          </p:cNvSpPr>
          <p:nvPr/>
        </p:nvSpPr>
        <p:spPr bwMode="auto">
          <a:xfrm rot="21331866">
            <a:off x="7700096" y="4246422"/>
            <a:ext cx="504166" cy="554250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Group 180">
            <a:extLst>
              <a:ext uri="{FF2B5EF4-FFF2-40B4-BE49-F238E27FC236}">
                <a16:creationId xmlns:a16="http://schemas.microsoft.com/office/drawing/2014/main" id="{BBDDF159-2086-4631-876A-6BECC4C8E7B7}"/>
              </a:ext>
            </a:extLst>
          </p:cNvPr>
          <p:cNvGrpSpPr>
            <a:grpSpLocks/>
          </p:cNvGrpSpPr>
          <p:nvPr/>
        </p:nvGrpSpPr>
        <p:grpSpPr bwMode="auto">
          <a:xfrm>
            <a:off x="7831781" y="4526815"/>
            <a:ext cx="646332" cy="256893"/>
            <a:chOff x="4410" y="1365"/>
            <a:chExt cx="663" cy="224"/>
          </a:xfrm>
        </p:grpSpPr>
        <p:sp>
          <p:nvSpPr>
            <p:cNvPr id="44" name="Rectangle 181">
              <a:extLst>
                <a:ext uri="{FF2B5EF4-FFF2-40B4-BE49-F238E27FC236}">
                  <a16:creationId xmlns:a16="http://schemas.microsoft.com/office/drawing/2014/main" id="{CC56CB4D-2AA9-4478-8414-4C3B395C5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45" name="AutoShape 182">
              <a:extLst>
                <a:ext uri="{FF2B5EF4-FFF2-40B4-BE49-F238E27FC236}">
                  <a16:creationId xmlns:a16="http://schemas.microsoft.com/office/drawing/2014/main" id="{8DA778E5-513A-44AB-922C-91D640AF2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46" name="Freeform 183">
              <a:extLst>
                <a:ext uri="{FF2B5EF4-FFF2-40B4-BE49-F238E27FC236}">
                  <a16:creationId xmlns:a16="http://schemas.microsoft.com/office/drawing/2014/main" id="{72111A2B-E9C7-49E8-9691-196FBD808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Freeform 184">
              <a:extLst>
                <a:ext uri="{FF2B5EF4-FFF2-40B4-BE49-F238E27FC236}">
                  <a16:creationId xmlns:a16="http://schemas.microsoft.com/office/drawing/2014/main" id="{EAA2B02E-88B3-4E11-AF34-883868477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8" name="Freeform 185">
              <a:extLst>
                <a:ext uri="{FF2B5EF4-FFF2-40B4-BE49-F238E27FC236}">
                  <a16:creationId xmlns:a16="http://schemas.microsoft.com/office/drawing/2014/main" id="{C1952822-92E1-4452-B599-AAEDE535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</p:grp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79040A-9B9F-4FC1-B9FB-EC9668C8772F}"/>
              </a:ext>
            </a:extLst>
          </p:cNvPr>
          <p:cNvSpPr/>
          <p:nvPr/>
        </p:nvSpPr>
        <p:spPr>
          <a:xfrm>
            <a:off x="539552" y="915566"/>
            <a:ext cx="3300735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封装和解析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D56398-6D60-4177-A8CA-ECAB66D56B0F}"/>
              </a:ext>
            </a:extLst>
          </p:cNvPr>
          <p:cNvGrpSpPr/>
          <p:nvPr/>
        </p:nvGrpSpPr>
        <p:grpSpPr>
          <a:xfrm>
            <a:off x="7157167" y="1783918"/>
            <a:ext cx="932489" cy="1651928"/>
            <a:chOff x="6971138" y="991830"/>
            <a:chExt cx="932489" cy="1611295"/>
          </a:xfrm>
        </p:grpSpPr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9E4DD9C1-6CB2-483F-BAB1-0DE784E75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9531" y="991830"/>
              <a:ext cx="864096" cy="1546225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1" name="Rectangle 24">
              <a:extLst>
                <a:ext uri="{FF2B5EF4-FFF2-40B4-BE49-F238E27FC236}">
                  <a16:creationId xmlns:a16="http://schemas.microsoft.com/office/drawing/2014/main" id="{7AC4B9F0-D756-48E6-895D-7649427A7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9065" y="1052955"/>
              <a:ext cx="839468" cy="150336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574C844D-569F-4D00-9502-57BC8984F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126" y="1349881"/>
              <a:ext cx="833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DAEC0B04-DA2C-4ED1-BF01-9A14D9323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1138" y="1006149"/>
              <a:ext cx="889040" cy="1596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45BE5E5A-A9E4-4E87-B523-A84BB2BC8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9064" y="1644429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D8317BBF-6840-4A2A-877A-EA8A57A87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106" y="1948248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6F410AAB-A456-4164-90DE-E84312721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3826" y="2242741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" name="Group 94">
            <a:extLst>
              <a:ext uri="{FF2B5EF4-FFF2-40B4-BE49-F238E27FC236}">
                <a16:creationId xmlns:a16="http://schemas.microsoft.com/office/drawing/2014/main" id="{F5E3A672-5523-4BB4-BC23-B2E86B2CFCDF}"/>
              </a:ext>
            </a:extLst>
          </p:cNvPr>
          <p:cNvGrpSpPr>
            <a:grpSpLocks/>
          </p:cNvGrpSpPr>
          <p:nvPr/>
        </p:nvGrpSpPr>
        <p:grpSpPr bwMode="auto">
          <a:xfrm>
            <a:off x="6856279" y="4226719"/>
            <a:ext cx="889040" cy="585437"/>
            <a:chOff x="4706" y="597"/>
            <a:chExt cx="864" cy="476"/>
          </a:xfrm>
        </p:grpSpPr>
        <p:sp>
          <p:nvSpPr>
            <p:cNvPr id="50" name="Rectangle 95">
              <a:extLst>
                <a:ext uri="{FF2B5EF4-FFF2-40B4-BE49-F238E27FC236}">
                  <a16:creationId xmlns:a16="http://schemas.microsoft.com/office/drawing/2014/main" id="{551EA84F-85F7-41F2-B0AB-F78C79E67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zh-CN" sz="1800">
                <a:solidFill>
                  <a:srgbClr val="0070C0"/>
                </a:solidFill>
              </a:endParaRPr>
            </a:p>
          </p:txBody>
        </p:sp>
        <p:sp>
          <p:nvSpPr>
            <p:cNvPr id="51" name="Rectangle 96">
              <a:extLst>
                <a:ext uri="{FF2B5EF4-FFF2-40B4-BE49-F238E27FC236}">
                  <a16:creationId xmlns:a16="http://schemas.microsoft.com/office/drawing/2014/main" id="{E505B7CA-25C4-42C7-A43F-D282304C3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zh-CN" sz="1800">
                <a:solidFill>
                  <a:srgbClr val="0070C0"/>
                </a:solidFill>
              </a:endParaRPr>
            </a:p>
          </p:txBody>
        </p:sp>
        <p:sp>
          <p:nvSpPr>
            <p:cNvPr id="52" name="Line 97">
              <a:extLst>
                <a:ext uri="{FF2B5EF4-FFF2-40B4-BE49-F238E27FC236}">
                  <a16:creationId xmlns:a16="http://schemas.microsoft.com/office/drawing/2014/main" id="{B79C93F9-8F5E-4DE7-A7F9-F7D6C3A7D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20000"/>
                </a:lnSpc>
              </a:pPr>
              <a:endParaRPr lang="zh-CN" altLang="en-US" sz="1400">
                <a:solidFill>
                  <a:srgbClr val="0070C0"/>
                </a:solidFill>
              </a:endParaRPr>
            </a:p>
          </p:txBody>
        </p:sp>
        <p:sp>
          <p:nvSpPr>
            <p:cNvPr id="53" name="Text Box 98">
              <a:extLst>
                <a:ext uri="{FF2B5EF4-FFF2-40B4-BE49-F238E27FC236}">
                  <a16:creationId xmlns:a16="http://schemas.microsoft.com/office/drawing/2014/main" id="{F9A74AB5-B3EF-42D9-A4BE-1B310342A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6" y="597"/>
              <a:ext cx="830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070C0"/>
                  </a:solidFill>
                </a:rPr>
                <a:t>链路层</a:t>
              </a:r>
              <a:endParaRPr lang="en-US" altLang="zh-CN" sz="1400" dirty="0">
                <a:solidFill>
                  <a:srgbClr val="0070C0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070C0"/>
                  </a:solidFill>
                </a:rPr>
                <a:t>物理层</a:t>
              </a:r>
              <a:endParaRPr lang="en-US" altLang="zh-CN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29" name="Rectangle 176">
            <a:extLst>
              <a:ext uri="{FF2B5EF4-FFF2-40B4-BE49-F238E27FC236}">
                <a16:creationId xmlns:a16="http://schemas.microsoft.com/office/drawing/2014/main" id="{AEC2546B-A7A9-4E06-AE8B-FB6C0A657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781" y="1885396"/>
            <a:ext cx="661850" cy="257175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1F581D2-E3D7-4322-841E-AF7557892A3C}"/>
              </a:ext>
            </a:extLst>
          </p:cNvPr>
          <p:cNvGrpSpPr/>
          <p:nvPr/>
        </p:nvGrpSpPr>
        <p:grpSpPr>
          <a:xfrm>
            <a:off x="6238775" y="2190851"/>
            <a:ext cx="861856" cy="257175"/>
            <a:chOff x="5834361" y="1393744"/>
            <a:chExt cx="1082560" cy="257175"/>
          </a:xfrm>
        </p:grpSpPr>
        <p:sp>
          <p:nvSpPr>
            <p:cNvPr id="34" name="Rectangle 176">
              <a:extLst>
                <a:ext uri="{FF2B5EF4-FFF2-40B4-BE49-F238E27FC236}">
                  <a16:creationId xmlns:a16="http://schemas.microsoft.com/office/drawing/2014/main" id="{0CB639DE-7EAB-49C0-9089-CD9549DA4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4361" y="1393744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176">
              <a:extLst>
                <a:ext uri="{FF2B5EF4-FFF2-40B4-BE49-F238E27FC236}">
                  <a16:creationId xmlns:a16="http://schemas.microsoft.com/office/drawing/2014/main" id="{32A8ED30-390C-4AF2-BD34-15978F299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2672" y="1393744"/>
              <a:ext cx="831336" cy="257175"/>
            </a:xfrm>
            <a:prstGeom prst="rect">
              <a:avLst/>
            </a:prstGeom>
            <a:pattFill prst="smCheck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176">
              <a:extLst>
                <a:ext uri="{FF2B5EF4-FFF2-40B4-BE49-F238E27FC236}">
                  <a16:creationId xmlns:a16="http://schemas.microsoft.com/office/drawing/2014/main" id="{E0E0959A-027B-442D-9391-60ADA4377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7275" y="1393744"/>
              <a:ext cx="1079646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BA38154-70A7-4434-8AAD-B3EB04DEC220}"/>
              </a:ext>
            </a:extLst>
          </p:cNvPr>
          <p:cNvGrpSpPr/>
          <p:nvPr/>
        </p:nvGrpSpPr>
        <p:grpSpPr>
          <a:xfrm>
            <a:off x="6037499" y="2495870"/>
            <a:ext cx="1061925" cy="257175"/>
            <a:chOff x="5583058" y="1687350"/>
            <a:chExt cx="1333863" cy="257175"/>
          </a:xfrm>
        </p:grpSpPr>
        <p:sp>
          <p:nvSpPr>
            <p:cNvPr id="37" name="Rectangle 176">
              <a:extLst>
                <a:ext uri="{FF2B5EF4-FFF2-40B4-BE49-F238E27FC236}">
                  <a16:creationId xmlns:a16="http://schemas.microsoft.com/office/drawing/2014/main" id="{5779B8EA-C72C-4D85-980A-6333237C0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5175" y="1687350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76">
              <a:extLst>
                <a:ext uri="{FF2B5EF4-FFF2-40B4-BE49-F238E27FC236}">
                  <a16:creationId xmlns:a16="http://schemas.microsoft.com/office/drawing/2014/main" id="{B1DC84F1-28FD-4516-9571-799CF6BB4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865" y="1687350"/>
              <a:ext cx="1081143" cy="257175"/>
            </a:xfrm>
            <a:prstGeom prst="rect">
              <a:avLst/>
            </a:prstGeom>
            <a:pattFill prst="lgCheck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176">
              <a:extLst>
                <a:ext uri="{FF2B5EF4-FFF2-40B4-BE49-F238E27FC236}">
                  <a16:creationId xmlns:a16="http://schemas.microsoft.com/office/drawing/2014/main" id="{A68D9D79-AF19-4C6B-86D8-24D816174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687350"/>
              <a:ext cx="1333863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CD86B1B-4EAE-4744-89B9-279A20F23FC7}"/>
              </a:ext>
            </a:extLst>
          </p:cNvPr>
          <p:cNvGrpSpPr/>
          <p:nvPr/>
        </p:nvGrpSpPr>
        <p:grpSpPr>
          <a:xfrm>
            <a:off x="5842147" y="2797756"/>
            <a:ext cx="1260804" cy="258407"/>
            <a:chOff x="5333251" y="1980956"/>
            <a:chExt cx="1583671" cy="258407"/>
          </a:xfrm>
        </p:grpSpPr>
        <p:sp>
          <p:nvSpPr>
            <p:cNvPr id="41" name="Rectangle 176">
              <a:extLst>
                <a:ext uri="{FF2B5EF4-FFF2-40B4-BE49-F238E27FC236}">
                  <a16:creationId xmlns:a16="http://schemas.microsoft.com/office/drawing/2014/main" id="{D2BF1625-BB5F-4EAD-B82F-461DE7147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1" y="1982188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Rectangle 176">
              <a:extLst>
                <a:ext uri="{FF2B5EF4-FFF2-40B4-BE49-F238E27FC236}">
                  <a16:creationId xmlns:a16="http://schemas.microsoft.com/office/drawing/2014/main" id="{CB3F0B51-3EE4-495C-8602-F699AB738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982188"/>
              <a:ext cx="1330950" cy="257175"/>
            </a:xfrm>
            <a:prstGeom prst="rect">
              <a:avLst/>
            </a:prstGeom>
            <a:pattFill prst="solidDmnd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176">
              <a:extLst>
                <a:ext uri="{FF2B5EF4-FFF2-40B4-BE49-F238E27FC236}">
                  <a16:creationId xmlns:a16="http://schemas.microsoft.com/office/drawing/2014/main" id="{5C721966-E62B-43D4-AC64-3720B14A0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2" y="1980956"/>
              <a:ext cx="1583670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Rectangle 176">
            <a:extLst>
              <a:ext uri="{FF2B5EF4-FFF2-40B4-BE49-F238E27FC236}">
                <a16:creationId xmlns:a16="http://schemas.microsoft.com/office/drawing/2014/main" id="{D2AD0A1A-4833-4963-B8F0-A36EE4803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586" y="1885395"/>
            <a:ext cx="664169" cy="257175"/>
          </a:xfrm>
          <a:prstGeom prst="rect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2540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76">
            <a:extLst>
              <a:ext uri="{FF2B5EF4-FFF2-40B4-BE49-F238E27FC236}">
                <a16:creationId xmlns:a16="http://schemas.microsoft.com/office/drawing/2014/main" id="{E357E442-5A60-47DC-8148-BC8677491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187" y="3106539"/>
            <a:ext cx="1260804" cy="257175"/>
          </a:xfrm>
          <a:prstGeom prst="rect">
            <a:avLst/>
          </a:prstGeom>
          <a:pattFill prst="wdDnDiag">
            <a:fgClr>
              <a:schemeClr val="bg1"/>
            </a:fgClr>
            <a:bgClr>
              <a:schemeClr val="bg1">
                <a:lumMod val="85000"/>
              </a:schemeClr>
            </a:bgClr>
          </a:pattFill>
          <a:ln w="2540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E4B1991-F152-4890-B761-53290A8F821E}"/>
              </a:ext>
            </a:extLst>
          </p:cNvPr>
          <p:cNvCxnSpPr>
            <a:cxnSpLocks/>
          </p:cNvCxnSpPr>
          <p:nvPr/>
        </p:nvCxnSpPr>
        <p:spPr>
          <a:xfrm>
            <a:off x="7911764" y="1636177"/>
            <a:ext cx="0" cy="3038522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reeform 99">
            <a:extLst>
              <a:ext uri="{FF2B5EF4-FFF2-40B4-BE49-F238E27FC236}">
                <a16:creationId xmlns:a16="http://schemas.microsoft.com/office/drawing/2014/main" id="{CF00456E-C808-4214-B2C6-657DF675FD44}"/>
              </a:ext>
            </a:extLst>
          </p:cNvPr>
          <p:cNvSpPr>
            <a:spLocks/>
          </p:cNvSpPr>
          <p:nvPr/>
        </p:nvSpPr>
        <p:spPr bwMode="auto">
          <a:xfrm>
            <a:off x="4687600" y="3930865"/>
            <a:ext cx="655638" cy="980929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3" name="Group 170">
            <a:extLst>
              <a:ext uri="{FF2B5EF4-FFF2-40B4-BE49-F238E27FC236}">
                <a16:creationId xmlns:a16="http://schemas.microsoft.com/office/drawing/2014/main" id="{DFCEB198-A3C4-433F-8826-C5D937D4C0A3}"/>
              </a:ext>
            </a:extLst>
          </p:cNvPr>
          <p:cNvGrpSpPr>
            <a:grpSpLocks/>
          </p:cNvGrpSpPr>
          <p:nvPr/>
        </p:nvGrpSpPr>
        <p:grpSpPr bwMode="auto">
          <a:xfrm>
            <a:off x="4939338" y="4728492"/>
            <a:ext cx="679447" cy="363538"/>
            <a:chOff x="2356" y="1300"/>
            <a:chExt cx="555" cy="194"/>
          </a:xfrm>
        </p:grpSpPr>
        <p:sp>
          <p:nvSpPr>
            <p:cNvPr id="114" name="Oval 407">
              <a:extLst>
                <a:ext uri="{FF2B5EF4-FFF2-40B4-BE49-F238E27FC236}">
                  <a16:creationId xmlns:a16="http://schemas.microsoft.com/office/drawing/2014/main" id="{E7FB1A2A-B8BE-4737-9D49-BC0B2821F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5" name="Rectangle 410">
              <a:extLst>
                <a:ext uri="{FF2B5EF4-FFF2-40B4-BE49-F238E27FC236}">
                  <a16:creationId xmlns:a16="http://schemas.microsoft.com/office/drawing/2014/main" id="{5F76EBE7-6834-4970-BD99-840CE6740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6" name="Oval 411">
              <a:extLst>
                <a:ext uri="{FF2B5EF4-FFF2-40B4-BE49-F238E27FC236}">
                  <a16:creationId xmlns:a16="http://schemas.microsoft.com/office/drawing/2014/main" id="{59CDAEE8-0B4E-4A21-8C0D-0A1C7B302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17" name="Group 174">
              <a:extLst>
                <a:ext uri="{FF2B5EF4-FFF2-40B4-BE49-F238E27FC236}">
                  <a16:creationId xmlns:a16="http://schemas.microsoft.com/office/drawing/2014/main" id="{5802399E-CBF4-48D0-BA52-C86E5080C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0" name="Freeform 175">
                <a:extLst>
                  <a:ext uri="{FF2B5EF4-FFF2-40B4-BE49-F238E27FC236}">
                    <a16:creationId xmlns:a16="http://schemas.microsoft.com/office/drawing/2014/main" id="{38320FE4-7AC8-47C9-8C6C-1FA420217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176">
                <a:extLst>
                  <a:ext uri="{FF2B5EF4-FFF2-40B4-BE49-F238E27FC236}">
                    <a16:creationId xmlns:a16="http://schemas.microsoft.com/office/drawing/2014/main" id="{2075E445-270D-4E28-96C5-6906D8BEC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8" name="Line 177">
              <a:extLst>
                <a:ext uri="{FF2B5EF4-FFF2-40B4-BE49-F238E27FC236}">
                  <a16:creationId xmlns:a16="http://schemas.microsoft.com/office/drawing/2014/main" id="{641ACEB5-832A-4F90-9626-6DBBED9A5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78">
              <a:extLst>
                <a:ext uri="{FF2B5EF4-FFF2-40B4-BE49-F238E27FC236}">
                  <a16:creationId xmlns:a16="http://schemas.microsoft.com/office/drawing/2014/main" id="{A089C3A7-A849-468F-AB85-A6C6477FA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Group 88">
            <a:extLst>
              <a:ext uri="{FF2B5EF4-FFF2-40B4-BE49-F238E27FC236}">
                <a16:creationId xmlns:a16="http://schemas.microsoft.com/office/drawing/2014/main" id="{A4280BFB-7B41-454F-93DE-0036B4511E62}"/>
              </a:ext>
            </a:extLst>
          </p:cNvPr>
          <p:cNvGrpSpPr>
            <a:grpSpLocks/>
          </p:cNvGrpSpPr>
          <p:nvPr/>
        </p:nvGrpSpPr>
        <p:grpSpPr bwMode="auto">
          <a:xfrm>
            <a:off x="3908102" y="3938803"/>
            <a:ext cx="842998" cy="875813"/>
            <a:chOff x="3601" y="168"/>
            <a:chExt cx="874" cy="661"/>
          </a:xfrm>
        </p:grpSpPr>
        <p:sp>
          <p:nvSpPr>
            <p:cNvPr id="123" name="Rectangle 89">
              <a:extLst>
                <a:ext uri="{FF2B5EF4-FFF2-40B4-BE49-F238E27FC236}">
                  <a16:creationId xmlns:a16="http://schemas.microsoft.com/office/drawing/2014/main" id="{9E769A16-7404-4C11-84A9-4B40AB88E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solidFill>
                  <a:srgbClr val="0070C0"/>
                </a:solidFill>
              </a:endParaRPr>
            </a:p>
          </p:txBody>
        </p:sp>
        <p:sp>
          <p:nvSpPr>
            <p:cNvPr id="124" name="Rectangle 90">
              <a:extLst>
                <a:ext uri="{FF2B5EF4-FFF2-40B4-BE49-F238E27FC236}">
                  <a16:creationId xmlns:a16="http://schemas.microsoft.com/office/drawing/2014/main" id="{733BF7BE-68BD-4BEB-AB85-E3ED0F91C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solidFill>
                  <a:srgbClr val="0070C0"/>
                </a:solidFill>
              </a:endParaRPr>
            </a:p>
          </p:txBody>
        </p:sp>
        <p:sp>
          <p:nvSpPr>
            <p:cNvPr id="125" name="Line 91">
              <a:extLst>
                <a:ext uri="{FF2B5EF4-FFF2-40B4-BE49-F238E27FC236}">
                  <a16:creationId xmlns:a16="http://schemas.microsoft.com/office/drawing/2014/main" id="{5AA30304-7642-4FF0-986B-B8932EDA3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26" name="Text Box 92">
              <a:extLst>
                <a:ext uri="{FF2B5EF4-FFF2-40B4-BE49-F238E27FC236}">
                  <a16:creationId xmlns:a16="http://schemas.microsoft.com/office/drawing/2014/main" id="{12AA25C1-C1DB-4598-BCB1-A8ADD616B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070C0"/>
                  </a:solidFill>
                </a:rPr>
                <a:t>网络层</a:t>
              </a:r>
              <a:endParaRPr lang="en-US" altLang="zh-CN" sz="1400" dirty="0">
                <a:solidFill>
                  <a:srgbClr val="0070C0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070C0"/>
                  </a:solidFill>
                </a:rPr>
                <a:t>链路层</a:t>
              </a:r>
              <a:endParaRPr lang="en-US" altLang="zh-CN" sz="1400" dirty="0">
                <a:solidFill>
                  <a:srgbClr val="0070C0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070C0"/>
                  </a:solidFill>
                </a:rPr>
                <a:t>物理层</a:t>
              </a:r>
              <a:endParaRPr lang="en-US" altLang="zh-CN" sz="1400" dirty="0">
                <a:solidFill>
                  <a:srgbClr val="0070C0"/>
                </a:solidFill>
              </a:endParaRPr>
            </a:p>
          </p:txBody>
        </p:sp>
        <p:sp>
          <p:nvSpPr>
            <p:cNvPr id="127" name="Line 93">
              <a:extLst>
                <a:ext uri="{FF2B5EF4-FFF2-40B4-BE49-F238E27FC236}">
                  <a16:creationId xmlns:a16="http://schemas.microsoft.com/office/drawing/2014/main" id="{3271BC08-E8AD-4FC2-B9E0-6532F4D04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135" name="Text Box 166">
            <a:extLst>
              <a:ext uri="{FF2B5EF4-FFF2-40B4-BE49-F238E27FC236}">
                <a16:creationId xmlns:a16="http://schemas.microsoft.com/office/drawing/2014/main" id="{45125DC1-CB2E-48F9-8C4B-57B887AEB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853" y="4794766"/>
            <a:ext cx="646331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dirty="0">
                <a:solidFill>
                  <a:srgbClr val="7030A0"/>
                </a:solidFill>
              </a:rPr>
              <a:t>路由器</a:t>
            </a:r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136" name="Text Box 166">
            <a:extLst>
              <a:ext uri="{FF2B5EF4-FFF2-40B4-BE49-F238E27FC236}">
                <a16:creationId xmlns:a16="http://schemas.microsoft.com/office/drawing/2014/main" id="{F5829BD7-141E-4117-B643-28F95E649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805" y="4140974"/>
            <a:ext cx="646331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  <a:endParaRPr lang="en-US" altLang="zh-CN" sz="12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Text Box 166">
            <a:extLst>
              <a:ext uri="{FF2B5EF4-FFF2-40B4-BE49-F238E27FC236}">
                <a16:creationId xmlns:a16="http://schemas.microsoft.com/office/drawing/2014/main" id="{54F6B21A-4F79-43C6-B65C-FC89C7FCE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398" y="2864671"/>
            <a:ext cx="646331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2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E804C9F-CB63-4184-A660-8282313EFDA2}"/>
              </a:ext>
            </a:extLst>
          </p:cNvPr>
          <p:cNvCxnSpPr>
            <a:cxnSpLocks/>
          </p:cNvCxnSpPr>
          <p:nvPr/>
        </p:nvCxnSpPr>
        <p:spPr>
          <a:xfrm>
            <a:off x="7533388" y="4667079"/>
            <a:ext cx="380281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64662A29-A82D-4D47-94FD-C4E703921AFF}"/>
              </a:ext>
            </a:extLst>
          </p:cNvPr>
          <p:cNvCxnSpPr/>
          <p:nvPr/>
        </p:nvCxnSpPr>
        <p:spPr>
          <a:xfrm flipV="1">
            <a:off x="7528885" y="4399699"/>
            <a:ext cx="0" cy="2751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A0C792A-EFCC-41FE-B4DF-D0121C98A850}"/>
              </a:ext>
            </a:extLst>
          </p:cNvPr>
          <p:cNvCxnSpPr>
            <a:cxnSpLocks/>
          </p:cNvCxnSpPr>
          <p:nvPr/>
        </p:nvCxnSpPr>
        <p:spPr>
          <a:xfrm>
            <a:off x="7152414" y="4403509"/>
            <a:ext cx="380281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3C1171AA-0233-4CF9-A53A-E824A91CD5AC}"/>
              </a:ext>
            </a:extLst>
          </p:cNvPr>
          <p:cNvCxnSpPr/>
          <p:nvPr/>
        </p:nvCxnSpPr>
        <p:spPr>
          <a:xfrm flipV="1">
            <a:off x="7164601" y="4399699"/>
            <a:ext cx="0" cy="2751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DE1D9D90-ACB9-47E3-AE18-17705D41E6EE}"/>
              </a:ext>
            </a:extLst>
          </p:cNvPr>
          <p:cNvCxnSpPr>
            <a:cxnSpLocks/>
          </p:cNvCxnSpPr>
          <p:nvPr/>
        </p:nvCxnSpPr>
        <p:spPr>
          <a:xfrm flipH="1">
            <a:off x="4519384" y="4667079"/>
            <a:ext cx="2645217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18F42E94-8C78-46C6-B845-EBDBD9F2E37D}"/>
              </a:ext>
            </a:extLst>
          </p:cNvPr>
          <p:cNvCxnSpPr>
            <a:cxnSpLocks/>
          </p:cNvCxnSpPr>
          <p:nvPr/>
        </p:nvCxnSpPr>
        <p:spPr>
          <a:xfrm flipV="1">
            <a:off x="4521326" y="4146479"/>
            <a:ext cx="0" cy="5283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05ADBA15-9BF8-44DC-A2CE-614EDCCF040E}"/>
              </a:ext>
            </a:extLst>
          </p:cNvPr>
          <p:cNvCxnSpPr>
            <a:cxnSpLocks/>
          </p:cNvCxnSpPr>
          <p:nvPr/>
        </p:nvCxnSpPr>
        <p:spPr>
          <a:xfrm>
            <a:off x="4139103" y="4149977"/>
            <a:ext cx="380281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7921B436-C45E-42FC-A6A0-3368E9171B24}"/>
              </a:ext>
            </a:extLst>
          </p:cNvPr>
          <p:cNvCxnSpPr>
            <a:cxnSpLocks/>
          </p:cNvCxnSpPr>
          <p:nvPr/>
        </p:nvCxnSpPr>
        <p:spPr>
          <a:xfrm flipV="1">
            <a:off x="4147601" y="4149353"/>
            <a:ext cx="0" cy="5105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Freeform 10">
            <a:extLst>
              <a:ext uri="{FF2B5EF4-FFF2-40B4-BE49-F238E27FC236}">
                <a16:creationId xmlns:a16="http://schemas.microsoft.com/office/drawing/2014/main" id="{2B729227-84A7-4766-A2B3-65ABE42FA27B}"/>
              </a:ext>
            </a:extLst>
          </p:cNvPr>
          <p:cNvSpPr>
            <a:spLocks/>
          </p:cNvSpPr>
          <p:nvPr/>
        </p:nvSpPr>
        <p:spPr bwMode="auto">
          <a:xfrm>
            <a:off x="8084805" y="1792380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90">
            <a:extLst>
              <a:ext uri="{FF2B5EF4-FFF2-40B4-BE49-F238E27FC236}">
                <a16:creationId xmlns:a16="http://schemas.microsoft.com/office/drawing/2014/main" id="{BA076229-97B5-4157-AD1B-1EE759EEB47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368235" y="2289236"/>
            <a:ext cx="596253" cy="601935"/>
            <a:chOff x="-44" y="1473"/>
            <a:chExt cx="981" cy="1105"/>
          </a:xfrm>
        </p:grpSpPr>
        <p:pic>
          <p:nvPicPr>
            <p:cNvPr id="16" name="Picture 191" descr="desktop_computer_stylized_medium">
              <a:extLst>
                <a:ext uri="{FF2B5EF4-FFF2-40B4-BE49-F238E27FC236}">
                  <a16:creationId xmlns:a16="http://schemas.microsoft.com/office/drawing/2014/main" id="{A2A2DD4D-B088-4DEC-B07C-ABBA0B470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Freeform 192">
              <a:extLst>
                <a:ext uri="{FF2B5EF4-FFF2-40B4-BE49-F238E27FC236}">
                  <a16:creationId xmlns:a16="http://schemas.microsoft.com/office/drawing/2014/main" id="{0007B994-0A0B-4A4C-B94B-CBB63305F4C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9EDEA3BE-EDBB-4E10-845E-803AAE33CB42}"/>
              </a:ext>
            </a:extLst>
          </p:cNvPr>
          <p:cNvGrpSpPr/>
          <p:nvPr/>
        </p:nvGrpSpPr>
        <p:grpSpPr>
          <a:xfrm>
            <a:off x="1765607" y="1789650"/>
            <a:ext cx="932489" cy="1651928"/>
            <a:chOff x="6971138" y="991830"/>
            <a:chExt cx="932489" cy="1611295"/>
          </a:xfrm>
        </p:grpSpPr>
        <p:sp>
          <p:nvSpPr>
            <p:cNvPr id="187" name="Rectangle 23">
              <a:extLst>
                <a:ext uri="{FF2B5EF4-FFF2-40B4-BE49-F238E27FC236}">
                  <a16:creationId xmlns:a16="http://schemas.microsoft.com/office/drawing/2014/main" id="{8BC82E92-922F-433A-9DDE-34FE255BD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9531" y="991830"/>
              <a:ext cx="864096" cy="1546225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188" name="Rectangle 24">
              <a:extLst>
                <a:ext uri="{FF2B5EF4-FFF2-40B4-BE49-F238E27FC236}">
                  <a16:creationId xmlns:a16="http://schemas.microsoft.com/office/drawing/2014/main" id="{F288A1F5-AD71-4760-AC87-D5F7CE6EF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9065" y="1052955"/>
              <a:ext cx="839468" cy="150336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189" name="Line 25">
              <a:extLst>
                <a:ext uri="{FF2B5EF4-FFF2-40B4-BE49-F238E27FC236}">
                  <a16:creationId xmlns:a16="http://schemas.microsoft.com/office/drawing/2014/main" id="{E5D1758D-D6FE-411E-836D-BB4996119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126" y="1349881"/>
              <a:ext cx="833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Text Box 26">
              <a:extLst>
                <a:ext uri="{FF2B5EF4-FFF2-40B4-BE49-F238E27FC236}">
                  <a16:creationId xmlns:a16="http://schemas.microsoft.com/office/drawing/2014/main" id="{F2221A40-C0C2-41FA-AE84-C6C264BEA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1138" y="1006149"/>
              <a:ext cx="889040" cy="1596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  <a:endPara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27">
              <a:extLst>
                <a:ext uri="{FF2B5EF4-FFF2-40B4-BE49-F238E27FC236}">
                  <a16:creationId xmlns:a16="http://schemas.microsoft.com/office/drawing/2014/main" id="{23787EF1-7BD7-4215-8430-AD9986A46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9064" y="1644429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28">
              <a:extLst>
                <a:ext uri="{FF2B5EF4-FFF2-40B4-BE49-F238E27FC236}">
                  <a16:creationId xmlns:a16="http://schemas.microsoft.com/office/drawing/2014/main" id="{6EA6E40B-876D-4E5D-A600-2AFE6C4D3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106" y="1948248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9">
              <a:extLst>
                <a:ext uri="{FF2B5EF4-FFF2-40B4-BE49-F238E27FC236}">
                  <a16:creationId xmlns:a16="http://schemas.microsoft.com/office/drawing/2014/main" id="{FF263263-E283-4F23-8B77-20A37013C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3826" y="2242741"/>
              <a:ext cx="833188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" name="Freeform 10">
            <a:extLst>
              <a:ext uri="{FF2B5EF4-FFF2-40B4-BE49-F238E27FC236}">
                <a16:creationId xmlns:a16="http://schemas.microsoft.com/office/drawing/2014/main" id="{BD9F750D-5677-4EDE-A95B-DF8C24D865B8}"/>
              </a:ext>
            </a:extLst>
          </p:cNvPr>
          <p:cNvSpPr>
            <a:spLocks/>
          </p:cNvSpPr>
          <p:nvPr/>
        </p:nvSpPr>
        <p:spPr bwMode="auto">
          <a:xfrm>
            <a:off x="2693245" y="1798112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5" name="Group 190">
            <a:extLst>
              <a:ext uri="{FF2B5EF4-FFF2-40B4-BE49-F238E27FC236}">
                <a16:creationId xmlns:a16="http://schemas.microsoft.com/office/drawing/2014/main" id="{43E0936F-8F8B-4D5C-8E4D-E2AA1A162F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976675" y="2294968"/>
            <a:ext cx="596253" cy="601935"/>
            <a:chOff x="-44" y="1473"/>
            <a:chExt cx="981" cy="1105"/>
          </a:xfrm>
        </p:grpSpPr>
        <p:pic>
          <p:nvPicPr>
            <p:cNvPr id="196" name="Picture 191" descr="desktop_computer_stylized_medium">
              <a:extLst>
                <a:ext uri="{FF2B5EF4-FFF2-40B4-BE49-F238E27FC236}">
                  <a16:creationId xmlns:a16="http://schemas.microsoft.com/office/drawing/2014/main" id="{7568B890-CFA0-4D4A-852E-C5D96F601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192">
              <a:extLst>
                <a:ext uri="{FF2B5EF4-FFF2-40B4-BE49-F238E27FC236}">
                  <a16:creationId xmlns:a16="http://schemas.microsoft.com/office/drawing/2014/main" id="{3DDE05E5-8D0D-4866-9080-8FCF674A62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F74DFC3C-D5EB-4C98-8881-C73AB86B8466}"/>
              </a:ext>
            </a:extLst>
          </p:cNvPr>
          <p:cNvCxnSpPr>
            <a:cxnSpLocks/>
          </p:cNvCxnSpPr>
          <p:nvPr/>
        </p:nvCxnSpPr>
        <p:spPr>
          <a:xfrm flipH="1">
            <a:off x="1861216" y="4667079"/>
            <a:ext cx="2286385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721CD486-CAD1-4855-969A-F210E0B65A3F}"/>
              </a:ext>
            </a:extLst>
          </p:cNvPr>
          <p:cNvCxnSpPr>
            <a:cxnSpLocks/>
          </p:cNvCxnSpPr>
          <p:nvPr/>
        </p:nvCxnSpPr>
        <p:spPr>
          <a:xfrm>
            <a:off x="1861216" y="1636177"/>
            <a:ext cx="0" cy="3038522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C55B31DD-DCEF-44B1-B7AD-E809AC490E9B}"/>
              </a:ext>
            </a:extLst>
          </p:cNvPr>
          <p:cNvGrpSpPr/>
          <p:nvPr/>
        </p:nvGrpSpPr>
        <p:grpSpPr>
          <a:xfrm>
            <a:off x="5536722" y="4261030"/>
            <a:ext cx="1260804" cy="258407"/>
            <a:chOff x="5333251" y="1980956"/>
            <a:chExt cx="1583671" cy="258407"/>
          </a:xfrm>
        </p:grpSpPr>
        <p:sp>
          <p:nvSpPr>
            <p:cNvPr id="231" name="Rectangle 176">
              <a:extLst>
                <a:ext uri="{FF2B5EF4-FFF2-40B4-BE49-F238E27FC236}">
                  <a16:creationId xmlns:a16="http://schemas.microsoft.com/office/drawing/2014/main" id="{487F8C61-A4D9-4444-9C59-BB1045729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1" y="1982188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zh-CN" sz="1200" b="1" baseline="-25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176">
              <a:extLst>
                <a:ext uri="{FF2B5EF4-FFF2-40B4-BE49-F238E27FC236}">
                  <a16:creationId xmlns:a16="http://schemas.microsoft.com/office/drawing/2014/main" id="{9BDE54BD-1B15-43F4-B3F9-F6E6780DE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982188"/>
              <a:ext cx="1330950" cy="257175"/>
            </a:xfrm>
            <a:prstGeom prst="rect">
              <a:avLst/>
            </a:prstGeom>
            <a:pattFill prst="solidDmnd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176">
              <a:extLst>
                <a:ext uri="{FF2B5EF4-FFF2-40B4-BE49-F238E27FC236}">
                  <a16:creationId xmlns:a16="http://schemas.microsoft.com/office/drawing/2014/main" id="{3C8E622F-0B3F-4A0E-85CF-CF7F49E04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2" y="1980956"/>
              <a:ext cx="1583670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7CFEE29E-8931-4B2B-A740-9F7D8E65F100}"/>
              </a:ext>
            </a:extLst>
          </p:cNvPr>
          <p:cNvGrpSpPr/>
          <p:nvPr/>
        </p:nvGrpSpPr>
        <p:grpSpPr>
          <a:xfrm>
            <a:off x="2780681" y="3967754"/>
            <a:ext cx="1061925" cy="257175"/>
            <a:chOff x="5583058" y="1687350"/>
            <a:chExt cx="1333863" cy="257175"/>
          </a:xfrm>
        </p:grpSpPr>
        <p:sp>
          <p:nvSpPr>
            <p:cNvPr id="235" name="Rectangle 176">
              <a:extLst>
                <a:ext uri="{FF2B5EF4-FFF2-40B4-BE49-F238E27FC236}">
                  <a16:creationId xmlns:a16="http://schemas.microsoft.com/office/drawing/2014/main" id="{04D5926E-AEBC-4C92-AAB6-B03366C5A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5175" y="1687350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rgbClr val="FF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rgbClr val="FF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zh-CN" sz="1200" b="1" baseline="-250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Rectangle 176">
              <a:extLst>
                <a:ext uri="{FF2B5EF4-FFF2-40B4-BE49-F238E27FC236}">
                  <a16:creationId xmlns:a16="http://schemas.microsoft.com/office/drawing/2014/main" id="{5437EA46-A4CD-4D7A-87C9-1FBD74FD5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865" y="1687350"/>
              <a:ext cx="1081143" cy="257175"/>
            </a:xfrm>
            <a:prstGeom prst="rect">
              <a:avLst/>
            </a:prstGeom>
            <a:pattFill prst="lgCheck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176">
              <a:extLst>
                <a:ext uri="{FF2B5EF4-FFF2-40B4-BE49-F238E27FC236}">
                  <a16:creationId xmlns:a16="http://schemas.microsoft.com/office/drawing/2014/main" id="{B0C17EF1-86BA-4B6D-94EE-33423331C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687350"/>
              <a:ext cx="1333863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7C87F2FC-FE8A-4591-86B2-A50908579312}"/>
              </a:ext>
            </a:extLst>
          </p:cNvPr>
          <p:cNvGrpSpPr/>
          <p:nvPr/>
        </p:nvGrpSpPr>
        <p:grpSpPr>
          <a:xfrm>
            <a:off x="2585329" y="4269640"/>
            <a:ext cx="1260804" cy="258407"/>
            <a:chOff x="5333251" y="1980956"/>
            <a:chExt cx="1583671" cy="258407"/>
          </a:xfrm>
        </p:grpSpPr>
        <p:sp>
          <p:nvSpPr>
            <p:cNvPr id="239" name="Rectangle 176">
              <a:extLst>
                <a:ext uri="{FF2B5EF4-FFF2-40B4-BE49-F238E27FC236}">
                  <a16:creationId xmlns:a16="http://schemas.microsoft.com/office/drawing/2014/main" id="{2F5AA9B2-1019-43C0-8647-83BEF006A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1" y="1982188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rgbClr val="FF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rgbClr val="FF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zh-CN" sz="1200" b="1" baseline="-2500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Rectangle 176">
              <a:extLst>
                <a:ext uri="{FF2B5EF4-FFF2-40B4-BE49-F238E27FC236}">
                  <a16:creationId xmlns:a16="http://schemas.microsoft.com/office/drawing/2014/main" id="{1FF2206C-D9F6-44C3-9ED4-BEBB3F809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982188"/>
              <a:ext cx="1330950" cy="257175"/>
            </a:xfrm>
            <a:prstGeom prst="rect">
              <a:avLst/>
            </a:prstGeom>
            <a:pattFill prst="solidDmnd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Rectangle 176">
              <a:extLst>
                <a:ext uri="{FF2B5EF4-FFF2-40B4-BE49-F238E27FC236}">
                  <a16:creationId xmlns:a16="http://schemas.microsoft.com/office/drawing/2014/main" id="{81290358-208F-4607-9730-34FD57963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2" y="1980956"/>
              <a:ext cx="1583670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2" name="Rectangle 176">
            <a:extLst>
              <a:ext uri="{FF2B5EF4-FFF2-40B4-BE49-F238E27FC236}">
                <a16:creationId xmlns:a16="http://schemas.microsoft.com/office/drawing/2014/main" id="{BCFAFC82-2AB7-49D0-81C7-0FA6FB75E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296" y="1885396"/>
            <a:ext cx="661850" cy="257175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97AC01C3-EDA1-4CA6-9002-4B8D0A9B13CF}"/>
              </a:ext>
            </a:extLst>
          </p:cNvPr>
          <p:cNvGrpSpPr/>
          <p:nvPr/>
        </p:nvGrpSpPr>
        <p:grpSpPr>
          <a:xfrm>
            <a:off x="839290" y="2190851"/>
            <a:ext cx="861856" cy="257175"/>
            <a:chOff x="5834361" y="1393744"/>
            <a:chExt cx="1082560" cy="257175"/>
          </a:xfrm>
        </p:grpSpPr>
        <p:sp>
          <p:nvSpPr>
            <p:cNvPr id="244" name="Rectangle 176">
              <a:extLst>
                <a:ext uri="{FF2B5EF4-FFF2-40B4-BE49-F238E27FC236}">
                  <a16:creationId xmlns:a16="http://schemas.microsoft.com/office/drawing/2014/main" id="{C31E9CF3-E732-4647-A897-A8B98F2E9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4361" y="1393744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Rectangle 176">
              <a:extLst>
                <a:ext uri="{FF2B5EF4-FFF2-40B4-BE49-F238E27FC236}">
                  <a16:creationId xmlns:a16="http://schemas.microsoft.com/office/drawing/2014/main" id="{8AA0CF2F-E290-41EB-8A57-21BE86219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2672" y="1393744"/>
              <a:ext cx="831336" cy="257175"/>
            </a:xfrm>
            <a:prstGeom prst="rect">
              <a:avLst/>
            </a:prstGeom>
            <a:pattFill prst="smCheck">
              <a:fgClr>
                <a:schemeClr val="bg1"/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Rectangle 176">
              <a:extLst>
                <a:ext uri="{FF2B5EF4-FFF2-40B4-BE49-F238E27FC236}">
                  <a16:creationId xmlns:a16="http://schemas.microsoft.com/office/drawing/2014/main" id="{9402AA12-675E-499D-A1C9-3360E8D6D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7275" y="1393744"/>
              <a:ext cx="1079646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427341C1-AE89-4902-8A5A-0720D80F6133}"/>
              </a:ext>
            </a:extLst>
          </p:cNvPr>
          <p:cNvGrpSpPr/>
          <p:nvPr/>
        </p:nvGrpSpPr>
        <p:grpSpPr>
          <a:xfrm>
            <a:off x="638014" y="2495870"/>
            <a:ext cx="1061925" cy="257175"/>
            <a:chOff x="5583058" y="1687350"/>
            <a:chExt cx="1333863" cy="257175"/>
          </a:xfrm>
        </p:grpSpPr>
        <p:sp>
          <p:nvSpPr>
            <p:cNvPr id="248" name="Rectangle 176">
              <a:extLst>
                <a:ext uri="{FF2B5EF4-FFF2-40B4-BE49-F238E27FC236}">
                  <a16:creationId xmlns:a16="http://schemas.microsoft.com/office/drawing/2014/main" id="{AA1BAAE0-54DF-4270-84E8-1C1FA108E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5175" y="1687350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Rectangle 176">
              <a:extLst>
                <a:ext uri="{FF2B5EF4-FFF2-40B4-BE49-F238E27FC236}">
                  <a16:creationId xmlns:a16="http://schemas.microsoft.com/office/drawing/2014/main" id="{875E673C-964E-4A7E-A87D-74DBE3CB1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865" y="1687350"/>
              <a:ext cx="1081143" cy="257175"/>
            </a:xfrm>
            <a:prstGeom prst="rect">
              <a:avLst/>
            </a:prstGeom>
            <a:pattFill prst="lgCheck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Rectangle 176">
              <a:extLst>
                <a:ext uri="{FF2B5EF4-FFF2-40B4-BE49-F238E27FC236}">
                  <a16:creationId xmlns:a16="http://schemas.microsoft.com/office/drawing/2014/main" id="{1ED81CB1-AA66-49A5-A8C1-41C7064D4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687350"/>
              <a:ext cx="1333863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0446BFAC-C151-4DAA-958B-D29F9572261E}"/>
              </a:ext>
            </a:extLst>
          </p:cNvPr>
          <p:cNvGrpSpPr/>
          <p:nvPr/>
        </p:nvGrpSpPr>
        <p:grpSpPr>
          <a:xfrm>
            <a:off x="442662" y="2797756"/>
            <a:ext cx="1260804" cy="258407"/>
            <a:chOff x="5333251" y="1980956"/>
            <a:chExt cx="1583671" cy="258407"/>
          </a:xfrm>
        </p:grpSpPr>
        <p:sp>
          <p:nvSpPr>
            <p:cNvPr id="252" name="Rectangle 176">
              <a:extLst>
                <a:ext uri="{FF2B5EF4-FFF2-40B4-BE49-F238E27FC236}">
                  <a16:creationId xmlns:a16="http://schemas.microsoft.com/office/drawing/2014/main" id="{FD4B8D68-B975-4075-BDDB-6B9FE972B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1" y="1982188"/>
              <a:ext cx="249807" cy="257175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zh-CN" sz="12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zh-CN" altLang="zh-CN" sz="12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Rectangle 176">
              <a:extLst>
                <a:ext uri="{FF2B5EF4-FFF2-40B4-BE49-F238E27FC236}">
                  <a16:creationId xmlns:a16="http://schemas.microsoft.com/office/drawing/2014/main" id="{660E0334-94A1-47D9-8507-D1359FF5C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058" y="1982188"/>
              <a:ext cx="1330950" cy="257175"/>
            </a:xfrm>
            <a:prstGeom prst="rect">
              <a:avLst/>
            </a:prstGeom>
            <a:pattFill prst="solidDmnd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Rectangle 176">
              <a:extLst>
                <a:ext uri="{FF2B5EF4-FFF2-40B4-BE49-F238E27FC236}">
                  <a16:creationId xmlns:a16="http://schemas.microsoft.com/office/drawing/2014/main" id="{FFD53887-6ED1-4930-A189-617000AE0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252" y="1980956"/>
              <a:ext cx="1583670" cy="257175"/>
            </a:xfrm>
            <a:prstGeom prst="rect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5" name="Rectangle 176">
            <a:extLst>
              <a:ext uri="{FF2B5EF4-FFF2-40B4-BE49-F238E27FC236}">
                <a16:creationId xmlns:a16="http://schemas.microsoft.com/office/drawing/2014/main" id="{1B0DCBC9-56F9-419F-89EB-5FFD0AA79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101" y="1885395"/>
            <a:ext cx="664169" cy="257175"/>
          </a:xfrm>
          <a:prstGeom prst="rect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2540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Rectangle 176">
            <a:extLst>
              <a:ext uri="{FF2B5EF4-FFF2-40B4-BE49-F238E27FC236}">
                <a16:creationId xmlns:a16="http://schemas.microsoft.com/office/drawing/2014/main" id="{B5713491-D2E0-4998-B242-24D937603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02" y="3106539"/>
            <a:ext cx="1260804" cy="257175"/>
          </a:xfrm>
          <a:prstGeom prst="rect">
            <a:avLst/>
          </a:prstGeom>
          <a:pattFill prst="wdDnDiag">
            <a:fgClr>
              <a:schemeClr val="bg1"/>
            </a:fgClr>
            <a:bgClr>
              <a:schemeClr val="bg1">
                <a:lumMod val="85000"/>
              </a:schemeClr>
            </a:bgClr>
          </a:pattFill>
          <a:ln w="25400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D10DF78A-D7FA-467C-A8A1-E641DC017864}"/>
              </a:ext>
            </a:extLst>
          </p:cNvPr>
          <p:cNvSpPr/>
          <p:nvPr/>
        </p:nvSpPr>
        <p:spPr>
          <a:xfrm>
            <a:off x="2663692" y="1374360"/>
            <a:ext cx="3544178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一个分组的旅程：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</a:p>
        </p:txBody>
      </p:sp>
      <p:sp>
        <p:nvSpPr>
          <p:cNvPr id="260" name="Rectangle 8">
            <a:extLst>
              <a:ext uri="{FF2B5EF4-FFF2-40B4-BE49-F238E27FC236}">
                <a16:creationId xmlns:a16="http://schemas.microsoft.com/office/drawing/2014/main" id="{A4789E20-B037-44EB-B281-E9B63405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641" y="1867803"/>
            <a:ext cx="543739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261" name="Rectangle 8">
            <a:extLst>
              <a:ext uri="{FF2B5EF4-FFF2-40B4-BE49-F238E27FC236}">
                <a16:creationId xmlns:a16="http://schemas.microsoft.com/office/drawing/2014/main" id="{475B5F6F-2325-4116-8FDB-4F561D14B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519" y="2169333"/>
            <a:ext cx="723275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3706125C-6EC3-4BEB-9428-978A625DF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0303" y="2465618"/>
            <a:ext cx="739498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263" name="Rectangle 8">
            <a:extLst>
              <a:ext uri="{FF2B5EF4-FFF2-40B4-BE49-F238E27FC236}">
                <a16:creationId xmlns:a16="http://schemas.microsoft.com/office/drawing/2014/main" id="{0A68A55A-DFED-4A67-B974-C59E27539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8602" y="2775383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265" name="Rectangle 8">
            <a:extLst>
              <a:ext uri="{FF2B5EF4-FFF2-40B4-BE49-F238E27FC236}">
                <a16:creationId xmlns:a16="http://schemas.microsoft.com/office/drawing/2014/main" id="{4B03A042-A800-429C-905A-C243F7902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834" y="3106539"/>
            <a:ext cx="75052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</a:t>
            </a:r>
          </a:p>
        </p:txBody>
      </p:sp>
      <p:sp>
        <p:nvSpPr>
          <p:cNvPr id="266" name="Text Box 166">
            <a:extLst>
              <a:ext uri="{FF2B5EF4-FFF2-40B4-BE49-F238E27FC236}">
                <a16:creationId xmlns:a16="http://schemas.microsoft.com/office/drawing/2014/main" id="{12101FEB-2EBE-4867-82D2-D0FECE86A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3139" y="2797756"/>
            <a:ext cx="646331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2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Rectangle 8">
            <a:extLst>
              <a:ext uri="{FF2B5EF4-FFF2-40B4-BE49-F238E27FC236}">
                <a16:creationId xmlns:a16="http://schemas.microsoft.com/office/drawing/2014/main" id="{DBD43929-5992-415E-8C6B-1DB165522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519" y="4261320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268" name="Rectangle 8">
            <a:extLst>
              <a:ext uri="{FF2B5EF4-FFF2-40B4-BE49-F238E27FC236}">
                <a16:creationId xmlns:a16="http://schemas.microsoft.com/office/drawing/2014/main" id="{4A37C6C7-AD7F-4F4E-8482-4AFBEC73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350" y="4261320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269" name="Rectangle 8">
            <a:extLst>
              <a:ext uri="{FF2B5EF4-FFF2-40B4-BE49-F238E27FC236}">
                <a16:creationId xmlns:a16="http://schemas.microsoft.com/office/drawing/2014/main" id="{0DD341F1-25C1-4A7B-B5EB-1611228D2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662" y="3952311"/>
            <a:ext cx="739498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128" name="灯片编号占位符 2">
            <a:extLst>
              <a:ext uri="{FF2B5EF4-FFF2-40B4-BE49-F238E27FC236}">
                <a16:creationId xmlns:a16="http://schemas.microsoft.com/office/drawing/2014/main" id="{48AE2B11-C2BF-4F17-8B9C-AF8A2584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AutoShape 5">
            <a:extLst>
              <a:ext uri="{FF2B5EF4-FFF2-40B4-BE49-F238E27FC236}">
                <a16:creationId xmlns:a16="http://schemas.microsoft.com/office/drawing/2014/main" id="{31F9692A-E17D-4D3A-9541-C0B7EA32E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474E07E-AA87-4DCE-8E1F-2D576E017067}"/>
              </a:ext>
            </a:extLst>
          </p:cNvPr>
          <p:cNvSpPr/>
          <p:nvPr/>
        </p:nvSpPr>
        <p:spPr>
          <a:xfrm>
            <a:off x="3532607" y="915566"/>
            <a:ext cx="274281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de~capsulation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73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443" y="2112944"/>
            <a:ext cx="5853113" cy="293131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821313" y="1566994"/>
            <a:ext cx="1243546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TCP/IP: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63E28D-0FBE-47AA-B223-17A933E29269}"/>
              </a:ext>
            </a:extLst>
          </p:cNvPr>
          <p:cNvSpPr/>
          <p:nvPr/>
        </p:nvSpPr>
        <p:spPr>
          <a:xfrm>
            <a:off x="539552" y="915566"/>
            <a:ext cx="2501454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1.5.3 TCP/IP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协议族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12DF2596-FBE1-4808-95FB-7AC7915C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3EA7B2D9-C483-4988-B925-F9D8C01AC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38F0B4-2315-4D2E-AA0F-DF1795AF6692}"/>
              </a:ext>
            </a:extLst>
          </p:cNvPr>
          <p:cNvGrpSpPr/>
          <p:nvPr/>
        </p:nvGrpSpPr>
        <p:grpSpPr>
          <a:xfrm>
            <a:off x="4860182" y="2804540"/>
            <a:ext cx="1512168" cy="276999"/>
            <a:chOff x="4644008" y="2643758"/>
            <a:chExt cx="1512168" cy="27699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A591919-A1B4-4A30-9E1C-A46FB74B7706}"/>
                </a:ext>
              </a:extLst>
            </p:cNvPr>
            <p:cNvSpPr txBox="1"/>
            <p:nvPr/>
          </p:nvSpPr>
          <p:spPr>
            <a:xfrm>
              <a:off x="4814312" y="2643758"/>
              <a:ext cx="1152128" cy="276999"/>
            </a:xfrm>
            <a:custGeom>
              <a:avLst/>
              <a:gdLst>
                <a:gd name="connsiteX0" fmla="*/ 0 w 1152128"/>
                <a:gd name="connsiteY0" fmla="*/ 0 h 276999"/>
                <a:gd name="connsiteX1" fmla="*/ 564543 w 1152128"/>
                <a:gd name="connsiteY1" fmla="*/ 0 h 276999"/>
                <a:gd name="connsiteX2" fmla="*/ 1152128 w 1152128"/>
                <a:gd name="connsiteY2" fmla="*/ 0 h 276999"/>
                <a:gd name="connsiteX3" fmla="*/ 1152128 w 1152128"/>
                <a:gd name="connsiteY3" fmla="*/ 276999 h 276999"/>
                <a:gd name="connsiteX4" fmla="*/ 576064 w 1152128"/>
                <a:gd name="connsiteY4" fmla="*/ 276999 h 276999"/>
                <a:gd name="connsiteX5" fmla="*/ 0 w 1152128"/>
                <a:gd name="connsiteY5" fmla="*/ 276999 h 276999"/>
                <a:gd name="connsiteX6" fmla="*/ 0 w 1152128"/>
                <a:gd name="connsiteY6" fmla="*/ 0 h 27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2128" h="276999" extrusionOk="0">
                  <a:moveTo>
                    <a:pt x="0" y="0"/>
                  </a:moveTo>
                  <a:cubicBezTo>
                    <a:pt x="157702" y="-7656"/>
                    <a:pt x="356219" y="17538"/>
                    <a:pt x="564543" y="0"/>
                  </a:cubicBezTo>
                  <a:cubicBezTo>
                    <a:pt x="772867" y="-17538"/>
                    <a:pt x="893192" y="57666"/>
                    <a:pt x="1152128" y="0"/>
                  </a:cubicBezTo>
                  <a:cubicBezTo>
                    <a:pt x="1180091" y="55906"/>
                    <a:pt x="1132784" y="166747"/>
                    <a:pt x="1152128" y="276999"/>
                  </a:cubicBezTo>
                  <a:cubicBezTo>
                    <a:pt x="979139" y="330079"/>
                    <a:pt x="844870" y="228920"/>
                    <a:pt x="576064" y="276999"/>
                  </a:cubicBezTo>
                  <a:cubicBezTo>
                    <a:pt x="307258" y="325078"/>
                    <a:pt x="134209" y="273743"/>
                    <a:pt x="0" y="276999"/>
                  </a:cubicBezTo>
                  <a:cubicBezTo>
                    <a:pt x="-6017" y="202192"/>
                    <a:pt x="16326" y="78505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alternative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31AB886-145A-4B35-888E-4BB130EBC8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4008" y="2787774"/>
              <a:ext cx="170304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F6114B2-1684-44AF-916C-94D9DA14AFCF}"/>
                </a:ext>
              </a:extLst>
            </p:cNvPr>
            <p:cNvCxnSpPr>
              <a:stCxn id="2" idx="3"/>
            </p:cNvCxnSpPr>
            <p:nvPr/>
          </p:nvCxnSpPr>
          <p:spPr>
            <a:xfrm>
              <a:off x="5966440" y="2782258"/>
              <a:ext cx="189736" cy="5517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5AF09A2-906F-4ABB-8847-975CAC4DDDC0}"/>
              </a:ext>
            </a:extLst>
          </p:cNvPr>
          <p:cNvCxnSpPr/>
          <p:nvPr/>
        </p:nvCxnSpPr>
        <p:spPr>
          <a:xfrm flipV="1">
            <a:off x="1547664" y="4227934"/>
            <a:ext cx="0" cy="45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C882069-4FE8-45B5-AA04-05D1DE2A4B3B}"/>
              </a:ext>
            </a:extLst>
          </p:cNvPr>
          <p:cNvCxnSpPr/>
          <p:nvPr/>
        </p:nvCxnSpPr>
        <p:spPr>
          <a:xfrm flipV="1">
            <a:off x="1547664" y="3507854"/>
            <a:ext cx="0" cy="45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3099244-5D22-4866-9AD7-3A0207AC6375}"/>
              </a:ext>
            </a:extLst>
          </p:cNvPr>
          <p:cNvCxnSpPr/>
          <p:nvPr/>
        </p:nvCxnSpPr>
        <p:spPr>
          <a:xfrm flipV="1">
            <a:off x="1547664" y="2717007"/>
            <a:ext cx="0" cy="45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D1BF96F-173F-4CB2-A3BA-9B3D18E48502}"/>
              </a:ext>
            </a:extLst>
          </p:cNvPr>
          <p:cNvSpPr txBox="1"/>
          <p:nvPr/>
        </p:nvSpPr>
        <p:spPr>
          <a:xfrm>
            <a:off x="321335" y="3169073"/>
            <a:ext cx="1012496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下层协议为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上层协议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提供服务</a:t>
            </a:r>
          </a:p>
        </p:txBody>
      </p:sp>
    </p:spTree>
    <p:extLst>
      <p:ext uri="{BB962C8B-B14F-4D97-AF65-F5344CB8AC3E}">
        <p14:creationId xmlns:p14="http://schemas.microsoft.com/office/powerpoint/2010/main" val="4155664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0" grpId="1" animBg="1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1.5 </a:t>
            </a:r>
            <a:r>
              <a:rPr lang="zh-CN" altLang="en-US" dirty="0">
                <a:solidFill>
                  <a:srgbClr val="FF3300"/>
                </a:solidFill>
              </a:rPr>
              <a:t>协议层次和服务模型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139952" y="3075806"/>
            <a:ext cx="647700" cy="369332"/>
          </a:xfrm>
          <a:prstGeom prst="rect">
            <a:avLst/>
          </a:prstGeom>
          <a:solidFill>
            <a:srgbClr val="990033"/>
          </a:solidFill>
          <a:ln w="25400">
            <a:solidFill>
              <a:srgbClr val="9933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580358" y="3849925"/>
            <a:ext cx="176212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1" lang="zh-CN" altLang="en-US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</a:t>
            </a:r>
            <a:r>
              <a:rPr kumimoji="1"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kumimoji="1" lang="zh-CN" altLang="en-US" sz="135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kumimoji="1"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的通信网络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398192" y="2152988"/>
            <a:ext cx="2133600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</a:t>
            </a:r>
            <a:r>
              <a:rPr kumimoji="1" lang="zh-CN" altLang="en-US" sz="135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富多</a:t>
            </a:r>
            <a:r>
              <a:rPr kumimoji="1" lang="zh-CN" altLang="en-US" sz="1350" dirty="0">
                <a:solidFill>
                  <a:srgbClr val="CC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</a:t>
            </a:r>
            <a:r>
              <a:rPr kumimoji="1" lang="zh-CN" altLang="en-US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sz="1350" dirty="0">
                <a:solidFill>
                  <a:srgbClr val="33CC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kumimoji="1" lang="zh-CN" altLang="en-US" sz="13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络</a:t>
            </a:r>
            <a:r>
              <a:rPr kumimoji="1" lang="zh-CN" altLang="en-US" sz="1350" dirty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r>
              <a:rPr kumimoji="1" lang="zh-CN" altLang="en-US" sz="1350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804820" y="2587010"/>
            <a:ext cx="1354931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两种传输协议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580358" y="4212327"/>
            <a:ext cx="176212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不用的物理媒体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235327" y="3113905"/>
            <a:ext cx="1997869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1" lang="zh-CN" altLang="en-US" sz="1350" dirty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统一的</a:t>
            </a:r>
            <a:r>
              <a:rPr kumimoji="1"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网际互联</a:t>
            </a:r>
            <a:r>
              <a:rPr kumimoji="1" lang="zh-CN" altLang="en-US" sz="1350" dirty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098154" y="2048296"/>
            <a:ext cx="2730104" cy="2556272"/>
            <a:chOff x="2122363" y="2689226"/>
            <a:chExt cx="3640138" cy="3408362"/>
          </a:xfrm>
        </p:grpSpPr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2122363" y="2689226"/>
              <a:ext cx="1408113" cy="3375025"/>
            </a:xfrm>
            <a:custGeom>
              <a:avLst/>
              <a:gdLst>
                <a:gd name="T0" fmla="*/ 0 w 749"/>
                <a:gd name="T1" fmla="*/ 0 h 1030"/>
                <a:gd name="T2" fmla="*/ 257 w 749"/>
                <a:gd name="T3" fmla="*/ 271 h 1030"/>
                <a:gd name="T4" fmla="*/ 670 w 749"/>
                <a:gd name="T5" fmla="*/ 367 h 1030"/>
                <a:gd name="T6" fmla="*/ 683 w 749"/>
                <a:gd name="T7" fmla="*/ 592 h 1030"/>
                <a:gd name="T8" fmla="*/ 274 w 749"/>
                <a:gd name="T9" fmla="*/ 741 h 1030"/>
                <a:gd name="T10" fmla="*/ 178 w 749"/>
                <a:gd name="T11" fmla="*/ 103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9" h="1030">
                  <a:moveTo>
                    <a:pt x="0" y="0"/>
                  </a:moveTo>
                  <a:cubicBezTo>
                    <a:pt x="41" y="45"/>
                    <a:pt x="146" y="210"/>
                    <a:pt x="257" y="271"/>
                  </a:cubicBezTo>
                  <a:cubicBezTo>
                    <a:pt x="368" y="332"/>
                    <a:pt x="600" y="313"/>
                    <a:pt x="670" y="367"/>
                  </a:cubicBezTo>
                  <a:cubicBezTo>
                    <a:pt x="741" y="420"/>
                    <a:pt x="749" y="530"/>
                    <a:pt x="683" y="592"/>
                  </a:cubicBezTo>
                  <a:cubicBezTo>
                    <a:pt x="618" y="655"/>
                    <a:pt x="358" y="668"/>
                    <a:pt x="274" y="741"/>
                  </a:cubicBezTo>
                  <a:cubicBezTo>
                    <a:pt x="190" y="814"/>
                    <a:pt x="198" y="970"/>
                    <a:pt x="178" y="1030"/>
                  </a:cubicBezTo>
                </a:path>
              </a:pathLst>
            </a:custGeom>
            <a:noFill/>
            <a:ln w="57150" cmpd="sng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430338" y="6089651"/>
              <a:ext cx="3011488" cy="3175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355976" y="2713038"/>
              <a:ext cx="1406525" cy="3384550"/>
            </a:xfrm>
            <a:custGeom>
              <a:avLst/>
              <a:gdLst>
                <a:gd name="T0" fmla="*/ 749 w 749"/>
                <a:gd name="T1" fmla="*/ 0 h 1033"/>
                <a:gd name="T2" fmla="*/ 492 w 749"/>
                <a:gd name="T3" fmla="*/ 271 h 1033"/>
                <a:gd name="T4" fmla="*/ 79 w 749"/>
                <a:gd name="T5" fmla="*/ 367 h 1033"/>
                <a:gd name="T6" fmla="*/ 66 w 749"/>
                <a:gd name="T7" fmla="*/ 592 h 1033"/>
                <a:gd name="T8" fmla="*/ 475 w 749"/>
                <a:gd name="T9" fmla="*/ 741 h 1033"/>
                <a:gd name="T10" fmla="*/ 567 w 749"/>
                <a:gd name="T11" fmla="*/ 1033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9" h="1033">
                  <a:moveTo>
                    <a:pt x="749" y="0"/>
                  </a:moveTo>
                  <a:cubicBezTo>
                    <a:pt x="708" y="45"/>
                    <a:pt x="603" y="210"/>
                    <a:pt x="492" y="271"/>
                  </a:cubicBezTo>
                  <a:cubicBezTo>
                    <a:pt x="381" y="332"/>
                    <a:pt x="149" y="313"/>
                    <a:pt x="79" y="367"/>
                  </a:cubicBezTo>
                  <a:cubicBezTo>
                    <a:pt x="8" y="420"/>
                    <a:pt x="0" y="530"/>
                    <a:pt x="66" y="592"/>
                  </a:cubicBezTo>
                  <a:cubicBezTo>
                    <a:pt x="131" y="655"/>
                    <a:pt x="391" y="667"/>
                    <a:pt x="475" y="741"/>
                  </a:cubicBezTo>
                  <a:cubicBezTo>
                    <a:pt x="559" y="815"/>
                    <a:pt x="548" y="972"/>
                    <a:pt x="567" y="1033"/>
                  </a:cubicBezTo>
                </a:path>
              </a:pathLst>
            </a:custGeom>
            <a:noFill/>
            <a:ln w="57150" cmpd="sng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152526" y="2708276"/>
              <a:ext cx="3600450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7326852" y="2931264"/>
            <a:ext cx="432197" cy="6584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tIns="13500" rIns="13500" bIns="13500"/>
          <a:lstStyle>
            <a:lvl1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eaLnBrk="0" hangingPunct="0"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0000FF"/>
                </a:solidFill>
                <a:effectLst/>
                <a:latin typeface="微软雅黑" panose="020B0503020204020204" pitchFamily="34" charset="-122"/>
              </a:rPr>
              <a:t>开放</a:t>
            </a:r>
            <a:br>
              <a:rPr lang="zh-CN" altLang="en-US" sz="1350" dirty="0">
                <a:solidFill>
                  <a:srgbClr val="0000FF"/>
                </a:solidFill>
                <a:effectLst/>
                <a:latin typeface="微软雅黑" panose="020B0503020204020204" pitchFamily="34" charset="-122"/>
              </a:rPr>
            </a:br>
            <a:r>
              <a:rPr lang="zh-CN" altLang="en-US" sz="1350" dirty="0">
                <a:solidFill>
                  <a:srgbClr val="0000FF"/>
                </a:solidFill>
                <a:effectLst/>
                <a:latin typeface="微软雅黑" panose="020B0503020204020204" pitchFamily="34" charset="-122"/>
              </a:rPr>
              <a:t>互联</a:t>
            </a: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flipH="1">
            <a:off x="4880520" y="3254399"/>
            <a:ext cx="4857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3"/>
          <p:cNvSpPr>
            <a:spLocks/>
          </p:cNvSpPr>
          <p:nvPr/>
        </p:nvSpPr>
        <p:spPr bwMode="auto">
          <a:xfrm>
            <a:off x="7093892" y="2966269"/>
            <a:ext cx="216694" cy="573881"/>
          </a:xfrm>
          <a:prstGeom prst="leftBrace">
            <a:avLst>
              <a:gd name="adj1" fmla="val 22070"/>
              <a:gd name="adj2" fmla="val 50000"/>
            </a:avLst>
          </a:prstGeom>
          <a:noFill/>
          <a:ln w="34925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74CDCC84-3DA6-4536-9525-DB630AF68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1313" y="1566994"/>
            <a:ext cx="1243546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TCP/IP: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7F8E80-2939-4227-82C7-24E09DE7FD0E}"/>
              </a:ext>
            </a:extLst>
          </p:cNvPr>
          <p:cNvSpPr/>
          <p:nvPr/>
        </p:nvSpPr>
        <p:spPr>
          <a:xfrm>
            <a:off x="539552" y="915566"/>
            <a:ext cx="2501454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1.5.3 TCP/IP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协议族</a:t>
            </a:r>
          </a:p>
        </p:txBody>
      </p:sp>
      <p:sp>
        <p:nvSpPr>
          <p:cNvPr id="25" name="灯片编号占位符 2">
            <a:extLst>
              <a:ext uri="{FF2B5EF4-FFF2-40B4-BE49-F238E27FC236}">
                <a16:creationId xmlns:a16="http://schemas.microsoft.com/office/drawing/2014/main" id="{5D6AA244-0EEA-48CB-AEED-F64ECC49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891C322A-1B13-4728-ADFF-8B51687E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443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6" grpId="0"/>
      <p:bldP spid="17" grpId="0"/>
      <p:bldP spid="18" grpId="0"/>
      <p:bldP spid="20" grpId="0"/>
      <p:bldP spid="21" grpId="0" animBg="1"/>
      <p:bldP spid="22" grpId="0" animBg="1"/>
      <p:bldP spid="23" grpId="0" animBg="1"/>
      <p:bldP spid="26" grpId="0" animBg="1"/>
      <p:bldP spid="26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3240360" cy="432000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时延</a:t>
            </a:r>
            <a:r>
              <a:rPr lang="en-US" altLang="zh-CN" dirty="0"/>
              <a:t>/</a:t>
            </a:r>
            <a:r>
              <a:rPr lang="zh-CN" altLang="en-US" dirty="0"/>
              <a:t>丢包</a:t>
            </a:r>
            <a:r>
              <a:rPr lang="en-US" altLang="zh-CN" dirty="0"/>
              <a:t>/</a:t>
            </a:r>
            <a:r>
              <a:rPr lang="zh-CN" altLang="en-US" dirty="0"/>
              <a:t>吞吐量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3240360" cy="432000"/>
          </a:xfrm>
        </p:spPr>
        <p:txBody>
          <a:bodyPr>
            <a:normAutofit/>
          </a:bodyPr>
          <a:lstStyle/>
          <a:p>
            <a:r>
              <a:rPr lang="en-US" altLang="zh-CN" dirty="0"/>
              <a:t>1.5 </a:t>
            </a:r>
            <a:r>
              <a:rPr lang="zh-CN" altLang="en-US" dirty="0"/>
              <a:t>协议层次</a:t>
            </a:r>
            <a:r>
              <a:rPr lang="en-US" altLang="zh-CN" dirty="0"/>
              <a:t>/</a:t>
            </a:r>
            <a:r>
              <a:rPr lang="zh-CN" altLang="en-US" dirty="0"/>
              <a:t>服务模型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1.6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面向攻击的网络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CA2DA62-6609-4998-A968-027ED0CAB1A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1.7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因特网的发展历史</a:t>
            </a: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5E4E584-4F0C-41FB-8C8A-FE9A2B5A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D2D40F02-7E34-4678-AFAB-798C79DEC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072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7273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1C1C1C"/>
                </a:solidFill>
                <a:effectLst/>
              </a:rPr>
              <a:t>本讲总结</a:t>
            </a:r>
            <a:endParaRPr lang="en-US" altLang="zh-CN" dirty="0">
              <a:solidFill>
                <a:srgbClr val="1C1C1C"/>
              </a:solidFill>
              <a:effectLst/>
            </a:endParaRP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059582"/>
            <a:ext cx="7886700" cy="3810074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网络的时延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节点处理时延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排队时延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传输时延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分组的丢失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协议体系结构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分层的意义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五层协议体系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D8AF077-4900-4758-AEB2-8943361B2CCD}"/>
              </a:ext>
            </a:extLst>
          </p:cNvPr>
          <p:cNvGrpSpPr/>
          <p:nvPr/>
        </p:nvGrpSpPr>
        <p:grpSpPr>
          <a:xfrm>
            <a:off x="3995936" y="1027034"/>
            <a:ext cx="4322207" cy="1983842"/>
            <a:chOff x="3995936" y="1027034"/>
            <a:chExt cx="4322207" cy="198384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2760DCF-BA27-487C-9B74-B3158D1E46BB}"/>
                </a:ext>
              </a:extLst>
            </p:cNvPr>
            <p:cNvGrpSpPr/>
            <p:nvPr/>
          </p:nvGrpSpPr>
          <p:grpSpPr>
            <a:xfrm>
              <a:off x="5807797" y="2102023"/>
              <a:ext cx="530915" cy="540849"/>
              <a:chOff x="4033536" y="4012178"/>
              <a:chExt cx="707887" cy="7211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0" name="右大括号 59">
                <a:extLst>
                  <a:ext uri="{FF2B5EF4-FFF2-40B4-BE49-F238E27FC236}">
                    <a16:creationId xmlns:a16="http://schemas.microsoft.com/office/drawing/2014/main" id="{D0E6903A-7FE8-4E2A-BF6B-DD970B53A66C}"/>
                  </a:ext>
                </a:extLst>
              </p:cNvPr>
              <p:cNvSpPr/>
              <p:nvPr/>
            </p:nvSpPr>
            <p:spPr>
              <a:xfrm rot="5400000">
                <a:off x="4206213" y="4075500"/>
                <a:ext cx="252275" cy="125631"/>
              </a:xfrm>
              <a:prstGeom prst="rightBrace">
                <a:avLst/>
              </a:prstGeom>
              <a:ln w="127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Text Box 72">
                <a:extLst>
                  <a:ext uri="{FF2B5EF4-FFF2-40B4-BE49-F238E27FC236}">
                    <a16:creationId xmlns:a16="http://schemas.microsoft.com/office/drawing/2014/main" id="{8BFCF33E-272F-4028-B862-7941301583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3536" y="4333200"/>
                <a:ext cx="707887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0066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</a:t>
                </a:r>
                <a:endParaRPr lang="en-US" altLang="zh-CN" sz="1350" dirty="0">
                  <a:solidFill>
                    <a:srgbClr val="00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BD1677B-3EC5-493A-8452-830C1DACAC86}"/>
                </a:ext>
              </a:extLst>
            </p:cNvPr>
            <p:cNvGrpSpPr/>
            <p:nvPr/>
          </p:nvGrpSpPr>
          <p:grpSpPr>
            <a:xfrm>
              <a:off x="6083710" y="2097203"/>
              <a:ext cx="1343096" cy="535888"/>
              <a:chOff x="4401422" y="4005759"/>
              <a:chExt cx="1790794" cy="71451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8" name="右大括号 57">
                <a:extLst>
                  <a:ext uri="{FF2B5EF4-FFF2-40B4-BE49-F238E27FC236}">
                    <a16:creationId xmlns:a16="http://schemas.microsoft.com/office/drawing/2014/main" id="{4498F6B0-9B69-46F3-855B-EAA22EC131F9}"/>
                  </a:ext>
                </a:extLst>
              </p:cNvPr>
              <p:cNvSpPr/>
              <p:nvPr/>
            </p:nvSpPr>
            <p:spPr>
              <a:xfrm rot="5400000">
                <a:off x="5170681" y="3236500"/>
                <a:ext cx="252275" cy="1790794"/>
              </a:xfrm>
              <a:prstGeom prst="rightBrace">
                <a:avLst/>
              </a:prstGeom>
              <a:ln w="15875">
                <a:solidFill>
                  <a:srgbClr val="E186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Text Box 72">
                <a:extLst>
                  <a:ext uri="{FF2B5EF4-FFF2-40B4-BE49-F238E27FC236}">
                    <a16:creationId xmlns:a16="http://schemas.microsoft.com/office/drawing/2014/main" id="{ADD73484-E96D-4BC9-8C0A-F83BB4F7B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3652" y="4320167"/>
                <a:ext cx="707886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chemeClr val="accen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传播</a:t>
                </a:r>
                <a:endParaRPr lang="en-US" altLang="zh-CN" sz="135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88190BF-20ED-415F-9870-E76F23ED2686}"/>
                </a:ext>
              </a:extLst>
            </p:cNvPr>
            <p:cNvGrpSpPr/>
            <p:nvPr/>
          </p:nvGrpSpPr>
          <p:grpSpPr>
            <a:xfrm>
              <a:off x="4529283" y="2102020"/>
              <a:ext cx="891143" cy="908856"/>
              <a:chOff x="2328852" y="4012178"/>
              <a:chExt cx="1188190" cy="12118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右大括号 54">
                <a:extLst>
                  <a:ext uri="{FF2B5EF4-FFF2-40B4-BE49-F238E27FC236}">
                    <a16:creationId xmlns:a16="http://schemas.microsoft.com/office/drawing/2014/main" id="{0917C05E-29A8-4E90-BEAC-75706E3F8397}"/>
                  </a:ext>
                </a:extLst>
              </p:cNvPr>
              <p:cNvSpPr/>
              <p:nvPr/>
            </p:nvSpPr>
            <p:spPr>
              <a:xfrm rot="5400000">
                <a:off x="3197911" y="3945322"/>
                <a:ext cx="252275" cy="385987"/>
              </a:xfrm>
              <a:prstGeom prst="rightBrac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 Box 72">
                <a:extLst>
                  <a:ext uri="{FF2B5EF4-FFF2-40B4-BE49-F238E27FC236}">
                    <a16:creationId xmlns:a16="http://schemas.microsoft.com/office/drawing/2014/main" id="{D6037385-8FE6-4FDF-A01F-F683061B4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8852" y="4823877"/>
                <a:ext cx="1169550" cy="40010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节点处理</a:t>
                </a:r>
                <a:endParaRPr lang="en-US" altLang="zh-CN" sz="13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6476AA6-D730-40ED-825F-5A533424E4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5994" y="4418990"/>
                <a:ext cx="431901" cy="438845"/>
              </a:xfrm>
              <a:prstGeom prst="line">
                <a:avLst/>
              </a:prstGeom>
              <a:ln w="158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882AE24-865C-4BAF-AD72-8D41D5631F8C}"/>
                </a:ext>
              </a:extLst>
            </p:cNvPr>
            <p:cNvGrpSpPr/>
            <p:nvPr/>
          </p:nvGrpSpPr>
          <p:grpSpPr>
            <a:xfrm>
              <a:off x="5430166" y="2102020"/>
              <a:ext cx="552334" cy="908856"/>
              <a:chOff x="3530031" y="4012178"/>
              <a:chExt cx="736445" cy="12118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右大括号 51">
                <a:extLst>
                  <a:ext uri="{FF2B5EF4-FFF2-40B4-BE49-F238E27FC236}">
                    <a16:creationId xmlns:a16="http://schemas.microsoft.com/office/drawing/2014/main" id="{6B63A570-0832-4B34-B5D6-EE8C7583CEC1}"/>
                  </a:ext>
                </a:extLst>
              </p:cNvPr>
              <p:cNvSpPr/>
              <p:nvPr/>
            </p:nvSpPr>
            <p:spPr>
              <a:xfrm rot="5400000">
                <a:off x="3762642" y="3779567"/>
                <a:ext cx="252275" cy="717498"/>
              </a:xfrm>
              <a:prstGeom prst="rightBrac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 Box 72">
                <a:extLst>
                  <a:ext uri="{FF2B5EF4-FFF2-40B4-BE49-F238E27FC236}">
                    <a16:creationId xmlns:a16="http://schemas.microsoft.com/office/drawing/2014/main" id="{7D4E8959-D9DB-400B-AEC3-92C459338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8590" y="4823877"/>
                <a:ext cx="707886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排队</a:t>
                </a:r>
                <a:endParaRPr lang="en-US" altLang="zh-CN" sz="135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2C0FD5B-69A4-4820-8790-530C6BA8D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9979" y="4418990"/>
                <a:ext cx="0" cy="404887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506F0E5-A936-47B4-87AA-6F5A1AC2D8D0}"/>
                </a:ext>
              </a:extLst>
            </p:cNvPr>
            <p:cNvGrpSpPr/>
            <p:nvPr/>
          </p:nvGrpSpPr>
          <p:grpSpPr>
            <a:xfrm>
              <a:off x="3995936" y="1027034"/>
              <a:ext cx="4322207" cy="1269898"/>
              <a:chOff x="2356292" y="1934148"/>
              <a:chExt cx="4322207" cy="1269898"/>
            </a:xfrm>
          </p:grpSpPr>
          <p:grpSp>
            <p:nvGrpSpPr>
              <p:cNvPr id="10" name="Group 170">
                <a:extLst>
                  <a:ext uri="{FF2B5EF4-FFF2-40B4-BE49-F238E27FC236}">
                    <a16:creationId xmlns:a16="http://schemas.microsoft.com/office/drawing/2014/main" id="{7FC1DA11-1F2D-45C1-86D3-C521A2F11E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2276" y="2353531"/>
                <a:ext cx="881062" cy="422275"/>
                <a:chOff x="2356" y="1300"/>
                <a:chExt cx="555" cy="194"/>
              </a:xfrm>
            </p:grpSpPr>
            <p:sp>
              <p:nvSpPr>
                <p:cNvPr id="44" name="Oval 407">
                  <a:extLst>
                    <a:ext uri="{FF2B5EF4-FFF2-40B4-BE49-F238E27FC236}">
                      <a16:creationId xmlns:a16="http://schemas.microsoft.com/office/drawing/2014/main" id="{420FC55B-A12D-4BC1-834E-D83A11473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10">
                  <a:extLst>
                    <a:ext uri="{FF2B5EF4-FFF2-40B4-BE49-F238E27FC236}">
                      <a16:creationId xmlns:a16="http://schemas.microsoft.com/office/drawing/2014/main" id="{9E961C67-6295-4C68-9776-A318DC5F65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" name="Oval 411">
                  <a:extLst>
                    <a:ext uri="{FF2B5EF4-FFF2-40B4-BE49-F238E27FC236}">
                      <a16:creationId xmlns:a16="http://schemas.microsoft.com/office/drawing/2014/main" id="{A33B25A2-2E2C-4307-AEED-9B0CD807F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7" name="Group 174">
                  <a:extLst>
                    <a:ext uri="{FF2B5EF4-FFF2-40B4-BE49-F238E27FC236}">
                      <a16:creationId xmlns:a16="http://schemas.microsoft.com/office/drawing/2014/main" id="{A27AF2B4-F4B0-4309-B584-8D6E60D31B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50" name="Freeform 175">
                    <a:extLst>
                      <a:ext uri="{FF2B5EF4-FFF2-40B4-BE49-F238E27FC236}">
                        <a16:creationId xmlns:a16="http://schemas.microsoft.com/office/drawing/2014/main" id="{9E991FEF-1AF8-40C9-B8DC-18B6AF9D1E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Freeform 176">
                    <a:extLst>
                      <a:ext uri="{FF2B5EF4-FFF2-40B4-BE49-F238E27FC236}">
                        <a16:creationId xmlns:a16="http://schemas.microsoft.com/office/drawing/2014/main" id="{3A226F9B-F72A-4984-8BA2-01F9EBBB57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8" name="Line 177">
                  <a:extLst>
                    <a:ext uri="{FF2B5EF4-FFF2-40B4-BE49-F238E27FC236}">
                      <a16:creationId xmlns:a16="http://schemas.microsoft.com/office/drawing/2014/main" id="{41958D4C-5B70-4488-A57C-D8383253F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78">
                  <a:extLst>
                    <a:ext uri="{FF2B5EF4-FFF2-40B4-BE49-F238E27FC236}">
                      <a16:creationId xmlns:a16="http://schemas.microsoft.com/office/drawing/2014/main" id="{722DA47C-97DB-4129-BFCF-3DE6C2379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Line 24">
                <a:extLst>
                  <a:ext uri="{FF2B5EF4-FFF2-40B4-BE49-F238E27FC236}">
                    <a16:creationId xmlns:a16="http://schemas.microsoft.com/office/drawing/2014/main" id="{162B7DAC-40A6-46FB-9A85-E739D05F7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757" y="2255118"/>
                <a:ext cx="551260" cy="2738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25">
                <a:extLst>
                  <a:ext uri="{FF2B5EF4-FFF2-40B4-BE49-F238E27FC236}">
                    <a16:creationId xmlns:a16="http://schemas.microsoft.com/office/drawing/2014/main" id="{3BF4BE1E-E1D1-44C1-86B5-7F0B9BD46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9640" y="2655168"/>
                <a:ext cx="576996" cy="3215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26">
                <a:extLst>
                  <a:ext uri="{FF2B5EF4-FFF2-40B4-BE49-F238E27FC236}">
                    <a16:creationId xmlns:a16="http://schemas.microsoft.com/office/drawing/2014/main" id="{0BC0108C-9028-4707-A93C-A4335E0E0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0796" y="2569443"/>
                <a:ext cx="1423034" cy="23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Line 45">
                <a:extLst>
                  <a:ext uri="{FF2B5EF4-FFF2-40B4-BE49-F238E27FC236}">
                    <a16:creationId xmlns:a16="http://schemas.microsoft.com/office/drawing/2014/main" id="{3BB2164E-130A-4779-837B-7999A54DD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5142" y="2827808"/>
                <a:ext cx="158150" cy="744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Text Box 47">
                <a:extLst>
                  <a:ext uri="{FF2B5EF4-FFF2-40B4-BE49-F238E27FC236}">
                    <a16:creationId xmlns:a16="http://schemas.microsoft.com/office/drawing/2014/main" id="{677E0D01-8D4D-4CA5-9CD4-041FADE1DD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274" y="1934148"/>
                <a:ext cx="34657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16" name="Text Box 48">
                <a:extLst>
                  <a:ext uri="{FF2B5EF4-FFF2-40B4-BE49-F238E27FC236}">
                    <a16:creationId xmlns:a16="http://schemas.microsoft.com/office/drawing/2014/main" id="{FD26B096-A8F0-4413-9687-94300A840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1368" y="1934157"/>
                <a:ext cx="3385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17" name="Rectangle 84">
                <a:extLst>
                  <a:ext uri="{FF2B5EF4-FFF2-40B4-BE49-F238E27FC236}">
                    <a16:creationId xmlns:a16="http://schemas.microsoft.com/office/drawing/2014/main" id="{706D85C6-4CC4-402E-A6DE-8CB5D9CC9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9911" y="2125340"/>
                <a:ext cx="110728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85">
                <a:extLst>
                  <a:ext uri="{FF2B5EF4-FFF2-40B4-BE49-F238E27FC236}">
                    <a16:creationId xmlns:a16="http://schemas.microsoft.com/office/drawing/2014/main" id="{32172416-DDD0-4FF0-BF07-159DBFCD1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4451" y="2264643"/>
                <a:ext cx="159544" cy="773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Rectangle 86">
                <a:extLst>
                  <a:ext uri="{FF2B5EF4-FFF2-40B4-BE49-F238E27FC236}">
                    <a16:creationId xmlns:a16="http://schemas.microsoft.com/office/drawing/2014/main" id="{1295122A-9148-4CA6-9A78-DF8886152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3248" y="2902256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005DDB47-BA4E-4F97-BF44-73411D5AB719}"/>
                  </a:ext>
                </a:extLst>
              </p:cNvPr>
              <p:cNvGrpSpPr/>
              <p:nvPr/>
            </p:nvGrpSpPr>
            <p:grpSpPr>
              <a:xfrm>
                <a:off x="3714566" y="2607198"/>
                <a:ext cx="546498" cy="150019"/>
                <a:chOff x="3763251" y="2550230"/>
                <a:chExt cx="546498" cy="150019"/>
              </a:xfrm>
            </p:grpSpPr>
            <p:sp>
              <p:nvSpPr>
                <p:cNvPr id="39" name="Rectangle 40">
                  <a:extLst>
                    <a:ext uri="{FF2B5EF4-FFF2-40B4-BE49-F238E27FC236}">
                      <a16:creationId xmlns:a16="http://schemas.microsoft.com/office/drawing/2014/main" id="{EB9C2059-158D-463B-8B90-AA11B6B35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5196" y="2550230"/>
                  <a:ext cx="110729" cy="15001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Rectangle 41">
                  <a:extLst>
                    <a:ext uri="{FF2B5EF4-FFF2-40B4-BE49-F238E27FC236}">
                      <a16:creationId xmlns:a16="http://schemas.microsoft.com/office/drawing/2014/main" id="{93825A37-B334-4D2C-A784-DE28E9174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9020" y="2550230"/>
                  <a:ext cx="110729" cy="150019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E5A8C539-8558-458A-B07B-AADD554C53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2801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D128307C-EF37-43AE-A647-6C25C43553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8026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EA22703C-FF69-4996-BA3C-6727A9650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3251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1" name="Picture 65" descr="desktop_computer_stylized_medium">
                <a:extLst>
                  <a:ext uri="{FF2B5EF4-FFF2-40B4-BE49-F238E27FC236}">
                    <a16:creationId xmlns:a16="http://schemas.microsoft.com/office/drawing/2014/main" id="{E269A6E3-9AEE-4763-A36C-7D532B23C4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384357" y="1970558"/>
                <a:ext cx="584597" cy="509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C4C5D69B-9816-4C00-82E7-8B8B16F923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33452" y="2019442"/>
                <a:ext cx="284254" cy="233350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7E2F5673-C7B3-4A8C-BAD3-AE048178CDB1}"/>
                  </a:ext>
                </a:extLst>
              </p:cNvPr>
              <p:cNvGrpSpPr/>
              <p:nvPr/>
            </p:nvGrpSpPr>
            <p:grpSpPr>
              <a:xfrm>
                <a:off x="2356292" y="2694458"/>
                <a:ext cx="584597" cy="509588"/>
                <a:chOff x="1794768" y="4236417"/>
                <a:chExt cx="779462" cy="679450"/>
              </a:xfrm>
            </p:grpSpPr>
            <p:pic>
              <p:nvPicPr>
                <p:cNvPr id="37" name="Picture 68" descr="desktop_computer_stylized_medium">
                  <a:extLst>
                    <a:ext uri="{FF2B5EF4-FFF2-40B4-BE49-F238E27FC236}">
                      <a16:creationId xmlns:a16="http://schemas.microsoft.com/office/drawing/2014/main" id="{3E190372-0A42-4C75-8CB1-86C5D4D3DE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794768" y="4236417"/>
                  <a:ext cx="779462" cy="6794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Freeform 69">
                  <a:extLst>
                    <a:ext uri="{FF2B5EF4-FFF2-40B4-BE49-F238E27FC236}">
                      <a16:creationId xmlns:a16="http://schemas.microsoft.com/office/drawing/2014/main" id="{C83FE875-7B79-4D31-BD15-777DC7499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126894" y="4301595"/>
                  <a:ext cx="379004" cy="311133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CD903D1-4CA4-4B14-A59E-4B30AE0D1A7F}"/>
                  </a:ext>
                </a:extLst>
              </p:cNvPr>
              <p:cNvGrpSpPr/>
              <p:nvPr/>
            </p:nvGrpSpPr>
            <p:grpSpPr>
              <a:xfrm>
                <a:off x="3405578" y="2607199"/>
                <a:ext cx="301086" cy="150019"/>
                <a:chOff x="3414032" y="2572887"/>
                <a:chExt cx="301086" cy="150019"/>
              </a:xfrm>
            </p:grpSpPr>
            <p:sp>
              <p:nvSpPr>
                <p:cNvPr id="35" name="Line 44">
                  <a:extLst>
                    <a:ext uri="{FF2B5EF4-FFF2-40B4-BE49-F238E27FC236}">
                      <a16:creationId xmlns:a16="http://schemas.microsoft.com/office/drawing/2014/main" id="{8E912C5B-6A5D-4F9E-82E3-38F27298B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2953" y="2635876"/>
                  <a:ext cx="182165" cy="35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Rectangle 42">
                  <a:extLst>
                    <a:ext uri="{FF2B5EF4-FFF2-40B4-BE49-F238E27FC236}">
                      <a16:creationId xmlns:a16="http://schemas.microsoft.com/office/drawing/2014/main" id="{6B6416D3-2DD9-47C2-B9F7-03ECBF834D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4032" y="2572887"/>
                  <a:ext cx="110728" cy="15001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0AE4EB90-64F9-4FBD-961F-0D387BB02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7256" y="2468676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" name="Group 170">
                <a:extLst>
                  <a:ext uri="{FF2B5EF4-FFF2-40B4-BE49-F238E27FC236}">
                    <a16:creationId xmlns:a16="http://schemas.microsoft.com/office/drawing/2014/main" id="{A2BBA0A9-DA44-4BC3-A0DF-849B9E6AE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7437" y="2375297"/>
                <a:ext cx="881062" cy="422275"/>
                <a:chOff x="2356" y="1300"/>
                <a:chExt cx="555" cy="194"/>
              </a:xfrm>
            </p:grpSpPr>
            <p:sp>
              <p:nvSpPr>
                <p:cNvPr id="27" name="Oval 407">
                  <a:extLst>
                    <a:ext uri="{FF2B5EF4-FFF2-40B4-BE49-F238E27FC236}">
                      <a16:creationId xmlns:a16="http://schemas.microsoft.com/office/drawing/2014/main" id="{1C91D72C-E75D-4845-97E1-2215D257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410">
                  <a:extLst>
                    <a:ext uri="{FF2B5EF4-FFF2-40B4-BE49-F238E27FC236}">
                      <a16:creationId xmlns:a16="http://schemas.microsoft.com/office/drawing/2014/main" id="{983E4FF8-D8DB-4F82-A022-0D3F222B8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Oval 411">
                  <a:extLst>
                    <a:ext uri="{FF2B5EF4-FFF2-40B4-BE49-F238E27FC236}">
                      <a16:creationId xmlns:a16="http://schemas.microsoft.com/office/drawing/2014/main" id="{DA08D5B7-6423-469F-B1AC-B740AC01A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74">
                  <a:extLst>
                    <a:ext uri="{FF2B5EF4-FFF2-40B4-BE49-F238E27FC236}">
                      <a16:creationId xmlns:a16="http://schemas.microsoft.com/office/drawing/2014/main" id="{3CBB0EC8-B8B3-4DC4-A847-14B94BD5FC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33" name="Freeform 175">
                    <a:extLst>
                      <a:ext uri="{FF2B5EF4-FFF2-40B4-BE49-F238E27FC236}">
                        <a16:creationId xmlns:a16="http://schemas.microsoft.com/office/drawing/2014/main" id="{21BB931F-628D-4411-A0FE-53FD73B274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Freeform 176">
                    <a:extLst>
                      <a:ext uri="{FF2B5EF4-FFF2-40B4-BE49-F238E27FC236}">
                        <a16:creationId xmlns:a16="http://schemas.microsoft.com/office/drawing/2014/main" id="{280FE89F-AAD6-413A-B6D0-AC4EB56948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" name="Line 177">
                  <a:extLst>
                    <a:ext uri="{FF2B5EF4-FFF2-40B4-BE49-F238E27FC236}">
                      <a16:creationId xmlns:a16="http://schemas.microsoft.com/office/drawing/2014/main" id="{0D94297C-70C3-4666-9834-2C50C7C60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78">
                  <a:extLst>
                    <a:ext uri="{FF2B5EF4-FFF2-40B4-BE49-F238E27FC236}">
                      <a16:creationId xmlns:a16="http://schemas.microsoft.com/office/drawing/2014/main" id="{36120451-61DD-4ECA-A132-EB1D0DCF2D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BD201EB-4352-4CF6-B858-E663322062BA}"/>
              </a:ext>
            </a:extLst>
          </p:cNvPr>
          <p:cNvGrpSpPr/>
          <p:nvPr/>
        </p:nvGrpSpPr>
        <p:grpSpPr>
          <a:xfrm>
            <a:off x="4803621" y="3129547"/>
            <a:ext cx="3864654" cy="1651928"/>
            <a:chOff x="5099834" y="1783918"/>
            <a:chExt cx="3864654" cy="1651928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574AF61F-9FFC-4070-A47C-6566E78FA385}"/>
                </a:ext>
              </a:extLst>
            </p:cNvPr>
            <p:cNvGrpSpPr/>
            <p:nvPr/>
          </p:nvGrpSpPr>
          <p:grpSpPr>
            <a:xfrm>
              <a:off x="7157167" y="1783918"/>
              <a:ext cx="932489" cy="1651928"/>
              <a:chOff x="6971138" y="991830"/>
              <a:chExt cx="932489" cy="1611295"/>
            </a:xfrm>
          </p:grpSpPr>
          <p:sp>
            <p:nvSpPr>
              <p:cNvPr id="89" name="Rectangle 23">
                <a:extLst>
                  <a:ext uri="{FF2B5EF4-FFF2-40B4-BE49-F238E27FC236}">
                    <a16:creationId xmlns:a16="http://schemas.microsoft.com/office/drawing/2014/main" id="{5FAAC415-F9D8-4EBF-8655-BE53F1550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39531" y="991830"/>
                <a:ext cx="864096" cy="1546225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90" name="Rectangle 24">
                <a:extLst>
                  <a:ext uri="{FF2B5EF4-FFF2-40B4-BE49-F238E27FC236}">
                    <a16:creationId xmlns:a16="http://schemas.microsoft.com/office/drawing/2014/main" id="{538E339E-56E2-459E-9758-B191DAF03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065" y="1052955"/>
                <a:ext cx="839468" cy="150336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91" name="Line 25">
                <a:extLst>
                  <a:ext uri="{FF2B5EF4-FFF2-40B4-BE49-F238E27FC236}">
                    <a16:creationId xmlns:a16="http://schemas.microsoft.com/office/drawing/2014/main" id="{49803D7F-FB06-4C59-9CA0-1C0EE15A7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1126" y="1349881"/>
                <a:ext cx="8333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Text Box 26">
                <a:extLst>
                  <a:ext uri="{FF2B5EF4-FFF2-40B4-BE49-F238E27FC236}">
                    <a16:creationId xmlns:a16="http://schemas.microsoft.com/office/drawing/2014/main" id="{42DEF339-0861-42C3-A218-6B15BD93B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71138" y="1006149"/>
                <a:ext cx="889040" cy="1596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运输层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链路层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物理层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27">
                <a:extLst>
                  <a:ext uri="{FF2B5EF4-FFF2-40B4-BE49-F238E27FC236}">
                    <a16:creationId xmlns:a16="http://schemas.microsoft.com/office/drawing/2014/main" id="{43FF3E33-5EAF-4A88-886D-DDCA79813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9064" y="1644429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28">
                <a:extLst>
                  <a:ext uri="{FF2B5EF4-FFF2-40B4-BE49-F238E27FC236}">
                    <a16:creationId xmlns:a16="http://schemas.microsoft.com/office/drawing/2014/main" id="{5F398FDD-B112-49F2-98C0-DD35741A1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10106" y="1948248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29">
                <a:extLst>
                  <a:ext uri="{FF2B5EF4-FFF2-40B4-BE49-F238E27FC236}">
                    <a16:creationId xmlns:a16="http://schemas.microsoft.com/office/drawing/2014/main" id="{04449693-ECB5-408C-A7B6-F5B92DC53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3826" y="2242741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4" name="Rectangle 176">
              <a:extLst>
                <a:ext uri="{FF2B5EF4-FFF2-40B4-BE49-F238E27FC236}">
                  <a16:creationId xmlns:a16="http://schemas.microsoft.com/office/drawing/2014/main" id="{C9B366C5-7C08-4B03-B916-2067C4C42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781" y="1885396"/>
              <a:ext cx="661850" cy="257175"/>
            </a:xfrm>
            <a:prstGeom prst="rect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08405E1-92C3-4477-A883-C5E7685389C0}"/>
                </a:ext>
              </a:extLst>
            </p:cNvPr>
            <p:cNvGrpSpPr/>
            <p:nvPr/>
          </p:nvGrpSpPr>
          <p:grpSpPr>
            <a:xfrm>
              <a:off x="6238775" y="2190851"/>
              <a:ext cx="861856" cy="257175"/>
              <a:chOff x="5834361" y="1393744"/>
              <a:chExt cx="1082560" cy="257175"/>
            </a:xfrm>
          </p:grpSpPr>
          <p:sp>
            <p:nvSpPr>
              <p:cNvPr id="86" name="Rectangle 176">
                <a:extLst>
                  <a:ext uri="{FF2B5EF4-FFF2-40B4-BE49-F238E27FC236}">
                    <a16:creationId xmlns:a16="http://schemas.microsoft.com/office/drawing/2014/main" id="{FA179776-5566-4786-8EDE-E94E4821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4361" y="1393744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176">
                <a:extLst>
                  <a:ext uri="{FF2B5EF4-FFF2-40B4-BE49-F238E27FC236}">
                    <a16:creationId xmlns:a16="http://schemas.microsoft.com/office/drawing/2014/main" id="{CA86E563-F65F-4396-9BC2-B3D8AF42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2672" y="1393744"/>
                <a:ext cx="831336" cy="257175"/>
              </a:xfrm>
              <a:prstGeom prst="rect">
                <a:avLst/>
              </a:prstGeom>
              <a:pattFill prst="smCheck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Rectangle 176">
                <a:extLst>
                  <a:ext uri="{FF2B5EF4-FFF2-40B4-BE49-F238E27FC236}">
                    <a16:creationId xmlns:a16="http://schemas.microsoft.com/office/drawing/2014/main" id="{7EB00802-88E4-4C05-92B7-E94248461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75" y="1393744"/>
                <a:ext cx="1079646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4308502-C182-408A-8526-D6CB041A238C}"/>
                </a:ext>
              </a:extLst>
            </p:cNvPr>
            <p:cNvGrpSpPr/>
            <p:nvPr/>
          </p:nvGrpSpPr>
          <p:grpSpPr>
            <a:xfrm>
              <a:off x="6037499" y="2495870"/>
              <a:ext cx="1061925" cy="257175"/>
              <a:chOff x="5583058" y="1687350"/>
              <a:chExt cx="1333863" cy="257175"/>
            </a:xfrm>
          </p:grpSpPr>
          <p:sp>
            <p:nvSpPr>
              <p:cNvPr id="83" name="Rectangle 176">
                <a:extLst>
                  <a:ext uri="{FF2B5EF4-FFF2-40B4-BE49-F238E27FC236}">
                    <a16:creationId xmlns:a16="http://schemas.microsoft.com/office/drawing/2014/main" id="{7E7C397F-1C6A-4E28-ACBD-E253CEE00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5175" y="1687350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hn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Rectangle 176">
                <a:extLst>
                  <a:ext uri="{FF2B5EF4-FFF2-40B4-BE49-F238E27FC236}">
                    <a16:creationId xmlns:a16="http://schemas.microsoft.com/office/drawing/2014/main" id="{3F79155F-504A-46B9-B04F-DB36B541B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2865" y="1687350"/>
                <a:ext cx="1081143" cy="257175"/>
              </a:xfrm>
              <a:prstGeom prst="rect">
                <a:avLst/>
              </a:prstGeom>
              <a:pattFill prst="lgCheck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Rectangle 176">
                <a:extLst>
                  <a:ext uri="{FF2B5EF4-FFF2-40B4-BE49-F238E27FC236}">
                    <a16:creationId xmlns:a16="http://schemas.microsoft.com/office/drawing/2014/main" id="{F2C27EF6-339E-4072-A8E9-A4AD4B9B7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3058" y="1687350"/>
                <a:ext cx="1333863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CA1555F-947D-4699-A27C-F7DE2104F457}"/>
                </a:ext>
              </a:extLst>
            </p:cNvPr>
            <p:cNvGrpSpPr/>
            <p:nvPr/>
          </p:nvGrpSpPr>
          <p:grpSpPr>
            <a:xfrm>
              <a:off x="5842147" y="2797756"/>
              <a:ext cx="1260804" cy="258407"/>
              <a:chOff x="5333251" y="1980956"/>
              <a:chExt cx="1583671" cy="258407"/>
            </a:xfrm>
          </p:grpSpPr>
          <p:sp>
            <p:nvSpPr>
              <p:cNvPr id="80" name="Rectangle 176">
                <a:extLst>
                  <a:ext uri="{FF2B5EF4-FFF2-40B4-BE49-F238E27FC236}">
                    <a16:creationId xmlns:a16="http://schemas.microsoft.com/office/drawing/2014/main" id="{AFB3D657-3032-4BBE-BBD9-36B6AA265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3251" y="1982188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hl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Rectangle 176">
                <a:extLst>
                  <a:ext uri="{FF2B5EF4-FFF2-40B4-BE49-F238E27FC236}">
                    <a16:creationId xmlns:a16="http://schemas.microsoft.com/office/drawing/2014/main" id="{BF651864-7C1A-4894-A50A-8115FFCCF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3058" y="1982188"/>
                <a:ext cx="1330950" cy="257175"/>
              </a:xfrm>
              <a:prstGeom prst="rect">
                <a:avLst/>
              </a:prstGeom>
              <a:pattFill prst="solidDmnd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Rectangle 176">
                <a:extLst>
                  <a:ext uri="{FF2B5EF4-FFF2-40B4-BE49-F238E27FC236}">
                    <a16:creationId xmlns:a16="http://schemas.microsoft.com/office/drawing/2014/main" id="{E86C5095-7930-45C6-B7CF-1B0AEDA0A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3252" y="1980956"/>
                <a:ext cx="1583670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Rectangle 176">
              <a:extLst>
                <a:ext uri="{FF2B5EF4-FFF2-40B4-BE49-F238E27FC236}">
                  <a16:creationId xmlns:a16="http://schemas.microsoft.com/office/drawing/2014/main" id="{93CB7D3A-5309-4190-BEE9-A08F08277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586" y="1885395"/>
              <a:ext cx="664169" cy="257175"/>
            </a:xfrm>
            <a:prstGeom prst="rect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176">
              <a:extLst>
                <a:ext uri="{FF2B5EF4-FFF2-40B4-BE49-F238E27FC236}">
                  <a16:creationId xmlns:a16="http://schemas.microsoft.com/office/drawing/2014/main" id="{0194223F-3938-42D8-824A-D02A0841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4187" y="3106539"/>
              <a:ext cx="1260804" cy="257175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166">
              <a:extLst>
                <a:ext uri="{FF2B5EF4-FFF2-40B4-BE49-F238E27FC236}">
                  <a16:creationId xmlns:a16="http://schemas.microsoft.com/office/drawing/2014/main" id="{60018D68-824F-4497-AC03-563BFEA32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4398" y="2864671"/>
              <a:ext cx="646331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端系统</a:t>
              </a:r>
              <a:endParaRPr lang="en-US" altLang="zh-CN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E0AC39E0-7FEA-4520-A93F-5A57389F4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805" y="1792380"/>
              <a:ext cx="360362" cy="1577975"/>
            </a:xfrm>
            <a:custGeom>
              <a:avLst/>
              <a:gdLst>
                <a:gd name="T0" fmla="*/ 2147483647 w 267"/>
                <a:gd name="T1" fmla="*/ 2147483647 h 1186"/>
                <a:gd name="T2" fmla="*/ 0 w 267"/>
                <a:gd name="T3" fmla="*/ 0 h 1186"/>
                <a:gd name="T4" fmla="*/ 0 w 267"/>
                <a:gd name="T5" fmla="*/ 2147483647 h 1186"/>
                <a:gd name="T6" fmla="*/ 2147483647 w 267"/>
                <a:gd name="T7" fmla="*/ 2147483647 h 1186"/>
                <a:gd name="T8" fmla="*/ 2147483647 w 267"/>
                <a:gd name="T9" fmla="*/ 2147483647 h 1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"/>
                <a:gd name="T16" fmla="*/ 0 h 1186"/>
                <a:gd name="T17" fmla="*/ 267 w 267"/>
                <a:gd name="T18" fmla="*/ 1186 h 1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" h="1186">
                  <a:moveTo>
                    <a:pt x="254" y="466"/>
                  </a:moveTo>
                  <a:lnTo>
                    <a:pt x="0" y="0"/>
                  </a:lnTo>
                  <a:lnTo>
                    <a:pt x="0" y="1186"/>
                  </a:lnTo>
                  <a:lnTo>
                    <a:pt x="267" y="652"/>
                  </a:lnTo>
                  <a:lnTo>
                    <a:pt x="254" y="466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" name="Group 190">
              <a:extLst>
                <a:ext uri="{FF2B5EF4-FFF2-40B4-BE49-F238E27FC236}">
                  <a16:creationId xmlns:a16="http://schemas.microsoft.com/office/drawing/2014/main" id="{287417CE-8D72-4234-AF91-52DE13172D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8235" y="2289236"/>
              <a:ext cx="596253" cy="601935"/>
              <a:chOff x="-44" y="1473"/>
              <a:chExt cx="981" cy="1105"/>
            </a:xfrm>
          </p:grpSpPr>
          <p:pic>
            <p:nvPicPr>
              <p:cNvPr id="78" name="Picture 191" descr="desktop_computer_stylized_medium">
                <a:extLst>
                  <a:ext uri="{FF2B5EF4-FFF2-40B4-BE49-F238E27FC236}">
                    <a16:creationId xmlns:a16="http://schemas.microsoft.com/office/drawing/2014/main" id="{A209B002-8836-4C5E-9039-E3D8C56FE3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Freeform 192">
                <a:extLst>
                  <a:ext uri="{FF2B5EF4-FFF2-40B4-BE49-F238E27FC236}">
                    <a16:creationId xmlns:a16="http://schemas.microsoft.com/office/drawing/2014/main" id="{1E3F0669-15D8-48A7-AF0D-D1F54BA4A8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0B0C39C8-05D2-4E0D-9A51-C13023FFE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2641" y="1867803"/>
              <a:ext cx="543739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7B6E8845-76CE-4EFB-81FA-A81FD47D1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8519" y="2169333"/>
              <a:ext cx="723275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6E324B60-6438-4FC5-B921-51E51A00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0303" y="2465618"/>
              <a:ext cx="739498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</a:t>
              </a:r>
            </a:p>
          </p:txBody>
        </p:sp>
        <p:sp>
          <p:nvSpPr>
            <p:cNvPr id="76" name="Rectangle 8">
              <a:extLst>
                <a:ext uri="{FF2B5EF4-FFF2-40B4-BE49-F238E27FC236}">
                  <a16:creationId xmlns:a16="http://schemas.microsoft.com/office/drawing/2014/main" id="{1C409B6D-4EA5-4A74-9DE2-CB7BB166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8602" y="2775383"/>
              <a:ext cx="364202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536D7FE3-9E1D-43C7-8059-594C0DBC4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9834" y="3106539"/>
              <a:ext cx="750526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</p:grpSp>
      <p:sp>
        <p:nvSpPr>
          <p:cNvPr id="96" name="灯片编号占位符 2">
            <a:extLst>
              <a:ext uri="{FF2B5EF4-FFF2-40B4-BE49-F238E27FC236}">
                <a16:creationId xmlns:a16="http://schemas.microsoft.com/office/drawing/2014/main" id="{FA428B29-C5E1-471D-AEC9-42C17D72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AutoShape 5">
            <a:extLst>
              <a:ext uri="{FF2B5EF4-FFF2-40B4-BE49-F238E27FC236}">
                <a16:creationId xmlns:a16="http://schemas.microsoft.com/office/drawing/2014/main" id="{96D6B480-31D8-41CF-82DA-4CFD115B0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578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7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00729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1C1C1C"/>
                </a:solidFill>
                <a:effectLst/>
              </a:rPr>
              <a:t>下讲预告</a:t>
            </a:r>
            <a:endParaRPr lang="en-US" altLang="zh-CN" dirty="0">
              <a:solidFill>
                <a:srgbClr val="1C1C1C"/>
              </a:solidFill>
              <a:effectLst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987574"/>
            <a:ext cx="7886700" cy="3960440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我们开始学习应用层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应用层协议原理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网络应用程序的体系结构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进程之间如何进行通信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应用层依赖的传输服务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和超文本传输协议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协议简介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客户端与服务器的交互：请求和相应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非持久性连接和持久性连接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7B409F-7E05-44C1-9B57-BFB5802E3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974773"/>
            <a:ext cx="3384376" cy="3966232"/>
          </a:xfrm>
          <a:prstGeom prst="rect">
            <a:avLst/>
          </a:prstGeom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2B20126-45F0-4256-9EAE-84AD4377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3350BE4-8D95-4AAF-95FB-5260C294C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83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课外作业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916434"/>
            <a:ext cx="8390780" cy="4103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教科书，第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v7-P47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v6-P48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，习题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设计并描述自动柜员机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ATM(Client)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和银行中央计算机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(Server)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之间的应用层协议。你设计的协议应当允许：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验证用户帐户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和口令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查询用户账目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这些都在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中维护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支取账目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即向用户支付现金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能够处理余额不足的问题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作业内容：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假设网络是可靠的，数据传输不会产生差错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之间交换的报文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(message)</a:t>
            </a: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之间采取的动作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(action)  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提交方式：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子鸿学长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916662613@qq.com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)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DDL: 2025.03.2 23:00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附件命名：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1.docx/pdf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522B3A7F-6C8F-4250-B0F2-CC40DF41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</a:t>
            </a:r>
            <a:fld id="{5A4F2AFE-40E9-47D7-93C1-1557BE766B14}" type="slidenum"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9A6AAC4-3D4F-4A5C-B9A0-6F9AB5E18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163933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DD53B248-96AD-4768-934B-E1BC473B8E66}" vid="{617CFBAE-A4D9-4B28-8926-D394536CA5C6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1899</TotalTime>
  <Words>2236</Words>
  <Application>Microsoft Office PowerPoint</Application>
  <PresentationFormat>全屏显示(16:9)</PresentationFormat>
  <Paragraphs>620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Comic Sans MS</vt:lpstr>
      <vt:lpstr>Gill Sans MT</vt:lpstr>
      <vt:lpstr>Times New Roman</vt:lpstr>
      <vt:lpstr>Wingdings</vt:lpstr>
      <vt:lpstr>Office 主题​​</vt:lpstr>
      <vt:lpstr>Clip</vt:lpstr>
      <vt:lpstr>Visio</vt:lpstr>
      <vt:lpstr>计算机网络</vt:lpstr>
      <vt:lpstr>Figures of today</vt:lpstr>
      <vt:lpstr>知识回顾</vt:lpstr>
      <vt:lpstr>PowerPoint 演示文稿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1.4 时延、丢包和吞吐量</vt:lpstr>
      <vt:lpstr>PowerPoint 演示文稿</vt:lpstr>
      <vt:lpstr>1.4 时延、丢包和吞吐量</vt:lpstr>
      <vt:lpstr>1.4 时延、丢包和吞吐量</vt:lpstr>
      <vt:lpstr>1.4 时延、丢包和吞吐量</vt:lpstr>
      <vt:lpstr>PowerPoint 演示文稿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1.5 协议层次和服务模型</vt:lpstr>
      <vt:lpstr>PowerPoint 演示文稿</vt:lpstr>
      <vt:lpstr>本讲总结</vt:lpstr>
      <vt:lpstr>下讲预告</vt:lpstr>
      <vt:lpstr>课外作业</vt:lpstr>
      <vt:lpstr>Q &amp; 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CPS525</dc:creator>
  <cp:lastModifiedBy>cistecoram</cp:lastModifiedBy>
  <cp:revision>102</cp:revision>
  <dcterms:created xsi:type="dcterms:W3CDTF">2020-02-21T01:14:59Z</dcterms:created>
  <dcterms:modified xsi:type="dcterms:W3CDTF">2025-02-24T12:41:41Z</dcterms:modified>
</cp:coreProperties>
</file>