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96" r:id="rId3"/>
    <p:sldId id="295" r:id="rId4"/>
    <p:sldId id="297" r:id="rId5"/>
    <p:sldId id="298" r:id="rId6"/>
    <p:sldId id="300" r:id="rId7"/>
    <p:sldId id="303" r:id="rId8"/>
    <p:sldId id="302" r:id="rId9"/>
  </p:sldIdLst>
  <p:sldSz cx="9144000" cy="6858000" type="screen4x3"/>
  <p:notesSz cx="6761480" cy="9942830"/>
  <p:embeddedFontLst>
    <p:embeddedFont>
      <p:font typeface="굴림" panose="020B0600000101010101" charset="-127"/>
      <p:regular r:id="rId15"/>
    </p:embeddedFont>
    <p:embeddedFont>
      <p:font typeface="-봄IIB" panose="02030504000101010101" charset="-127"/>
      <p:regular r:id="rId16"/>
    </p:embeddedFont>
    <p:embeddedFont>
      <p:font typeface="-봄IIL" panose="02030504000101010101" charset="-127"/>
      <p:regular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Malgun Gothic" panose="020B0503020000020004" pitchFamily="34" charset="-127"/>
      <p:regular r:id="rId22"/>
    </p:embeddedFont>
    <p:embeddedFont>
      <p:font typeface="-봄IIM" panose="02030504000101010101" charset="-127"/>
      <p:regular r:id="rId23"/>
    </p:embeddedFont>
  </p:embeddedFontLst>
  <p:defaultTextStyle>
    <a:defPPr>
      <a:defRPr lang="ko-KR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굴림" panose="020B0600000101010101" charset="-127"/>
        <a:ea typeface="굴림" panose="020B0600000101010101" charset="-127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굴림" panose="020B0600000101010101" charset="-127"/>
        <a:ea typeface="굴림" panose="020B0600000101010101" charset="-127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굴림" panose="020B0600000101010101" charset="-127"/>
        <a:ea typeface="굴림" panose="020B0600000101010101" charset="-127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굴림" panose="020B0600000101010101" charset="-127"/>
        <a:ea typeface="굴림" panose="020B0600000101010101" charset="-127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굴림" panose="020B0600000101010101" charset="-127"/>
        <a:ea typeface="굴림" panose="020B0600000101010101" charset="-127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굴림" panose="020B0600000101010101" charset="-127"/>
        <a:ea typeface="굴림" panose="020B0600000101010101" charset="-127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굴림" panose="020B0600000101010101" charset="-127"/>
        <a:ea typeface="굴림" panose="020B0600000101010101" charset="-127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굴림" panose="020B0600000101010101" charset="-127"/>
        <a:ea typeface="굴림" panose="020B0600000101010101" charset="-127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굴림" panose="020B0600000101010101" charset="-127"/>
        <a:ea typeface="굴림" panose="020B0600000101010101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FF"/>
    <a:srgbClr val="66CCFF"/>
    <a:srgbClr val="6699FF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howGuides="1">
      <p:cViewPr varScale="1">
        <p:scale>
          <a:sx n="104" d="100"/>
          <a:sy n="104" d="100"/>
        </p:scale>
        <p:origin x="1746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font" Target="fonts/font9.fntdata"/><Relationship Id="rId22" Type="http://schemas.openxmlformats.org/officeDocument/2006/relationships/font" Target="fonts/font8.fntdata"/><Relationship Id="rId21" Type="http://schemas.openxmlformats.org/officeDocument/2006/relationships/font" Target="fonts/font7.fntdata"/><Relationship Id="rId20" Type="http://schemas.openxmlformats.org/officeDocument/2006/relationships/font" Target="fonts/font6.fntdata"/><Relationship Id="rId2" Type="http://schemas.openxmlformats.org/officeDocument/2006/relationships/theme" Target="theme/theme1.xml"/><Relationship Id="rId19" Type="http://schemas.openxmlformats.org/officeDocument/2006/relationships/font" Target="fonts/font5.fntdata"/><Relationship Id="rId18" Type="http://schemas.openxmlformats.org/officeDocument/2006/relationships/font" Target="fonts/font4.fntdata"/><Relationship Id="rId17" Type="http://schemas.openxmlformats.org/officeDocument/2006/relationships/font" Target="fonts/font3.fntdata"/><Relationship Id="rId16" Type="http://schemas.openxmlformats.org/officeDocument/2006/relationships/font" Target="fonts/font2.fntdata"/><Relationship Id="rId15" Type="http://schemas.openxmlformats.org/officeDocument/2006/relationships/font" Target="fonts/font1.fntdata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05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>
                <a:latin typeface="굴림" panose="020B0600000101010101" charset="-127"/>
                <a:ea typeface="굴림" panose="020B0600000101010101" charset="-127"/>
              </a:defRPr>
            </a:lvl1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굴림" panose="020B0600000101010101" charset="-127"/>
              <a:ea typeface="굴림" panose="020B0600000101010101" charset="-127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29050" y="0"/>
            <a:ext cx="29305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>
                <a:latin typeface="굴림" panose="020B0600000101010101" charset="-127"/>
                <a:ea typeface="굴림" panose="020B0600000101010101" charset="-127"/>
              </a:defRPr>
            </a:lvl1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BA44A6E-27DC-4A5E-BE23-4340FA705D65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굴림" panose="020B0600000101010101" charset="-127"/>
                <a:ea typeface="굴림" panose="020B0600000101010101" charset="-127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굴림" panose="020B0600000101010101" charset="-127"/>
              <a:ea typeface="굴림" panose="020B0600000101010101" charset="-127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44038"/>
            <a:ext cx="2930525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>
                <a:latin typeface="굴림" panose="020B0600000101010101" charset="-127"/>
                <a:ea typeface="굴림" panose="020B0600000101010101" charset="-127"/>
              </a:defRPr>
            </a:lvl1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굴림" panose="020B0600000101010101" charset="-127"/>
              <a:ea typeface="굴림" panose="020B0600000101010101" charset="-127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29050" y="9444038"/>
            <a:ext cx="2930525" cy="4968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latinLnBrk="1" hangingPunct="1">
              <a:defRPr sz="1200">
                <a:latin typeface="굴림" panose="020B0600000101010101" charset="-127"/>
                <a:ea typeface="굴림" panose="020B0600000101010101" charset="-127"/>
              </a:defRPr>
            </a:lvl1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A9DC472-5FA2-484B-BFCE-C986583F3455}" type="slidenum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굴림" panose="020B0600000101010101" charset="-127"/>
                <a:ea typeface="굴림" panose="020B0600000101010101" charset="-127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굴림" panose="020B0600000101010101" charset="-127"/>
              <a:ea typeface="굴림" panose="020B0600000101010101" charset="-127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052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>
                <a:latin typeface="굴림" panose="020B0600000101010101" charset="-127"/>
                <a:ea typeface="굴림" panose="020B0600000101010101" charset="-127"/>
              </a:defRPr>
            </a:lvl1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굴림" panose="020B0600000101010101" charset="-127"/>
              <a:ea typeface="굴림" panose="020B0600000101010101" charset="-127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29050" y="0"/>
            <a:ext cx="293052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>
                <a:latin typeface="굴림" panose="020B0600000101010101" charset="-127"/>
                <a:ea typeface="굴림" panose="020B0600000101010101" charset="-127"/>
              </a:defRPr>
            </a:lvl1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4FC05FB-CAB6-4E5B-8F81-0BF82A5D8A07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굴림" panose="020B0600000101010101" charset="-127"/>
                <a:ea typeface="굴림" panose="020B0600000101010101" charset="-127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굴림" panose="020B0600000101010101" charset="-127"/>
              <a:ea typeface="굴림" panose="020B0600000101010101" charset="-127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1243013"/>
            <a:ext cx="4475163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algun Gothic" panose="020B0503020000020004" pitchFamily="34" charset="-127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6275" y="4784725"/>
            <a:ext cx="5408613" cy="39147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algun Gothic" panose="020B0503020000020004" pitchFamily="34" charset="-127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algun Gothic" panose="020B0503020000020004" pitchFamily="34" charset="-127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algun Gothic" panose="020B0503020000020004" pitchFamily="34" charset="-127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algun Gothic" panose="020B0503020000020004" pitchFamily="34" charset="-127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algun Gothic" panose="020B0503020000020004" pitchFamily="34" charset="-127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algun Gothic" panose="020B0503020000020004" pitchFamily="34" charset="-127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algun Gothic" panose="020B0503020000020004" pitchFamily="34" charset="-127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algun Gothic" panose="020B0503020000020004" pitchFamily="34" charset="-127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algun Gothic" panose="020B0503020000020004" pitchFamily="34" charset="-127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algun Gothic" panose="020B0503020000020004" pitchFamily="34" charset="-127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4038"/>
            <a:ext cx="293052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>
                <a:latin typeface="굴림" panose="020B0600000101010101" charset="-127"/>
                <a:ea typeface="굴림" panose="020B0600000101010101" charset="-127"/>
              </a:defRPr>
            </a:lvl1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굴림" panose="020B0600000101010101" charset="-127"/>
              <a:ea typeface="굴림" panose="020B0600000101010101" charset="-127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29050" y="9444038"/>
            <a:ext cx="293052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latinLnBrk="1" hangingPunct="1">
              <a:defRPr sz="1200">
                <a:latin typeface="굴림" panose="020B0600000101010101" charset="-127"/>
                <a:ea typeface="굴림" panose="020B0600000101010101" charset="-127"/>
              </a:defRPr>
            </a:lvl1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FEE8146-B08C-4162-AF87-63E7B1449D7D}" type="slidenum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굴림" panose="020B0600000101010101" charset="-127"/>
                <a:ea typeface="굴림" panose="020B0600000101010101" charset="-127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굴림" panose="020B0600000101010101" charset="-127"/>
              <a:ea typeface="굴림" panose="020B0600000101010101" charset="-127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algun Gothic" panose="020B0503020000020004" pitchFamily="34" charset="-127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algun Gothic" panose="020B0503020000020004" pitchFamily="34" charset="-127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algun Gothic" panose="020B0503020000020004" pitchFamily="34" charset="-127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algun Gothic" panose="020B0503020000020004" pitchFamily="34" charset="-127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algun Gothic" panose="020B0503020000020004" pitchFamily="34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일반도트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0" y="1989138"/>
            <a:ext cx="7950200" cy="21272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-4762" y="6742113"/>
            <a:ext cx="9148763" cy="115888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charset="-127"/>
                <a:ea typeface="굴림" panose="020B0600000101010101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charset="-127"/>
                <a:ea typeface="굴림" panose="020B0600000101010101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charset="-127"/>
                <a:ea typeface="굴림" panose="020B0600000101010101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charset="-127"/>
                <a:ea typeface="굴림" panose="020B0600000101010101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charset="-127"/>
                <a:ea typeface="굴림" panose="020B0600000101010101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charset="-127"/>
                <a:ea typeface="굴림" panose="020B0600000101010101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charset="-127"/>
                <a:ea typeface="굴림" panose="020B0600000101010101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charset="-127"/>
                <a:ea typeface="굴림" panose="020B0600000101010101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charset="-127"/>
                <a:ea typeface="굴림" panose="020B0600000101010101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굴림" panose="020B0600000101010101" charset="-127"/>
              <a:ea typeface="굴림" panose="020B0600000101010101" charset="-127"/>
              <a:cs typeface="+mn-cs"/>
            </a:endParaRPr>
          </a:p>
        </p:txBody>
      </p:sp>
      <p:pic>
        <p:nvPicPr>
          <p:cNvPr id="2052" name="Picture 11" descr="view_leftimage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3563938" cy="67421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5764" name="Rectangle 4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3200400" y="1524000"/>
            <a:ext cx="5791200" cy="1143000"/>
          </a:xfrm>
        </p:spPr>
        <p:txBody>
          <a:bodyPr/>
          <a:lstStyle>
            <a:lvl1pPr algn="ctr">
              <a:defRPr sz="5800">
                <a:effectLst/>
              </a:defRPr>
            </a:lvl1pPr>
          </a:lstStyle>
          <a:p>
            <a:pPr lvl="0"/>
            <a:r>
              <a:rPr lang="ko-KR" altLang="en-US" noProof="0"/>
              <a:t>마스터 제목 스타일 편집</a:t>
            </a:r>
            <a:endParaRPr lang="ko-KR" altLang="en-US" noProof="0"/>
          </a:p>
        </p:txBody>
      </p:sp>
      <p:sp>
        <p:nvSpPr>
          <p:cNvPr id="245765" name="Rectangle 5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3352800" y="2667000"/>
            <a:ext cx="5226050" cy="762000"/>
          </a:xfrm>
        </p:spPr>
        <p:txBody>
          <a:bodyPr/>
          <a:lstStyle>
            <a:lvl1pPr marL="0" indent="0" algn="ctr">
              <a:buFontTx/>
              <a:buNone/>
              <a:defRPr sz="2900">
                <a:solidFill>
                  <a:srgbClr val="0522B5"/>
                </a:solidFill>
                <a:latin typeface="-봄IIM" panose="02030504000101010101" charset="-127"/>
                <a:ea typeface="-봄IIM" panose="02030504000101010101" charset="-127"/>
              </a:defRPr>
            </a:lvl1pPr>
          </a:lstStyle>
          <a:p>
            <a:pPr lvl="0"/>
            <a:r>
              <a:rPr lang="ko-KR" altLang="en-US" noProof="0"/>
              <a:t>마스터 부제목 스타일 편집</a:t>
            </a:r>
            <a:endParaRPr lang="ko-KR" altLang="en-US" noProof="0"/>
          </a:p>
        </p:txBody>
      </p:sp>
      <p:sp>
        <p:nvSpPr>
          <p:cNvPr id="13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77000"/>
            <a:ext cx="1905000" cy="3048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rgbClr val="D2FEDC"/>
                </a:solidFill>
              </a:defRPr>
            </a:lvl1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D2FEDC"/>
              </a:solidFill>
              <a:effectLst/>
              <a:uLnTx/>
              <a:uFillTx/>
              <a:latin typeface="-봄IIM" panose="02030504000101010101" charset="-127"/>
              <a:ea typeface="-봄IIM" panose="02030504000101010101" charset="-127"/>
              <a:cs typeface="+mn-cs"/>
            </a:endParaRPr>
          </a:p>
        </p:txBody>
      </p:sp>
      <p:sp>
        <p:nvSpPr>
          <p:cNvPr id="14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77000"/>
            <a:ext cx="2895600" cy="3048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rgbClr val="D2FEDC"/>
                </a:solidFill>
              </a:defRPr>
            </a:lvl1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D2FEDC"/>
              </a:solidFill>
              <a:effectLst/>
              <a:uLnTx/>
              <a:uFillTx/>
              <a:latin typeface="-봄IIM" panose="02030504000101010101" charset="-127"/>
              <a:ea typeface="-봄IIM" panose="02030504000101010101" charset="-127"/>
              <a:cs typeface="+mn-cs"/>
            </a:endParaRPr>
          </a:p>
        </p:txBody>
      </p:sp>
      <p:sp>
        <p:nvSpPr>
          <p:cNvPr id="15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77000"/>
            <a:ext cx="1905000" cy="3048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rgbClr val="D2FEDC"/>
                </a:solidFill>
              </a:defRPr>
            </a:lvl1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5279CB-BD32-46EC-B29A-3E3C49CC0EF2}" type="slidenum">
              <a:rPr kumimoji="1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srgbClr val="D2FEDC"/>
                </a:solidFill>
                <a:effectLst/>
                <a:uLnTx/>
                <a:uFillTx/>
                <a:latin typeface="-봄IIM" panose="02030504000101010101" charset="-127"/>
                <a:ea typeface="-봄IIM" panose="02030504000101010101" charset="-127"/>
                <a:cs typeface="+mn-cs"/>
              </a:rPr>
            </a:fld>
            <a:endParaRPr kumimoji="1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D2FEDC"/>
              </a:solidFill>
              <a:effectLst/>
              <a:uLnTx/>
              <a:uFillTx/>
              <a:latin typeface="-봄IIM" panose="02030504000101010101" charset="-127"/>
              <a:ea typeface="-봄IIM" panose="02030504000101010101" charset="-127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F3D5F7"/>
              </a:solidFill>
              <a:effectLst/>
              <a:uLnTx/>
              <a:uFillTx/>
              <a:latin typeface="-봄IIM" panose="02030504000101010101" charset="-127"/>
              <a:ea typeface="-봄IIM" panose="02030504000101010101" charset="-127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F3D5F7"/>
              </a:solidFill>
              <a:effectLst/>
              <a:uLnTx/>
              <a:uFillTx/>
              <a:latin typeface="-봄IIM" panose="02030504000101010101" charset="-127"/>
              <a:ea typeface="-봄IIM" panose="02030504000101010101" charset="-127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7CD102F-819D-413A-BE43-74115B88633F}" type="slidenum">
              <a:rPr kumimoji="1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srgbClr val="F3D5F7"/>
                </a:solidFill>
                <a:effectLst/>
                <a:uLnTx/>
                <a:uFillTx/>
                <a:latin typeface="-봄IIM" panose="02030504000101010101" charset="-127"/>
                <a:ea typeface="-봄IIM" panose="02030504000101010101" charset="-127"/>
                <a:cs typeface="+mn-cs"/>
              </a:rPr>
            </a:fld>
            <a:endParaRPr kumimoji="1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F3D5F7"/>
              </a:solidFill>
              <a:effectLst/>
              <a:uLnTx/>
              <a:uFillTx/>
              <a:latin typeface="-봄IIM" panose="02030504000101010101" charset="-127"/>
              <a:ea typeface="-봄IIM" panose="02030504000101010101" charset="-127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F3D5F7"/>
              </a:solidFill>
              <a:effectLst/>
              <a:uLnTx/>
              <a:uFillTx/>
              <a:latin typeface="-봄IIM" panose="02030504000101010101" charset="-127"/>
              <a:ea typeface="-봄IIM" panose="02030504000101010101" charset="-127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F3D5F7"/>
              </a:solidFill>
              <a:effectLst/>
              <a:uLnTx/>
              <a:uFillTx/>
              <a:latin typeface="-봄IIM" panose="02030504000101010101" charset="-127"/>
              <a:ea typeface="-봄IIM" panose="02030504000101010101" charset="-127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7CD102F-819D-413A-BE43-74115B88633F}" type="slidenum">
              <a:rPr kumimoji="1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srgbClr val="F3D5F7"/>
                </a:solidFill>
                <a:effectLst/>
                <a:uLnTx/>
                <a:uFillTx/>
                <a:latin typeface="-봄IIM" panose="02030504000101010101" charset="-127"/>
                <a:ea typeface="-봄IIM" panose="02030504000101010101" charset="-127"/>
                <a:cs typeface="+mn-cs"/>
              </a:rPr>
            </a:fld>
            <a:endParaRPr kumimoji="1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F3D5F7"/>
              </a:solidFill>
              <a:effectLst/>
              <a:uLnTx/>
              <a:uFillTx/>
              <a:latin typeface="-봄IIM" panose="02030504000101010101" charset="-127"/>
              <a:ea typeface="-봄IIM" panose="02030504000101010101" charset="-127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90600" y="1447800"/>
            <a:ext cx="36576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00600" y="1447800"/>
            <a:ext cx="36576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F3D5F7"/>
              </a:solidFill>
              <a:effectLst/>
              <a:uLnTx/>
              <a:uFillTx/>
              <a:latin typeface="-봄IIM" panose="02030504000101010101" charset="-127"/>
              <a:ea typeface="-봄IIM" panose="02030504000101010101" charset="-127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F3D5F7"/>
              </a:solidFill>
              <a:effectLst/>
              <a:uLnTx/>
              <a:uFillTx/>
              <a:latin typeface="-봄IIM" panose="02030504000101010101" charset="-127"/>
              <a:ea typeface="-봄IIM" panose="02030504000101010101" charset="-127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7CD102F-819D-413A-BE43-74115B88633F}" type="slidenum">
              <a:rPr kumimoji="1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srgbClr val="F3D5F7"/>
                </a:solidFill>
                <a:effectLst/>
                <a:uLnTx/>
                <a:uFillTx/>
                <a:latin typeface="-봄IIM" panose="02030504000101010101" charset="-127"/>
                <a:ea typeface="-봄IIM" panose="02030504000101010101" charset="-127"/>
                <a:cs typeface="+mn-cs"/>
              </a:rPr>
            </a:fld>
            <a:endParaRPr kumimoji="1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F3D5F7"/>
              </a:solidFill>
              <a:effectLst/>
              <a:uLnTx/>
              <a:uFillTx/>
              <a:latin typeface="-봄IIM" panose="02030504000101010101" charset="-127"/>
              <a:ea typeface="-봄IIM" panose="02030504000101010101" charset="-127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F3D5F7"/>
              </a:solidFill>
              <a:effectLst/>
              <a:uLnTx/>
              <a:uFillTx/>
              <a:latin typeface="-봄IIM" panose="02030504000101010101" charset="-127"/>
              <a:ea typeface="-봄IIM" panose="02030504000101010101" charset="-127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F3D5F7"/>
              </a:solidFill>
              <a:effectLst/>
              <a:uLnTx/>
              <a:uFillTx/>
              <a:latin typeface="-봄IIM" panose="02030504000101010101" charset="-127"/>
              <a:ea typeface="-봄IIM" panose="02030504000101010101" charset="-127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7CD102F-819D-413A-BE43-74115B88633F}" type="slidenum">
              <a:rPr kumimoji="1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srgbClr val="F3D5F7"/>
                </a:solidFill>
                <a:effectLst/>
                <a:uLnTx/>
                <a:uFillTx/>
                <a:latin typeface="-봄IIM" panose="02030504000101010101" charset="-127"/>
                <a:ea typeface="-봄IIM" panose="02030504000101010101" charset="-127"/>
                <a:cs typeface="+mn-cs"/>
              </a:rPr>
            </a:fld>
            <a:endParaRPr kumimoji="1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F3D5F7"/>
              </a:solidFill>
              <a:effectLst/>
              <a:uLnTx/>
              <a:uFillTx/>
              <a:latin typeface="-봄IIM" panose="02030504000101010101" charset="-127"/>
              <a:ea typeface="-봄IIM" panose="02030504000101010101" charset="-127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F3D5F7"/>
              </a:solidFill>
              <a:effectLst/>
              <a:uLnTx/>
              <a:uFillTx/>
              <a:latin typeface="-봄IIM" panose="02030504000101010101" charset="-127"/>
              <a:ea typeface="-봄IIM" panose="02030504000101010101" charset="-127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F3D5F7"/>
              </a:solidFill>
              <a:effectLst/>
              <a:uLnTx/>
              <a:uFillTx/>
              <a:latin typeface="-봄IIM" panose="02030504000101010101" charset="-127"/>
              <a:ea typeface="-봄IIM" panose="02030504000101010101" charset="-127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7CD102F-819D-413A-BE43-74115B88633F}" type="slidenum">
              <a:rPr kumimoji="1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srgbClr val="F3D5F7"/>
                </a:solidFill>
                <a:effectLst/>
                <a:uLnTx/>
                <a:uFillTx/>
                <a:latin typeface="-봄IIM" panose="02030504000101010101" charset="-127"/>
                <a:ea typeface="-봄IIM" panose="02030504000101010101" charset="-127"/>
                <a:cs typeface="+mn-cs"/>
              </a:rPr>
            </a:fld>
            <a:endParaRPr kumimoji="1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F3D5F7"/>
              </a:solidFill>
              <a:effectLst/>
              <a:uLnTx/>
              <a:uFillTx/>
              <a:latin typeface="-봄IIM" panose="02030504000101010101" charset="-127"/>
              <a:ea typeface="-봄IIM" panose="02030504000101010101" charset="-127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F3D5F7"/>
              </a:solidFill>
              <a:effectLst/>
              <a:uLnTx/>
              <a:uFillTx/>
              <a:latin typeface="-봄IIM" panose="02030504000101010101" charset="-127"/>
              <a:ea typeface="-봄IIM" panose="02030504000101010101" charset="-127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F3D5F7"/>
              </a:solidFill>
              <a:effectLst/>
              <a:uLnTx/>
              <a:uFillTx/>
              <a:latin typeface="-봄IIM" panose="02030504000101010101" charset="-127"/>
              <a:ea typeface="-봄IIM" panose="02030504000101010101" charset="-127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7CD102F-819D-413A-BE43-74115B88633F}" type="slidenum">
              <a:rPr kumimoji="1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srgbClr val="F3D5F7"/>
                </a:solidFill>
                <a:effectLst/>
                <a:uLnTx/>
                <a:uFillTx/>
                <a:latin typeface="-봄IIM" panose="02030504000101010101" charset="-127"/>
                <a:ea typeface="-봄IIM" panose="02030504000101010101" charset="-127"/>
                <a:cs typeface="+mn-cs"/>
              </a:rPr>
            </a:fld>
            <a:endParaRPr kumimoji="1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F3D5F7"/>
              </a:solidFill>
              <a:effectLst/>
              <a:uLnTx/>
              <a:uFillTx/>
              <a:latin typeface="-봄IIM" panose="02030504000101010101" charset="-127"/>
              <a:ea typeface="-봄IIM" panose="02030504000101010101" charset="-127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F3D5F7"/>
              </a:solidFill>
              <a:effectLst/>
              <a:uLnTx/>
              <a:uFillTx/>
              <a:latin typeface="-봄IIM" panose="02030504000101010101" charset="-127"/>
              <a:ea typeface="-봄IIM" panose="02030504000101010101" charset="-127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F3D5F7"/>
              </a:solidFill>
              <a:effectLst/>
              <a:uLnTx/>
              <a:uFillTx/>
              <a:latin typeface="-봄IIM" panose="02030504000101010101" charset="-127"/>
              <a:ea typeface="-봄IIM" panose="02030504000101010101" charset="-127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7CD102F-819D-413A-BE43-74115B88633F}" type="slidenum">
              <a:rPr kumimoji="1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srgbClr val="F3D5F7"/>
                </a:solidFill>
                <a:effectLst/>
                <a:uLnTx/>
                <a:uFillTx/>
                <a:latin typeface="-봄IIM" panose="02030504000101010101" charset="-127"/>
                <a:ea typeface="-봄IIM" panose="02030504000101010101" charset="-127"/>
                <a:cs typeface="+mn-cs"/>
              </a:rPr>
            </a:fld>
            <a:endParaRPr kumimoji="1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F3D5F7"/>
              </a:solidFill>
              <a:effectLst/>
              <a:uLnTx/>
              <a:uFillTx/>
              <a:latin typeface="-봄IIM" panose="02030504000101010101" charset="-127"/>
              <a:ea typeface="-봄IIM" panose="02030504000101010101" charset="-127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rgbClr val="E1FFF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F3D5F7"/>
              </a:solidFill>
              <a:effectLst/>
              <a:uLnTx/>
              <a:uFillTx/>
              <a:latin typeface="-봄IIM" panose="02030504000101010101" charset="-127"/>
              <a:ea typeface="-봄IIM" panose="02030504000101010101" charset="-127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F3D5F7"/>
              </a:solidFill>
              <a:effectLst/>
              <a:uLnTx/>
              <a:uFillTx/>
              <a:latin typeface="-봄IIM" panose="02030504000101010101" charset="-127"/>
              <a:ea typeface="-봄IIM" panose="02030504000101010101" charset="-127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7CD102F-819D-413A-BE43-74115B88633F}" type="slidenum">
              <a:rPr kumimoji="1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srgbClr val="F3D5F7"/>
                </a:solidFill>
                <a:effectLst/>
                <a:uLnTx/>
                <a:uFillTx/>
                <a:latin typeface="-봄IIM" panose="02030504000101010101" charset="-127"/>
                <a:ea typeface="-봄IIM" panose="02030504000101010101" charset="-127"/>
                <a:cs typeface="+mn-cs"/>
              </a:rPr>
            </a:fld>
            <a:endParaRPr kumimoji="1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F3D5F7"/>
              </a:solidFill>
              <a:effectLst/>
              <a:uLnTx/>
              <a:uFillTx/>
              <a:latin typeface="-봄IIM" panose="02030504000101010101" charset="-127"/>
              <a:ea typeface="-봄IIM" panose="02030504000101010101" charset="-127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F3D5F7"/>
              </a:solidFill>
              <a:effectLst/>
              <a:uLnTx/>
              <a:uFillTx/>
              <a:latin typeface="-봄IIM" panose="02030504000101010101" charset="-127"/>
              <a:ea typeface="-봄IIM" panose="02030504000101010101" charset="-127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F3D5F7"/>
              </a:solidFill>
              <a:effectLst/>
              <a:uLnTx/>
              <a:uFillTx/>
              <a:latin typeface="-봄IIM" panose="02030504000101010101" charset="-127"/>
              <a:ea typeface="-봄IIM" panose="02030504000101010101" charset="-127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7CD102F-819D-413A-BE43-74115B88633F}" type="slidenum">
              <a:rPr kumimoji="1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srgbClr val="F3D5F7"/>
                </a:solidFill>
                <a:effectLst/>
                <a:uLnTx/>
                <a:uFillTx/>
                <a:latin typeface="-봄IIM" panose="02030504000101010101" charset="-127"/>
                <a:ea typeface="-봄IIM" panose="02030504000101010101" charset="-127"/>
                <a:cs typeface="+mn-cs"/>
              </a:rPr>
            </a:fld>
            <a:endParaRPr kumimoji="1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F3D5F7"/>
              </a:solidFill>
              <a:effectLst/>
              <a:uLnTx/>
              <a:uFillTx/>
              <a:latin typeface="-봄IIM" panose="02030504000101010101" charset="-127"/>
              <a:ea typeface="-봄IIM" panose="02030504000101010101" charset="-127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91300" y="304800"/>
            <a:ext cx="1866900" cy="6019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90600" y="304800"/>
            <a:ext cx="5448300" cy="6019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F3D5F7"/>
              </a:solidFill>
              <a:effectLst/>
              <a:uLnTx/>
              <a:uFillTx/>
              <a:latin typeface="-봄IIM" panose="02030504000101010101" charset="-127"/>
              <a:ea typeface="-봄IIM" panose="02030504000101010101" charset="-127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F3D5F7"/>
              </a:solidFill>
              <a:effectLst/>
              <a:uLnTx/>
              <a:uFillTx/>
              <a:latin typeface="-봄IIM" panose="02030504000101010101" charset="-127"/>
              <a:ea typeface="-봄IIM" panose="02030504000101010101" charset="-127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7CD102F-819D-413A-BE43-74115B88633F}" type="slidenum">
              <a:rPr kumimoji="1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srgbClr val="F3D5F7"/>
                </a:solidFill>
                <a:effectLst/>
                <a:uLnTx/>
                <a:uFillTx/>
                <a:latin typeface="-봄IIM" panose="02030504000101010101" charset="-127"/>
                <a:ea typeface="-봄IIM" panose="02030504000101010101" charset="-127"/>
                <a:cs typeface="+mn-cs"/>
              </a:rPr>
            </a:fld>
            <a:endParaRPr kumimoji="1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F3D5F7"/>
              </a:solidFill>
              <a:effectLst/>
              <a:uLnTx/>
              <a:uFillTx/>
              <a:latin typeface="-봄IIM" panose="02030504000101010101" charset="-127"/>
              <a:ea typeface="-봄IIM" panose="02030504000101010101" charset="-127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4.jpeg"/><Relationship Id="rId12" Type="http://schemas.openxmlformats.org/officeDocument/2006/relationships/image" Target="../media/image3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13" descr="header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0"/>
            <a:ext cx="9144000" cy="11715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5"/>
          <p:cNvSpPr>
            <a:spLocks noChangeArrowheads="1"/>
          </p:cNvSpPr>
          <p:nvPr/>
        </p:nvSpPr>
        <p:spPr bwMode="auto">
          <a:xfrm>
            <a:off x="1588" y="1125538"/>
            <a:ext cx="9155113" cy="220663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charset="-127"/>
                <a:ea typeface="굴림" panose="020B0600000101010101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charset="-127"/>
                <a:ea typeface="굴림" panose="020B0600000101010101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charset="-127"/>
                <a:ea typeface="굴림" panose="020B0600000101010101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charset="-127"/>
                <a:ea typeface="굴림" panose="020B0600000101010101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charset="-127"/>
                <a:ea typeface="굴림" panose="020B0600000101010101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charset="-127"/>
                <a:ea typeface="굴림" panose="020B0600000101010101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charset="-127"/>
                <a:ea typeface="굴림" panose="020B0600000101010101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charset="-127"/>
                <a:ea typeface="굴림" panose="020B0600000101010101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charset="-127"/>
                <a:ea typeface="굴림" panose="020B0600000101010101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굴림" panose="020B0600000101010101" charset="-127"/>
              <a:ea typeface="굴림" panose="020B0600000101010101" charset="-127"/>
              <a:cs typeface="+mn-cs"/>
            </a:endParaRPr>
          </a:p>
        </p:txBody>
      </p:sp>
      <p:sp>
        <p:nvSpPr>
          <p:cNvPr id="244742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990600" y="304800"/>
            <a:ext cx="72390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1029" name="Rectangle 7"/>
          <p:cNvSpPr>
            <a:spLocks noGrp="1"/>
          </p:cNvSpPr>
          <p:nvPr>
            <p:ph type="body" idx="1"/>
          </p:nvPr>
        </p:nvSpPr>
        <p:spPr>
          <a:xfrm>
            <a:off x="990600" y="1447800"/>
            <a:ext cx="7467600" cy="4876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ko-KR" altLang="en-US" dirty="0"/>
              <a:t>마스터 텍스트 스타일을 편집합니다</a:t>
            </a:r>
            <a:endParaRPr lang="ko-KR" altLang="en-US" dirty="0"/>
          </a:p>
          <a:p>
            <a:pPr lvl="1"/>
            <a:r>
              <a:rPr lang="ko-KR" altLang="en-US" dirty="0"/>
              <a:t>둘째 수준</a:t>
            </a:r>
            <a:endParaRPr lang="ko-KR" altLang="en-US" dirty="0"/>
          </a:p>
          <a:p>
            <a:pPr lvl="2"/>
            <a:r>
              <a:rPr lang="ko-KR" altLang="en-US" dirty="0"/>
              <a:t>셋째 수준</a:t>
            </a:r>
            <a:endParaRPr lang="ko-KR" altLang="en-US" dirty="0"/>
          </a:p>
          <a:p>
            <a:pPr lvl="3"/>
            <a:r>
              <a:rPr lang="ko-KR" altLang="en-US" dirty="0"/>
              <a:t>넷째 수준</a:t>
            </a:r>
            <a:endParaRPr lang="ko-KR" altLang="en-US" dirty="0"/>
          </a:p>
          <a:p>
            <a:pPr lvl="4"/>
            <a:r>
              <a:rPr lang="ko-KR" altLang="en-US" dirty="0"/>
              <a:t>다섯째 수준</a:t>
            </a:r>
            <a:endParaRPr lang="ko-KR" altLang="en-US" dirty="0"/>
          </a:p>
        </p:txBody>
      </p:sp>
      <p:sp>
        <p:nvSpPr>
          <p:cNvPr id="244744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92138" y="6465888"/>
            <a:ext cx="1905000" cy="31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latinLnBrk="1" hangingPunct="1">
              <a:defRPr sz="1400">
                <a:solidFill>
                  <a:srgbClr val="F3D5F7"/>
                </a:solidFill>
                <a:latin typeface="-봄IIM" panose="02030504000101010101" charset="-127"/>
                <a:ea typeface="-봄IIM" panose="02030504000101010101" charset="-127"/>
              </a:defRPr>
            </a:lvl1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F3D5F7"/>
              </a:solidFill>
              <a:effectLst/>
              <a:uLnTx/>
              <a:uFillTx/>
              <a:latin typeface="-봄IIM" panose="02030504000101010101" charset="-127"/>
              <a:ea typeface="-봄IIM" panose="02030504000101010101" charset="-127"/>
              <a:cs typeface="+mn-cs"/>
            </a:endParaRPr>
          </a:p>
        </p:txBody>
      </p:sp>
      <p:sp>
        <p:nvSpPr>
          <p:cNvPr id="244745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30538" y="6465888"/>
            <a:ext cx="2895600" cy="31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latinLnBrk="1" hangingPunct="1">
              <a:defRPr sz="1400">
                <a:solidFill>
                  <a:srgbClr val="F3D5F7"/>
                </a:solidFill>
                <a:latin typeface="-봄IIM" panose="02030504000101010101" charset="-127"/>
                <a:ea typeface="-봄IIM" panose="02030504000101010101" charset="-127"/>
              </a:defRPr>
            </a:lvl1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F3D5F7"/>
              </a:solidFill>
              <a:effectLst/>
              <a:uLnTx/>
              <a:uFillTx/>
              <a:latin typeface="-봄IIM" panose="02030504000101010101" charset="-127"/>
              <a:ea typeface="-봄IIM" panose="02030504000101010101" charset="-127"/>
              <a:cs typeface="+mn-cs"/>
            </a:endParaRPr>
          </a:p>
        </p:txBody>
      </p:sp>
      <p:sp>
        <p:nvSpPr>
          <p:cNvPr id="244746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9538" y="6465888"/>
            <a:ext cx="1905000" cy="31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latinLnBrk="1" hangingPunct="1">
              <a:defRPr sz="1400">
                <a:solidFill>
                  <a:srgbClr val="F3D5F7"/>
                </a:solidFill>
                <a:latin typeface="-봄IIM" panose="02030504000101010101" charset="-127"/>
                <a:ea typeface="-봄IIM" panose="02030504000101010101" charset="-127"/>
              </a:defRPr>
            </a:lvl1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7CD102F-819D-413A-BE43-74115B88633F}" type="slidenum">
              <a:rPr kumimoji="1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srgbClr val="F3D5F7"/>
                </a:solidFill>
                <a:effectLst/>
                <a:uLnTx/>
                <a:uFillTx/>
                <a:latin typeface="-봄IIM" panose="02030504000101010101" charset="-127"/>
                <a:ea typeface="-봄IIM" panose="02030504000101010101" charset="-127"/>
                <a:cs typeface="+mn-cs"/>
              </a:rPr>
            </a:fld>
            <a:endParaRPr kumimoji="1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F3D5F7"/>
              </a:solidFill>
              <a:effectLst/>
              <a:uLnTx/>
              <a:uFillTx/>
              <a:latin typeface="-봄IIM" panose="02030504000101010101" charset="-127"/>
              <a:ea typeface="-봄IIM" panose="02030504000101010101" charset="-127"/>
              <a:cs typeface="+mn-cs"/>
            </a:endParaRPr>
          </a:p>
        </p:txBody>
      </p:sp>
      <p:pic>
        <p:nvPicPr>
          <p:cNvPr id="1033" name="Picture 15" descr="background2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2988" y="0"/>
            <a:ext cx="5895975" cy="1052513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4000">
          <a:solidFill>
            <a:srgbClr val="0522B5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4000">
          <a:solidFill>
            <a:srgbClr val="0522B5"/>
          </a:solidFill>
          <a:effectLst>
            <a:outerShdw blurRad="38100" dist="38100" dir="2700000" algn="tl">
              <a:srgbClr val="C0C0C0"/>
            </a:outerShdw>
          </a:effectLst>
          <a:latin typeface="-봄IIB" panose="02030504000101010101" charset="-127"/>
          <a:ea typeface="-봄IIB" panose="02030504000101010101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4000">
          <a:solidFill>
            <a:srgbClr val="0522B5"/>
          </a:solidFill>
          <a:effectLst>
            <a:outerShdw blurRad="38100" dist="38100" dir="2700000" algn="tl">
              <a:srgbClr val="C0C0C0"/>
            </a:outerShdw>
          </a:effectLst>
          <a:latin typeface="-봄IIB" panose="02030504000101010101" charset="-127"/>
          <a:ea typeface="-봄IIB" panose="02030504000101010101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4000">
          <a:solidFill>
            <a:srgbClr val="0522B5"/>
          </a:solidFill>
          <a:effectLst>
            <a:outerShdw blurRad="38100" dist="38100" dir="2700000" algn="tl">
              <a:srgbClr val="C0C0C0"/>
            </a:outerShdw>
          </a:effectLst>
          <a:latin typeface="-봄IIB" panose="02030504000101010101" charset="-127"/>
          <a:ea typeface="-봄IIB" panose="02030504000101010101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4000">
          <a:solidFill>
            <a:srgbClr val="0522B5"/>
          </a:solidFill>
          <a:effectLst>
            <a:outerShdw blurRad="38100" dist="38100" dir="2700000" algn="tl">
              <a:srgbClr val="C0C0C0"/>
            </a:outerShdw>
          </a:effectLst>
          <a:latin typeface="-봄IIB" panose="02030504000101010101" charset="-127"/>
          <a:ea typeface="-봄IIB" panose="02030504000101010101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4000">
          <a:solidFill>
            <a:srgbClr val="0522B5"/>
          </a:solidFill>
          <a:effectLst>
            <a:outerShdw blurRad="38100" dist="38100" dir="2700000" algn="tl">
              <a:srgbClr val="C0C0C0"/>
            </a:outerShdw>
          </a:effectLst>
          <a:latin typeface="-봄IIB" panose="02030504000101010101" charset="-127"/>
          <a:ea typeface="-봄IIB" panose="02030504000101010101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4000">
          <a:solidFill>
            <a:srgbClr val="0522B5"/>
          </a:solidFill>
          <a:effectLst>
            <a:outerShdw blurRad="38100" dist="38100" dir="2700000" algn="tl">
              <a:srgbClr val="C0C0C0"/>
            </a:outerShdw>
          </a:effectLst>
          <a:latin typeface="-봄IIB" panose="02030504000101010101" charset="-127"/>
          <a:ea typeface="-봄IIB" panose="02030504000101010101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4000">
          <a:solidFill>
            <a:srgbClr val="0522B5"/>
          </a:solidFill>
          <a:effectLst>
            <a:outerShdw blurRad="38100" dist="38100" dir="2700000" algn="tl">
              <a:srgbClr val="C0C0C0"/>
            </a:outerShdw>
          </a:effectLst>
          <a:latin typeface="-봄IIB" panose="02030504000101010101" charset="-127"/>
          <a:ea typeface="-봄IIB" panose="02030504000101010101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4000">
          <a:solidFill>
            <a:srgbClr val="0522B5"/>
          </a:solidFill>
          <a:effectLst>
            <a:outerShdw blurRad="38100" dist="38100" dir="2700000" algn="tl">
              <a:srgbClr val="C0C0C0"/>
            </a:outerShdw>
          </a:effectLst>
          <a:latin typeface="-봄IIB" panose="02030504000101010101" charset="-127"/>
          <a:ea typeface="-봄IIB" panose="02030504000101010101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rgbClr val="E1FFFE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000">
          <a:solidFill>
            <a:srgbClr val="E1FFFE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>
          <a:solidFill>
            <a:srgbClr val="E1FFFE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600">
          <a:solidFill>
            <a:srgbClr val="E1FFFE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400">
          <a:solidFill>
            <a:srgbClr val="E1FFFE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•"/>
        <a:defRPr kumimoji="1" sz="1400">
          <a:solidFill>
            <a:srgbClr val="E1FFFE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•"/>
        <a:defRPr kumimoji="1" sz="1400">
          <a:solidFill>
            <a:srgbClr val="E1FFFE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•"/>
        <a:defRPr kumimoji="1" sz="1400">
          <a:solidFill>
            <a:srgbClr val="E1FFFE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•"/>
        <a:defRPr kumimoji="1" sz="1400">
          <a:solidFill>
            <a:srgbClr val="E1FFFE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0522B5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附录</a:t>
            </a:r>
            <a:endParaRPr kumimoji="1" lang="zh-CN" altLang="en-US" sz="4000" b="0" i="0" u="none" strike="noStrike" kern="0" cap="none" spc="0" normalizeH="0" baseline="0" noProof="0" dirty="0">
              <a:ln>
                <a:noFill/>
              </a:ln>
              <a:solidFill>
                <a:srgbClr val="0522B5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8435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388" y="2852738"/>
            <a:ext cx="3000375" cy="2895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436" name="文本框 4"/>
          <p:cNvSpPr txBox="1"/>
          <p:nvPr/>
        </p:nvSpPr>
        <p:spPr>
          <a:xfrm>
            <a:off x="323850" y="1773238"/>
            <a:ext cx="316865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E1FFFE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rgbClr val="E1FFFE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rgbClr val="E1FFFE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600">
                <a:solidFill>
                  <a:srgbClr val="E1FFFE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rgbClr val="E1FFFE"/>
                </a:solidFill>
                <a:latin typeface="+mn-lt"/>
                <a:ea typeface="+mn-ea"/>
              </a:defRPr>
            </a:lvl5pPr>
          </a:lstStyle>
          <a:p>
            <a:pPr marL="0" lvl="0" indent="0" latinLnBrk="0">
              <a:spcBef>
                <a:spcPct val="0"/>
              </a:spcBef>
              <a:buNone/>
            </a:pPr>
            <a:r>
              <a:rPr lang="zh-CN" altLang="en-US" dirty="0">
                <a:solidFill>
                  <a:schemeClr val="tx1"/>
                </a:solidFill>
                <a:latin typeface="굴림" panose="020B0600000101010101" charset="-127"/>
                <a:ea typeface="굴림" panose="020B0600000101010101" charset="-127"/>
              </a:rPr>
              <a:t>实验一 参考</a:t>
            </a:r>
            <a:endParaRPr lang="zh-CN" altLang="en-US" dirty="0">
              <a:solidFill>
                <a:schemeClr val="tx1"/>
              </a:solidFill>
              <a:latin typeface="굴림" panose="020B0600000101010101" charset="-127"/>
              <a:ea typeface="굴림" panose="020B0600000101010101" charset="-127"/>
            </a:endParaRPr>
          </a:p>
        </p:txBody>
      </p:sp>
      <p:sp>
        <p:nvSpPr>
          <p:cNvPr id="18437" name="矩形 5"/>
          <p:cNvSpPr/>
          <p:nvPr/>
        </p:nvSpPr>
        <p:spPr>
          <a:xfrm>
            <a:off x="4640263" y="1773238"/>
            <a:ext cx="28844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E1FFFE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rgbClr val="E1FFFE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rgbClr val="E1FFFE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600">
                <a:solidFill>
                  <a:srgbClr val="E1FFFE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rgbClr val="E1FFFE"/>
                </a:solidFill>
                <a:latin typeface="+mn-lt"/>
                <a:ea typeface="+mn-ea"/>
              </a:defRPr>
            </a:lvl5pPr>
          </a:lstStyle>
          <a:p>
            <a:pPr marL="0" lvl="0" indent="0" latinLnBrk="0">
              <a:spcBef>
                <a:spcPct val="0"/>
              </a:spcBef>
              <a:buNone/>
            </a:pPr>
            <a:r>
              <a:rPr lang="zh-CN" altLang="en-US" dirty="0">
                <a:solidFill>
                  <a:schemeClr val="tx1"/>
                </a:solidFill>
                <a:latin typeface="굴림" panose="020B0600000101010101" charset="-127"/>
                <a:ea typeface="굴림" panose="020B0600000101010101" charset="-127"/>
              </a:rPr>
              <a:t>实验二 参考</a:t>
            </a:r>
            <a:r>
              <a:rPr lang="en-US" altLang="zh-CN" sz="2000" dirty="0">
                <a:solidFill>
                  <a:schemeClr val="tx1"/>
                </a:solidFill>
                <a:latin typeface="굴림" panose="020B0600000101010101" charset="-127"/>
                <a:ea typeface="굴림" panose="020B0600000101010101" charset="-127"/>
              </a:rPr>
              <a:t>2.1</a:t>
            </a:r>
            <a:endParaRPr lang="zh-CN" altLang="en-US" sz="2000" dirty="0">
              <a:solidFill>
                <a:schemeClr val="tx1"/>
              </a:solidFill>
              <a:latin typeface="굴림" panose="020B0600000101010101" charset="-127"/>
              <a:ea typeface="굴림" panose="020B0600000101010101" charset="-127"/>
            </a:endParaRPr>
          </a:p>
        </p:txBody>
      </p:sp>
      <p:pic>
        <p:nvPicPr>
          <p:cNvPr id="1843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738" y="2420938"/>
            <a:ext cx="4657725" cy="43338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0522B5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附录</a:t>
            </a:r>
            <a:endParaRPr kumimoji="1" lang="zh-CN" altLang="en-US" sz="4000" b="0" i="0" u="none" strike="noStrike" kern="0" cap="none" spc="0" normalizeH="0" baseline="0" noProof="0" dirty="0">
              <a:ln>
                <a:noFill/>
              </a:ln>
              <a:solidFill>
                <a:srgbClr val="0522B5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9459" name="文本框 4"/>
          <p:cNvSpPr txBox="1"/>
          <p:nvPr/>
        </p:nvSpPr>
        <p:spPr>
          <a:xfrm>
            <a:off x="179388" y="3213100"/>
            <a:ext cx="66675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E1FFFE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rgbClr val="E1FFFE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rgbClr val="E1FFFE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600">
                <a:solidFill>
                  <a:srgbClr val="E1FFFE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rgbClr val="E1FFFE"/>
                </a:solidFill>
                <a:latin typeface="+mn-lt"/>
                <a:ea typeface="+mn-ea"/>
              </a:defRPr>
            </a:lvl5pPr>
          </a:lstStyle>
          <a:p>
            <a:pPr marL="0" lvl="0" indent="0" latinLnBrk="0"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  <a:latin typeface="굴림" panose="020B0600000101010101" charset="-127"/>
                <a:ea typeface="굴림" panose="020B0600000101010101" charset="-127"/>
              </a:rPr>
              <a:t>2.2</a:t>
            </a:r>
            <a:endParaRPr lang="zh-CN" altLang="en-US" dirty="0">
              <a:solidFill>
                <a:schemeClr val="tx1"/>
              </a:solidFill>
              <a:latin typeface="굴림" panose="020B0600000101010101" charset="-127"/>
              <a:ea typeface="굴림" panose="020B0600000101010101" charset="-127"/>
            </a:endParaRPr>
          </a:p>
        </p:txBody>
      </p:sp>
      <p:pic>
        <p:nvPicPr>
          <p:cNvPr id="19460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8888" y="1363663"/>
            <a:ext cx="7153275" cy="55165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0522B5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附录</a:t>
            </a:r>
            <a:endParaRPr kumimoji="1" lang="zh-CN" altLang="en-US" sz="4000" b="0" i="0" u="none" strike="noStrike" kern="0" cap="none" spc="0" normalizeH="0" baseline="0" noProof="0" dirty="0">
              <a:ln>
                <a:noFill/>
              </a:ln>
              <a:solidFill>
                <a:srgbClr val="0522B5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0483" name="文本框 4"/>
          <p:cNvSpPr txBox="1"/>
          <p:nvPr/>
        </p:nvSpPr>
        <p:spPr>
          <a:xfrm>
            <a:off x="295275" y="3811588"/>
            <a:ext cx="668338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E1FFFE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rgbClr val="E1FFFE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rgbClr val="E1FFFE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600">
                <a:solidFill>
                  <a:srgbClr val="E1FFFE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rgbClr val="E1FFFE"/>
                </a:solidFill>
                <a:latin typeface="+mn-lt"/>
                <a:ea typeface="+mn-ea"/>
              </a:defRPr>
            </a:lvl5pPr>
          </a:lstStyle>
          <a:p>
            <a:pPr marL="0" lvl="0" indent="0" latinLnBrk="0"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  <a:latin typeface="굴림" panose="020B0600000101010101" charset="-127"/>
                <a:ea typeface="굴림" panose="020B0600000101010101" charset="-127"/>
              </a:rPr>
              <a:t>2.3</a:t>
            </a:r>
            <a:endParaRPr lang="zh-CN" altLang="en-US" dirty="0">
              <a:solidFill>
                <a:schemeClr val="tx1"/>
              </a:solidFill>
              <a:latin typeface="굴림" panose="020B0600000101010101" charset="-127"/>
              <a:ea typeface="굴림" panose="020B0600000101010101" charset="-127"/>
            </a:endParaRPr>
          </a:p>
        </p:txBody>
      </p:sp>
      <p:pic>
        <p:nvPicPr>
          <p:cNvPr id="20484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4438" y="2724150"/>
            <a:ext cx="5048250" cy="2638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0522B5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附录</a:t>
            </a:r>
            <a:endParaRPr kumimoji="1" lang="zh-CN" altLang="en-US" sz="4000" b="0" i="0" u="none" strike="noStrike" kern="0" cap="none" spc="0" normalizeH="0" baseline="0" noProof="0" dirty="0">
              <a:ln>
                <a:noFill/>
              </a:ln>
              <a:solidFill>
                <a:srgbClr val="0522B5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1507" name="文本框 4"/>
          <p:cNvSpPr txBox="1"/>
          <p:nvPr/>
        </p:nvSpPr>
        <p:spPr>
          <a:xfrm>
            <a:off x="179388" y="3213100"/>
            <a:ext cx="66675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E1FFFE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rgbClr val="E1FFFE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rgbClr val="E1FFFE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600">
                <a:solidFill>
                  <a:srgbClr val="E1FFFE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rgbClr val="E1FFFE"/>
                </a:solidFill>
                <a:latin typeface="+mn-lt"/>
                <a:ea typeface="+mn-ea"/>
              </a:defRPr>
            </a:lvl5pPr>
          </a:lstStyle>
          <a:p>
            <a:pPr marL="0" lvl="0" indent="0" latinLnBrk="0"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  <a:latin typeface="굴림" panose="020B0600000101010101" charset="-127"/>
                <a:ea typeface="굴림" panose="020B0600000101010101" charset="-127"/>
              </a:rPr>
              <a:t>2.4</a:t>
            </a:r>
            <a:endParaRPr lang="zh-CN" altLang="en-US" dirty="0">
              <a:solidFill>
                <a:schemeClr val="tx1"/>
              </a:solidFill>
              <a:latin typeface="굴림" panose="020B0600000101010101" charset="-127"/>
              <a:ea typeface="굴림" panose="020B0600000101010101" charset="-127"/>
            </a:endParaRPr>
          </a:p>
        </p:txBody>
      </p:sp>
      <p:pic>
        <p:nvPicPr>
          <p:cNvPr id="21508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6375" y="2349500"/>
            <a:ext cx="6553200" cy="31337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0522B5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附录</a:t>
            </a:r>
            <a:endParaRPr kumimoji="1" lang="zh-CN" altLang="en-US" sz="4000" b="0" i="0" u="none" strike="noStrike" kern="0" cap="none" spc="0" normalizeH="0" baseline="0" noProof="0" dirty="0">
              <a:ln>
                <a:noFill/>
              </a:ln>
              <a:solidFill>
                <a:srgbClr val="0522B5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2531" name="文本框 4"/>
          <p:cNvSpPr txBox="1"/>
          <p:nvPr/>
        </p:nvSpPr>
        <p:spPr>
          <a:xfrm>
            <a:off x="250825" y="1412875"/>
            <a:ext cx="316865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E1FFFE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rgbClr val="E1FFFE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rgbClr val="E1FFFE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600">
                <a:solidFill>
                  <a:srgbClr val="E1FFFE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rgbClr val="E1FFFE"/>
                </a:solidFill>
                <a:latin typeface="+mn-lt"/>
                <a:ea typeface="+mn-ea"/>
              </a:defRPr>
            </a:lvl5pPr>
          </a:lstStyle>
          <a:p>
            <a:pPr marL="0" lvl="0" indent="0" latinLnBrk="0">
              <a:spcBef>
                <a:spcPct val="0"/>
              </a:spcBef>
              <a:buNone/>
            </a:pPr>
            <a:r>
              <a:rPr lang="zh-CN" altLang="en-US" dirty="0">
                <a:solidFill>
                  <a:schemeClr val="tx1"/>
                </a:solidFill>
                <a:latin typeface="굴림" panose="020B0600000101010101" charset="-127"/>
                <a:ea typeface="굴림" panose="020B0600000101010101" charset="-127"/>
              </a:rPr>
              <a:t>实验三 参考</a:t>
            </a:r>
            <a:endParaRPr lang="zh-CN" altLang="en-US" dirty="0">
              <a:solidFill>
                <a:schemeClr val="tx1"/>
              </a:solidFill>
              <a:latin typeface="굴림" panose="020B0600000101010101" charset="-127"/>
              <a:ea typeface="굴림" panose="020B0600000101010101" charset="-127"/>
            </a:endParaRPr>
          </a:p>
        </p:txBody>
      </p:sp>
      <p:pic>
        <p:nvPicPr>
          <p:cNvPr id="22532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50" y="2673350"/>
            <a:ext cx="4143375" cy="32400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533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825" y="2852738"/>
            <a:ext cx="3635375" cy="28797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534" name="文本框 4"/>
          <p:cNvSpPr txBox="1"/>
          <p:nvPr/>
        </p:nvSpPr>
        <p:spPr>
          <a:xfrm>
            <a:off x="107950" y="2043113"/>
            <a:ext cx="316865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E1FFFE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rgbClr val="E1FFFE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rgbClr val="E1FFFE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600">
                <a:solidFill>
                  <a:srgbClr val="E1FFFE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rgbClr val="E1FFFE"/>
                </a:solidFill>
                <a:latin typeface="+mn-lt"/>
                <a:ea typeface="+mn-ea"/>
              </a:defRPr>
            </a:lvl5pPr>
          </a:lstStyle>
          <a:p>
            <a:pPr marL="0" lvl="0" indent="0" latinLnBrk="0"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  <a:latin typeface="굴림" panose="020B0600000101010101" charset="-127"/>
                <a:ea typeface="굴림" panose="020B0600000101010101" charset="-127"/>
              </a:rPr>
              <a:t>3.1</a:t>
            </a:r>
            <a:endParaRPr lang="zh-CN" altLang="en-US" dirty="0">
              <a:solidFill>
                <a:schemeClr val="tx1"/>
              </a:solidFill>
              <a:latin typeface="굴림" panose="020B0600000101010101" charset="-127"/>
              <a:ea typeface="굴림" panose="020B0600000101010101" charset="-127"/>
            </a:endParaRPr>
          </a:p>
        </p:txBody>
      </p:sp>
      <p:sp>
        <p:nvSpPr>
          <p:cNvPr id="22535" name="文本框 4"/>
          <p:cNvSpPr txBox="1"/>
          <p:nvPr/>
        </p:nvSpPr>
        <p:spPr>
          <a:xfrm>
            <a:off x="5003800" y="2162175"/>
            <a:ext cx="316865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E1FFFE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rgbClr val="E1FFFE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rgbClr val="E1FFFE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600">
                <a:solidFill>
                  <a:srgbClr val="E1FFFE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rgbClr val="E1FFFE"/>
                </a:solidFill>
                <a:latin typeface="+mn-lt"/>
                <a:ea typeface="+mn-ea"/>
              </a:defRPr>
            </a:lvl5pPr>
          </a:lstStyle>
          <a:p>
            <a:pPr marL="0" lvl="0" indent="0" latinLnBrk="0"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  <a:latin typeface="굴림" panose="020B0600000101010101" charset="-127"/>
                <a:ea typeface="굴림" panose="020B0600000101010101" charset="-127"/>
              </a:rPr>
              <a:t>3.2</a:t>
            </a:r>
            <a:endParaRPr lang="zh-CN" altLang="en-US" dirty="0">
              <a:solidFill>
                <a:schemeClr val="tx1"/>
              </a:solidFill>
              <a:latin typeface="굴림" panose="020B0600000101010101" charset="-127"/>
              <a:ea typeface="굴림" panose="020B0600000101010101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0522B5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附录</a:t>
            </a:r>
            <a:endParaRPr kumimoji="1" lang="zh-CN" altLang="en-US" sz="4000" b="0" i="0" u="none" strike="noStrike" kern="0" cap="none" spc="0" normalizeH="0" baseline="0" noProof="0" dirty="0">
              <a:ln>
                <a:noFill/>
              </a:ln>
              <a:solidFill>
                <a:srgbClr val="0522B5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3555" name="文本框 4"/>
          <p:cNvSpPr txBox="1"/>
          <p:nvPr/>
        </p:nvSpPr>
        <p:spPr>
          <a:xfrm>
            <a:off x="250825" y="1412875"/>
            <a:ext cx="316865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E1FFFE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rgbClr val="E1FFFE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rgbClr val="E1FFFE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600">
                <a:solidFill>
                  <a:srgbClr val="E1FFFE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rgbClr val="E1FFFE"/>
                </a:solidFill>
                <a:latin typeface="+mn-lt"/>
                <a:ea typeface="+mn-ea"/>
              </a:defRPr>
            </a:lvl5pPr>
          </a:lstStyle>
          <a:p>
            <a:pPr marL="0" lvl="0" indent="0" latinLnBrk="0">
              <a:spcBef>
                <a:spcPct val="0"/>
              </a:spcBef>
              <a:buNone/>
            </a:pPr>
            <a:r>
              <a:rPr lang="zh-CN" altLang="en-US" dirty="0">
                <a:solidFill>
                  <a:schemeClr val="tx1"/>
                </a:solidFill>
                <a:latin typeface="굴림" panose="020B0600000101010101" charset="-127"/>
                <a:ea typeface="굴림" panose="020B0600000101010101" charset="-127"/>
              </a:rPr>
              <a:t>实验三 参考</a:t>
            </a:r>
            <a:endParaRPr lang="zh-CN" altLang="en-US" dirty="0">
              <a:solidFill>
                <a:schemeClr val="tx1"/>
              </a:solidFill>
              <a:latin typeface="굴림" panose="020B0600000101010101" charset="-127"/>
              <a:ea typeface="굴림" panose="020B0600000101010101" charset="-127"/>
            </a:endParaRPr>
          </a:p>
        </p:txBody>
      </p:sp>
      <p:pic>
        <p:nvPicPr>
          <p:cNvPr id="2355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8038" y="2060575"/>
            <a:ext cx="5033962" cy="43830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557" name="文本框 4"/>
          <p:cNvSpPr txBox="1"/>
          <p:nvPr/>
        </p:nvSpPr>
        <p:spPr>
          <a:xfrm>
            <a:off x="250825" y="2562225"/>
            <a:ext cx="316865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E1FFFE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rgbClr val="E1FFFE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rgbClr val="E1FFFE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600">
                <a:solidFill>
                  <a:srgbClr val="E1FFFE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rgbClr val="E1FFFE"/>
                </a:solidFill>
                <a:latin typeface="+mn-lt"/>
                <a:ea typeface="+mn-ea"/>
              </a:defRPr>
            </a:lvl5pPr>
          </a:lstStyle>
          <a:p>
            <a:pPr marL="0" lvl="0" indent="0" latinLnBrk="0"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  <a:latin typeface="굴림" panose="020B0600000101010101" charset="-127"/>
                <a:ea typeface="굴림" panose="020B0600000101010101" charset="-127"/>
              </a:rPr>
              <a:t>3.3</a:t>
            </a:r>
            <a:endParaRPr lang="zh-CN" altLang="en-US" dirty="0">
              <a:solidFill>
                <a:schemeClr val="tx1"/>
              </a:solidFill>
              <a:latin typeface="굴림" panose="020B0600000101010101" charset="-127"/>
              <a:ea typeface="굴림" panose="020B0600000101010101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0522B5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附录</a:t>
            </a:r>
            <a:endParaRPr kumimoji="1" lang="zh-CN" altLang="en-US" sz="4000" b="0" i="0" u="none" strike="noStrike" kern="0" cap="none" spc="0" normalizeH="0" baseline="0" noProof="0" dirty="0">
              <a:ln>
                <a:noFill/>
              </a:ln>
              <a:solidFill>
                <a:srgbClr val="0522B5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4579" name="文本框 4"/>
          <p:cNvSpPr txBox="1"/>
          <p:nvPr/>
        </p:nvSpPr>
        <p:spPr>
          <a:xfrm>
            <a:off x="250825" y="1412875"/>
            <a:ext cx="316865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rgbClr val="E1FFFE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rgbClr val="E1FFFE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rgbClr val="E1FFFE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600">
                <a:solidFill>
                  <a:srgbClr val="E1FFFE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400">
                <a:solidFill>
                  <a:srgbClr val="E1FFFE"/>
                </a:solidFill>
                <a:latin typeface="+mn-lt"/>
                <a:ea typeface="+mn-ea"/>
              </a:defRPr>
            </a:lvl5pPr>
          </a:lstStyle>
          <a:p>
            <a:pPr marL="0" lvl="0" indent="0" latinLnBrk="0">
              <a:spcBef>
                <a:spcPct val="0"/>
              </a:spcBef>
              <a:buNone/>
            </a:pPr>
            <a:r>
              <a:rPr lang="zh-CN" altLang="en-US" dirty="0">
                <a:solidFill>
                  <a:schemeClr val="tx1"/>
                </a:solidFill>
                <a:latin typeface="굴림" panose="020B0600000101010101" charset="-127"/>
                <a:ea typeface="굴림" panose="020B0600000101010101" charset="-127"/>
              </a:rPr>
              <a:t>实验三 参考</a:t>
            </a:r>
            <a:endParaRPr lang="zh-CN" altLang="en-US" dirty="0">
              <a:solidFill>
                <a:schemeClr val="tx1"/>
              </a:solidFill>
              <a:latin typeface="굴림" panose="020B0600000101010101" charset="-127"/>
              <a:ea typeface="굴림" panose="020B0600000101010101" charset="-127"/>
            </a:endParaRPr>
          </a:p>
        </p:txBody>
      </p:sp>
      <p:pic>
        <p:nvPicPr>
          <p:cNvPr id="24580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850" y="2144713"/>
            <a:ext cx="3960813" cy="42481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581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9775" y="1647825"/>
            <a:ext cx="4281488" cy="49831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109">
  <a:themeElements>
    <a:clrScheme name="B109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109">
      <a:majorFont>
        <a:latin typeface="-봄IIB"/>
        <a:ea typeface="-봄IIB"/>
        <a:cs typeface=""/>
      </a:majorFont>
      <a:minorFont>
        <a:latin typeface="-봄IIL"/>
        <a:ea typeface="-봄I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charset="-127"/>
            <a:ea typeface="굴림" panose="020B0600000101010101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charset="-127"/>
            <a:ea typeface="굴림" panose="020B0600000101010101" charset="-127"/>
          </a:defRPr>
        </a:defPPr>
      </a:lstStyle>
    </a:lnDef>
  </a:objectDefaults>
  <a:extraClrSchemeLst>
    <a:extraClrScheme>
      <a:clrScheme name="B109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109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109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109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10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10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10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C:\coolpt\TempSlide\B109.POT</Template>
  <TotalTime>0</TotalTime>
  <Words>65</Words>
  <Application>WPS 演示</Application>
  <PresentationFormat/>
  <Paragraphs>36</Paragraphs>
  <Slides>7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2" baseType="lpstr">
      <vt:lpstr>Arial</vt:lpstr>
      <vt:lpstr>宋体</vt:lpstr>
      <vt:lpstr>Wingdings</vt:lpstr>
      <vt:lpstr>굴림</vt:lpstr>
      <vt:lpstr>-봄IIB</vt:lpstr>
      <vt:lpstr>-봄IIL</vt:lpstr>
      <vt:lpstr>Calibri</vt:lpstr>
      <vt:lpstr>Malgun Gothic</vt:lpstr>
      <vt:lpstr>-봄IIM</vt:lpstr>
      <vt:lpstr>Times New Roman</vt:lpstr>
      <vt:lpstr>微软雅黑</vt:lpstr>
      <vt:lpstr>Arial Unicode MS</vt:lpstr>
      <vt:lpstr>BatangChe</vt:lpstr>
      <vt:lpstr>Segoe Print</vt:lpstr>
      <vt:lpstr>B109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CQUPowerPoint</dc:title>
  <dc:creator>风山火林</dc:creator>
  <cp:lastModifiedBy>星尘</cp:lastModifiedBy>
  <cp:revision>203</cp:revision>
  <cp:lastPrinted>2013-05-06T03:51:34Z</cp:lastPrinted>
  <dcterms:created xsi:type="dcterms:W3CDTF">2001-07-18T23:57:34Z</dcterms:created>
  <dcterms:modified xsi:type="dcterms:W3CDTF">2026-03-15T01:34:09Z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2B20D5D0DE264AB6BC247DAD30E2B3B2_13</vt:lpwstr>
  </property>
  <property fmtid="{D5CDD505-2E9C-101B-9397-08002B2CF9AE}" pid="3" name="KSOProductBuildVer">
    <vt:lpwstr>2052-12.1.0.25225</vt:lpwstr>
  </property>
</Properties>
</file>