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13"/>
  </p:notesMasterIdLst>
  <p:sldIdLst>
    <p:sldId id="256" r:id="rId2"/>
    <p:sldId id="332" r:id="rId3"/>
    <p:sldId id="260" r:id="rId4"/>
    <p:sldId id="524" r:id="rId5"/>
    <p:sldId id="525" r:id="rId6"/>
    <p:sldId id="526" r:id="rId7"/>
    <p:sldId id="527" r:id="rId8"/>
    <p:sldId id="528" r:id="rId9"/>
    <p:sldId id="529" r:id="rId10"/>
    <p:sldId id="530" r:id="rId11"/>
    <p:sldId id="531" r:id="rId12"/>
    <p:sldId id="532" r:id="rId13"/>
    <p:sldId id="534" r:id="rId14"/>
    <p:sldId id="614" r:id="rId15"/>
    <p:sldId id="535" r:id="rId16"/>
    <p:sldId id="536" r:id="rId17"/>
    <p:sldId id="538" r:id="rId18"/>
    <p:sldId id="623" r:id="rId19"/>
    <p:sldId id="539" r:id="rId20"/>
    <p:sldId id="540" r:id="rId21"/>
    <p:sldId id="541" r:id="rId22"/>
    <p:sldId id="542" r:id="rId23"/>
    <p:sldId id="543" r:id="rId24"/>
    <p:sldId id="544" r:id="rId25"/>
    <p:sldId id="545" r:id="rId26"/>
    <p:sldId id="546" r:id="rId27"/>
    <p:sldId id="547" r:id="rId28"/>
    <p:sldId id="548" r:id="rId29"/>
    <p:sldId id="549" r:id="rId30"/>
    <p:sldId id="550" r:id="rId31"/>
    <p:sldId id="552" r:id="rId32"/>
    <p:sldId id="553" r:id="rId33"/>
    <p:sldId id="554" r:id="rId34"/>
    <p:sldId id="555" r:id="rId35"/>
    <p:sldId id="556" r:id="rId36"/>
    <p:sldId id="557" r:id="rId37"/>
    <p:sldId id="558" r:id="rId38"/>
    <p:sldId id="559" r:id="rId39"/>
    <p:sldId id="560" r:id="rId40"/>
    <p:sldId id="627" r:id="rId41"/>
    <p:sldId id="617" r:id="rId42"/>
    <p:sldId id="562" r:id="rId43"/>
    <p:sldId id="615" r:id="rId44"/>
    <p:sldId id="563" r:id="rId45"/>
    <p:sldId id="565" r:id="rId46"/>
    <p:sldId id="566" r:id="rId47"/>
    <p:sldId id="567" r:id="rId48"/>
    <p:sldId id="568" r:id="rId49"/>
    <p:sldId id="569" r:id="rId50"/>
    <p:sldId id="625" r:id="rId51"/>
    <p:sldId id="626" r:id="rId52"/>
    <p:sldId id="628" r:id="rId53"/>
    <p:sldId id="630" r:id="rId54"/>
    <p:sldId id="624" r:id="rId55"/>
    <p:sldId id="570" r:id="rId56"/>
    <p:sldId id="571" r:id="rId57"/>
    <p:sldId id="572" r:id="rId58"/>
    <p:sldId id="573" r:id="rId59"/>
    <p:sldId id="574" r:id="rId60"/>
    <p:sldId id="619" r:id="rId61"/>
    <p:sldId id="575" r:id="rId62"/>
    <p:sldId id="576" r:id="rId63"/>
    <p:sldId id="578" r:id="rId64"/>
    <p:sldId id="577" r:id="rId65"/>
    <p:sldId id="620" r:id="rId66"/>
    <p:sldId id="579" r:id="rId67"/>
    <p:sldId id="580" r:id="rId68"/>
    <p:sldId id="581" r:id="rId69"/>
    <p:sldId id="582" r:id="rId70"/>
    <p:sldId id="583" r:id="rId71"/>
    <p:sldId id="584" r:id="rId72"/>
    <p:sldId id="585" r:id="rId73"/>
    <p:sldId id="588" r:id="rId74"/>
    <p:sldId id="586" r:id="rId75"/>
    <p:sldId id="587" r:id="rId76"/>
    <p:sldId id="631" r:id="rId77"/>
    <p:sldId id="589" r:id="rId78"/>
    <p:sldId id="590" r:id="rId79"/>
    <p:sldId id="591" r:id="rId80"/>
    <p:sldId id="592" r:id="rId81"/>
    <p:sldId id="593" r:id="rId82"/>
    <p:sldId id="594" r:id="rId83"/>
    <p:sldId id="618" r:id="rId84"/>
    <p:sldId id="595" r:id="rId85"/>
    <p:sldId id="596" r:id="rId86"/>
    <p:sldId id="597" r:id="rId87"/>
    <p:sldId id="598" r:id="rId88"/>
    <p:sldId id="599" r:id="rId89"/>
    <p:sldId id="600" r:id="rId90"/>
    <p:sldId id="601" r:id="rId91"/>
    <p:sldId id="637" r:id="rId92"/>
    <p:sldId id="616" r:id="rId93"/>
    <p:sldId id="602" r:id="rId94"/>
    <p:sldId id="603" r:id="rId95"/>
    <p:sldId id="604" r:id="rId96"/>
    <p:sldId id="605" r:id="rId97"/>
    <p:sldId id="606" r:id="rId98"/>
    <p:sldId id="607" r:id="rId99"/>
    <p:sldId id="636" r:id="rId100"/>
    <p:sldId id="608" r:id="rId101"/>
    <p:sldId id="638" r:id="rId102"/>
    <p:sldId id="639" r:id="rId103"/>
    <p:sldId id="640" r:id="rId104"/>
    <p:sldId id="609" r:id="rId105"/>
    <p:sldId id="610" r:id="rId106"/>
    <p:sldId id="611" r:id="rId107"/>
    <p:sldId id="622" r:id="rId108"/>
    <p:sldId id="632" r:id="rId109"/>
    <p:sldId id="612" r:id="rId110"/>
    <p:sldId id="613" r:id="rId111"/>
    <p:sldId id="426" r:id="rId1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CC6600"/>
    <a:srgbClr val="FFFF00"/>
    <a:srgbClr val="4E8F00"/>
    <a:srgbClr val="008000"/>
    <a:srgbClr val="CC9900"/>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92" autoAdjust="0"/>
    <p:restoredTop sz="78717" autoAdjust="0"/>
  </p:normalViewPr>
  <p:slideViewPr>
    <p:cSldViewPr snapToGrid="0">
      <p:cViewPr varScale="1">
        <p:scale>
          <a:sx n="65" d="100"/>
          <a:sy n="65" d="100"/>
        </p:scale>
        <p:origin x="2050" y="38"/>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A6D237-0A8C-41AD-A549-C316A052396E}" type="datetimeFigureOut">
              <a:rPr lang="zh-CN" altLang="en-US" smtClean="0"/>
              <a:t>2025/2/6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2A3D49-478E-4229-8803-539C598C7A39}" type="slidenum">
              <a:rPr lang="zh-CN" altLang="en-US" smtClean="0"/>
              <a:t>‹#›</a:t>
            </a:fld>
            <a:endParaRPr lang="zh-CN" altLang="en-US"/>
          </a:p>
        </p:txBody>
      </p:sp>
    </p:spTree>
    <p:extLst>
      <p:ext uri="{BB962C8B-B14F-4D97-AF65-F5344CB8AC3E}">
        <p14:creationId xmlns:p14="http://schemas.microsoft.com/office/powerpoint/2010/main" val="131566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812A3D49-478E-4229-8803-539C598C7A39}" type="slidenum">
              <a:rPr lang="zh-CN" altLang="en-US" smtClean="0"/>
              <a:t>1</a:t>
            </a:fld>
            <a:endParaRPr lang="zh-CN" altLang="en-US"/>
          </a:p>
        </p:txBody>
      </p:sp>
    </p:spTree>
    <p:extLst>
      <p:ext uri="{BB962C8B-B14F-4D97-AF65-F5344CB8AC3E}">
        <p14:creationId xmlns:p14="http://schemas.microsoft.com/office/powerpoint/2010/main" val="38048946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8" name="图片 7" descr="深蓝色的天空中漂浮着朵朵白云"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0" y="2057400"/>
            <a:ext cx="1117854" cy="3886200"/>
          </a:xfrm>
          <a:prstGeom prst="rect">
            <a:avLst/>
          </a:prstGeom>
        </p:spPr>
      </p:pic>
      <p:sp>
        <p:nvSpPr>
          <p:cNvPr id="9" name="矩形 8"/>
          <p:cNvSpPr/>
          <p:nvPr/>
        </p:nvSpPr>
        <p:spPr>
          <a:xfrm>
            <a:off x="1200150" y="0"/>
            <a:ext cx="3771900" cy="5943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pic>
        <p:nvPicPr>
          <p:cNvPr id="10" name="图片 9" descr="植物出芽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054347" y="2057400"/>
            <a:ext cx="1545575" cy="3886200"/>
          </a:xfrm>
          <a:prstGeom prst="rect">
            <a:avLst/>
          </a:prstGeom>
        </p:spPr>
      </p:pic>
      <p:pic>
        <p:nvPicPr>
          <p:cNvPr id="11" name="图片 10" descr="波形" title="幻灯片设计图片"/>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6682217" y="2057400"/>
            <a:ext cx="2462022" cy="3886200"/>
          </a:xfrm>
          <a:prstGeom prst="rect">
            <a:avLst/>
          </a:prstGeom>
        </p:spPr>
      </p:pic>
      <p:sp>
        <p:nvSpPr>
          <p:cNvPr id="2" name="标题 1"/>
          <p:cNvSpPr>
            <a:spLocks noGrp="1"/>
          </p:cNvSpPr>
          <p:nvPr>
            <p:ph type="ctrTitle"/>
          </p:nvPr>
        </p:nvSpPr>
        <p:spPr>
          <a:xfrm>
            <a:off x="1268730" y="303347"/>
            <a:ext cx="3634740" cy="2387600"/>
          </a:xfrm>
        </p:spPr>
        <p:txBody>
          <a:bodyPr anchor="b">
            <a:normAutofit/>
          </a:bodyPr>
          <a:lstStyle>
            <a:lvl1pPr algn="l" latinLnBrk="0">
              <a:lnSpc>
                <a:spcPct val="90000"/>
              </a:lnSpc>
              <a:defRPr lang="zh-CN" sz="4400">
                <a:solidFill>
                  <a:schemeClr val="bg1"/>
                </a:solidFill>
              </a:defRPr>
            </a:lvl1pPr>
          </a:lstStyle>
          <a:p>
            <a:r>
              <a:rPr lang="zh-CN" altLang="en-US" dirty="0"/>
              <a:t>单击此处编辑母版标题样式</a:t>
            </a:r>
            <a:endParaRPr lang="zh-CN" dirty="0"/>
          </a:p>
        </p:txBody>
      </p:sp>
      <p:sp>
        <p:nvSpPr>
          <p:cNvPr id="3" name="副标题 2"/>
          <p:cNvSpPr>
            <a:spLocks noGrp="1"/>
          </p:cNvSpPr>
          <p:nvPr>
            <p:ph type="subTitle" idx="1"/>
          </p:nvPr>
        </p:nvSpPr>
        <p:spPr>
          <a:xfrm>
            <a:off x="1313833" y="5381894"/>
            <a:ext cx="3634740" cy="448056"/>
          </a:xfrm>
        </p:spPr>
        <p:txBody>
          <a:bodyPr>
            <a:normAutofit/>
          </a:bodyPr>
          <a:lstStyle>
            <a:lvl1pPr marL="0" indent="0" algn="l" latinLnBrk="0">
              <a:spcBef>
                <a:spcPts val="0"/>
              </a:spcBef>
              <a:buNone/>
              <a:defRPr lang="zh-CN" sz="1800">
                <a:solidFill>
                  <a:schemeClr val="bg1"/>
                </a:solidFill>
              </a:defRPr>
            </a:lvl1pPr>
            <a:lvl2pPr marL="342900" indent="0" algn="ctr" latinLnBrk="0">
              <a:buNone/>
              <a:defRPr lang="zh-CN" sz="1500"/>
            </a:lvl2pPr>
            <a:lvl3pPr marL="685800" indent="0" algn="ctr" latinLnBrk="0">
              <a:buNone/>
              <a:defRPr lang="zh-CN" sz="1350"/>
            </a:lvl3pPr>
            <a:lvl4pPr marL="1028700" indent="0" algn="ctr" latinLnBrk="0">
              <a:buNone/>
              <a:defRPr lang="zh-CN" sz="1200"/>
            </a:lvl4pPr>
            <a:lvl5pPr marL="1371600" indent="0" algn="ctr" latinLnBrk="0">
              <a:buNone/>
              <a:defRPr lang="zh-CN" sz="1200"/>
            </a:lvl5pPr>
            <a:lvl6pPr marL="1714500" indent="0" algn="ctr" latinLnBrk="0">
              <a:buNone/>
              <a:defRPr lang="zh-CN" sz="1200"/>
            </a:lvl6pPr>
            <a:lvl7pPr marL="2057400" indent="0" algn="ctr" latinLnBrk="0">
              <a:buNone/>
              <a:defRPr lang="zh-CN" sz="1200"/>
            </a:lvl7pPr>
            <a:lvl8pPr marL="2400300" indent="0" algn="ctr" latinLnBrk="0">
              <a:buNone/>
              <a:defRPr lang="zh-CN" sz="1200"/>
            </a:lvl8pPr>
            <a:lvl9pPr marL="2743200" indent="0" algn="ctr" latinLnBrk="0">
              <a:buNone/>
              <a:defRPr lang="zh-CN" sz="1200"/>
            </a:lvl9pPr>
          </a:lstStyle>
          <a:p>
            <a:r>
              <a:rPr lang="zh-CN" altLang="en-US" dirty="0"/>
              <a:t>单击此处编辑母版副标题样式</a:t>
            </a:r>
            <a:endParaRPr lang="zh-CN" dirty="0"/>
          </a:p>
        </p:txBody>
      </p:sp>
    </p:spTree>
    <p:extLst>
      <p:ext uri="{BB962C8B-B14F-4D97-AF65-F5344CB8AC3E}">
        <p14:creationId xmlns:p14="http://schemas.microsoft.com/office/powerpoint/2010/main" val="6987310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章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400">
                <a:latin typeface="Arial" panose="020B0604020202020204" pitchFamily="34" charset="0"/>
                <a:cs typeface="Arial" panose="020B0604020202020204" pitchFamily="34" charset="0"/>
              </a:defRPr>
            </a:lvl1pPr>
            <a:lvl2pPr>
              <a:lnSpc>
                <a:spcPct val="150000"/>
              </a:lnSpc>
              <a:defRPr sz="2000">
                <a:latin typeface="Arial" panose="020B0604020202020204" pitchFamily="34" charset="0"/>
                <a:cs typeface="Arial" panose="020B0604020202020204" pitchFamily="34" charset="0"/>
              </a:defRPr>
            </a:lvl2pPr>
          </a:lstStyle>
          <a:p>
            <a:pPr lvl="0"/>
            <a:r>
              <a:rPr lang="zh-CN" altLang="en-US" dirty="0"/>
              <a:t>单击此处编辑母版文本样式</a:t>
            </a:r>
          </a:p>
          <a:p>
            <a:pPr lvl="1"/>
            <a:r>
              <a:rPr lang="zh-CN" altLang="en-US" dirty="0"/>
              <a:t> 第二级</a:t>
            </a:r>
          </a:p>
        </p:txBody>
      </p:sp>
      <p:sp>
        <p:nvSpPr>
          <p:cNvPr id="4" name="日期占位符 3"/>
          <p:cNvSpPr>
            <a:spLocks noGrp="1"/>
          </p:cNvSpPr>
          <p:nvPr>
            <p:ph type="dt" sz="half" idx="10"/>
          </p:nvPr>
        </p:nvSpPr>
        <p:spPr>
          <a:xfrm>
            <a:off x="457200" y="6629400"/>
            <a:ext cx="616623" cy="228600"/>
          </a:xfrm>
        </p:spPr>
        <p:txBody>
          <a:bodyPr/>
          <a:lstStyle>
            <a:lvl1pPr>
              <a:defRPr sz="800"/>
            </a:lvl1pPr>
          </a:lstStyle>
          <a:p>
            <a:fld id="{C69415A0-FAE7-FB41-9F48-9F24B7034EC9}" type="datetime1">
              <a:rPr lang="zh-CN" altLang="en-US" smtClean="0"/>
              <a:t>2025/2/6</a:t>
            </a:fld>
            <a:endParaRPr lang="en-US"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
        <p:nvSpPr>
          <p:cNvPr id="6" name="幻灯片编号占位符 5"/>
          <p:cNvSpPr>
            <a:spLocks noGrp="1"/>
          </p:cNvSpPr>
          <p:nvPr>
            <p:ph type="sldNum" sz="quarter" idx="12"/>
          </p:nvPr>
        </p:nvSpPr>
        <p:spPr>
          <a:xfrm>
            <a:off x="0" y="6629400"/>
            <a:ext cx="457200" cy="228600"/>
          </a:xfrm>
        </p:spPr>
        <p:txBody>
          <a:bodyPr/>
          <a:lstStyle>
            <a:lvl1pPr>
              <a:defRPr sz="800"/>
            </a:lvl1pPr>
          </a:lstStyle>
          <a:p>
            <a:fld id="{9CD8D479-8942-46E8-A226-A4E01F7A105C}" type="slidenum">
              <a:rPr lang="en-US" altLang="zh-CN" smtClean="0"/>
              <a:pPr/>
              <a:t>‹#›</a:t>
            </a:fld>
            <a:endParaRPr lang="zh-CN" altLang="en-US" dirty="0"/>
          </a:p>
        </p:txBody>
      </p:sp>
    </p:spTree>
    <p:extLst>
      <p:ext uri="{BB962C8B-B14F-4D97-AF65-F5344CB8AC3E}">
        <p14:creationId xmlns:p14="http://schemas.microsoft.com/office/powerpoint/2010/main" val="34051168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1228288" y="1413933"/>
            <a:ext cx="6688045" cy="4772751"/>
          </a:xfrm>
        </p:spPr>
        <p:txBody>
          <a:bodyPr/>
          <a:lstStyle>
            <a:lvl1pPr marL="0" indent="0">
              <a:lnSpc>
                <a:spcPct val="150000"/>
              </a:lnSpc>
              <a:buNone/>
              <a:defRPr sz="2200">
                <a:latin typeface="Arial" panose="020B0604020202020204" pitchFamily="34" charset="0"/>
                <a:ea typeface="微软雅黑" panose="020B0503020204020204" pitchFamily="34" charset="-122"/>
                <a:cs typeface="Arial" panose="020B0604020202020204" pitchFamily="34" charset="0"/>
              </a:defRPr>
            </a:lvl1pPr>
            <a:lvl2pPr>
              <a:lnSpc>
                <a:spcPct val="150000"/>
              </a:lnSpc>
              <a:defRPr sz="2000">
                <a:latin typeface="Arial" panose="020B0604020202020204" pitchFamily="34" charset="0"/>
                <a:ea typeface="微软雅黑" panose="020B0503020204020204" pitchFamily="34" charset="-122"/>
                <a:cs typeface="Arial" panose="020B0604020202020204" pitchFamily="34" charset="0"/>
              </a:defRPr>
            </a:lvl2pPr>
            <a:lvl3pPr>
              <a:lnSpc>
                <a:spcPct val="130000"/>
              </a:lnSpc>
              <a:defRPr sz="1600">
                <a:solidFill>
                  <a:schemeClr val="accent2">
                    <a:lumMod val="75000"/>
                  </a:schemeClr>
                </a:solidFill>
                <a:latin typeface="Arial" panose="020B0604020202020204" pitchFamily="34" charset="0"/>
                <a:cs typeface="Arial" panose="020B0604020202020204" pitchFamily="34" charset="0"/>
              </a:defRPr>
            </a:lvl3pPr>
          </a:lstStyle>
          <a:p>
            <a:pPr lvl="0"/>
            <a:r>
              <a:rPr lang="zh-CN" altLang="en-US" dirty="0"/>
              <a:t>单击此处编辑母版文本样式</a:t>
            </a:r>
          </a:p>
          <a:p>
            <a:pPr lvl="1"/>
            <a:r>
              <a:rPr lang="zh-CN" altLang="en-US" dirty="0"/>
              <a:t> 第二级</a:t>
            </a:r>
            <a:endParaRPr lang="en-US" altLang="zh-CN" dirty="0"/>
          </a:p>
          <a:p>
            <a:pPr lvl="1"/>
            <a:r>
              <a:rPr lang="zh-CN" altLang="en-US" dirty="0"/>
              <a:t> 第二级</a:t>
            </a:r>
            <a:endParaRPr lang="en-US" altLang="zh-CN" dirty="0"/>
          </a:p>
          <a:p>
            <a:pPr lvl="2"/>
            <a:r>
              <a:rPr lang="zh-CN" altLang="en-US" dirty="0"/>
              <a:t> 第三级</a:t>
            </a:r>
          </a:p>
        </p:txBody>
      </p:sp>
      <p:sp>
        <p:nvSpPr>
          <p:cNvPr id="4" name="日期占位符 3"/>
          <p:cNvSpPr>
            <a:spLocks noGrp="1"/>
          </p:cNvSpPr>
          <p:nvPr>
            <p:ph type="dt" sz="half" idx="10"/>
          </p:nvPr>
        </p:nvSpPr>
        <p:spPr>
          <a:xfrm>
            <a:off x="426040" y="6629400"/>
            <a:ext cx="647783" cy="228600"/>
          </a:xfrm>
        </p:spPr>
        <p:txBody>
          <a:bodyPr/>
          <a:lstStyle>
            <a:lvl1pPr>
              <a:defRPr sz="800"/>
            </a:lvl1pPr>
          </a:lstStyle>
          <a:p>
            <a:fld id="{B2CB8352-4891-804B-8CB8-EAFD4E57CF78}" type="datetime1">
              <a:rPr lang="zh-CN" altLang="en-US" smtClean="0"/>
              <a:t>2025/2/6</a:t>
            </a:fld>
            <a:endParaRPr lang="en-US" dirty="0"/>
          </a:p>
        </p:txBody>
      </p:sp>
      <p:sp>
        <p:nvSpPr>
          <p:cNvPr id="6" name="幻灯片编号占位符 5"/>
          <p:cNvSpPr>
            <a:spLocks noGrp="1"/>
          </p:cNvSpPr>
          <p:nvPr>
            <p:ph type="sldNum" sz="quarter" idx="12"/>
          </p:nvPr>
        </p:nvSpPr>
        <p:spPr>
          <a:xfrm>
            <a:off x="-1" y="6629400"/>
            <a:ext cx="426041" cy="228600"/>
          </a:xfrm>
        </p:spPr>
        <p:txBody>
          <a:bodyPr/>
          <a:lstStyle>
            <a:lvl1pPr>
              <a:defRPr sz="800"/>
            </a:lvl1pPr>
          </a:lstStyle>
          <a:p>
            <a:fld id="{9CD8D479-8942-46E8-A226-A4E01F7A105C}" type="slidenum">
              <a:rPr lang="en-US" altLang="zh-CN" smtClean="0"/>
              <a:pPr/>
              <a:t>‹#›</a:t>
            </a:fld>
            <a:endParaRPr lang="zh-CN" altLang="en-US" dirty="0"/>
          </a:p>
        </p:txBody>
      </p:sp>
      <p:sp>
        <p:nvSpPr>
          <p:cNvPr id="7" name="动作按钮: 第一张 6">
            <a:hlinkClick r:id="rId2" action="ppaction://hlinksldjump" highlightClick="1"/>
          </p:cNvPr>
          <p:cNvSpPr/>
          <p:nvPr userDrawn="1"/>
        </p:nvSpPr>
        <p:spPr>
          <a:xfrm>
            <a:off x="8888729" y="6623694"/>
            <a:ext cx="235393" cy="220133"/>
          </a:xfrm>
          <a:prstGeom prst="actionButtonHome">
            <a:avLst/>
          </a:prstGeom>
          <a:no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1"/>
          <p:cNvSpPr>
            <a:spLocks noGrp="1"/>
          </p:cNvSpPr>
          <p:nvPr>
            <p:ph type="title"/>
          </p:nvPr>
        </p:nvSpPr>
        <p:spPr>
          <a:xfrm>
            <a:off x="683314" y="173261"/>
            <a:ext cx="7785026" cy="902005"/>
          </a:xfrm>
        </p:spPr>
        <p:txBody>
          <a:bodyPr>
            <a:normAutofit/>
          </a:bodyPr>
          <a:lstStyle>
            <a:lvl1pPr>
              <a:defRPr sz="3200">
                <a:latin typeface="Arial" panose="020B0604020202020204" pitchFamily="34" charset="0"/>
                <a:cs typeface="Arial" panose="020B0604020202020204" pitchFamily="34" charset="0"/>
              </a:defRPr>
            </a:lvl1pPr>
          </a:lstStyle>
          <a:p>
            <a:r>
              <a:rPr lang="zh-CN" altLang="en-US" dirty="0"/>
              <a:t>单击此处编辑母版标题样式</a:t>
            </a:r>
            <a:endParaRPr lang="zh-CN" dirty="0"/>
          </a:p>
        </p:txBody>
      </p:sp>
      <p:sp>
        <p:nvSpPr>
          <p:cNvPr id="5" name="页脚占位符 4"/>
          <p:cNvSpPr>
            <a:spLocks noGrp="1"/>
          </p:cNvSpPr>
          <p:nvPr>
            <p:ph type="ftr" sz="quarter" idx="11"/>
          </p:nvPr>
        </p:nvSpPr>
        <p:spPr/>
        <p:txBody>
          <a:bodyPr/>
          <a:lstStyle>
            <a:lvl1pPr algn="r">
              <a:defRPr sz="800"/>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33720442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矩形 7"/>
          <p:cNvSpPr/>
          <p:nvPr/>
        </p:nvSpPr>
        <p:spPr>
          <a:xfrm>
            <a:off x="1200149" y="2059146"/>
            <a:ext cx="5399772" cy="3886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2" name="标题 1"/>
          <p:cNvSpPr>
            <a:spLocks noGrp="1"/>
          </p:cNvSpPr>
          <p:nvPr>
            <p:ph type="title"/>
          </p:nvPr>
        </p:nvSpPr>
        <p:spPr>
          <a:xfrm>
            <a:off x="1313833" y="2263915"/>
            <a:ext cx="5212080" cy="2079486"/>
          </a:xfrm>
        </p:spPr>
        <p:txBody>
          <a:bodyPr anchor="b"/>
          <a:lstStyle>
            <a:lvl1pPr latinLnBrk="0">
              <a:defRPr lang="zh-CN" sz="4500">
                <a:solidFill>
                  <a:schemeClr val="bg1"/>
                </a:solidFill>
              </a:defRPr>
            </a:lvl1pPr>
          </a:lstStyle>
          <a:p>
            <a:r>
              <a:rPr lang="zh-CN" altLang="en-US" dirty="0"/>
              <a:t>单击此处编辑母版标题样式</a:t>
            </a:r>
            <a:endParaRPr lang="zh-CN" dirty="0"/>
          </a:p>
        </p:txBody>
      </p:sp>
      <p:sp>
        <p:nvSpPr>
          <p:cNvPr id="3" name="文本占位符 2"/>
          <p:cNvSpPr>
            <a:spLocks noGrp="1"/>
          </p:cNvSpPr>
          <p:nvPr>
            <p:ph type="body" idx="1"/>
          </p:nvPr>
        </p:nvSpPr>
        <p:spPr>
          <a:xfrm>
            <a:off x="1313833" y="5381894"/>
            <a:ext cx="5212080" cy="449523"/>
          </a:xfrm>
        </p:spPr>
        <p:txBody>
          <a:bodyPr/>
          <a:lstStyle>
            <a:lvl1pPr marL="0" indent="0" latinLnBrk="0">
              <a:spcBef>
                <a:spcPts val="0"/>
              </a:spcBef>
              <a:buNone/>
              <a:defRPr lang="zh-CN" sz="1800">
                <a:solidFill>
                  <a:schemeClr val="bg1"/>
                </a:solidFill>
              </a:defRPr>
            </a:lvl1pPr>
            <a:lvl2pPr marL="342900" indent="0" latinLnBrk="0">
              <a:buNone/>
              <a:defRPr lang="zh-CN" sz="1500"/>
            </a:lvl2pPr>
            <a:lvl3pPr marL="685800" indent="0" latinLnBrk="0">
              <a:buNone/>
              <a:defRPr lang="zh-CN" sz="1350"/>
            </a:lvl3pPr>
            <a:lvl4pPr marL="1028700" indent="0" latinLnBrk="0">
              <a:buNone/>
              <a:defRPr lang="zh-CN" sz="1200"/>
            </a:lvl4pPr>
            <a:lvl5pPr marL="1371600" indent="0" latinLnBrk="0">
              <a:buNone/>
              <a:defRPr lang="zh-CN" sz="1200"/>
            </a:lvl5pPr>
            <a:lvl6pPr marL="1714500" indent="0" latinLnBrk="0">
              <a:buNone/>
              <a:defRPr lang="zh-CN" sz="1200"/>
            </a:lvl6pPr>
            <a:lvl7pPr marL="2057400" indent="0" latinLnBrk="0">
              <a:buNone/>
              <a:defRPr lang="zh-CN" sz="1200"/>
            </a:lvl7pPr>
            <a:lvl8pPr marL="2400300" indent="0" latinLnBrk="0">
              <a:buNone/>
              <a:defRPr lang="zh-CN" sz="1200"/>
            </a:lvl8pPr>
            <a:lvl9pPr marL="2743200" indent="0" latinLnBrk="0">
              <a:buNone/>
              <a:defRPr lang="zh-CN" sz="1200"/>
            </a:lvl9pPr>
          </a:lstStyle>
          <a:p>
            <a:pPr lvl="0"/>
            <a:r>
              <a:rPr lang="zh-CN" altLang="en-US"/>
              <a:t>单击此处编辑母版文本样式</a:t>
            </a:r>
          </a:p>
        </p:txBody>
      </p:sp>
      <p:pic>
        <p:nvPicPr>
          <p:cNvPr id="9" name="图片 8" descr="波形" title="幻灯片设计图片"/>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6682217" y="2059146"/>
            <a:ext cx="2462022" cy="3886200"/>
          </a:xfrm>
          <a:prstGeom prst="rect">
            <a:avLst/>
          </a:prstGeom>
        </p:spPr>
      </p:pic>
      <p:pic>
        <p:nvPicPr>
          <p:cNvPr id="11" name="图片 10" descr="绿色植物特写" title="幻灯片设计图片"/>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0" y="2059146"/>
            <a:ext cx="1117854" cy="3886200"/>
          </a:xfrm>
          <a:prstGeom prst="rect">
            <a:avLst/>
          </a:prstGeom>
        </p:spPr>
      </p:pic>
    </p:spTree>
    <p:extLst>
      <p:ext uri="{BB962C8B-B14F-4D97-AF65-F5344CB8AC3E}">
        <p14:creationId xmlns:p14="http://schemas.microsoft.com/office/powerpoint/2010/main" val="128989429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extLst>
    <p:ext uri="{DCECCB84-F9BA-43D5-87BE-67443E8EF086}">
      <p15:sldGuideLst xmlns:p15="http://schemas.microsoft.com/office/powerpoint/2012/main">
        <p15:guide id="1" orient="horz" pos="3768">
          <p15:clr>
            <a:srgbClr val="FDE53C"/>
          </p15:clr>
        </p15:guide>
        <p15:guide id="2" orient="horz" pos="1296">
          <p15:clr>
            <a:srgbClr val="FDE53C"/>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矩形 9"/>
          <p:cNvSpPr/>
          <p:nvPr/>
        </p:nvSpPr>
        <p:spPr>
          <a:xfrm>
            <a:off x="0" y="6629400"/>
            <a:ext cx="1124712" cy="228600"/>
          </a:xfrm>
          <a:prstGeom prst="rect">
            <a:avLst/>
          </a:prstGeom>
          <a:gradFill>
            <a:gsLst>
              <a:gs pos="0">
                <a:schemeClr val="accent1">
                  <a:lumMod val="15000"/>
                  <a:lumOff val="85000"/>
                </a:schemeClr>
              </a:gs>
              <a:gs pos="100000">
                <a:schemeClr val="accent1">
                  <a:lumMod val="15000"/>
                  <a:lumOff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Microsoft YaHei UI" panose="020B0503020204020204" pitchFamily="34" charset="-122"/>
            </a:endParaRPr>
          </a:p>
        </p:txBody>
      </p:sp>
      <p:sp>
        <p:nvSpPr>
          <p:cNvPr id="11" name="矩形 10"/>
          <p:cNvSpPr/>
          <p:nvPr/>
        </p:nvSpPr>
        <p:spPr>
          <a:xfrm>
            <a:off x="1207008" y="6629400"/>
            <a:ext cx="7936992" cy="228600"/>
          </a:xfrm>
          <a:prstGeom prst="rect">
            <a:avLst/>
          </a:prstGeom>
          <a:gradFill>
            <a:gsLst>
              <a:gs pos="0">
                <a:schemeClr val="accent1">
                  <a:lumMod val="35000"/>
                  <a:lumOff val="65000"/>
                </a:schemeClr>
              </a:gs>
              <a:gs pos="100000">
                <a:schemeClr val="accent1">
                  <a:lumMod val="35000"/>
                  <a:lumOff val="6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accent1">
                  <a:lumMod val="75000"/>
                </a:schemeClr>
              </a:solidFill>
              <a:ea typeface="Microsoft YaHei UI" panose="020B0503020204020204" pitchFamily="34" charset="-122"/>
            </a:endParaRPr>
          </a:p>
        </p:txBody>
      </p:sp>
      <p:sp>
        <p:nvSpPr>
          <p:cNvPr id="2" name="标题占位符 1"/>
          <p:cNvSpPr>
            <a:spLocks noGrp="1"/>
          </p:cNvSpPr>
          <p:nvPr>
            <p:ph type="title"/>
          </p:nvPr>
        </p:nvSpPr>
        <p:spPr>
          <a:xfrm>
            <a:off x="1057520" y="276087"/>
            <a:ext cx="7028962" cy="1183566"/>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1057520" y="1566001"/>
            <a:ext cx="7028961" cy="4620682"/>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幻灯片编号占位符 5"/>
          <p:cNvSpPr>
            <a:spLocks noGrp="1"/>
          </p:cNvSpPr>
          <p:nvPr>
            <p:ph type="sldNum" sz="quarter" idx="4"/>
          </p:nvPr>
        </p:nvSpPr>
        <p:spPr>
          <a:xfrm>
            <a:off x="0" y="6629400"/>
            <a:ext cx="307802"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CD8D479-8942-46E8-A226-A4E01F7A105C}" type="slidenum">
              <a:rPr lang="en-US" altLang="zh-CN" smtClean="0"/>
              <a:pPr/>
              <a:t>‹#›</a:t>
            </a:fld>
            <a:endParaRPr lang="en-US" altLang="zh-CN" dirty="0"/>
          </a:p>
        </p:txBody>
      </p:sp>
      <p:sp>
        <p:nvSpPr>
          <p:cNvPr id="4" name="日期占位符 3"/>
          <p:cNvSpPr>
            <a:spLocks noGrp="1"/>
          </p:cNvSpPr>
          <p:nvPr>
            <p:ph type="dt" sz="half" idx="2"/>
          </p:nvPr>
        </p:nvSpPr>
        <p:spPr>
          <a:xfrm>
            <a:off x="323326" y="6629400"/>
            <a:ext cx="750497" cy="228600"/>
          </a:xfrm>
          <a:prstGeom prst="rect">
            <a:avLst/>
          </a:prstGeom>
        </p:spPr>
        <p:txBody>
          <a:bodyPr vert="horz" lIns="91440" tIns="45720" rIns="91440" bIns="45720" rtlCol="0" anchor="ctr"/>
          <a:lstStyle>
            <a:lvl1pPr algn="r" latinLnBrk="0">
              <a:defRPr lang="zh-CN" sz="600">
                <a:solidFill>
                  <a:schemeClr val="accent1">
                    <a:lumMod val="75000"/>
                  </a:schemeClr>
                </a:solidFill>
                <a:ea typeface="Microsoft YaHei UI" panose="020B0503020204020204" pitchFamily="34" charset="-122"/>
              </a:defRPr>
            </a:lvl1pPr>
          </a:lstStyle>
          <a:p>
            <a:fld id="{9FB283A0-CB17-A043-9B7A-AF1BF540E167}" type="datetime1">
              <a:rPr lang="zh-CN" altLang="en-US" smtClean="0"/>
              <a:t>2025/2/6</a:t>
            </a:fld>
            <a:endParaRPr lang="en-US" altLang="zh-CN" dirty="0"/>
          </a:p>
        </p:txBody>
      </p:sp>
      <p:sp>
        <p:nvSpPr>
          <p:cNvPr id="5" name="页脚占位符 4"/>
          <p:cNvSpPr>
            <a:spLocks noGrp="1"/>
          </p:cNvSpPr>
          <p:nvPr>
            <p:ph type="ftr" sz="quarter" idx="3"/>
          </p:nvPr>
        </p:nvSpPr>
        <p:spPr>
          <a:xfrm>
            <a:off x="1228288" y="6629400"/>
            <a:ext cx="6858194" cy="228600"/>
          </a:xfrm>
          <a:prstGeom prst="rect">
            <a:avLst/>
          </a:prstGeom>
        </p:spPr>
        <p:txBody>
          <a:bodyPr vert="horz" lIns="91440" tIns="45720" rIns="91440" bIns="45720" rtlCol="0" anchor="ctr"/>
          <a:lstStyle>
            <a:lvl1pPr algn="l" latinLnBrk="0">
              <a:defRPr lang="zh-CN" sz="600">
                <a:solidFill>
                  <a:schemeClr val="accent1">
                    <a:lumMod val="75000"/>
                  </a:schemeClr>
                </a:solidFill>
                <a:ea typeface="Microsoft YaHei UI" panose="020B0503020204020204" pitchFamily="34" charset="-122"/>
              </a:defRPr>
            </a:lvl1pPr>
          </a:lstStyle>
          <a:p>
            <a:r>
              <a:rPr lang="zh-CN" altLang="en-US"/>
              <a:t>重庆大学大数据与软件学院</a:t>
            </a:r>
            <a:endParaRPr lang="zh-CN" altLang="en-US" dirty="0"/>
          </a:p>
        </p:txBody>
      </p:sp>
    </p:spTree>
    <p:extLst>
      <p:ext uri="{BB962C8B-B14F-4D97-AF65-F5344CB8AC3E}">
        <p14:creationId xmlns:p14="http://schemas.microsoft.com/office/powerpoint/2010/main" val="2866046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hf hdr="0"/>
  <p:txStyles>
    <p:titleStyle>
      <a:lvl1pPr algn="l" defTabSz="685800" rtl="0" eaLnBrk="1" latinLnBrk="0" hangingPunct="1">
        <a:spcBef>
          <a:spcPct val="0"/>
        </a:spcBef>
        <a:buNone/>
        <a:defRPr lang="zh-CN" sz="2550" kern="1200">
          <a:solidFill>
            <a:schemeClr val="accent1"/>
          </a:solidFill>
          <a:latin typeface="+mj-lt"/>
          <a:ea typeface="Microsoft YaHei UI" panose="020B0503020204020204" pitchFamily="34" charset="-122"/>
          <a:cs typeface="+mj-cs"/>
        </a:defRPr>
      </a:lvl1pPr>
    </p:titleStyle>
    <p:bodyStyle>
      <a:lvl1pPr marL="157734" indent="-157734" algn="l" defTabSz="685800" rtl="0" eaLnBrk="1" latinLnBrk="0" hangingPunct="1">
        <a:lnSpc>
          <a:spcPct val="90000"/>
        </a:lnSpc>
        <a:spcBef>
          <a:spcPts val="825"/>
        </a:spcBef>
        <a:buFont typeface="Arial" panose="020B0604020202020204" pitchFamily="34" charset="0"/>
        <a:buChar char="•"/>
        <a:defRPr lang="zh-CN" sz="1650" kern="1200">
          <a:solidFill>
            <a:schemeClr val="tx1"/>
          </a:solidFill>
          <a:latin typeface="+mn-lt"/>
          <a:ea typeface="Microsoft YaHei UI" panose="020B0503020204020204" pitchFamily="34" charset="-122"/>
          <a:cs typeface="+mn-cs"/>
        </a:defRPr>
      </a:lvl1pPr>
      <a:lvl2pPr marL="329184" indent="-116586" algn="l" defTabSz="685800" rtl="0" eaLnBrk="1" latinLnBrk="0" hangingPunct="1">
        <a:lnSpc>
          <a:spcPct val="90000"/>
        </a:lnSpc>
        <a:spcBef>
          <a:spcPts val="300"/>
        </a:spcBef>
        <a:buFont typeface="Arial" panose="020B0604020202020204" pitchFamily="34" charset="0"/>
        <a:buChar char="•"/>
        <a:defRPr lang="zh-CN" sz="1350" kern="1200">
          <a:solidFill>
            <a:schemeClr val="tx1"/>
          </a:solidFill>
          <a:latin typeface="+mn-lt"/>
          <a:ea typeface="Microsoft YaHei UI" panose="020B0503020204020204" pitchFamily="34" charset="-122"/>
          <a:cs typeface="+mn-cs"/>
        </a:defRPr>
      </a:lvl2pPr>
      <a:lvl3pPr marL="5074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p:bodyStyle>
    <p:otherStyle>
      <a:defPPr>
        <a:defRPr lang="zh-CN"/>
      </a:defPPr>
      <a:lvl1pPr marL="0" algn="l" defTabSz="685800" rtl="0" eaLnBrk="1" latinLnBrk="0" hangingPunct="1">
        <a:defRPr lang="zh-CN" sz="1350" kern="1200">
          <a:solidFill>
            <a:schemeClr val="tx1"/>
          </a:solidFill>
          <a:latin typeface="+mn-lt"/>
          <a:ea typeface="+mn-ea"/>
          <a:cs typeface="+mn-cs"/>
        </a:defRPr>
      </a:lvl1pPr>
      <a:lvl2pPr marL="342900" algn="l" defTabSz="685800" rtl="0" eaLnBrk="1" latinLnBrk="0" hangingPunct="1">
        <a:defRPr lang="zh-CN" sz="1350" kern="1200">
          <a:solidFill>
            <a:schemeClr val="tx1"/>
          </a:solidFill>
          <a:latin typeface="+mn-lt"/>
          <a:ea typeface="+mn-ea"/>
          <a:cs typeface="+mn-cs"/>
        </a:defRPr>
      </a:lvl2pPr>
      <a:lvl3pPr marL="685800" algn="l" defTabSz="685800" rtl="0" eaLnBrk="1" latinLnBrk="0" hangingPunct="1">
        <a:defRPr lang="zh-CN" sz="1350" kern="1200">
          <a:solidFill>
            <a:schemeClr val="tx1"/>
          </a:solidFill>
          <a:latin typeface="+mn-lt"/>
          <a:ea typeface="+mn-ea"/>
          <a:cs typeface="+mn-cs"/>
        </a:defRPr>
      </a:lvl3pPr>
      <a:lvl4pPr marL="1028700" algn="l" defTabSz="685800" rtl="0" eaLnBrk="1" latinLnBrk="0" hangingPunct="1">
        <a:defRPr lang="zh-CN" sz="1350" kern="1200">
          <a:solidFill>
            <a:schemeClr val="tx1"/>
          </a:solidFill>
          <a:latin typeface="+mn-lt"/>
          <a:ea typeface="+mn-ea"/>
          <a:cs typeface="+mn-cs"/>
        </a:defRPr>
      </a:lvl4pPr>
      <a:lvl5pPr marL="1371600" algn="l" defTabSz="685800" rtl="0" eaLnBrk="1" latinLnBrk="0" hangingPunct="1">
        <a:defRPr lang="zh-CN" sz="1350" kern="1200">
          <a:solidFill>
            <a:schemeClr val="tx1"/>
          </a:solidFill>
          <a:latin typeface="+mn-lt"/>
          <a:ea typeface="+mn-ea"/>
          <a:cs typeface="+mn-cs"/>
        </a:defRPr>
      </a:lvl5pPr>
      <a:lvl6pPr marL="1714500" algn="l" defTabSz="685800" rtl="0" eaLnBrk="1" latinLnBrk="0" hangingPunct="1">
        <a:defRPr lang="zh-CN" sz="1350" kern="1200">
          <a:solidFill>
            <a:schemeClr val="tx1"/>
          </a:solidFill>
          <a:latin typeface="+mn-lt"/>
          <a:ea typeface="+mn-ea"/>
          <a:cs typeface="+mn-cs"/>
        </a:defRPr>
      </a:lvl6pPr>
      <a:lvl7pPr marL="2057400" algn="l" defTabSz="685800" rtl="0" eaLnBrk="1" latinLnBrk="0" hangingPunct="1">
        <a:defRPr lang="zh-CN" sz="1350" kern="1200">
          <a:solidFill>
            <a:schemeClr val="tx1"/>
          </a:solidFill>
          <a:latin typeface="+mn-lt"/>
          <a:ea typeface="+mn-ea"/>
          <a:cs typeface="+mn-cs"/>
        </a:defRPr>
      </a:lvl7pPr>
      <a:lvl8pPr marL="2400300" algn="l" defTabSz="685800" rtl="0" eaLnBrk="1" latinLnBrk="0" hangingPunct="1">
        <a:defRPr lang="zh-CN" sz="1350" kern="1200">
          <a:solidFill>
            <a:schemeClr val="tx1"/>
          </a:solidFill>
          <a:latin typeface="+mn-lt"/>
          <a:ea typeface="+mn-ea"/>
          <a:cs typeface="+mn-cs"/>
        </a:defRPr>
      </a:lvl8pPr>
      <a:lvl9pPr marL="2743200" algn="l" defTabSz="685800" rtl="0" eaLnBrk="1" latinLnBrk="0" hangingPunct="1">
        <a:defRPr lang="zh-CN"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 Id="rId5" Type="http://schemas.openxmlformats.org/officeDocument/2006/relationships/image" Target="../media/image9.jpe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emf"/><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10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68730" y="1115365"/>
            <a:ext cx="3634740" cy="962631"/>
          </a:xfrm>
        </p:spPr>
        <p:txBody>
          <a:bodyPr>
            <a:normAutofit/>
          </a:bodyPr>
          <a:lstStyle/>
          <a:p>
            <a:r>
              <a:rPr lang="zh-CN" altLang="en-US" sz="4400" dirty="0">
                <a:latin typeface="Arial" panose="020B0604020202020204" pitchFamily="34" charset="0"/>
                <a:cs typeface="Arial" panose="020B0604020202020204" pitchFamily="34" charset="0"/>
              </a:rPr>
              <a:t>软件工程导论</a:t>
            </a:r>
            <a:endParaRPr lang="zh-CN" altLang="en-US" sz="4400" dirty="0"/>
          </a:p>
        </p:txBody>
      </p:sp>
      <p:sp>
        <p:nvSpPr>
          <p:cNvPr id="5" name="矩形 4"/>
          <p:cNvSpPr/>
          <p:nvPr/>
        </p:nvSpPr>
        <p:spPr>
          <a:xfrm>
            <a:off x="1268730" y="2229450"/>
            <a:ext cx="3634740" cy="499496"/>
          </a:xfrm>
          <a:prstGeom prst="rect">
            <a:avLst/>
          </a:prstGeom>
        </p:spPr>
        <p:txBody>
          <a:bodyPr wrap="square">
            <a:spAutoFit/>
          </a:bodyPr>
          <a:lstStyle/>
          <a:p>
            <a:pPr marL="285750" indent="-285750" algn="r">
              <a:lnSpc>
                <a:spcPct val="150000"/>
              </a:lnSpc>
              <a:buFont typeface="Arial" panose="020B0604020202020204" pitchFamily="34" charset="0"/>
              <a:buChar char="•"/>
            </a:pPr>
            <a:r>
              <a:rPr lang="zh-CN" altLang="zh-CN" sz="2000" dirty="0">
                <a:solidFill>
                  <a:schemeClr val="bg1"/>
                </a:solidFill>
                <a:latin typeface="华文中宋" panose="02010600040101010101" pitchFamily="2" charset="-122"/>
                <a:ea typeface="华文中宋" panose="02010600040101010101" pitchFamily="2" charset="-122"/>
              </a:rPr>
              <a:t>第</a:t>
            </a:r>
            <a:r>
              <a:rPr lang="en-US" altLang="zh-CN" sz="2000" dirty="0">
                <a:solidFill>
                  <a:schemeClr val="bg1"/>
                </a:solidFill>
                <a:latin typeface="华文中宋" panose="02010600040101010101" pitchFamily="2" charset="-122"/>
                <a:ea typeface="华文中宋" panose="02010600040101010101" pitchFamily="2" charset="-122"/>
              </a:rPr>
              <a:t>3</a:t>
            </a:r>
            <a:r>
              <a:rPr lang="zh-CN" altLang="zh-CN" sz="2000" dirty="0">
                <a:solidFill>
                  <a:schemeClr val="bg1"/>
                </a:solidFill>
                <a:latin typeface="华文中宋" panose="02010600040101010101" pitchFamily="2" charset="-122"/>
                <a:ea typeface="华文中宋" panose="02010600040101010101" pitchFamily="2" charset="-122"/>
              </a:rPr>
              <a:t>章</a:t>
            </a:r>
            <a:r>
              <a:rPr lang="en-US" altLang="zh-CN" sz="2000" dirty="0">
                <a:solidFill>
                  <a:schemeClr val="bg1"/>
                </a:solidFill>
                <a:latin typeface="华文中宋" panose="02010600040101010101" pitchFamily="2" charset="-122"/>
                <a:ea typeface="华文中宋" panose="02010600040101010101" pitchFamily="2" charset="-122"/>
              </a:rPr>
              <a:t>  </a:t>
            </a:r>
            <a:r>
              <a:rPr lang="zh-CN" altLang="en-US" sz="2000" dirty="0">
                <a:solidFill>
                  <a:schemeClr val="bg1"/>
                </a:solidFill>
                <a:latin typeface="华文中宋" panose="02010600040101010101" pitchFamily="2" charset="-122"/>
                <a:ea typeface="华文中宋" panose="02010600040101010101" pitchFamily="2" charset="-122"/>
              </a:rPr>
              <a:t>软件设计</a:t>
            </a:r>
            <a:endParaRPr lang="en-US" altLang="zh-CN" sz="2000" dirty="0">
              <a:solidFill>
                <a:schemeClr val="bg1"/>
              </a:solidFill>
              <a:latin typeface="华文中宋" panose="02010600040101010101" pitchFamily="2" charset="-122"/>
              <a:ea typeface="华文中宋" panose="02010600040101010101" pitchFamily="2" charset="-122"/>
            </a:endParaRPr>
          </a:p>
        </p:txBody>
      </p:sp>
      <p:sp>
        <p:nvSpPr>
          <p:cNvPr id="7" name="副标题 2"/>
          <p:cNvSpPr>
            <a:spLocks noGrp="1"/>
          </p:cNvSpPr>
          <p:nvPr>
            <p:ph type="subTitle" idx="1"/>
          </p:nvPr>
        </p:nvSpPr>
        <p:spPr>
          <a:xfrm>
            <a:off x="1268730" y="4945463"/>
            <a:ext cx="3634740" cy="942871"/>
          </a:xfrm>
        </p:spPr>
        <p:txBody>
          <a:bodyPr>
            <a:normAutofit/>
          </a:bodyPr>
          <a:lstStyle/>
          <a:p>
            <a:r>
              <a:rPr lang="zh-CN" altLang="en-US" sz="1600" dirty="0"/>
              <a:t>重庆大学大数据与软件学院 </a:t>
            </a:r>
            <a:r>
              <a:rPr lang="en-US" altLang="zh-CN" sz="1600" dirty="0"/>
              <a:t>• </a:t>
            </a:r>
            <a:r>
              <a:rPr lang="zh-CN" altLang="en-US" sz="1600" dirty="0"/>
              <a:t>本科课程</a:t>
            </a:r>
            <a:endParaRPr lang="en-US" altLang="zh-CN" sz="1600" dirty="0"/>
          </a:p>
          <a:p>
            <a:endParaRPr lang="en-US" altLang="zh-CN" sz="1600" dirty="0"/>
          </a:p>
          <a:p>
            <a:r>
              <a:rPr lang="zh-CN" altLang="en-US" sz="1600" dirty="0"/>
              <a:t>讲授：胡健</a:t>
            </a:r>
          </a:p>
          <a:p>
            <a:endParaRPr lang="en-US" altLang="zh-CN" dirty="0"/>
          </a:p>
          <a:p>
            <a:endParaRPr lang="en-US" altLang="zh-CN" sz="1800" dirty="0"/>
          </a:p>
        </p:txBody>
      </p:sp>
    </p:spTree>
    <p:extLst>
      <p:ext uri="{BB962C8B-B14F-4D97-AF65-F5344CB8AC3E}">
        <p14:creationId xmlns:p14="http://schemas.microsoft.com/office/powerpoint/2010/main" val="26406345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87450" y="0"/>
            <a:ext cx="5400675" cy="5949950"/>
          </a:xfrm>
          <a:prstGeom prst="rect">
            <a:avLst/>
          </a:prstGeom>
          <a:solidFill>
            <a:srgbClr val="8BAA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Rectangle 3"/>
          <p:cNvSpPr txBox="1">
            <a:spLocks noChangeArrowheads="1"/>
          </p:cNvSpPr>
          <p:nvPr/>
        </p:nvSpPr>
        <p:spPr>
          <a:xfrm>
            <a:off x="1463675" y="765175"/>
            <a:ext cx="4837113" cy="5111750"/>
          </a:xfrm>
          <a:prstGeom prst="rect">
            <a:avLst/>
          </a:prstGeom>
        </p:spPr>
        <p:txBody>
          <a:bodyPr>
            <a:normAutofit/>
          </a:bodyPr>
          <a:lstStyle>
            <a:lvl1pPr marL="0" indent="0" algn="l" defTabSz="685783" rtl="0" eaLnBrk="1" latinLnBrk="0" hangingPunct="1">
              <a:lnSpc>
                <a:spcPct val="90000"/>
              </a:lnSpc>
              <a:spcBef>
                <a:spcPts val="0"/>
              </a:spcBef>
              <a:buFont typeface="Arial" panose="020B0604020202020204" pitchFamily="34" charset="0"/>
              <a:buNone/>
              <a:defRPr lang="zh-CN" sz="1350" kern="1200">
                <a:solidFill>
                  <a:schemeClr val="bg1"/>
                </a:solidFill>
                <a:latin typeface="+mn-lt"/>
                <a:ea typeface="Microsoft YaHei UI" panose="020B0503020204020204" pitchFamily="34" charset="-122"/>
                <a:cs typeface="+mn-cs"/>
              </a:defRPr>
            </a:lvl1pPr>
            <a:lvl2pPr marL="342892" indent="0" algn="ctr" defTabSz="685783" rtl="0" eaLnBrk="1" latinLnBrk="0" hangingPunct="1">
              <a:lnSpc>
                <a:spcPct val="90000"/>
              </a:lnSpc>
              <a:spcBef>
                <a:spcPts val="300"/>
              </a:spcBef>
              <a:buFont typeface="Arial" panose="020B0604020202020204" pitchFamily="34" charset="0"/>
              <a:buNone/>
              <a:defRPr lang="zh-CN" sz="1500" kern="1200">
                <a:solidFill>
                  <a:schemeClr val="tx1"/>
                </a:solidFill>
                <a:latin typeface="+mn-lt"/>
                <a:ea typeface="Microsoft YaHei UI" panose="020B0503020204020204" pitchFamily="34" charset="-122"/>
                <a:cs typeface="+mn-cs"/>
              </a:defRPr>
            </a:lvl2pPr>
            <a:lvl3pPr marL="685783" indent="0" algn="ctr" defTabSz="685783" rtl="0" eaLnBrk="1" latinLnBrk="0" hangingPunct="1">
              <a:lnSpc>
                <a:spcPct val="90000"/>
              </a:lnSpc>
              <a:spcBef>
                <a:spcPts val="300"/>
              </a:spcBef>
              <a:buFont typeface="Arial" panose="020B0604020202020204" pitchFamily="34" charset="0"/>
              <a:buNone/>
              <a:defRPr lang="zh-CN" sz="1350" kern="1200">
                <a:solidFill>
                  <a:schemeClr val="tx1"/>
                </a:solidFill>
                <a:latin typeface="+mn-lt"/>
                <a:ea typeface="Microsoft YaHei UI" panose="020B0503020204020204" pitchFamily="34" charset="-122"/>
                <a:cs typeface="+mn-cs"/>
              </a:defRPr>
            </a:lvl3pPr>
            <a:lvl4pPr marL="1028675"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4pPr>
            <a:lvl5pPr marL="1371566"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icrosoft YaHei UI" panose="020B0503020204020204" pitchFamily="34" charset="-122"/>
                <a:cs typeface="+mn-cs"/>
              </a:defRPr>
            </a:lvl5pPr>
            <a:lvl6pPr marL="1714457"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6pPr>
            <a:lvl7pPr marL="2057348"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7pPr>
            <a:lvl8pPr marL="2400240"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8pPr>
            <a:lvl9pPr marL="2743132" indent="0" algn="ctr" defTabSz="685783" rtl="0" eaLnBrk="1" latinLnBrk="0" hangingPunct="1">
              <a:lnSpc>
                <a:spcPct val="90000"/>
              </a:lnSpc>
              <a:spcBef>
                <a:spcPts val="300"/>
              </a:spcBef>
              <a:buFont typeface="Arial" panose="020B0604020202020204" pitchFamily="34" charset="0"/>
              <a:buNone/>
              <a:defRPr lang="zh-CN" sz="1200" kern="1200">
                <a:solidFill>
                  <a:schemeClr val="tx1"/>
                </a:solidFill>
                <a:latin typeface="+mn-lt"/>
                <a:ea typeface="+mn-ea"/>
                <a:cs typeface="+mn-cs"/>
              </a:defRPr>
            </a:lvl9pPr>
          </a:lstStyle>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1</a:t>
            </a:r>
            <a:r>
              <a:rPr lang="zh-CN" altLang="en-US" sz="2000" dirty="0">
                <a:latin typeface="Arial" panose="020B0604020202020204" pitchFamily="34" charset="0"/>
                <a:cs typeface="Arial" panose="020B0604020202020204" pitchFamily="34" charset="0"/>
              </a:rPr>
              <a:t>章   软件工程概述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zh-CN" sz="2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rPr>
              <a:t>	</a:t>
            </a:r>
            <a:endParaRPr lang="en-US" altLang="zh-CN" sz="16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latin typeface="Arial" panose="020B0604020202020204" pitchFamily="34" charset="0"/>
              <a:cs typeface="Arial" panose="020B0604020202020204" pitchFamily="34" charset="0"/>
            </a:endParaRPr>
          </a:p>
          <a:p>
            <a:pPr marL="210307" indent="-210307" defTabSz="914377" fontAlgn="auto">
              <a:lnSpc>
                <a:spcPct val="110000"/>
              </a:lnSpc>
              <a:spcBef>
                <a:spcPct val="50000"/>
              </a:spcBef>
              <a:spcAft>
                <a:spcPts val="0"/>
              </a:spcAft>
              <a:defRPr/>
            </a:pPr>
            <a:r>
              <a:rPr lang="zh-CN"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2</a:t>
            </a:r>
            <a:r>
              <a:rPr lang="zh-CN" altLang="en-US" sz="2000" dirty="0">
                <a:latin typeface="Arial" panose="020B0604020202020204" pitchFamily="34" charset="0"/>
                <a:cs typeface="Arial" panose="020B0604020202020204" pitchFamily="34" charset="0"/>
              </a:rPr>
              <a:t>章   软件需求分析</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6</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第</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3</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章   </a:t>
            </a:r>
            <a:r>
              <a:rPr lang="zh-CN" altLang="en-US" sz="2400" b="1" dirty="0">
                <a:ln w="12700" cmpd="sng">
                  <a:noFill/>
                  <a:prstDash val="solid"/>
                </a:ln>
                <a:solidFill>
                  <a:srgbClr val="FFFC00"/>
                </a:solidFill>
                <a:latin typeface="Arial" panose="020B0604020202020204" pitchFamily="34" charset="0"/>
                <a:cs typeface="Arial" panose="020B0604020202020204" pitchFamily="34" charset="0"/>
              </a:rPr>
              <a:t>软件设计</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a:t>
            </a:r>
            <a:r>
              <a:rPr lang="en-US" altLang="zh-CN" sz="2000" dirty="0">
                <a:ln w="12700" cmpd="sng">
                  <a:noFill/>
                  <a:prstDash val="solid"/>
                </a:ln>
                <a:solidFill>
                  <a:srgbClr val="FFFC00"/>
                </a:solidFill>
                <a:latin typeface="Arial" panose="020B0604020202020204" pitchFamily="34" charset="0"/>
                <a:cs typeface="Arial" panose="020B0604020202020204" pitchFamily="34" charset="0"/>
              </a:rPr>
              <a:t>6</a:t>
            </a:r>
            <a:r>
              <a:rPr lang="zh-CN" altLang="en-US" sz="2000" dirty="0">
                <a:ln w="12700" cmpd="sng">
                  <a:noFill/>
                  <a:prstDash val="solid"/>
                </a:ln>
                <a:solidFill>
                  <a:srgbClr val="FFFC00"/>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4</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编码及实现</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5</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软件测试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4</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6</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软件维护</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7</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面向对象技术</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12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endParaRPr lang="en-US" altLang="zh-CN" sz="2000" dirty="0">
              <a:solidFill>
                <a:schemeClr val="accent1">
                  <a:lumMod val="75000"/>
                </a:schemeClr>
              </a:solidFill>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altLang="en-US" sz="2000" dirty="0">
                <a:latin typeface="Arial" panose="020B0604020202020204" pitchFamily="34" charset="0"/>
                <a:cs typeface="Arial" panose="020B0604020202020204" pitchFamily="34" charset="0"/>
              </a:rPr>
              <a:t>第</a:t>
            </a:r>
            <a:r>
              <a:rPr lang="en-US" altLang="zh-CN" sz="2000" dirty="0">
                <a:latin typeface="Arial" panose="020B0604020202020204" pitchFamily="34" charset="0"/>
                <a:cs typeface="Arial" panose="020B0604020202020204" pitchFamily="34" charset="0"/>
              </a:rPr>
              <a:t>8</a:t>
            </a:r>
            <a:r>
              <a:rPr altLang="en-US" sz="2000" dirty="0">
                <a:latin typeface="Arial" panose="020B0604020202020204" pitchFamily="34" charset="0"/>
                <a:cs typeface="Arial" panose="020B0604020202020204" pitchFamily="34" charset="0"/>
              </a:rPr>
              <a:t>章   </a:t>
            </a:r>
            <a:r>
              <a:rPr lang="zh-CN" altLang="en-US" sz="2000" dirty="0">
                <a:latin typeface="Arial" panose="020B0604020202020204" pitchFamily="34" charset="0"/>
                <a:cs typeface="Arial" panose="020B0604020202020204" pitchFamily="34" charset="0"/>
              </a:rPr>
              <a:t>敏捷开发方法</a:t>
            </a:r>
            <a:r>
              <a:rPr lang="zh-CN" altLang="en-US" sz="2000" dirty="0">
                <a:solidFill>
                  <a:schemeClr val="accent1">
                    <a:lumMod val="75000"/>
                  </a:schemeClr>
                </a:solidFill>
                <a:latin typeface="Arial" panose="020B0604020202020204" pitchFamily="34" charset="0"/>
                <a:cs typeface="Arial" panose="020B0604020202020204" pitchFamily="34" charset="0"/>
              </a:rPr>
              <a:t>（</a:t>
            </a:r>
            <a:r>
              <a:rPr lang="en-US" altLang="zh-CN" sz="2000" dirty="0">
                <a:solidFill>
                  <a:schemeClr val="accent1">
                    <a:lumMod val="75000"/>
                  </a:schemeClr>
                </a:solidFill>
                <a:latin typeface="Arial" panose="020B0604020202020204" pitchFamily="34" charset="0"/>
                <a:cs typeface="Arial" panose="020B0604020202020204" pitchFamily="34" charset="0"/>
              </a:rPr>
              <a:t>2</a:t>
            </a:r>
            <a:r>
              <a:rPr lang="zh-CN" altLang="en-US" sz="2000" dirty="0">
                <a:solidFill>
                  <a:schemeClr val="accent1">
                    <a:lumMod val="75000"/>
                  </a:schemeClr>
                </a:solidFill>
                <a:latin typeface="Arial" panose="020B0604020202020204" pitchFamily="34" charset="0"/>
                <a:cs typeface="Arial" panose="020B0604020202020204" pitchFamily="34" charset="0"/>
              </a:rPr>
              <a:t>学时） </a:t>
            </a: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a:p>
            <a:pPr marL="210307" indent="-210307" defTabSz="914377">
              <a:lnSpc>
                <a:spcPct val="110000"/>
              </a:lnSpc>
              <a:spcBef>
                <a:spcPct val="50000"/>
              </a:spcBef>
              <a:defRPr/>
            </a:pPr>
            <a:r>
              <a:rPr lang="en-US" altLang="en-US" sz="2000" dirty="0">
                <a:latin typeface="Arial" panose="020B0604020202020204" pitchFamily="34" charset="0"/>
                <a:cs typeface="Arial" panose="020B0604020202020204" pitchFamily="34" charset="0"/>
              </a:rPr>
              <a:t>	</a:t>
            </a:r>
            <a:endParaRPr lang="en-US" altLang="zh-C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65132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3</a:t>
            </a:r>
            <a:r>
              <a:rPr lang="zh-CN" altLang="en-US" b="1" dirty="0">
                <a:ln w="12700" cmpd="sng">
                  <a:noFill/>
                  <a:prstDash val="solid"/>
                </a:ln>
                <a:solidFill>
                  <a:srgbClr val="4E8F00"/>
                </a:solidFill>
              </a:rPr>
              <a:t> 章   </a:t>
            </a:r>
            <a:r>
              <a:rPr lang="zh-CN" altLang="zh-CN" b="1" dirty="0">
                <a:ln w="12700" cmpd="sng">
                  <a:noFill/>
                  <a:prstDash val="solid"/>
                </a:ln>
                <a:solidFill>
                  <a:srgbClr val="4E8F00"/>
                </a:solidFill>
                <a:sym typeface="微软雅黑" panose="020B0503020204020204" pitchFamily="34" charset="-122"/>
              </a:rPr>
              <a:t>软件</a:t>
            </a:r>
            <a:r>
              <a:rPr lang="zh-CN" altLang="en-US" b="1" dirty="0">
                <a:ln w="12700" cmpd="sng">
                  <a:noFill/>
                  <a:prstDash val="solid"/>
                </a:ln>
                <a:solidFill>
                  <a:srgbClr val="4E8F00"/>
                </a:solidFill>
                <a:sym typeface="微软雅黑" panose="020B0503020204020204" pitchFamily="34" charset="-122"/>
              </a:rPr>
              <a:t>设计</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effectLst>
                  <a:glow rad="228600">
                    <a:schemeClr val="accent6">
                      <a:satMod val="175000"/>
                      <a:alpha val="40000"/>
                    </a:schemeClr>
                  </a:glow>
                </a:effectLst>
                <a:sym typeface="微软雅黑" panose="020B0503020204020204" pitchFamily="34" charset="-122"/>
              </a:rPr>
              <a:t>3.1</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软件设计的基本概念</a:t>
            </a:r>
            <a:endParaRPr lang="zh-CN" altLang="en-US" dirty="0">
              <a:solidFill>
                <a:srgbClr val="4E8F00"/>
              </a:solidFill>
              <a:effectLst>
                <a:glow rad="228600">
                  <a:schemeClr val="accent6">
                    <a:satMod val="175000"/>
                    <a:alpha val="40000"/>
                  </a:schemeClr>
                </a:glow>
              </a:effectLst>
            </a:endParaRPr>
          </a:p>
          <a:p>
            <a:r>
              <a:rPr lang="en-US" altLang="zh-CN" dirty="0">
                <a:solidFill>
                  <a:srgbClr val="4E8F00"/>
                </a:solidFill>
                <a:sym typeface="微软雅黑" panose="020B0503020204020204" pitchFamily="34" charset="-122"/>
              </a:rPr>
              <a:t>3.2</a:t>
            </a:r>
            <a:r>
              <a:rPr lang="zh-CN" altLang="en-US" dirty="0">
                <a:solidFill>
                  <a:srgbClr val="4E8F00"/>
                </a:solidFill>
                <a:sym typeface="微软雅黑" panose="020B0503020204020204" pitchFamily="34" charset="-122"/>
              </a:rPr>
              <a:t>  软件结构化设计方法</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3.3</a:t>
            </a:r>
            <a:r>
              <a:rPr lang="zh-CN" altLang="en-US" dirty="0">
                <a:solidFill>
                  <a:srgbClr val="4E8F00"/>
                </a:solidFill>
                <a:sym typeface="微软雅黑" panose="020B0503020204020204" pitchFamily="34" charset="-122"/>
              </a:rPr>
              <a:t>  软件结构化设计的工具</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3.4</a:t>
            </a:r>
            <a:r>
              <a:rPr lang="zh-CN" altLang="en-US" dirty="0">
                <a:solidFill>
                  <a:srgbClr val="4E8F00"/>
                </a:solidFill>
                <a:sym typeface="微软雅黑" panose="020B0503020204020204" pitchFamily="34" charset="-122"/>
              </a:rPr>
              <a:t>  数据库结构设计</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3.5</a:t>
            </a:r>
            <a:r>
              <a:rPr lang="zh-CN" altLang="en-US" dirty="0">
                <a:solidFill>
                  <a:srgbClr val="4E8F00"/>
                </a:solidFill>
                <a:sym typeface="微软雅黑" panose="020B0503020204020204" pitchFamily="34" charset="-122"/>
              </a:rPr>
              <a:t>  人机界面设计</a:t>
            </a:r>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3</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软件设计的意义和目标</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软件设计的意义</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软件设计就是把需求规格说明书里归纳的需求，转换为可行的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解决方案</a:t>
            </a:r>
            <a:r>
              <a:rPr lang="zh-CN" altLang="en-US" dirty="0">
                <a:solidFill>
                  <a:srgbClr val="000000"/>
                </a:solidFill>
                <a:latin typeface="微软雅黑" panose="020B0503020204020204" pitchFamily="34" charset="-122"/>
                <a:sym typeface="微软雅黑" panose="020B0503020204020204" pitchFamily="34" charset="-122"/>
              </a:rPr>
              <a:t>，并把解决方案反映到设计说明书里</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软件需求确定以后，进入由软件设计、编码、测试三个关联阶段构成的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开发阶段</a:t>
            </a:r>
            <a:endParaRPr lang="en-US" altLang="zh-CN" dirty="0">
              <a:solidFill>
                <a:srgbClr val="000000"/>
              </a:solidFill>
              <a:highlight>
                <a:srgbClr val="FFFF00"/>
              </a:highlight>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软件设计是软件开发的关键步骤，直接影响软件的质量</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软件编码前，也必须先进行软件设计</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512827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软件设计的意义和目标</a:t>
            </a:r>
          </a:p>
        </p:txBody>
      </p:sp>
      <p:grpSp>
        <p:nvGrpSpPr>
          <p:cNvPr id="2" name="组合 1">
            <a:extLst>
              <a:ext uri="{FF2B5EF4-FFF2-40B4-BE49-F238E27FC236}">
                <a16:creationId xmlns:a16="http://schemas.microsoft.com/office/drawing/2014/main" id="{F6DD5C26-B08D-1943-A45F-BE5470451D27}"/>
              </a:ext>
            </a:extLst>
          </p:cNvPr>
          <p:cNvGrpSpPr/>
          <p:nvPr/>
        </p:nvGrpSpPr>
        <p:grpSpPr>
          <a:xfrm>
            <a:off x="901067" y="3007240"/>
            <a:ext cx="7466578" cy="1912022"/>
            <a:chOff x="1263225" y="3484229"/>
            <a:chExt cx="5876925" cy="1504951"/>
          </a:xfrm>
        </p:grpSpPr>
        <p:sp>
          <p:nvSpPr>
            <p:cNvPr id="10" name="Oval 3">
              <a:extLst>
                <a:ext uri="{FF2B5EF4-FFF2-40B4-BE49-F238E27FC236}">
                  <a16:creationId xmlns:a16="http://schemas.microsoft.com/office/drawing/2014/main" id="{528F35A9-71A0-ED42-9C39-7FE34AEEE2DC}"/>
                </a:ext>
              </a:extLst>
            </p:cNvPr>
            <p:cNvSpPr>
              <a:spLocks noChangeArrowheads="1"/>
            </p:cNvSpPr>
            <p:nvPr/>
          </p:nvSpPr>
          <p:spPr bwMode="auto">
            <a:xfrm>
              <a:off x="2352250" y="3896516"/>
              <a:ext cx="584200" cy="541337"/>
            </a:xfrm>
            <a:prstGeom prst="ellipse">
              <a:avLst/>
            </a:prstGeom>
            <a:solidFill>
              <a:srgbClr val="FFFF99"/>
            </a:solidFill>
            <a:ln w="19050">
              <a:solidFill>
                <a:srgbClr val="FF66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a:solidFill>
                    <a:srgbClr val="000000"/>
                  </a:solidFill>
                </a:rPr>
                <a:t>软件</a:t>
              </a:r>
            </a:p>
            <a:p>
              <a:pPr algn="ctr"/>
              <a:r>
                <a:rPr lang="zh-CN" altLang="en-US" sz="1400">
                  <a:solidFill>
                    <a:srgbClr val="000000"/>
                  </a:solidFill>
                </a:rPr>
                <a:t>设计</a:t>
              </a:r>
            </a:p>
          </p:txBody>
        </p:sp>
        <p:sp>
          <p:nvSpPr>
            <p:cNvPr id="18" name="Text Box 6">
              <a:extLst>
                <a:ext uri="{FF2B5EF4-FFF2-40B4-BE49-F238E27FC236}">
                  <a16:creationId xmlns:a16="http://schemas.microsoft.com/office/drawing/2014/main" id="{72979206-D238-2446-9FC5-C43868406FAF}"/>
                </a:ext>
              </a:extLst>
            </p:cNvPr>
            <p:cNvSpPr txBox="1">
              <a:spLocks noChangeArrowheads="1"/>
            </p:cNvSpPr>
            <p:nvPr/>
          </p:nvSpPr>
          <p:spPr bwMode="auto">
            <a:xfrm>
              <a:off x="1333076" y="4266872"/>
              <a:ext cx="1073150" cy="581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600" dirty="0"/>
                <a:t>功能与性能需求</a:t>
              </a:r>
            </a:p>
          </p:txBody>
        </p:sp>
        <p:sp>
          <p:nvSpPr>
            <p:cNvPr id="19" name="Oval 7">
              <a:extLst>
                <a:ext uri="{FF2B5EF4-FFF2-40B4-BE49-F238E27FC236}">
                  <a16:creationId xmlns:a16="http://schemas.microsoft.com/office/drawing/2014/main" id="{52B51EA6-3A14-834B-BB69-3D8AAF472830}"/>
                </a:ext>
              </a:extLst>
            </p:cNvPr>
            <p:cNvSpPr>
              <a:spLocks noChangeArrowheads="1"/>
            </p:cNvSpPr>
            <p:nvPr/>
          </p:nvSpPr>
          <p:spPr bwMode="auto">
            <a:xfrm>
              <a:off x="4211212" y="3893162"/>
              <a:ext cx="584200" cy="541337"/>
            </a:xfrm>
            <a:prstGeom prst="ellipse">
              <a:avLst/>
            </a:prstGeom>
            <a:solidFill>
              <a:srgbClr val="FFFF99"/>
            </a:solidFill>
            <a:ln w="19050">
              <a:solidFill>
                <a:srgbClr val="FF66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a:solidFill>
                    <a:srgbClr val="000000"/>
                  </a:solidFill>
                </a:rPr>
                <a:t>编码</a:t>
              </a:r>
            </a:p>
          </p:txBody>
        </p:sp>
        <p:sp>
          <p:nvSpPr>
            <p:cNvPr id="20" name="Oval 8">
              <a:extLst>
                <a:ext uri="{FF2B5EF4-FFF2-40B4-BE49-F238E27FC236}">
                  <a16:creationId xmlns:a16="http://schemas.microsoft.com/office/drawing/2014/main" id="{73CEC294-6C77-0842-AFE3-5921A44F0AC3}"/>
                </a:ext>
              </a:extLst>
            </p:cNvPr>
            <p:cNvSpPr>
              <a:spLocks noChangeArrowheads="1"/>
            </p:cNvSpPr>
            <p:nvPr/>
          </p:nvSpPr>
          <p:spPr bwMode="auto">
            <a:xfrm>
              <a:off x="5628850" y="3894349"/>
              <a:ext cx="584200" cy="542925"/>
            </a:xfrm>
            <a:prstGeom prst="ellipse">
              <a:avLst/>
            </a:prstGeom>
            <a:solidFill>
              <a:srgbClr val="FFFF99"/>
            </a:solidFill>
            <a:ln w="19050">
              <a:solidFill>
                <a:srgbClr val="FF66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400" dirty="0">
                  <a:solidFill>
                    <a:srgbClr val="000000"/>
                  </a:solidFill>
                </a:rPr>
                <a:t>软件</a:t>
              </a:r>
            </a:p>
            <a:p>
              <a:pPr algn="ctr"/>
              <a:r>
                <a:rPr lang="zh-CN" altLang="en-US" sz="1400" dirty="0">
                  <a:solidFill>
                    <a:srgbClr val="000000"/>
                  </a:solidFill>
                </a:rPr>
                <a:t>测试</a:t>
              </a:r>
            </a:p>
          </p:txBody>
        </p:sp>
        <p:grpSp>
          <p:nvGrpSpPr>
            <p:cNvPr id="21" name="Group 9">
              <a:extLst>
                <a:ext uri="{FF2B5EF4-FFF2-40B4-BE49-F238E27FC236}">
                  <a16:creationId xmlns:a16="http://schemas.microsoft.com/office/drawing/2014/main" id="{4E3CA220-8866-B248-AA69-36C285D94DFA}"/>
                </a:ext>
              </a:extLst>
            </p:cNvPr>
            <p:cNvGrpSpPr>
              <a:grpSpLocks/>
            </p:cNvGrpSpPr>
            <p:nvPr/>
          </p:nvGrpSpPr>
          <p:grpSpPr bwMode="auto">
            <a:xfrm>
              <a:off x="4790650" y="3768395"/>
              <a:ext cx="1066800" cy="401638"/>
              <a:chOff x="3216" y="3101"/>
              <a:chExt cx="672" cy="253"/>
            </a:xfrm>
          </p:grpSpPr>
          <p:sp>
            <p:nvSpPr>
              <p:cNvPr id="22" name="Line 10">
                <a:extLst>
                  <a:ext uri="{FF2B5EF4-FFF2-40B4-BE49-F238E27FC236}">
                    <a16:creationId xmlns:a16="http://schemas.microsoft.com/office/drawing/2014/main" id="{B5CBB299-8457-A848-BFAA-9B2FEDCC5F00}"/>
                  </a:ext>
                </a:extLst>
              </p:cNvPr>
              <p:cNvSpPr>
                <a:spLocks noChangeShapeType="1"/>
              </p:cNvSpPr>
              <p:nvPr/>
            </p:nvSpPr>
            <p:spPr bwMode="auto">
              <a:xfrm>
                <a:off x="3216" y="3354"/>
                <a:ext cx="528" cy="0"/>
              </a:xfrm>
              <a:prstGeom prst="line">
                <a:avLst/>
              </a:prstGeom>
              <a:noFill/>
              <a:ln w="19050">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3" name="Text Box 11">
                <a:extLst>
                  <a:ext uri="{FF2B5EF4-FFF2-40B4-BE49-F238E27FC236}">
                    <a16:creationId xmlns:a16="http://schemas.microsoft.com/office/drawing/2014/main" id="{B92BCDA1-8C44-D847-927C-9F3306293345}"/>
                  </a:ext>
                </a:extLst>
              </p:cNvPr>
              <p:cNvSpPr txBox="1">
                <a:spLocks noChangeArrowheads="1"/>
              </p:cNvSpPr>
              <p:nvPr/>
            </p:nvSpPr>
            <p:spPr bwMode="auto">
              <a:xfrm>
                <a:off x="3216" y="3101"/>
                <a:ext cx="6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600" dirty="0"/>
                  <a:t>程序模块</a:t>
                </a:r>
              </a:p>
            </p:txBody>
          </p:sp>
        </p:grpSp>
        <p:grpSp>
          <p:nvGrpSpPr>
            <p:cNvPr id="24" name="Group 12">
              <a:extLst>
                <a:ext uri="{FF2B5EF4-FFF2-40B4-BE49-F238E27FC236}">
                  <a16:creationId xmlns:a16="http://schemas.microsoft.com/office/drawing/2014/main" id="{06B4D27A-0266-4A4F-9FAA-471A1C7AEE94}"/>
                </a:ext>
              </a:extLst>
            </p:cNvPr>
            <p:cNvGrpSpPr>
              <a:grpSpLocks/>
            </p:cNvGrpSpPr>
            <p:nvPr/>
          </p:nvGrpSpPr>
          <p:grpSpPr bwMode="auto">
            <a:xfrm>
              <a:off x="6086050" y="3700126"/>
              <a:ext cx="1054100" cy="581025"/>
              <a:chOff x="4032" y="3064"/>
              <a:chExt cx="664" cy="366"/>
            </a:xfrm>
          </p:grpSpPr>
          <p:sp>
            <p:nvSpPr>
              <p:cNvPr id="25" name="Line 13">
                <a:extLst>
                  <a:ext uri="{FF2B5EF4-FFF2-40B4-BE49-F238E27FC236}">
                    <a16:creationId xmlns:a16="http://schemas.microsoft.com/office/drawing/2014/main" id="{0F132F73-B375-AF48-BB27-525F6C8EF91C}"/>
                  </a:ext>
                </a:extLst>
              </p:cNvPr>
              <p:cNvSpPr>
                <a:spLocks noChangeShapeType="1"/>
              </p:cNvSpPr>
              <p:nvPr/>
            </p:nvSpPr>
            <p:spPr bwMode="auto">
              <a:xfrm>
                <a:off x="4120" y="3358"/>
                <a:ext cx="576" cy="0"/>
              </a:xfrm>
              <a:prstGeom prst="line">
                <a:avLst/>
              </a:prstGeom>
              <a:noFill/>
              <a:ln w="19050">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26" name="Text Box 14">
                <a:extLst>
                  <a:ext uri="{FF2B5EF4-FFF2-40B4-BE49-F238E27FC236}">
                    <a16:creationId xmlns:a16="http://schemas.microsoft.com/office/drawing/2014/main" id="{C2938887-881F-484C-97A3-52666C398926}"/>
                  </a:ext>
                </a:extLst>
              </p:cNvPr>
              <p:cNvSpPr txBox="1">
                <a:spLocks noChangeArrowheads="1"/>
              </p:cNvSpPr>
              <p:nvPr/>
            </p:nvSpPr>
            <p:spPr bwMode="auto">
              <a:xfrm>
                <a:off x="4032" y="3064"/>
                <a:ext cx="62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a:t>已测试</a:t>
                </a:r>
              </a:p>
              <a:p>
                <a:pPr algn="ctr"/>
                <a:r>
                  <a:rPr lang="zh-CN" altLang="en-US" sz="1600"/>
                  <a:t>软件</a:t>
                </a:r>
              </a:p>
            </p:txBody>
          </p:sp>
        </p:grpSp>
        <p:grpSp>
          <p:nvGrpSpPr>
            <p:cNvPr id="27" name="Group 15">
              <a:extLst>
                <a:ext uri="{FF2B5EF4-FFF2-40B4-BE49-F238E27FC236}">
                  <a16:creationId xmlns:a16="http://schemas.microsoft.com/office/drawing/2014/main" id="{FE92A090-7748-A942-B1DB-865E7CD995DC}"/>
                </a:ext>
              </a:extLst>
            </p:cNvPr>
            <p:cNvGrpSpPr>
              <a:grpSpLocks/>
            </p:cNvGrpSpPr>
            <p:nvPr/>
          </p:nvGrpSpPr>
          <p:grpSpPr bwMode="auto">
            <a:xfrm>
              <a:off x="2733250" y="3484229"/>
              <a:ext cx="1676400" cy="1504951"/>
              <a:chOff x="1920" y="2928"/>
              <a:chExt cx="1056" cy="948"/>
            </a:xfrm>
          </p:grpSpPr>
          <p:sp>
            <p:nvSpPr>
              <p:cNvPr id="28" name="Freeform 16">
                <a:extLst>
                  <a:ext uri="{FF2B5EF4-FFF2-40B4-BE49-F238E27FC236}">
                    <a16:creationId xmlns:a16="http://schemas.microsoft.com/office/drawing/2014/main" id="{F0D05C74-2E32-EE49-8055-AD104F93032D}"/>
                  </a:ext>
                </a:extLst>
              </p:cNvPr>
              <p:cNvSpPr>
                <a:spLocks/>
              </p:cNvSpPr>
              <p:nvPr/>
            </p:nvSpPr>
            <p:spPr bwMode="auto">
              <a:xfrm rot="202890">
                <a:off x="1972" y="3072"/>
                <a:ext cx="907" cy="178"/>
              </a:xfrm>
              <a:custGeom>
                <a:avLst/>
                <a:gdLst/>
                <a:ahLst/>
                <a:cxnLst>
                  <a:cxn ang="0">
                    <a:pos x="0" y="144"/>
                  </a:cxn>
                  <a:cxn ang="0">
                    <a:pos x="432" y="0"/>
                  </a:cxn>
                  <a:cxn ang="0">
                    <a:pos x="816" y="144"/>
                  </a:cxn>
                </a:cxnLst>
                <a:rect l="0" t="0" r="r" b="b"/>
                <a:pathLst>
                  <a:path w="816" h="144">
                    <a:moveTo>
                      <a:pt x="0" y="144"/>
                    </a:moveTo>
                    <a:cubicBezTo>
                      <a:pt x="148" y="72"/>
                      <a:pt x="296" y="0"/>
                      <a:pt x="432" y="0"/>
                    </a:cubicBezTo>
                    <a:cubicBezTo>
                      <a:pt x="568" y="0"/>
                      <a:pt x="752" y="120"/>
                      <a:pt x="816" y="144"/>
                    </a:cubicBezTo>
                  </a:path>
                </a:pathLst>
              </a:custGeom>
              <a:noFill/>
              <a:ln w="19050" cmpd="sng">
                <a:solidFill>
                  <a:srgbClr val="000000"/>
                </a:solidFill>
                <a:round/>
                <a:headEnd type="none" w="med" len="med"/>
                <a:tailEnd type="triangle" w="med" len="med"/>
              </a:ln>
              <a:effectLst/>
            </p:spPr>
            <p:txBody>
              <a:bodyPr/>
              <a:lstStyle/>
              <a:p>
                <a:pPr>
                  <a:defRPr/>
                </a:pPr>
                <a:endParaRPr lang="zh-CN" altLang="en-US" dirty="0">
                  <a:effectLst>
                    <a:outerShdw blurRad="38100" dist="38100" dir="2700000" algn="tl">
                      <a:srgbClr val="000000">
                        <a:alpha val="43137"/>
                      </a:srgbClr>
                    </a:outerShdw>
                  </a:effectLst>
                </a:endParaRPr>
              </a:p>
            </p:txBody>
          </p:sp>
          <p:sp>
            <p:nvSpPr>
              <p:cNvPr id="29" name="Freeform 17">
                <a:extLst>
                  <a:ext uri="{FF2B5EF4-FFF2-40B4-BE49-F238E27FC236}">
                    <a16:creationId xmlns:a16="http://schemas.microsoft.com/office/drawing/2014/main" id="{CA471B43-8E78-C745-8471-EBB8EFAB08DA}"/>
                  </a:ext>
                </a:extLst>
              </p:cNvPr>
              <p:cNvSpPr>
                <a:spLocks/>
              </p:cNvSpPr>
              <p:nvPr/>
            </p:nvSpPr>
            <p:spPr bwMode="auto">
              <a:xfrm rot="21035401">
                <a:off x="1994" y="3427"/>
                <a:ext cx="912" cy="244"/>
              </a:xfrm>
              <a:custGeom>
                <a:avLst/>
                <a:gdLst/>
                <a:ahLst/>
                <a:cxnLst>
                  <a:cxn ang="0">
                    <a:pos x="0" y="0"/>
                  </a:cxn>
                  <a:cxn ang="0">
                    <a:pos x="384" y="336"/>
                  </a:cxn>
                  <a:cxn ang="0">
                    <a:pos x="912" y="192"/>
                  </a:cxn>
                </a:cxnLst>
                <a:rect l="0" t="0" r="r" b="b"/>
                <a:pathLst>
                  <a:path w="912" h="368">
                    <a:moveTo>
                      <a:pt x="0" y="0"/>
                    </a:moveTo>
                    <a:cubicBezTo>
                      <a:pt x="116" y="152"/>
                      <a:pt x="232" y="304"/>
                      <a:pt x="384" y="336"/>
                    </a:cubicBezTo>
                    <a:cubicBezTo>
                      <a:pt x="536" y="368"/>
                      <a:pt x="824" y="216"/>
                      <a:pt x="912" y="192"/>
                    </a:cubicBezTo>
                  </a:path>
                </a:pathLst>
              </a:custGeom>
              <a:noFill/>
              <a:ln w="19050" cmpd="sng">
                <a:solidFill>
                  <a:srgbClr val="000000"/>
                </a:solidFill>
                <a:round/>
                <a:headEnd type="none" w="med" len="me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30" name="Text Box 18">
                <a:extLst>
                  <a:ext uri="{FF2B5EF4-FFF2-40B4-BE49-F238E27FC236}">
                    <a16:creationId xmlns:a16="http://schemas.microsoft.com/office/drawing/2014/main" id="{F36938FE-F060-734C-92A3-C4DD8B99336D}"/>
                  </a:ext>
                </a:extLst>
              </p:cNvPr>
              <p:cNvSpPr txBox="1">
                <a:spLocks noChangeArrowheads="1"/>
              </p:cNvSpPr>
              <p:nvPr/>
            </p:nvSpPr>
            <p:spPr bwMode="auto">
              <a:xfrm rot="30306">
                <a:off x="2126" y="2928"/>
                <a:ext cx="663"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t>系统结构</a:t>
                </a:r>
              </a:p>
              <a:p>
                <a:pPr algn="ctr">
                  <a:lnSpc>
                    <a:spcPct val="120000"/>
                  </a:lnSpc>
                </a:pPr>
                <a:r>
                  <a:rPr lang="zh-CN" altLang="en-US" sz="1600" dirty="0"/>
                  <a:t>设计</a:t>
                </a:r>
              </a:p>
            </p:txBody>
          </p:sp>
          <p:sp>
            <p:nvSpPr>
              <p:cNvPr id="31" name="Text Box 19">
                <a:extLst>
                  <a:ext uri="{FF2B5EF4-FFF2-40B4-BE49-F238E27FC236}">
                    <a16:creationId xmlns:a16="http://schemas.microsoft.com/office/drawing/2014/main" id="{60293155-D7F0-4441-BF05-F437E57A8867}"/>
                  </a:ext>
                </a:extLst>
              </p:cNvPr>
              <p:cNvSpPr txBox="1">
                <a:spLocks noChangeArrowheads="1"/>
              </p:cNvSpPr>
              <p:nvPr/>
            </p:nvSpPr>
            <p:spPr bwMode="auto">
              <a:xfrm>
                <a:off x="2211" y="3366"/>
                <a:ext cx="6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600" dirty="0"/>
                  <a:t>过程设计</a:t>
                </a:r>
              </a:p>
            </p:txBody>
          </p:sp>
          <p:sp>
            <p:nvSpPr>
              <p:cNvPr id="32" name="Text Box 20">
                <a:extLst>
                  <a:ext uri="{FF2B5EF4-FFF2-40B4-BE49-F238E27FC236}">
                    <a16:creationId xmlns:a16="http://schemas.microsoft.com/office/drawing/2014/main" id="{830E2B57-F8BF-BD49-B337-7439F3ECA0AA}"/>
                  </a:ext>
                </a:extLst>
              </p:cNvPr>
              <p:cNvSpPr txBox="1">
                <a:spLocks noChangeArrowheads="1"/>
              </p:cNvSpPr>
              <p:nvPr/>
            </p:nvSpPr>
            <p:spPr bwMode="auto">
              <a:xfrm>
                <a:off x="1920" y="3664"/>
                <a:ext cx="105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600" dirty="0"/>
                  <a:t>数据结构设计</a:t>
                </a:r>
              </a:p>
            </p:txBody>
          </p:sp>
          <p:sp>
            <p:nvSpPr>
              <p:cNvPr id="33" name="Line 21">
                <a:extLst>
                  <a:ext uri="{FF2B5EF4-FFF2-40B4-BE49-F238E27FC236}">
                    <a16:creationId xmlns:a16="http://schemas.microsoft.com/office/drawing/2014/main" id="{14A2BCD6-E3A3-944B-A466-9182FD5CEB32}"/>
                  </a:ext>
                </a:extLst>
              </p:cNvPr>
              <p:cNvSpPr>
                <a:spLocks noChangeShapeType="1"/>
              </p:cNvSpPr>
              <p:nvPr/>
            </p:nvSpPr>
            <p:spPr bwMode="auto">
              <a:xfrm>
                <a:off x="2040" y="3360"/>
                <a:ext cx="816" cy="0"/>
              </a:xfrm>
              <a:prstGeom prst="line">
                <a:avLst/>
              </a:prstGeom>
              <a:noFill/>
              <a:ln w="19050">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pSp>
        <p:grpSp>
          <p:nvGrpSpPr>
            <p:cNvPr id="34" name="Group 22">
              <a:extLst>
                <a:ext uri="{FF2B5EF4-FFF2-40B4-BE49-F238E27FC236}">
                  <a16:creationId xmlns:a16="http://schemas.microsoft.com/office/drawing/2014/main" id="{1AC88757-2795-5143-B71F-4B28EEF825F2}"/>
                </a:ext>
              </a:extLst>
            </p:cNvPr>
            <p:cNvGrpSpPr>
              <a:grpSpLocks/>
            </p:cNvGrpSpPr>
            <p:nvPr/>
          </p:nvGrpSpPr>
          <p:grpSpPr bwMode="auto">
            <a:xfrm>
              <a:off x="1263225" y="3560426"/>
              <a:ext cx="1089025" cy="593725"/>
              <a:chOff x="994" y="2976"/>
              <a:chExt cx="686" cy="374"/>
            </a:xfrm>
          </p:grpSpPr>
          <p:sp>
            <p:nvSpPr>
              <p:cNvPr id="35" name="Text Box 23">
                <a:extLst>
                  <a:ext uri="{FF2B5EF4-FFF2-40B4-BE49-F238E27FC236}">
                    <a16:creationId xmlns:a16="http://schemas.microsoft.com/office/drawing/2014/main" id="{C2FC04DD-44DB-0748-B2DE-6DF1B0A0E7A2}"/>
                  </a:ext>
                </a:extLst>
              </p:cNvPr>
              <p:cNvSpPr txBox="1">
                <a:spLocks noChangeArrowheads="1"/>
              </p:cNvSpPr>
              <p:nvPr/>
            </p:nvSpPr>
            <p:spPr bwMode="auto">
              <a:xfrm>
                <a:off x="1056" y="2976"/>
                <a:ext cx="62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a:t>信息域</a:t>
                </a:r>
              </a:p>
              <a:p>
                <a:pPr algn="ctr"/>
                <a:r>
                  <a:rPr lang="zh-CN" altLang="en-US" sz="1600"/>
                  <a:t>需求</a:t>
                </a:r>
              </a:p>
            </p:txBody>
          </p:sp>
          <p:sp>
            <p:nvSpPr>
              <p:cNvPr id="36" name="Line 24">
                <a:extLst>
                  <a:ext uri="{FF2B5EF4-FFF2-40B4-BE49-F238E27FC236}">
                    <a16:creationId xmlns:a16="http://schemas.microsoft.com/office/drawing/2014/main" id="{DC14EE18-0272-3640-AD96-08C9EB086121}"/>
                  </a:ext>
                </a:extLst>
              </p:cNvPr>
              <p:cNvSpPr>
                <a:spLocks noChangeShapeType="1"/>
              </p:cNvSpPr>
              <p:nvPr/>
            </p:nvSpPr>
            <p:spPr bwMode="auto">
              <a:xfrm>
                <a:off x="994" y="3342"/>
                <a:ext cx="686" cy="8"/>
              </a:xfrm>
              <a:prstGeom prst="line">
                <a:avLst/>
              </a:prstGeom>
              <a:noFill/>
              <a:ln w="19050">
                <a:solidFill>
                  <a:srgbClr val="0000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pSp>
      </p:grpSp>
      <p:sp>
        <p:nvSpPr>
          <p:cNvPr id="37" name="Text Box 25">
            <a:extLst>
              <a:ext uri="{FF2B5EF4-FFF2-40B4-BE49-F238E27FC236}">
                <a16:creationId xmlns:a16="http://schemas.microsoft.com/office/drawing/2014/main" id="{22F2DCE9-7300-834D-8A77-D0A41036B701}"/>
              </a:ext>
            </a:extLst>
          </p:cNvPr>
          <p:cNvSpPr txBox="1">
            <a:spLocks noChangeArrowheads="1"/>
          </p:cNvSpPr>
          <p:nvPr/>
        </p:nvSpPr>
        <p:spPr bwMode="auto">
          <a:xfrm>
            <a:off x="3095318" y="5668655"/>
            <a:ext cx="2514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dirty="0">
                <a:latin typeface="微软雅黑" panose="020B0503020204020204" pitchFamily="34" charset="-122"/>
                <a:ea typeface="微软雅黑" panose="020B0503020204020204" pitchFamily="34" charset="-122"/>
              </a:rPr>
              <a:t>开发阶段信息流</a:t>
            </a:r>
          </a:p>
        </p:txBody>
      </p:sp>
    </p:spTree>
    <p:extLst>
      <p:ext uri="{BB962C8B-B14F-4D97-AF65-F5344CB8AC3E}">
        <p14:creationId xmlns:p14="http://schemas.microsoft.com/office/powerpoint/2010/main" val="28295272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1000"/>
                                        <p:tgtEl>
                                          <p:spTgt spid="37"/>
                                        </p:tgtEl>
                                      </p:cBhvr>
                                    </p:animEffect>
                                    <p:anim calcmode="lin" valueType="num">
                                      <p:cBhvr>
                                        <p:cTn id="14" dur="1000" fill="hold"/>
                                        <p:tgtEl>
                                          <p:spTgt spid="37"/>
                                        </p:tgtEl>
                                        <p:attrNameLst>
                                          <p:attrName>ppt_x</p:attrName>
                                        </p:attrNameLst>
                                      </p:cBhvr>
                                      <p:tavLst>
                                        <p:tav tm="0">
                                          <p:val>
                                            <p:strVal val="#ppt_x"/>
                                          </p:val>
                                        </p:tav>
                                        <p:tav tm="100000">
                                          <p:val>
                                            <p:strVal val="#ppt_x"/>
                                          </p:val>
                                        </p:tav>
                                      </p:tavLst>
                                    </p:anim>
                                    <p:anim calcmode="lin" valueType="num">
                                      <p:cBhvr>
                                        <p:cTn id="1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软件设计的意义和目标</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软件设计演化特征</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spcBef>
                <a:spcPts val="900"/>
              </a:spcBef>
              <a:buNone/>
            </a:pPr>
            <a:r>
              <a:rPr lang="zh-CN" altLang="zh-CN" b="1" dirty="0">
                <a:solidFill>
                  <a:schemeClr val="accent1"/>
                </a:solidFill>
                <a:latin typeface="微软雅黑" panose="020B0503020204020204" pitchFamily="34" charset="-122"/>
                <a:sym typeface="微软雅黑" panose="020B0503020204020204" pitchFamily="34" charset="-122"/>
              </a:rPr>
              <a:t>指导良好设计演化的</a:t>
            </a:r>
            <a:r>
              <a:rPr lang="en-US" altLang="zh-CN" b="1" dirty="0">
                <a:solidFill>
                  <a:schemeClr val="accent1"/>
                </a:solidFill>
                <a:latin typeface="微软雅黑" panose="020B0503020204020204" pitchFamily="34" charset="-122"/>
                <a:sym typeface="微软雅黑" panose="020B0503020204020204" pitchFamily="34" charset="-122"/>
              </a:rPr>
              <a:t>3</a:t>
            </a:r>
            <a:r>
              <a:rPr lang="zh-CN" altLang="zh-CN" b="1" dirty="0">
                <a:solidFill>
                  <a:schemeClr val="accent1"/>
                </a:solidFill>
                <a:latin typeface="微软雅黑" panose="020B0503020204020204" pitchFamily="34" charset="-122"/>
                <a:sym typeface="微软雅黑" panose="020B0503020204020204" pitchFamily="34" charset="-122"/>
              </a:rPr>
              <a:t>个特征</a:t>
            </a:r>
            <a:r>
              <a:rPr lang="zh-CN" altLang="en-US" b="1" dirty="0">
                <a:solidFill>
                  <a:schemeClr val="accent1"/>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设计必须实现所有包含在分析模型中的需求，而且必须满足用户期望的所有隐含需求</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设计必须是可读的、可理解的指南</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设计必须提供软件的全貌，从实现的角度说明数据域、功能域和行为域</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2" name="同心圆 1">
            <a:extLst>
              <a:ext uri="{FF2B5EF4-FFF2-40B4-BE49-F238E27FC236}">
                <a16:creationId xmlns:a16="http://schemas.microsoft.com/office/drawing/2014/main" id="{78C06D89-F477-AC45-9C1D-664940210FDE}"/>
              </a:ext>
            </a:extLst>
          </p:cNvPr>
          <p:cNvSpPr/>
          <p:nvPr/>
        </p:nvSpPr>
        <p:spPr>
          <a:xfrm>
            <a:off x="2580468" y="1722374"/>
            <a:ext cx="720671" cy="852407"/>
          </a:xfrm>
          <a:prstGeom prst="donut">
            <a:avLst>
              <a:gd name="adj" fmla="val 426"/>
            </a:avLst>
          </a:prstGeom>
          <a:ln>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21782945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9"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软件设计的意义和目标</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3</a:t>
            </a:r>
            <a:r>
              <a:rPr lang="zh-CN" altLang="en-US" sz="2400" dirty="0">
                <a:solidFill>
                  <a:srgbClr val="CC6600"/>
                </a:solidFill>
              </a:rPr>
              <a:t> </a:t>
            </a:r>
            <a:r>
              <a:rPr lang="zh-CN" altLang="en-US" sz="2400" dirty="0">
                <a:solidFill>
                  <a:srgbClr val="CC6600"/>
                </a:solidFill>
                <a:sym typeface="微软雅黑" panose="020B0503020204020204" pitchFamily="34" charset="-122"/>
              </a:rPr>
              <a:t>软件设计的目标</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软件设计阶段要解决“</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如何做</a:t>
            </a:r>
            <a:r>
              <a:rPr lang="zh-CN" altLang="en-US" dirty="0">
                <a:solidFill>
                  <a:srgbClr val="000000"/>
                </a:solidFill>
                <a:latin typeface="微软雅黑" panose="020B0503020204020204" pitchFamily="34" charset="-122"/>
                <a:sym typeface="微软雅黑" panose="020B0503020204020204" pitchFamily="34" charset="-122"/>
              </a:rPr>
              <a:t>”的问题</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软件所有的开发工作都将根据设计的方案进行</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要完成系统的</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总体结构设计</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软件的总体结构设计决定了系统的质量</a:t>
            </a:r>
          </a:p>
        </p:txBody>
      </p:sp>
    </p:spTree>
    <p:extLst>
      <p:ext uri="{BB962C8B-B14F-4D97-AF65-F5344CB8AC3E}">
        <p14:creationId xmlns:p14="http://schemas.microsoft.com/office/powerpoint/2010/main" val="3805106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软件设计的意义和目标</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软件设计阶段的任务</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72284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在设计步骤中，根据软件的功能和性能需求等，采用某种设计方法进行： 数据设计、系统结构设计和过程设计。</a:t>
            </a:r>
            <a:endParaRPr lang="en-US" altLang="zh-CN" dirty="0">
              <a:solidFill>
                <a:srgbClr val="000000"/>
              </a:solidFill>
              <a:latin typeface="微软雅黑" panose="020B0503020204020204" pitchFamily="34" charset="-122"/>
              <a:sym typeface="微软雅黑" panose="020B0503020204020204" pitchFamily="34" charset="-122"/>
            </a:endParaRPr>
          </a:p>
          <a:p>
            <a:pPr>
              <a:spcBef>
                <a:spcPct val="20000"/>
              </a:spcBef>
            </a:pPr>
            <a:r>
              <a:rPr lang="zh-CN" altLang="en-US" sz="2000" dirty="0">
                <a:solidFill>
                  <a:srgbClr val="000000"/>
                </a:solidFill>
                <a:latin typeface="微软雅黑" panose="020B0503020204020204" pitchFamily="34" charset="-122"/>
                <a:sym typeface="微软雅黑" panose="020B0503020204020204" pitchFamily="34" charset="-122"/>
              </a:rPr>
              <a:t>     </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数据设计</a:t>
            </a:r>
            <a:r>
              <a:rPr lang="zh-CN" altLang="en-US" sz="2000" dirty="0">
                <a:solidFill>
                  <a:srgbClr val="000000"/>
                </a:solidFill>
                <a:latin typeface="微软雅黑" panose="020B0503020204020204" pitchFamily="34" charset="-122"/>
                <a:sym typeface="微软雅黑" panose="020B0503020204020204" pitchFamily="34" charset="-122"/>
              </a:rPr>
              <a:t>：侧重于软件数据结构的定义</a:t>
            </a:r>
          </a:p>
          <a:p>
            <a:pPr marL="984250" indent="-984250">
              <a:spcBef>
                <a:spcPct val="20000"/>
              </a:spcBef>
            </a:pPr>
            <a:r>
              <a:rPr lang="zh-CN" altLang="en-US" sz="2000" dirty="0">
                <a:solidFill>
                  <a:srgbClr val="000000"/>
                </a:solidFill>
                <a:latin typeface="微软雅黑" panose="020B0503020204020204" pitchFamily="34" charset="-122"/>
                <a:sym typeface="微软雅黑" panose="020B0503020204020204" pitchFamily="34" charset="-122"/>
              </a:rPr>
              <a:t>     </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系统结构设计</a:t>
            </a:r>
            <a:r>
              <a:rPr lang="zh-CN" altLang="en-US" sz="2000" dirty="0">
                <a:solidFill>
                  <a:srgbClr val="000000"/>
                </a:solidFill>
                <a:latin typeface="微软雅黑" panose="020B0503020204020204" pitchFamily="34" charset="-122"/>
                <a:sym typeface="微软雅黑" panose="020B0503020204020204" pitchFamily="34" charset="-122"/>
              </a:rPr>
              <a:t>：定义软件系统的整体结构，是软件开发的核心步骤</a:t>
            </a:r>
          </a:p>
          <a:p>
            <a:pPr marL="984250" indent="-984250">
              <a:spcBef>
                <a:spcPct val="20000"/>
              </a:spcBef>
            </a:pPr>
            <a:r>
              <a:rPr lang="zh-CN" altLang="en-US" sz="2000" dirty="0">
                <a:solidFill>
                  <a:srgbClr val="000000"/>
                </a:solidFill>
                <a:latin typeface="微软雅黑" panose="020B0503020204020204" pitchFamily="34" charset="-122"/>
                <a:sym typeface="微软雅黑" panose="020B0503020204020204" pitchFamily="34" charset="-122"/>
              </a:rPr>
              <a:t>     </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过程设计</a:t>
            </a:r>
            <a:r>
              <a:rPr lang="zh-CN" altLang="en-US" sz="2000" dirty="0">
                <a:solidFill>
                  <a:srgbClr val="000000"/>
                </a:solidFill>
                <a:latin typeface="微软雅黑" panose="020B0503020204020204" pitchFamily="34" charset="-122"/>
                <a:sym typeface="微软雅黑" panose="020B0503020204020204" pitchFamily="34" charset="-122"/>
              </a:rPr>
              <a:t>：是</a:t>
            </a:r>
            <a:r>
              <a:rPr lang="zh-CN" altLang="en-US" sz="2000">
                <a:solidFill>
                  <a:srgbClr val="000000"/>
                </a:solidFill>
                <a:latin typeface="微软雅黑" panose="020B0503020204020204" pitchFamily="34" charset="-122"/>
                <a:sym typeface="微软雅黑" panose="020B0503020204020204" pitchFamily="34" charset="-122"/>
              </a:rPr>
              <a:t>把结构成分转换</a:t>
            </a:r>
            <a:r>
              <a:rPr lang="zh-CN" altLang="en-US" sz="2000" dirty="0">
                <a:solidFill>
                  <a:srgbClr val="000000"/>
                </a:solidFill>
                <a:latin typeface="微软雅黑" panose="020B0503020204020204" pitchFamily="34" charset="-122"/>
                <a:sym typeface="微软雅黑" panose="020B0503020204020204" pitchFamily="34" charset="-122"/>
              </a:rPr>
              <a:t>成软件的过程性描述</a:t>
            </a: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315581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软件设计的意义和目标</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软件设计阶段的任务</a:t>
            </a:r>
          </a:p>
        </p:txBody>
      </p:sp>
      <p:sp>
        <p:nvSpPr>
          <p:cNvPr id="9" name="Rectangle 7">
            <a:extLst>
              <a:ext uri="{FF2B5EF4-FFF2-40B4-BE49-F238E27FC236}">
                <a16:creationId xmlns:a16="http://schemas.microsoft.com/office/drawing/2014/main" id="{0F126DC4-358B-5348-808F-B0171EA0B6CA}"/>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spcBef>
                <a:spcPts val="900"/>
              </a:spcBef>
              <a:buNone/>
            </a:pPr>
            <a:r>
              <a:rPr lang="zh-CN" altLang="en-US" b="1" dirty="0">
                <a:solidFill>
                  <a:schemeClr val="accent1"/>
                </a:solidFill>
                <a:latin typeface="微软雅黑" panose="020B0503020204020204" pitchFamily="34" charset="-122"/>
                <a:sym typeface="微软雅黑" panose="020B0503020204020204" pitchFamily="34" charset="-122"/>
              </a:rPr>
              <a:t>软件设计阶段的任务可分为三部分：</a:t>
            </a:r>
            <a:endParaRPr lang="en-US" altLang="zh-CN" dirty="0">
              <a:solidFill>
                <a:srgbClr val="000000"/>
              </a:solidFill>
              <a:latin typeface="微软雅黑" panose="020B0503020204020204" pitchFamily="34" charset="-122"/>
              <a:sym typeface="微软雅黑" panose="020B0503020204020204" pitchFamily="34" charset="-122"/>
            </a:endParaRPr>
          </a:p>
          <a:p>
            <a:pPr marL="457200" indent="-457200">
              <a:lnSpc>
                <a:spcPct val="120000"/>
              </a:lnSpc>
              <a:spcBef>
                <a:spcPct val="20000"/>
              </a:spcBef>
              <a:buFont typeface="+mj-ea"/>
              <a:buAutoNum type="circleNumDbPlain"/>
            </a:pPr>
            <a:r>
              <a:rPr lang="zh-CN" altLang="en-US" sz="2000" dirty="0">
                <a:solidFill>
                  <a:srgbClr val="000000"/>
                </a:solidFill>
                <a:latin typeface="微软雅黑" panose="020B0503020204020204" pitchFamily="34" charset="-122"/>
                <a:sym typeface="微软雅黑" panose="020B0503020204020204" pitchFamily="34" charset="-122"/>
              </a:rPr>
              <a:t>划分模块，确定</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软件结构 </a:t>
            </a:r>
          </a:p>
          <a:p>
            <a:pPr marL="452438" lvl="1" indent="-239713" algn="just">
              <a:lnSpc>
                <a:spcPct val="120000"/>
              </a:lnSpc>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开发方法不同，确定软件结构的方法也不同。例如</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软件结构图</a:t>
            </a: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SC</a:t>
            </a:r>
            <a:r>
              <a:rPr lang="zh-CN" altLang="en-US" sz="1800" dirty="0">
                <a:solidFill>
                  <a:srgbClr val="000000"/>
                </a:solidFill>
                <a:latin typeface="微软雅黑" panose="020B0503020204020204" pitchFamily="34" charset="-122"/>
                <a:sym typeface="微软雅黑" panose="020B0503020204020204" pitchFamily="34" charset="-122"/>
              </a:rPr>
              <a:t>图），是从分层的</a:t>
            </a:r>
            <a:r>
              <a:rPr lang="en-US" altLang="zh-CN" sz="1800" dirty="0">
                <a:solidFill>
                  <a:srgbClr val="000000"/>
                </a:solidFill>
                <a:latin typeface="微软雅黑" panose="020B0503020204020204" pitchFamily="34" charset="-122"/>
                <a:sym typeface="微软雅黑" panose="020B0503020204020204" pitchFamily="34" charset="-122"/>
              </a:rPr>
              <a:t>DFD</a:t>
            </a:r>
            <a:r>
              <a:rPr lang="zh-CN" altLang="en-US" sz="1800" dirty="0">
                <a:solidFill>
                  <a:srgbClr val="000000"/>
                </a:solidFill>
                <a:latin typeface="微软雅黑" panose="020B0503020204020204" pitchFamily="34" charset="-122"/>
                <a:sym typeface="微软雅黑" panose="020B0503020204020204" pitchFamily="34" charset="-122"/>
              </a:rPr>
              <a:t>图导出初始的结构图，再对初始的结构图进行改进，获得最终的结构图。</a:t>
            </a:r>
          </a:p>
          <a:p>
            <a:pPr marL="452438" lvl="1" indent="-239713">
              <a:lnSpc>
                <a:spcPct val="120000"/>
              </a:lnSpc>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一般包括确定系统的软件结构，分解模块 ，确定系统的模块层次关系。</a:t>
            </a:r>
          </a:p>
        </p:txBody>
      </p:sp>
    </p:spTree>
    <p:extLst>
      <p:ext uri="{BB962C8B-B14F-4D97-AF65-F5344CB8AC3E}">
        <p14:creationId xmlns:p14="http://schemas.microsoft.com/office/powerpoint/2010/main" val="22754793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软件设计的意义和目标</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软件设计阶段的任务</a:t>
            </a:r>
          </a:p>
        </p:txBody>
      </p:sp>
      <p:sp>
        <p:nvSpPr>
          <p:cNvPr id="9" name="Rectangle 7">
            <a:extLst>
              <a:ext uri="{FF2B5EF4-FFF2-40B4-BE49-F238E27FC236}">
                <a16:creationId xmlns:a16="http://schemas.microsoft.com/office/drawing/2014/main" id="{0F126DC4-358B-5348-808F-B0171EA0B6CA}"/>
              </a:ext>
            </a:extLst>
          </p:cNvPr>
          <p:cNvSpPr txBox="1">
            <a:spLocks noChangeArrowheads="1"/>
          </p:cNvSpPr>
          <p:nvPr/>
        </p:nvSpPr>
        <p:spPr>
          <a:xfrm>
            <a:off x="1421174" y="2598439"/>
            <a:ext cx="6688045" cy="1112427"/>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spcBef>
                <a:spcPts val="900"/>
              </a:spcBef>
              <a:buNone/>
            </a:pPr>
            <a:r>
              <a:rPr lang="zh-CN" altLang="en-US" b="1" dirty="0">
                <a:solidFill>
                  <a:schemeClr val="accent1"/>
                </a:solidFill>
                <a:latin typeface="微软雅黑" panose="020B0503020204020204" pitchFamily="34" charset="-122"/>
                <a:sym typeface="微软雅黑" panose="020B0503020204020204" pitchFamily="34" charset="-122"/>
              </a:rPr>
              <a:t>软件设计阶段的任务可分为三部分：</a:t>
            </a:r>
            <a:endParaRPr lang="en-US" altLang="zh-CN" dirty="0">
              <a:solidFill>
                <a:srgbClr val="000000"/>
              </a:solidFill>
              <a:latin typeface="微软雅黑" panose="020B0503020204020204" pitchFamily="34" charset="-122"/>
              <a:sym typeface="微软雅黑" panose="020B0503020204020204" pitchFamily="34" charset="-122"/>
            </a:endParaRPr>
          </a:p>
          <a:p>
            <a:pPr marL="457200" indent="-457200">
              <a:lnSpc>
                <a:spcPct val="120000"/>
              </a:lnSpc>
              <a:spcBef>
                <a:spcPct val="20000"/>
              </a:spcBef>
              <a:buFont typeface="+mj-ea"/>
              <a:buAutoNum type="circleNumDbPlain"/>
            </a:pPr>
            <a:r>
              <a:rPr lang="zh-CN" altLang="en-US" sz="2000" dirty="0">
                <a:solidFill>
                  <a:srgbClr val="000000"/>
                </a:solidFill>
                <a:latin typeface="微软雅黑" panose="020B0503020204020204" pitchFamily="34" charset="-122"/>
                <a:sym typeface="微软雅黑" panose="020B0503020204020204" pitchFamily="34" charset="-122"/>
              </a:rPr>
              <a:t>划分模块，确定</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软件结构 </a:t>
            </a:r>
            <a:endParaRPr lang="en-US" altLang="zh-CN" sz="2000" dirty="0">
              <a:solidFill>
                <a:srgbClr val="000000"/>
              </a:solidFill>
              <a:highlight>
                <a:srgbClr val="FFFF00"/>
              </a:highlight>
              <a:latin typeface="微软雅黑" panose="020B0503020204020204" pitchFamily="34" charset="-122"/>
              <a:sym typeface="微软雅黑" panose="020B0503020204020204" pitchFamily="34" charset="-122"/>
            </a:endParaRPr>
          </a:p>
        </p:txBody>
      </p:sp>
      <p:sp>
        <p:nvSpPr>
          <p:cNvPr id="10" name="Rectangle 7">
            <a:extLst>
              <a:ext uri="{FF2B5EF4-FFF2-40B4-BE49-F238E27FC236}">
                <a16:creationId xmlns:a16="http://schemas.microsoft.com/office/drawing/2014/main" id="{3F69F3EF-662F-6043-9153-F6AE6730F269}"/>
              </a:ext>
            </a:extLst>
          </p:cNvPr>
          <p:cNvSpPr txBox="1">
            <a:spLocks noChangeArrowheads="1"/>
          </p:cNvSpPr>
          <p:nvPr/>
        </p:nvSpPr>
        <p:spPr>
          <a:xfrm>
            <a:off x="1421173" y="3651377"/>
            <a:ext cx="6688045" cy="138226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457200" indent="-457200">
              <a:lnSpc>
                <a:spcPct val="120000"/>
              </a:lnSpc>
              <a:spcBef>
                <a:spcPct val="20000"/>
              </a:spcBef>
              <a:buFont typeface="+mj-ea"/>
              <a:buAutoNum type="circleNumDbPlain" startAt="2"/>
            </a:pPr>
            <a:r>
              <a:rPr lang="zh-CN" altLang="en-US" sz="2000" dirty="0">
                <a:solidFill>
                  <a:srgbClr val="000000"/>
                </a:solidFill>
                <a:latin typeface="微软雅黑" panose="020B0503020204020204" pitchFamily="34" charset="-122"/>
                <a:sym typeface="微软雅黑" panose="020B0503020204020204" pitchFamily="34" charset="-122"/>
              </a:rPr>
              <a:t>确定系统的</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数据结构</a:t>
            </a:r>
            <a:endParaRPr lang="en-US" altLang="zh-CN" sz="2000" dirty="0">
              <a:solidFill>
                <a:srgbClr val="000000"/>
              </a:solidFill>
              <a:highlight>
                <a:srgbClr val="FFFF00"/>
              </a:highlight>
              <a:latin typeface="微软雅黑" panose="020B0503020204020204" pitchFamily="34" charset="-122"/>
              <a:sym typeface="微软雅黑" panose="020B0503020204020204" pitchFamily="34" charset="-122"/>
            </a:endParaRPr>
          </a:p>
          <a:p>
            <a:pPr marL="452438" lvl="1" indent="-239713">
              <a:lnSpc>
                <a:spcPct val="120000"/>
              </a:lnSpc>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数据结构的建立对于信息系统而言尤为重要。要确定数据的类型，组织、存取方式，相关程度及处理方式等</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
        <p:nvSpPr>
          <p:cNvPr id="15" name="Rectangle 7">
            <a:extLst>
              <a:ext uri="{FF2B5EF4-FFF2-40B4-BE49-F238E27FC236}">
                <a16:creationId xmlns:a16="http://schemas.microsoft.com/office/drawing/2014/main" id="{62D8509B-6420-8348-B54F-BE19E19D8C76}"/>
              </a:ext>
            </a:extLst>
          </p:cNvPr>
          <p:cNvSpPr txBox="1">
            <a:spLocks noChangeArrowheads="1"/>
          </p:cNvSpPr>
          <p:nvPr/>
        </p:nvSpPr>
        <p:spPr>
          <a:xfrm>
            <a:off x="1421173" y="4875695"/>
            <a:ext cx="6688045" cy="138226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457200" indent="-457200">
              <a:lnSpc>
                <a:spcPct val="120000"/>
              </a:lnSpc>
              <a:spcBef>
                <a:spcPct val="20000"/>
              </a:spcBef>
              <a:buFont typeface="+mj-ea"/>
              <a:buAutoNum type="circleNumDbPlain" startAt="3"/>
            </a:pPr>
            <a:r>
              <a:rPr lang="zh-CN" altLang="en-US" sz="2000" dirty="0">
                <a:solidFill>
                  <a:srgbClr val="000000"/>
                </a:solidFill>
                <a:latin typeface="微软雅黑" panose="020B0503020204020204" pitchFamily="34" charset="-122"/>
                <a:sym typeface="微软雅黑" panose="020B0503020204020204" pitchFamily="34" charset="-122"/>
              </a:rPr>
              <a:t>设计</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用户界面</a:t>
            </a:r>
            <a:endParaRPr lang="en-US" altLang="zh-CN" sz="2000" dirty="0">
              <a:solidFill>
                <a:srgbClr val="000000"/>
              </a:solidFill>
              <a:highlight>
                <a:srgbClr val="FFFF00"/>
              </a:highlight>
              <a:latin typeface="微软雅黑" panose="020B0503020204020204" pitchFamily="34" charset="-122"/>
              <a:sym typeface="微软雅黑" panose="020B0503020204020204" pitchFamily="34" charset="-122"/>
            </a:endParaRPr>
          </a:p>
          <a:p>
            <a:pPr marL="452438" lvl="1" indent="-239713">
              <a:lnSpc>
                <a:spcPct val="120000"/>
              </a:lnSpc>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作为人机接口的用户界面起着越来越重要的作用，它直接影响到软件的寿命（用户体验）</a:t>
            </a:r>
            <a:endParaRPr lang="en-US" altLang="zh-CN"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6911507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3.1.2</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软件设计的原则</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模块化</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模块：由边界元素限定的相邻的程序元素的序列</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gn="just">
              <a:lnSpc>
                <a:spcPct val="120000"/>
              </a:lnSpc>
              <a:spcBef>
                <a:spcPts val="900"/>
              </a:spcBef>
            </a:pPr>
            <a:r>
              <a:rPr lang="zh-CN" altLang="en-US" dirty="0">
                <a:solidFill>
                  <a:srgbClr val="000000"/>
                </a:solidFill>
                <a:latin typeface="微软雅黑" panose="020B0503020204020204" pitchFamily="34" charset="-122"/>
              </a:rPr>
              <a:t>模块是指整个程序（软件）中一些相对对独立的程序（功能）单元（过程、函数、子程序或宏调用等），每个程序单元完成和实现一个相对独立的软件功能。通俗点就是一些</a:t>
            </a:r>
            <a:r>
              <a:rPr lang="zh-CN" altLang="en-US" dirty="0">
                <a:solidFill>
                  <a:srgbClr val="000000"/>
                </a:solidFill>
                <a:highlight>
                  <a:srgbClr val="FFFF00"/>
                </a:highlight>
                <a:latin typeface="微软雅黑" panose="020B0503020204020204" pitchFamily="34" charset="-122"/>
              </a:rPr>
              <a:t>功能独立的程序段</a:t>
            </a:r>
            <a:endParaRPr lang="en-US" altLang="zh-CN" dirty="0">
              <a:solidFill>
                <a:srgbClr val="000000"/>
              </a:solidFill>
              <a:highlight>
                <a:srgbClr val="FFFF00"/>
              </a:highlight>
              <a:latin typeface="微软雅黑" panose="020B0503020204020204" pitchFamily="34" charset="-122"/>
              <a:sym typeface="微软雅黑" panose="020B0503020204020204" pitchFamily="34" charset="-122"/>
            </a:endParaRPr>
          </a:p>
          <a:p>
            <a:pPr marL="342900" lvl="1" indent="-342900" algn="just">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模块化：把程序划分成可独立命名且独立访问的模块，每个模块完成一个子功能，</a:t>
            </a:r>
            <a:r>
              <a:rPr lang="zh-CN" altLang="en-US" dirty="0">
                <a:solidFill>
                  <a:srgbClr val="000000"/>
                </a:solidFill>
                <a:latin typeface="微软雅黑" panose="020B0503020204020204" pitchFamily="34" charset="-122"/>
              </a:rPr>
              <a:t>再把这些功能模块总起来组成一个整体，以满足所要求的整个系统的功能。</a:t>
            </a:r>
          </a:p>
          <a:p>
            <a:pPr marL="342900" lvl="1" indent="-342900" algn="just">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5552607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3.1.2</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a:t>
            </a:r>
            <a:r>
              <a:rPr lang="zh-CN" altLang="en-US" dirty="0">
                <a:solidFill>
                  <a:srgbClr val="4E8F00"/>
                </a:solidFill>
                <a:ea typeface="Microsoft YaHei UI" panose="020B0503020204020204" pitchFamily="34" charset="-122"/>
                <a:sym typeface="微软雅黑" panose="020B0503020204020204" pitchFamily="34" charset="-122"/>
              </a:rPr>
              <a:t>的原则</a:t>
            </a: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9" name="Rectangle 4">
            <a:extLst>
              <a:ext uri="{FF2B5EF4-FFF2-40B4-BE49-F238E27FC236}">
                <a16:creationId xmlns:a16="http://schemas.microsoft.com/office/drawing/2014/main" id="{E0D159C3-ECFF-9E41-8AF4-674413F3B249}"/>
              </a:ext>
            </a:extLst>
          </p:cNvPr>
          <p:cNvSpPr>
            <a:spLocks noChangeArrowheads="1"/>
          </p:cNvSpPr>
          <p:nvPr/>
        </p:nvSpPr>
        <p:spPr bwMode="auto">
          <a:xfrm>
            <a:off x="502970" y="1887709"/>
            <a:ext cx="4932362"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buFont typeface="Wingdings" pitchFamily="2" charset="2"/>
              <a:buChar char="Ø"/>
            </a:pPr>
            <a:r>
              <a:rPr lang="en-US" altLang="zh-CN" dirty="0">
                <a:solidFill>
                  <a:srgbClr val="000000"/>
                </a:solidFill>
                <a:latin typeface="微软雅黑" panose="020B0503020204020204" pitchFamily="34" charset="-122"/>
                <a:ea typeface="微软雅黑" panose="020B0503020204020204" pitchFamily="34" charset="-122"/>
              </a:rPr>
              <a:t> </a:t>
            </a:r>
            <a:r>
              <a:rPr lang="zh-CN" altLang="en-US" dirty="0">
                <a:solidFill>
                  <a:srgbClr val="000000"/>
                </a:solidFill>
                <a:latin typeface="微软雅黑" panose="020B0503020204020204" pitchFamily="34" charset="-122"/>
                <a:ea typeface="微软雅黑" panose="020B0503020204020204" pitchFamily="34" charset="-122"/>
              </a:rPr>
              <a:t>模块化降低软件复杂度的简单证明</a:t>
            </a:r>
          </a:p>
        </p:txBody>
      </p:sp>
      <p:sp>
        <p:nvSpPr>
          <p:cNvPr id="10" name="Text Box 5">
            <a:extLst>
              <a:ext uri="{FF2B5EF4-FFF2-40B4-BE49-F238E27FC236}">
                <a16:creationId xmlns:a16="http://schemas.microsoft.com/office/drawing/2014/main" id="{11B42AC0-F2CD-1A40-9B19-D935F9D144FF}"/>
              </a:ext>
            </a:extLst>
          </p:cNvPr>
          <p:cNvSpPr txBox="1">
            <a:spLocks noChangeArrowheads="1"/>
          </p:cNvSpPr>
          <p:nvPr/>
        </p:nvSpPr>
        <p:spPr bwMode="auto">
          <a:xfrm>
            <a:off x="539635" y="2524123"/>
            <a:ext cx="3964896" cy="2331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55600" indent="-355600" algn="just" eaLnBrk="1" hangingPunct="1">
              <a:spcBef>
                <a:spcPct val="20000"/>
              </a:spcBef>
            </a:pPr>
            <a:r>
              <a:rPr lang="zh-CN" altLang="en-US" sz="1400" dirty="0">
                <a:latin typeface="微软雅黑" panose="020B0503020204020204" pitchFamily="34" charset="-122"/>
                <a:ea typeface="微软雅黑" panose="020B0503020204020204" pitchFamily="34" charset="-122"/>
              </a:rPr>
              <a:t>令：</a:t>
            </a:r>
            <a:r>
              <a:rPr lang="en-US" altLang="zh-CN" sz="1400" dirty="0">
                <a:latin typeface="微软雅黑" panose="020B0503020204020204" pitchFamily="34" charset="-122"/>
                <a:ea typeface="微软雅黑" panose="020B0503020204020204" pitchFamily="34" charset="-122"/>
              </a:rPr>
              <a:t>C</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X</a:t>
            </a:r>
            <a:r>
              <a:rPr lang="zh-CN" altLang="en-US" sz="1400" dirty="0">
                <a:latin typeface="微软雅黑" panose="020B0503020204020204" pitchFamily="34" charset="-122"/>
                <a:ea typeface="微软雅黑" panose="020B0503020204020204" pitchFamily="34" charset="-122"/>
              </a:rPr>
              <a:t>）表示问题 </a:t>
            </a:r>
            <a:r>
              <a:rPr lang="en-US" altLang="zh-CN" sz="1400" dirty="0">
                <a:latin typeface="微软雅黑" panose="020B0503020204020204" pitchFamily="34" charset="-122"/>
                <a:ea typeface="微软雅黑" panose="020B0503020204020204" pitchFamily="34" charset="-122"/>
              </a:rPr>
              <a:t>X </a:t>
            </a:r>
            <a:r>
              <a:rPr lang="zh-CN" altLang="en-US" sz="1400" dirty="0">
                <a:latin typeface="微软雅黑" panose="020B0503020204020204" pitchFamily="34" charset="-122"/>
                <a:ea typeface="微软雅黑" panose="020B0503020204020204" pitchFamily="34" charset="-122"/>
              </a:rPr>
              <a:t>的复杂度函数；</a:t>
            </a:r>
            <a:r>
              <a:rPr lang="en-US" altLang="zh-CN" sz="1400" dirty="0">
                <a:latin typeface="微软雅黑" panose="020B0503020204020204" pitchFamily="34" charset="-122"/>
                <a:ea typeface="微软雅黑" panose="020B0503020204020204" pitchFamily="34" charset="-122"/>
              </a:rPr>
              <a:t>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X</a:t>
            </a:r>
            <a:r>
              <a:rPr lang="zh-CN" altLang="en-US" sz="1400" dirty="0">
                <a:latin typeface="微软雅黑" panose="020B0503020204020204" pitchFamily="34" charset="-122"/>
                <a:ea typeface="微软雅黑" panose="020B0503020204020204" pitchFamily="34" charset="-122"/>
              </a:rPr>
              <a:t>）解决问题 </a:t>
            </a:r>
            <a:r>
              <a:rPr lang="en-US" altLang="zh-CN" sz="1400" dirty="0">
                <a:latin typeface="微软雅黑" panose="020B0503020204020204" pitchFamily="34" charset="-122"/>
                <a:ea typeface="微软雅黑" panose="020B0503020204020204" pitchFamily="34" charset="-122"/>
              </a:rPr>
              <a:t>X </a:t>
            </a:r>
            <a:r>
              <a:rPr lang="zh-CN" altLang="en-US" sz="1400" dirty="0">
                <a:latin typeface="微软雅黑" panose="020B0503020204020204" pitchFamily="34" charset="-122"/>
                <a:ea typeface="微软雅黑" panose="020B0503020204020204" pitchFamily="34" charset="-122"/>
              </a:rPr>
              <a:t>所需工作量的复杂度函数；</a:t>
            </a:r>
          </a:p>
          <a:p>
            <a:pPr algn="just" eaLnBrk="1" hangingPunct="1">
              <a:spcBef>
                <a:spcPct val="20000"/>
              </a:spcBef>
            </a:pPr>
            <a:r>
              <a:rPr lang="zh-CN" altLang="en-US" sz="1400" dirty="0">
                <a:latin typeface="微软雅黑" panose="020B0503020204020204" pitchFamily="34" charset="-122"/>
                <a:ea typeface="微软雅黑" panose="020B0503020204020204" pitchFamily="34" charset="-122"/>
              </a:rPr>
              <a:t>若：有问题 </a:t>
            </a:r>
            <a:r>
              <a:rPr lang="en-US" altLang="zh-CN" sz="1400" dirty="0">
                <a:latin typeface="微软雅黑" panose="020B0503020204020204" pitchFamily="34" charset="-122"/>
                <a:ea typeface="微软雅黑" panose="020B0503020204020204" pitchFamily="34" charset="-122"/>
              </a:rPr>
              <a:t>P1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P2</a:t>
            </a:r>
            <a:r>
              <a:rPr lang="zh-CN" altLang="en-US" sz="1400" dirty="0">
                <a:latin typeface="微软雅黑" panose="020B0503020204020204" pitchFamily="34" charset="-122"/>
                <a:ea typeface="微软雅黑" panose="020B0503020204020204" pitchFamily="34" charset="-122"/>
              </a:rPr>
              <a:t>；</a:t>
            </a:r>
          </a:p>
          <a:p>
            <a:pPr algn="just" eaLnBrk="1" hangingPunct="1">
              <a:spcBef>
                <a:spcPct val="20000"/>
              </a:spcBef>
            </a:pPr>
            <a:r>
              <a:rPr lang="en-US" altLang="zh-CN" sz="1400" dirty="0">
                <a:latin typeface="微软雅黑" panose="020B0503020204020204" pitchFamily="34" charset="-122"/>
                <a:ea typeface="微软雅黑" panose="020B0503020204020204" pitchFamily="34" charset="-122"/>
              </a:rPr>
              <a:t>	C</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&gt; C</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P2</a:t>
            </a:r>
            <a:r>
              <a:rPr lang="zh-CN" altLang="en-US" sz="1400" dirty="0">
                <a:latin typeface="微软雅黑" panose="020B0503020204020204" pitchFamily="34" charset="-122"/>
                <a:ea typeface="微软雅黑" panose="020B0503020204020204" pitchFamily="34" charset="-122"/>
              </a:rPr>
              <a:t>）；  </a:t>
            </a:r>
          </a:p>
          <a:p>
            <a:pPr algn="just" eaLnBrk="1" hangingPunct="1">
              <a:spcBef>
                <a:spcPct val="20000"/>
              </a:spcBef>
            </a:pPr>
            <a:r>
              <a:rPr lang="zh-CN" altLang="en-US" sz="1400" dirty="0">
                <a:latin typeface="微软雅黑" panose="020B0503020204020204" pitchFamily="34" charset="-122"/>
                <a:ea typeface="微软雅黑" panose="020B0503020204020204" pitchFamily="34" charset="-122"/>
              </a:rPr>
              <a:t>显然：</a:t>
            </a:r>
            <a:r>
              <a:rPr lang="en-US" altLang="zh-CN" sz="1400" dirty="0">
                <a:latin typeface="微软雅黑" panose="020B0503020204020204" pitchFamily="34" charset="-122"/>
                <a:ea typeface="微软雅黑" panose="020B0503020204020204" pitchFamily="34" charset="-122"/>
              </a:rPr>
              <a:t>	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&gt; 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P2</a:t>
            </a:r>
            <a:r>
              <a:rPr lang="zh-CN" altLang="en-US" sz="1400" dirty="0">
                <a:latin typeface="微软雅黑" panose="020B0503020204020204" pitchFamily="34" charset="-122"/>
                <a:ea typeface="微软雅黑" panose="020B0503020204020204" pitchFamily="34" charset="-122"/>
              </a:rPr>
              <a:t>）</a:t>
            </a:r>
          </a:p>
          <a:p>
            <a:pPr algn="just" eaLnBrk="1" hangingPunct="1">
              <a:spcBef>
                <a:spcPct val="20000"/>
              </a:spcBef>
            </a:pPr>
            <a:r>
              <a:rPr lang="zh-CN" altLang="en-US" sz="1400" dirty="0">
                <a:latin typeface="微软雅黑" panose="020B0503020204020204" pitchFamily="34" charset="-122"/>
                <a:ea typeface="微软雅黑" panose="020B0503020204020204" pitchFamily="34" charset="-122"/>
              </a:rPr>
              <a:t>由经验：</a:t>
            </a:r>
            <a:r>
              <a:rPr lang="en-US" altLang="zh-CN" sz="1400" dirty="0">
                <a:latin typeface="微软雅黑" panose="020B0503020204020204" pitchFamily="34" charset="-122"/>
                <a:ea typeface="微软雅黑" panose="020B0503020204020204" pitchFamily="34" charset="-122"/>
              </a:rPr>
              <a:t>	C</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P1+P2</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&gt; C</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 C</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P2</a:t>
            </a:r>
            <a:r>
              <a:rPr lang="zh-CN" altLang="en-US" sz="1400" dirty="0">
                <a:latin typeface="微软雅黑" panose="020B0503020204020204" pitchFamily="34" charset="-122"/>
                <a:ea typeface="微软雅黑" panose="020B0503020204020204" pitchFamily="34" charset="-122"/>
              </a:rPr>
              <a:t>）</a:t>
            </a:r>
          </a:p>
          <a:p>
            <a:pPr algn="just" eaLnBrk="1" hangingPunct="1">
              <a:spcBef>
                <a:spcPct val="20000"/>
              </a:spcBef>
            </a:pPr>
            <a:r>
              <a:rPr lang="zh-CN" altLang="en-US" sz="1400" dirty="0">
                <a:latin typeface="微软雅黑" panose="020B0503020204020204" pitchFamily="34" charset="-122"/>
                <a:ea typeface="微软雅黑" panose="020B0503020204020204" pitchFamily="34" charset="-122"/>
              </a:rPr>
              <a:t>于是：</a:t>
            </a:r>
            <a:r>
              <a:rPr lang="en-US" altLang="zh-CN" sz="1400" dirty="0">
                <a:latin typeface="微软雅黑" panose="020B0503020204020204" pitchFamily="34" charset="-122"/>
                <a:ea typeface="微软雅黑" panose="020B0503020204020204" pitchFamily="34" charset="-122"/>
              </a:rPr>
              <a:t>	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P1+P2</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&gt; 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P1</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 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P2</a:t>
            </a:r>
            <a:r>
              <a:rPr lang="zh-CN" altLang="en-US" sz="1400" dirty="0">
                <a:latin typeface="微软雅黑" panose="020B0503020204020204" pitchFamily="34" charset="-122"/>
                <a:ea typeface="微软雅黑" panose="020B0503020204020204" pitchFamily="34" charset="-122"/>
              </a:rPr>
              <a:t>）</a:t>
            </a:r>
          </a:p>
          <a:p>
            <a:pPr algn="just" eaLnBrk="1" hangingPunct="1">
              <a:lnSpc>
                <a:spcPct val="120000"/>
              </a:lnSpc>
              <a:spcBef>
                <a:spcPct val="20000"/>
              </a:spcBef>
            </a:pPr>
            <a:r>
              <a:rPr lang="zh-CN" altLang="en-US" sz="1400" dirty="0">
                <a:latin typeface="微软雅黑" panose="020B0503020204020204" pitchFamily="34" charset="-122"/>
                <a:ea typeface="微软雅黑" panose="020B0503020204020204" pitchFamily="34" charset="-122"/>
              </a:rPr>
              <a:t>将问题（</a:t>
            </a:r>
            <a:r>
              <a:rPr lang="en-US" altLang="zh-CN" sz="1400" dirty="0">
                <a:latin typeface="微软雅黑" panose="020B0503020204020204" pitchFamily="34" charset="-122"/>
                <a:ea typeface="微软雅黑" panose="020B0503020204020204" pitchFamily="34" charset="-122"/>
              </a:rPr>
              <a:t>P1+P2</a:t>
            </a:r>
            <a:r>
              <a:rPr lang="zh-CN" altLang="en-US" sz="1400" dirty="0">
                <a:latin typeface="微软雅黑" panose="020B0503020204020204" pitchFamily="34" charset="-122"/>
                <a:ea typeface="微软雅黑" panose="020B0503020204020204" pitchFamily="34" charset="-122"/>
              </a:rPr>
              <a:t>）划分为两个问题</a:t>
            </a:r>
            <a:r>
              <a:rPr lang="en-US" altLang="zh-CN" sz="1400" dirty="0">
                <a:latin typeface="微软雅黑" panose="020B0503020204020204" pitchFamily="34" charset="-122"/>
                <a:ea typeface="微软雅黑" panose="020B0503020204020204" pitchFamily="34" charset="-122"/>
              </a:rPr>
              <a:t>P1</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P2</a:t>
            </a:r>
            <a:r>
              <a:rPr lang="zh-CN" altLang="en-US" sz="1400" dirty="0">
                <a:latin typeface="微软雅黑" panose="020B0503020204020204" pitchFamily="34" charset="-122"/>
                <a:ea typeface="微软雅黑" panose="020B0503020204020204" pitchFamily="34" charset="-122"/>
              </a:rPr>
              <a:t>后，其工作量和复杂度都降低。</a:t>
            </a:r>
          </a:p>
        </p:txBody>
      </p:sp>
      <p:sp>
        <p:nvSpPr>
          <p:cNvPr id="16" name="Text Box 6">
            <a:extLst>
              <a:ext uri="{FF2B5EF4-FFF2-40B4-BE49-F238E27FC236}">
                <a16:creationId xmlns:a16="http://schemas.microsoft.com/office/drawing/2014/main" id="{1BB08CAE-9669-FC4B-AA9D-C0BF89360B6D}"/>
              </a:ext>
            </a:extLst>
          </p:cNvPr>
          <p:cNvSpPr txBox="1">
            <a:spLocks noChangeArrowheads="1"/>
          </p:cNvSpPr>
          <p:nvPr/>
        </p:nvSpPr>
        <p:spPr bwMode="auto">
          <a:xfrm>
            <a:off x="214312" y="5455276"/>
            <a:ext cx="858043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indent="2143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0000"/>
              </a:spcBef>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注意：并非模块分得越小越好，因为模块之间接口的复杂度和工作量增加。</a:t>
            </a:r>
          </a:p>
          <a:p>
            <a:pPr algn="just" eaLnBrk="1" hangingPunct="1">
              <a:lnSpc>
                <a:spcPct val="110000"/>
              </a:lnSpc>
              <a:spcBef>
                <a:spcPct val="20000"/>
              </a:spcBef>
            </a:pPr>
            <a:r>
              <a:rPr lang="zh-CN" altLang="en-US" dirty="0">
                <a:latin typeface="微软雅黑" panose="020B0503020204020204" pitchFamily="34" charset="-122"/>
                <a:ea typeface="微软雅黑" panose="020B0503020204020204" pitchFamily="34" charset="-122"/>
              </a:rPr>
              <a:t>  显然，每个软件系统都有一个最佳模块数</a:t>
            </a:r>
            <a:r>
              <a:rPr lang="en-US" altLang="zh-CN" dirty="0">
                <a:latin typeface="微软雅黑" panose="020B0503020204020204" pitchFamily="34" charset="-122"/>
                <a:ea typeface="微软雅黑" panose="020B0503020204020204" pitchFamily="34" charset="-122"/>
              </a:rPr>
              <a:t>M</a:t>
            </a:r>
            <a:r>
              <a:rPr lang="zh-CN" altLang="en-US" dirty="0">
                <a:latin typeface="微软雅黑" panose="020B0503020204020204" pitchFamily="34" charset="-122"/>
                <a:ea typeface="微软雅黑" panose="020B0503020204020204" pitchFamily="34" charset="-122"/>
              </a:rPr>
              <a:t>。注意选择分解的最佳模块数。</a:t>
            </a:r>
          </a:p>
        </p:txBody>
      </p:sp>
      <p:grpSp>
        <p:nvGrpSpPr>
          <p:cNvPr id="17" name="Group 7">
            <a:extLst>
              <a:ext uri="{FF2B5EF4-FFF2-40B4-BE49-F238E27FC236}">
                <a16:creationId xmlns:a16="http://schemas.microsoft.com/office/drawing/2014/main" id="{867CBABC-AF71-CC42-B46D-8B7E64E7A4C5}"/>
              </a:ext>
            </a:extLst>
          </p:cNvPr>
          <p:cNvGrpSpPr>
            <a:grpSpLocks/>
          </p:cNvGrpSpPr>
          <p:nvPr/>
        </p:nvGrpSpPr>
        <p:grpSpPr bwMode="auto">
          <a:xfrm>
            <a:off x="4845050" y="1730174"/>
            <a:ext cx="3841750" cy="3015490"/>
            <a:chOff x="3209" y="371"/>
            <a:chExt cx="2420" cy="2531"/>
          </a:xfrm>
        </p:grpSpPr>
        <p:sp>
          <p:nvSpPr>
            <p:cNvPr id="18" name="Text Box 8">
              <a:extLst>
                <a:ext uri="{FF2B5EF4-FFF2-40B4-BE49-F238E27FC236}">
                  <a16:creationId xmlns:a16="http://schemas.microsoft.com/office/drawing/2014/main" id="{FC20DC2D-D52F-1748-8A99-24CA52217078}"/>
                </a:ext>
              </a:extLst>
            </p:cNvPr>
            <p:cNvSpPr txBox="1">
              <a:spLocks noChangeArrowheads="1"/>
            </p:cNvSpPr>
            <p:nvPr/>
          </p:nvSpPr>
          <p:spPr bwMode="auto">
            <a:xfrm>
              <a:off x="4712" y="1011"/>
              <a:ext cx="91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软件总成本</a:t>
              </a:r>
            </a:p>
          </p:txBody>
        </p:sp>
        <p:grpSp>
          <p:nvGrpSpPr>
            <p:cNvPr id="19" name="Group 9">
              <a:extLst>
                <a:ext uri="{FF2B5EF4-FFF2-40B4-BE49-F238E27FC236}">
                  <a16:creationId xmlns:a16="http://schemas.microsoft.com/office/drawing/2014/main" id="{840F8519-CB3A-FC4E-8DFE-B45DE9E4CD14}"/>
                </a:ext>
              </a:extLst>
            </p:cNvPr>
            <p:cNvGrpSpPr>
              <a:grpSpLocks/>
            </p:cNvGrpSpPr>
            <p:nvPr/>
          </p:nvGrpSpPr>
          <p:grpSpPr bwMode="auto">
            <a:xfrm>
              <a:off x="3209" y="371"/>
              <a:ext cx="2420" cy="2531"/>
              <a:chOff x="3209" y="371"/>
              <a:chExt cx="2420" cy="2531"/>
            </a:xfrm>
          </p:grpSpPr>
          <p:sp>
            <p:nvSpPr>
              <p:cNvPr id="20" name="Text Box 10">
                <a:extLst>
                  <a:ext uri="{FF2B5EF4-FFF2-40B4-BE49-F238E27FC236}">
                    <a16:creationId xmlns:a16="http://schemas.microsoft.com/office/drawing/2014/main" id="{BE92527E-E5BA-7E4C-966F-13B0B7D357A3}"/>
                  </a:ext>
                </a:extLst>
              </p:cNvPr>
              <p:cNvSpPr txBox="1">
                <a:spLocks noChangeArrowheads="1"/>
              </p:cNvSpPr>
              <p:nvPr/>
            </p:nvSpPr>
            <p:spPr bwMode="auto">
              <a:xfrm>
                <a:off x="3360" y="2592"/>
                <a:ext cx="2208"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模块化与软件成本的关系</a:t>
                </a:r>
              </a:p>
            </p:txBody>
          </p:sp>
          <p:sp>
            <p:nvSpPr>
              <p:cNvPr id="21" name="Arc 11">
                <a:extLst>
                  <a:ext uri="{FF2B5EF4-FFF2-40B4-BE49-F238E27FC236}">
                    <a16:creationId xmlns:a16="http://schemas.microsoft.com/office/drawing/2014/main" id="{C7AD1E44-C2BD-1A42-BC48-8F4F4D5C0A62}"/>
                  </a:ext>
                </a:extLst>
              </p:cNvPr>
              <p:cNvSpPr>
                <a:spLocks/>
              </p:cNvSpPr>
              <p:nvPr/>
            </p:nvSpPr>
            <p:spPr bwMode="auto">
              <a:xfrm rot="8291471">
                <a:off x="3497" y="371"/>
                <a:ext cx="1194" cy="1710"/>
              </a:xfrm>
              <a:custGeom>
                <a:avLst/>
                <a:gdLst>
                  <a:gd name="G0" fmla="+- 494 0 0"/>
                  <a:gd name="G1" fmla="+- 21600 0 0"/>
                  <a:gd name="G2" fmla="+- 21600 0 0"/>
                  <a:gd name="T0" fmla="*/ 0 w 21854"/>
                  <a:gd name="T1" fmla="*/ 6 h 21600"/>
                  <a:gd name="T2" fmla="*/ 21854 w 21854"/>
                  <a:gd name="T3" fmla="*/ 18388 h 21600"/>
                  <a:gd name="T4" fmla="*/ 494 w 21854"/>
                  <a:gd name="T5" fmla="*/ 21600 h 21600"/>
                </a:gdLst>
                <a:ahLst/>
                <a:cxnLst>
                  <a:cxn ang="0">
                    <a:pos x="T0" y="T1"/>
                  </a:cxn>
                  <a:cxn ang="0">
                    <a:pos x="T2" y="T3"/>
                  </a:cxn>
                  <a:cxn ang="0">
                    <a:pos x="T4" y="T5"/>
                  </a:cxn>
                </a:cxnLst>
                <a:rect l="0" t="0" r="r" b="b"/>
                <a:pathLst>
                  <a:path w="21854" h="21600" fill="none" extrusionOk="0">
                    <a:moveTo>
                      <a:pt x="-1" y="5"/>
                    </a:moveTo>
                    <a:cubicBezTo>
                      <a:pt x="164" y="1"/>
                      <a:pt x="329" y="-1"/>
                      <a:pt x="494" y="0"/>
                    </a:cubicBezTo>
                    <a:cubicBezTo>
                      <a:pt x="11182" y="0"/>
                      <a:pt x="20264" y="7817"/>
                      <a:pt x="21853" y="18388"/>
                    </a:cubicBezTo>
                  </a:path>
                  <a:path w="21854" h="21600" stroke="0" extrusionOk="0">
                    <a:moveTo>
                      <a:pt x="-1" y="5"/>
                    </a:moveTo>
                    <a:cubicBezTo>
                      <a:pt x="164" y="1"/>
                      <a:pt x="329" y="-1"/>
                      <a:pt x="494" y="0"/>
                    </a:cubicBezTo>
                    <a:cubicBezTo>
                      <a:pt x="11182" y="0"/>
                      <a:pt x="20264" y="7817"/>
                      <a:pt x="21853" y="18388"/>
                    </a:cubicBezTo>
                    <a:lnTo>
                      <a:pt x="494" y="21600"/>
                    </a:lnTo>
                    <a:close/>
                  </a:path>
                </a:pathLst>
              </a:custGeom>
              <a:noFill/>
              <a:ln w="28575">
                <a:solidFill>
                  <a:schemeClr val="tx1"/>
                </a:solidFill>
                <a:prstDash val="lgDash"/>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2" name="Line 12">
                <a:extLst>
                  <a:ext uri="{FF2B5EF4-FFF2-40B4-BE49-F238E27FC236}">
                    <a16:creationId xmlns:a16="http://schemas.microsoft.com/office/drawing/2014/main" id="{2D7C0A69-813F-F74A-8552-BB3A4D01994E}"/>
                  </a:ext>
                </a:extLst>
              </p:cNvPr>
              <p:cNvSpPr>
                <a:spLocks noChangeShapeType="1"/>
              </p:cNvSpPr>
              <p:nvPr/>
            </p:nvSpPr>
            <p:spPr bwMode="auto">
              <a:xfrm flipV="1">
                <a:off x="3312" y="1057"/>
                <a:ext cx="0" cy="1352"/>
              </a:xfrm>
              <a:prstGeom prst="line">
                <a:avLst/>
              </a:prstGeom>
              <a:noFill/>
              <a:ln w="12700">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Freeform 13">
                <a:extLst>
                  <a:ext uri="{FF2B5EF4-FFF2-40B4-BE49-F238E27FC236}">
                    <a16:creationId xmlns:a16="http://schemas.microsoft.com/office/drawing/2014/main" id="{D5F27D95-C29D-9F49-B97C-0039CB13FCA2}"/>
                  </a:ext>
                </a:extLst>
              </p:cNvPr>
              <p:cNvSpPr>
                <a:spLocks/>
              </p:cNvSpPr>
              <p:nvPr/>
            </p:nvSpPr>
            <p:spPr bwMode="auto">
              <a:xfrm>
                <a:off x="3342" y="1466"/>
                <a:ext cx="1623" cy="825"/>
              </a:xfrm>
              <a:custGeom>
                <a:avLst/>
                <a:gdLst/>
                <a:ahLst/>
                <a:cxnLst>
                  <a:cxn ang="0">
                    <a:pos x="0" y="0"/>
                  </a:cxn>
                  <a:cxn ang="0">
                    <a:pos x="432" y="432"/>
                  </a:cxn>
                  <a:cxn ang="0">
                    <a:pos x="1008" y="768"/>
                  </a:cxn>
                  <a:cxn ang="0">
                    <a:pos x="1776" y="960"/>
                  </a:cxn>
                </a:cxnLst>
                <a:rect l="0" t="0" r="r" b="b"/>
                <a:pathLst>
                  <a:path w="1776" h="960">
                    <a:moveTo>
                      <a:pt x="0" y="0"/>
                    </a:moveTo>
                    <a:cubicBezTo>
                      <a:pt x="132" y="152"/>
                      <a:pt x="264" y="304"/>
                      <a:pt x="432" y="432"/>
                    </a:cubicBezTo>
                    <a:cubicBezTo>
                      <a:pt x="600" y="560"/>
                      <a:pt x="784" y="680"/>
                      <a:pt x="1008" y="768"/>
                    </a:cubicBezTo>
                    <a:cubicBezTo>
                      <a:pt x="1232" y="856"/>
                      <a:pt x="1648" y="928"/>
                      <a:pt x="1776" y="960"/>
                    </a:cubicBezTo>
                  </a:path>
                </a:pathLst>
              </a:custGeom>
              <a:noFill/>
              <a:ln w="28575" cap="flat" cmpd="sng">
                <a:solidFill>
                  <a:srgbClr val="FF0000"/>
                </a:solidFill>
                <a:prstDash val="solid"/>
                <a:round/>
                <a:headEnd type="none" w="med" len="med"/>
                <a:tailEnd type="non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4" name="Freeform 14">
                <a:extLst>
                  <a:ext uri="{FF2B5EF4-FFF2-40B4-BE49-F238E27FC236}">
                    <a16:creationId xmlns:a16="http://schemas.microsoft.com/office/drawing/2014/main" id="{62CB314E-C3A7-3C48-9CDA-1AAB77D9F491}"/>
                  </a:ext>
                </a:extLst>
              </p:cNvPr>
              <p:cNvSpPr>
                <a:spLocks/>
              </p:cNvSpPr>
              <p:nvPr/>
            </p:nvSpPr>
            <p:spPr bwMode="auto">
              <a:xfrm>
                <a:off x="3342" y="1590"/>
                <a:ext cx="1623" cy="701"/>
              </a:xfrm>
              <a:custGeom>
                <a:avLst/>
                <a:gdLst/>
                <a:ahLst/>
                <a:cxnLst>
                  <a:cxn ang="0">
                    <a:pos x="1872" y="0"/>
                  </a:cxn>
                  <a:cxn ang="0">
                    <a:pos x="1440" y="384"/>
                  </a:cxn>
                  <a:cxn ang="0">
                    <a:pos x="960" y="576"/>
                  </a:cxn>
                  <a:cxn ang="0">
                    <a:pos x="0" y="816"/>
                  </a:cxn>
                </a:cxnLst>
                <a:rect l="0" t="0" r="r" b="b"/>
                <a:pathLst>
                  <a:path w="1872" h="816">
                    <a:moveTo>
                      <a:pt x="1872" y="0"/>
                    </a:moveTo>
                    <a:cubicBezTo>
                      <a:pt x="1732" y="144"/>
                      <a:pt x="1592" y="288"/>
                      <a:pt x="1440" y="384"/>
                    </a:cubicBezTo>
                    <a:cubicBezTo>
                      <a:pt x="1288" y="480"/>
                      <a:pt x="1200" y="504"/>
                      <a:pt x="960" y="576"/>
                    </a:cubicBezTo>
                    <a:cubicBezTo>
                      <a:pt x="720" y="648"/>
                      <a:pt x="160" y="776"/>
                      <a:pt x="0" y="816"/>
                    </a:cubicBezTo>
                  </a:path>
                </a:pathLst>
              </a:custGeom>
              <a:noFill/>
              <a:ln w="28575" cap="flat" cmpd="sng">
                <a:solidFill>
                  <a:schemeClr val="accent2"/>
                </a:solidFill>
                <a:prstDash val="solid"/>
                <a:round/>
                <a:headEnd type="none" w="med" len="med"/>
                <a:tailEnd type="non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Text Box 15">
                <a:extLst>
                  <a:ext uri="{FF2B5EF4-FFF2-40B4-BE49-F238E27FC236}">
                    <a16:creationId xmlns:a16="http://schemas.microsoft.com/office/drawing/2014/main" id="{8729C024-74B0-3349-913A-E18DE9B1CF0F}"/>
                  </a:ext>
                </a:extLst>
              </p:cNvPr>
              <p:cNvSpPr txBox="1">
                <a:spLocks noChangeArrowheads="1"/>
              </p:cNvSpPr>
              <p:nvPr/>
            </p:nvSpPr>
            <p:spPr bwMode="auto">
              <a:xfrm>
                <a:off x="3209" y="816"/>
                <a:ext cx="583"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成本</a:t>
                </a:r>
              </a:p>
            </p:txBody>
          </p:sp>
          <p:sp>
            <p:nvSpPr>
              <p:cNvPr id="26" name="Text Box 16">
                <a:extLst>
                  <a:ext uri="{FF2B5EF4-FFF2-40B4-BE49-F238E27FC236}">
                    <a16:creationId xmlns:a16="http://schemas.microsoft.com/office/drawing/2014/main" id="{5B500B0C-0E12-F847-9BE0-1A632A3F0330}"/>
                  </a:ext>
                </a:extLst>
              </p:cNvPr>
              <p:cNvSpPr txBox="1">
                <a:spLocks noChangeArrowheads="1"/>
              </p:cNvSpPr>
              <p:nvPr/>
            </p:nvSpPr>
            <p:spPr bwMode="auto">
              <a:xfrm>
                <a:off x="5228" y="2196"/>
                <a:ext cx="389"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模块</a:t>
                </a:r>
              </a:p>
              <a:p>
                <a:pPr eaLnBrk="1" hangingPunct="1">
                  <a:spcBef>
                    <a:spcPct val="10000"/>
                  </a:spcBef>
                </a:pPr>
                <a:r>
                  <a:rPr lang="zh-CN" altLang="en-US" sz="1600">
                    <a:latin typeface="微软雅黑" panose="020B0503020204020204" pitchFamily="34" charset="-122"/>
                    <a:ea typeface="微软雅黑" panose="020B0503020204020204" pitchFamily="34" charset="-122"/>
                  </a:rPr>
                  <a:t>数目</a:t>
                </a:r>
              </a:p>
            </p:txBody>
          </p:sp>
          <p:sp>
            <p:nvSpPr>
              <p:cNvPr id="27" name="Line 17">
                <a:extLst>
                  <a:ext uri="{FF2B5EF4-FFF2-40B4-BE49-F238E27FC236}">
                    <a16:creationId xmlns:a16="http://schemas.microsoft.com/office/drawing/2014/main" id="{77EFB0F5-2B3B-F34B-9FBE-D45E447BEAF6}"/>
                  </a:ext>
                </a:extLst>
              </p:cNvPr>
              <p:cNvSpPr>
                <a:spLocks noChangeShapeType="1"/>
              </p:cNvSpPr>
              <p:nvPr/>
            </p:nvSpPr>
            <p:spPr bwMode="auto">
              <a:xfrm>
                <a:off x="4008" y="1711"/>
                <a:ext cx="0" cy="697"/>
              </a:xfrm>
              <a:prstGeom prst="line">
                <a:avLst/>
              </a:prstGeom>
              <a:noFill/>
              <a:ln w="28575">
                <a:solidFill>
                  <a:schemeClr val="tx1"/>
                </a:solidFill>
                <a:prstDash val="lgDash"/>
                <a:round/>
                <a:headEnd/>
                <a:tailEn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18">
                <a:extLst>
                  <a:ext uri="{FF2B5EF4-FFF2-40B4-BE49-F238E27FC236}">
                    <a16:creationId xmlns:a16="http://schemas.microsoft.com/office/drawing/2014/main" id="{D7399826-4412-BE45-9720-A6105B76C1C5}"/>
                  </a:ext>
                </a:extLst>
              </p:cNvPr>
              <p:cNvSpPr>
                <a:spLocks noChangeShapeType="1"/>
              </p:cNvSpPr>
              <p:nvPr/>
            </p:nvSpPr>
            <p:spPr bwMode="auto">
              <a:xfrm>
                <a:off x="4258" y="1711"/>
                <a:ext cx="0" cy="697"/>
              </a:xfrm>
              <a:prstGeom prst="line">
                <a:avLst/>
              </a:prstGeom>
              <a:noFill/>
              <a:ln w="28575">
                <a:solidFill>
                  <a:schemeClr val="tx1"/>
                </a:solidFill>
                <a:prstDash val="lgDash"/>
                <a:round/>
                <a:headEnd/>
                <a:tailEn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Text Box 19">
                <a:extLst>
                  <a:ext uri="{FF2B5EF4-FFF2-40B4-BE49-F238E27FC236}">
                    <a16:creationId xmlns:a16="http://schemas.microsoft.com/office/drawing/2014/main" id="{44AE3EEA-E5B3-474E-B172-AF833FD773B1}"/>
                  </a:ext>
                </a:extLst>
              </p:cNvPr>
              <p:cNvSpPr txBox="1">
                <a:spLocks noChangeArrowheads="1"/>
              </p:cNvSpPr>
              <p:nvPr/>
            </p:nvSpPr>
            <p:spPr bwMode="auto">
              <a:xfrm>
                <a:off x="4736" y="1980"/>
                <a:ext cx="707"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模块成本</a:t>
                </a:r>
              </a:p>
            </p:txBody>
          </p:sp>
          <p:sp>
            <p:nvSpPr>
              <p:cNvPr id="30" name="Text Box 20">
                <a:extLst>
                  <a:ext uri="{FF2B5EF4-FFF2-40B4-BE49-F238E27FC236}">
                    <a16:creationId xmlns:a16="http://schemas.microsoft.com/office/drawing/2014/main" id="{E3687B8C-2E64-1549-9E37-5295FF1438F1}"/>
                  </a:ext>
                </a:extLst>
              </p:cNvPr>
              <p:cNvSpPr txBox="1">
                <a:spLocks noChangeArrowheads="1"/>
              </p:cNvSpPr>
              <p:nvPr/>
            </p:nvSpPr>
            <p:spPr bwMode="auto">
              <a:xfrm>
                <a:off x="4880" y="1584"/>
                <a:ext cx="749"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接口成本</a:t>
                </a:r>
              </a:p>
            </p:txBody>
          </p:sp>
          <p:sp>
            <p:nvSpPr>
              <p:cNvPr id="31" name="Text Box 21">
                <a:extLst>
                  <a:ext uri="{FF2B5EF4-FFF2-40B4-BE49-F238E27FC236}">
                    <a16:creationId xmlns:a16="http://schemas.microsoft.com/office/drawing/2014/main" id="{B8F78782-3407-3A4B-B26B-2202398AAF22}"/>
                  </a:ext>
                </a:extLst>
              </p:cNvPr>
              <p:cNvSpPr txBox="1">
                <a:spLocks noChangeArrowheads="1"/>
              </p:cNvSpPr>
              <p:nvPr/>
            </p:nvSpPr>
            <p:spPr bwMode="auto">
              <a:xfrm rot="16160339">
                <a:off x="3947" y="1165"/>
                <a:ext cx="328"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40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32" name="Text Box 22">
                <a:extLst>
                  <a:ext uri="{FF2B5EF4-FFF2-40B4-BE49-F238E27FC236}">
                    <a16:creationId xmlns:a16="http://schemas.microsoft.com/office/drawing/2014/main" id="{EE58B0DB-F598-7F41-AAA3-6E5E8BA187F4}"/>
                  </a:ext>
                </a:extLst>
              </p:cNvPr>
              <p:cNvSpPr txBox="1">
                <a:spLocks noChangeArrowheads="1"/>
              </p:cNvSpPr>
              <p:nvPr/>
            </p:nvSpPr>
            <p:spPr bwMode="auto">
              <a:xfrm>
                <a:off x="3764" y="1052"/>
                <a:ext cx="93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dirty="0">
                    <a:latin typeface="微软雅黑" panose="020B0503020204020204" pitchFamily="34" charset="-122"/>
                    <a:ea typeface="微软雅黑" panose="020B0503020204020204" pitchFamily="34" charset="-122"/>
                  </a:rPr>
                  <a:t>最小成本区</a:t>
                </a:r>
              </a:p>
            </p:txBody>
          </p:sp>
          <p:sp>
            <p:nvSpPr>
              <p:cNvPr id="33" name="Text Box 23">
                <a:extLst>
                  <a:ext uri="{FF2B5EF4-FFF2-40B4-BE49-F238E27FC236}">
                    <a16:creationId xmlns:a16="http://schemas.microsoft.com/office/drawing/2014/main" id="{86E0D0ED-E7E0-D44A-89FB-B02F04993F70}"/>
                  </a:ext>
                </a:extLst>
              </p:cNvPr>
              <p:cNvSpPr txBox="1">
                <a:spLocks noChangeArrowheads="1"/>
              </p:cNvSpPr>
              <p:nvPr/>
            </p:nvSpPr>
            <p:spPr bwMode="auto">
              <a:xfrm>
                <a:off x="4008" y="1466"/>
                <a:ext cx="291"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M</a:t>
                </a:r>
              </a:p>
            </p:txBody>
          </p:sp>
          <p:sp>
            <p:nvSpPr>
              <p:cNvPr id="34" name="Line 24">
                <a:extLst>
                  <a:ext uri="{FF2B5EF4-FFF2-40B4-BE49-F238E27FC236}">
                    <a16:creationId xmlns:a16="http://schemas.microsoft.com/office/drawing/2014/main" id="{D41B4DA8-947B-214A-B038-2577031438F5}"/>
                  </a:ext>
                </a:extLst>
              </p:cNvPr>
              <p:cNvSpPr>
                <a:spLocks noChangeShapeType="1"/>
              </p:cNvSpPr>
              <p:nvPr/>
            </p:nvSpPr>
            <p:spPr bwMode="auto">
              <a:xfrm>
                <a:off x="3312" y="2398"/>
                <a:ext cx="1968" cy="0"/>
              </a:xfrm>
              <a:prstGeom prst="line">
                <a:avLst/>
              </a:prstGeom>
              <a:noFill/>
              <a:ln w="9525">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spTree>
    <p:extLst>
      <p:ext uri="{BB962C8B-B14F-4D97-AF65-F5344CB8AC3E}">
        <p14:creationId xmlns:p14="http://schemas.microsoft.com/office/powerpoint/2010/main" val="1942683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3.1.2</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软件设计的原则</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420711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1603375" indent="-1603375"/>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抽象</a:t>
            </a:r>
            <a:r>
              <a:rPr lang="zh-CN" altLang="en-US" sz="2000" dirty="0">
                <a:solidFill>
                  <a:srgbClr val="000000"/>
                </a:solidFill>
                <a:latin typeface="微软雅黑" panose="020B0503020204020204" pitchFamily="34" charset="-122"/>
                <a:sym typeface="微软雅黑" panose="020B0503020204020204" pitchFamily="34" charset="-122"/>
              </a:rPr>
              <a:t>  </a:t>
            </a:r>
            <a:endParaRPr lang="en-US" altLang="zh-CN" sz="2000" dirty="0">
              <a:solidFill>
                <a:srgbClr val="000000"/>
              </a:solidFill>
              <a:latin typeface="微软雅黑" panose="020B0503020204020204" pitchFamily="34" charset="-122"/>
              <a:sym typeface="微软雅黑" panose="020B0503020204020204" pitchFamily="34" charset="-122"/>
            </a:endParaRPr>
          </a:p>
          <a:p>
            <a:pPr marL="627063" indent="-357188">
              <a:lnSpc>
                <a:spcPct val="1000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抽象就是抽出事物的本质特性而暂时不考虑它们的细节</a:t>
            </a:r>
          </a:p>
          <a:p>
            <a:pPr marL="1603375" indent="-1603375"/>
            <a:r>
              <a:rPr lang="en-US" altLang="zh-CN" sz="2400" dirty="0">
                <a:solidFill>
                  <a:srgbClr val="CC6600"/>
                </a:solidFill>
              </a:rPr>
              <a:t>3</a:t>
            </a:r>
            <a:r>
              <a:rPr lang="zh-CN" altLang="en-US" sz="2400" dirty="0">
                <a:solidFill>
                  <a:srgbClr val="CC6600"/>
                </a:solidFill>
              </a:rPr>
              <a:t> </a:t>
            </a:r>
            <a:r>
              <a:rPr lang="zh-CN" altLang="en-US" sz="2400" dirty="0">
                <a:solidFill>
                  <a:srgbClr val="CC6600"/>
                </a:solidFill>
                <a:sym typeface="微软雅黑" panose="020B0503020204020204" pitchFamily="34" charset="-122"/>
              </a:rPr>
              <a:t>逐步求精</a:t>
            </a:r>
            <a:endParaRPr lang="en-US" altLang="zh-CN" sz="2400" dirty="0">
              <a:solidFill>
                <a:srgbClr val="CC6600"/>
              </a:solidFill>
              <a:sym typeface="微软雅黑" panose="020B0503020204020204" pitchFamily="34" charset="-122"/>
            </a:endParaRPr>
          </a:p>
          <a:p>
            <a:pPr marL="627063" indent="-357188">
              <a:lnSpc>
                <a:spcPct val="1100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为了能集中精力解决主要问题而尽量推迟对问题细节的考虑 </a:t>
            </a:r>
          </a:p>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信息隐藏</a:t>
            </a:r>
          </a:p>
          <a:p>
            <a:pPr marL="627063" indent="-357188">
              <a:lnSpc>
                <a:spcPct val="100000"/>
              </a:lnSpc>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一个模块的实现细节对于其他模块来说，是不能访问的 </a:t>
            </a:r>
          </a:p>
          <a:p>
            <a:pPr marL="849313" indent="-849313"/>
            <a:endParaRPr lang="zh-CN" altLang="en-US" sz="24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20409453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1000"/>
                                        <p:tgtEl>
                                          <p:spTgt spid="11">
                                            <p:txEl>
                                              <p:pRg st="0" end="0"/>
                                            </p:txEl>
                                          </p:spTgt>
                                        </p:tgtEl>
                                      </p:cBhvr>
                                    </p:animEffect>
                                    <p:anim calcmode="lin" valueType="num">
                                      <p:cBhvr>
                                        <p:cTn id="8"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1000"/>
                                        <p:tgtEl>
                                          <p:spTgt spid="11">
                                            <p:txEl>
                                              <p:pRg st="1" end="1"/>
                                            </p:txEl>
                                          </p:spTgt>
                                        </p:tgtEl>
                                      </p:cBhvr>
                                    </p:animEffect>
                                    <p:anim calcmode="lin" valueType="num">
                                      <p:cBhvr>
                                        <p:cTn id="14"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1">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1">
                                            <p:txEl>
                                              <p:pRg st="2" end="2"/>
                                            </p:txEl>
                                          </p:spTgt>
                                        </p:tgtEl>
                                        <p:attrNameLst>
                                          <p:attrName>style.visibility</p:attrName>
                                        </p:attrNameLst>
                                      </p:cBhvr>
                                      <p:to>
                                        <p:strVal val="visible"/>
                                      </p:to>
                                    </p:set>
                                    <p:animEffect transition="in" filter="fade">
                                      <p:cBhvr>
                                        <p:cTn id="19" dur="1000"/>
                                        <p:tgtEl>
                                          <p:spTgt spid="11">
                                            <p:txEl>
                                              <p:pRg st="2" end="2"/>
                                            </p:txEl>
                                          </p:spTgt>
                                        </p:tgtEl>
                                      </p:cBhvr>
                                    </p:animEffect>
                                    <p:anim calcmode="lin" valueType="num">
                                      <p:cBhvr>
                                        <p:cTn id="20"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animEffect transition="in" filter="fade">
                                      <p:cBhvr>
                                        <p:cTn id="25" dur="1000"/>
                                        <p:tgtEl>
                                          <p:spTgt spid="11">
                                            <p:txEl>
                                              <p:pRg st="3" end="3"/>
                                            </p:txEl>
                                          </p:spTgt>
                                        </p:tgtEl>
                                      </p:cBhvr>
                                    </p:animEffect>
                                    <p:anim calcmode="lin" valueType="num">
                                      <p:cBhvr>
                                        <p:cTn id="26" dur="100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11">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11">
                                            <p:txEl>
                                              <p:pRg st="4" end="4"/>
                                            </p:txEl>
                                          </p:spTgt>
                                        </p:tgtEl>
                                        <p:attrNameLst>
                                          <p:attrName>style.visibility</p:attrName>
                                        </p:attrNameLst>
                                      </p:cBhvr>
                                      <p:to>
                                        <p:strVal val="visible"/>
                                      </p:to>
                                    </p:set>
                                    <p:animEffect transition="in" filter="fade">
                                      <p:cBhvr>
                                        <p:cTn id="31" dur="1000"/>
                                        <p:tgtEl>
                                          <p:spTgt spid="11">
                                            <p:txEl>
                                              <p:pRg st="4" end="4"/>
                                            </p:txEl>
                                          </p:spTgt>
                                        </p:tgtEl>
                                      </p:cBhvr>
                                    </p:animEffect>
                                    <p:anim calcmode="lin" valueType="num">
                                      <p:cBhvr>
                                        <p:cTn id="32" dur="100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11">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11">
                                            <p:txEl>
                                              <p:pRg st="5" end="5"/>
                                            </p:txEl>
                                          </p:spTgt>
                                        </p:tgtEl>
                                        <p:attrNameLst>
                                          <p:attrName>style.visibility</p:attrName>
                                        </p:attrNameLst>
                                      </p:cBhvr>
                                      <p:to>
                                        <p:strVal val="visible"/>
                                      </p:to>
                                    </p:set>
                                    <p:animEffect transition="in" filter="fade">
                                      <p:cBhvr>
                                        <p:cTn id="37" dur="1000"/>
                                        <p:tgtEl>
                                          <p:spTgt spid="11">
                                            <p:txEl>
                                              <p:pRg st="5" end="5"/>
                                            </p:txEl>
                                          </p:spTgt>
                                        </p:tgtEl>
                                      </p:cBhvr>
                                    </p:animEffect>
                                    <p:anim calcmode="lin" valueType="num">
                                      <p:cBhvr>
                                        <p:cTn id="38" dur="100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3.1.2</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软件设计的原则</a:t>
            </a:r>
          </a:p>
        </p:txBody>
      </p:sp>
      <p:pic>
        <p:nvPicPr>
          <p:cNvPr id="9" name="Picture 10" descr="100_2355">
            <a:extLst>
              <a:ext uri="{FF2B5EF4-FFF2-40B4-BE49-F238E27FC236}">
                <a16:creationId xmlns:a16="http://schemas.microsoft.com/office/drawing/2014/main" id="{B11EBF2D-0197-CE40-8790-A6F606080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612527">
            <a:off x="506413" y="1858963"/>
            <a:ext cx="2476500" cy="2306637"/>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11" descr="100_2356">
            <a:extLst>
              <a:ext uri="{FF2B5EF4-FFF2-40B4-BE49-F238E27FC236}">
                <a16:creationId xmlns:a16="http://schemas.microsoft.com/office/drawing/2014/main" id="{5E466E36-35F9-2341-B4B6-FDCDA66AC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264631">
            <a:off x="933450" y="3386138"/>
            <a:ext cx="3067050" cy="27178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5" name="Picture 8" descr="100_2351">
            <a:extLst>
              <a:ext uri="{FF2B5EF4-FFF2-40B4-BE49-F238E27FC236}">
                <a16:creationId xmlns:a16="http://schemas.microsoft.com/office/drawing/2014/main" id="{E6CCB213-DE4F-F143-9450-AD7B0C772A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1295031">
            <a:off x="3116263" y="1627188"/>
            <a:ext cx="5294312" cy="3492500"/>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6" name="Picture 9" descr="100_2353">
            <a:extLst>
              <a:ext uri="{FF2B5EF4-FFF2-40B4-BE49-F238E27FC236}">
                <a16:creationId xmlns:a16="http://schemas.microsoft.com/office/drawing/2014/main" id="{E770213C-0972-324A-A3BB-4DC44AA5FB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7338" y="3436938"/>
            <a:ext cx="7219950" cy="2903537"/>
          </a:xfrm>
          <a:prstGeom prst="rect">
            <a:avLst/>
          </a:prstGeom>
          <a:noFill/>
          <a:ln>
            <a:noFill/>
          </a:ln>
          <a:effectLst>
            <a:outerShdw dist="35921" dir="2700000" algn="ctr" rotWithShape="0">
              <a:schemeClr val="tx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317908963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linds(horizontal)">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20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0"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edge">
                                      <p:cBhvr>
                                        <p:cTn id="24"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软件设计的分类</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从活动任务方面来分类</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8305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软件设计是对软件需求进行 </a:t>
            </a:r>
            <a:r>
              <a:rPr lang="zh-CN" altLang="en-US" dirty="0">
                <a:solidFill>
                  <a:srgbClr val="C00000"/>
                </a:solidFill>
                <a:latin typeface="微软雅黑" panose="020B0503020204020204" pitchFamily="34" charset="-122"/>
                <a:sym typeface="微软雅黑" panose="020B0503020204020204" pitchFamily="34" charset="-122"/>
              </a:rPr>
              <a:t>数据设计、体系结构设计、接口设计、构件设计和部署设计</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6CECDEFD-FB9D-B144-A6D6-788241470B49}"/>
              </a:ext>
            </a:extLst>
          </p:cNvPr>
          <p:cNvSpPr txBox="1">
            <a:spLocks noChangeArrowheads="1"/>
          </p:cNvSpPr>
          <p:nvPr/>
        </p:nvSpPr>
        <p:spPr>
          <a:xfrm>
            <a:off x="1780295" y="3600380"/>
            <a:ext cx="6688045" cy="112334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1</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数据设计</a:t>
            </a:r>
            <a:r>
              <a:rPr lang="zh-CN" altLang="en-US" sz="1800" dirty="0">
                <a:solidFill>
                  <a:srgbClr val="000000"/>
                </a:solidFill>
                <a:latin typeface="微软雅黑" panose="020B0503020204020204" pitchFamily="34" charset="-122"/>
                <a:sym typeface="微软雅黑" panose="020B0503020204020204" pitchFamily="34" charset="-122"/>
              </a:rPr>
              <a:t>：创建在高抽象级别上表示的数据模型和信息模型。然后，数据模型被精化为越来越多和实现相关的特定表示。即基于计算机的系统能够处理的表示</a:t>
            </a:r>
          </a:p>
        </p:txBody>
      </p:sp>
      <p:sp>
        <p:nvSpPr>
          <p:cNvPr id="10" name="Rectangle 7">
            <a:extLst>
              <a:ext uri="{FF2B5EF4-FFF2-40B4-BE49-F238E27FC236}">
                <a16:creationId xmlns:a16="http://schemas.microsoft.com/office/drawing/2014/main" id="{ADAD1062-6EA5-504F-8B66-97950DA3DD5D}"/>
              </a:ext>
            </a:extLst>
          </p:cNvPr>
          <p:cNvSpPr txBox="1">
            <a:spLocks noChangeArrowheads="1"/>
          </p:cNvSpPr>
          <p:nvPr/>
        </p:nvSpPr>
        <p:spPr>
          <a:xfrm>
            <a:off x="1780295" y="4895108"/>
            <a:ext cx="6688045" cy="112334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2</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体系结构设计</a:t>
            </a:r>
            <a:r>
              <a:rPr lang="zh-CN" altLang="en-US" sz="1800" dirty="0">
                <a:solidFill>
                  <a:srgbClr val="000000"/>
                </a:solidFill>
                <a:latin typeface="微软雅黑" panose="020B0503020204020204" pitchFamily="34" charset="-122"/>
                <a:sym typeface="微软雅黑" panose="020B0503020204020204" pitchFamily="34" charset="-122"/>
              </a:rPr>
              <a:t>：为我们提供软件的整体视图，定义了软件系统各主要成分之间的关系</a:t>
            </a:r>
          </a:p>
        </p:txBody>
      </p:sp>
    </p:spTree>
    <p:extLst>
      <p:ext uri="{BB962C8B-B14F-4D97-AF65-F5344CB8AC3E}">
        <p14:creationId xmlns:p14="http://schemas.microsoft.com/office/powerpoint/2010/main" val="417067085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1000"/>
                                        <p:tgtEl>
                                          <p:spTgt spid="15"/>
                                        </p:tgtEl>
                                      </p:cBhvr>
                                    </p:animEffect>
                                    <p:anim calcmode="lin" valueType="num">
                                      <p:cBhvr>
                                        <p:cTn id="19" dur="1000" fill="hold"/>
                                        <p:tgtEl>
                                          <p:spTgt spid="15"/>
                                        </p:tgtEl>
                                        <p:attrNameLst>
                                          <p:attrName>ppt_x</p:attrName>
                                        </p:attrNameLst>
                                      </p:cBhvr>
                                      <p:tavLst>
                                        <p:tav tm="0">
                                          <p:val>
                                            <p:strVal val="#ppt_x"/>
                                          </p:val>
                                        </p:tav>
                                        <p:tav tm="100000">
                                          <p:val>
                                            <p:strVal val="#ppt_x"/>
                                          </p:val>
                                        </p:tav>
                                      </p:tavLst>
                                    </p:anim>
                                    <p:anim calcmode="lin" valueType="num">
                                      <p:cBhvr>
                                        <p:cTn id="20" dur="1000" fill="hold"/>
                                        <p:tgtEl>
                                          <p:spTgt spid="15"/>
                                        </p:tgtEl>
                                        <p:attrNameLst>
                                          <p:attrName>ppt_y</p:attrName>
                                        </p:attrNameLst>
                                      </p:cBhvr>
                                      <p:tavLst>
                                        <p:tav tm="0">
                                          <p:val>
                                            <p:strVal val="#ppt_y+.1"/>
                                          </p:val>
                                        </p:tav>
                                        <p:tav tm="100000">
                                          <p:val>
                                            <p:strVal val="#ppt_y"/>
                                          </p:val>
                                        </p:tav>
                                      </p:tavLst>
                                    </p:anim>
                                  </p:childTnLst>
                                </p:cTn>
                              </p:par>
                            </p:childTnLst>
                          </p:cTn>
                        </p:par>
                        <p:par>
                          <p:cTn id="21" fill="hold">
                            <p:stCondLst>
                              <p:cond delay="2500"/>
                            </p:stCondLst>
                            <p:childTnLst>
                              <p:par>
                                <p:cTn id="22" presetID="42" presetClass="entr" presetSubtype="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par>
                          <p:cTn id="27" fill="hold">
                            <p:stCondLst>
                              <p:cond delay="3500"/>
                            </p:stCondLst>
                            <p:childTnLst>
                              <p:par>
                                <p:cTn id="28" presetID="42"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1000"/>
                                        <p:tgtEl>
                                          <p:spTgt spid="10"/>
                                        </p:tgtEl>
                                      </p:cBhvr>
                                    </p:animEffect>
                                    <p:anim calcmode="lin" valueType="num">
                                      <p:cBhvr>
                                        <p:cTn id="31" dur="1000" fill="hold"/>
                                        <p:tgtEl>
                                          <p:spTgt spid="10"/>
                                        </p:tgtEl>
                                        <p:attrNameLst>
                                          <p:attrName>ppt_x</p:attrName>
                                        </p:attrNameLst>
                                      </p:cBhvr>
                                      <p:tavLst>
                                        <p:tav tm="0">
                                          <p:val>
                                            <p:strVal val="#ppt_x"/>
                                          </p:val>
                                        </p:tav>
                                        <p:tav tm="100000">
                                          <p:val>
                                            <p:strVal val="#ppt_x"/>
                                          </p:val>
                                        </p:tav>
                                      </p:tavLst>
                                    </p:anim>
                                    <p:anim calcmode="lin" valueType="num">
                                      <p:cBhvr>
                                        <p:cTn id="3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5"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软件设计的分类</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从活动任务方面来分类</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8305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软件设计是对软件需求进行 </a:t>
            </a:r>
            <a:r>
              <a:rPr lang="zh-CN" altLang="en-US" dirty="0">
                <a:solidFill>
                  <a:srgbClr val="C00000"/>
                </a:solidFill>
                <a:latin typeface="微软雅黑" panose="020B0503020204020204" pitchFamily="34" charset="-122"/>
                <a:sym typeface="微软雅黑" panose="020B0503020204020204" pitchFamily="34" charset="-122"/>
              </a:rPr>
              <a:t>数据设计、体系结构设计、接口设计、构件设计和部署设计</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6CECDEFD-FB9D-B144-A6D6-788241470B49}"/>
              </a:ext>
            </a:extLst>
          </p:cNvPr>
          <p:cNvSpPr txBox="1">
            <a:spLocks noChangeArrowheads="1"/>
          </p:cNvSpPr>
          <p:nvPr/>
        </p:nvSpPr>
        <p:spPr>
          <a:xfrm>
            <a:off x="1780295" y="3600380"/>
            <a:ext cx="6688045" cy="2165142"/>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3</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接口设计</a:t>
            </a:r>
            <a:r>
              <a:rPr lang="zh-CN" altLang="en-US" sz="1800" dirty="0">
                <a:solidFill>
                  <a:srgbClr val="000000"/>
                </a:solidFill>
                <a:latin typeface="微软雅黑" panose="020B0503020204020204" pitchFamily="34" charset="-122"/>
                <a:sym typeface="微软雅黑" panose="020B0503020204020204" pitchFamily="34" charset="-122"/>
              </a:rPr>
              <a:t>：告诉我们信息如何流入和流出系统以及被定义为体系结构一部分的构件之间是如何通信的。</a:t>
            </a:r>
          </a:p>
          <a:p>
            <a:pPr>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       接口设计的三个重要元素：</a:t>
            </a:r>
            <a:r>
              <a:rPr lang="zh-CN" altLang="en-US" sz="1800" dirty="0">
                <a:solidFill>
                  <a:srgbClr val="CC6600"/>
                </a:solidFill>
                <a:latin typeface="微软雅黑" panose="020B0503020204020204" pitchFamily="34" charset="-122"/>
                <a:sym typeface="微软雅黑" panose="020B0503020204020204" pitchFamily="34" charset="-122"/>
              </a:rPr>
              <a:t>用户界面</a:t>
            </a:r>
            <a:r>
              <a:rPr lang="zh-CN" altLang="en-US" sz="1800" dirty="0">
                <a:solidFill>
                  <a:srgbClr val="000000"/>
                </a:solidFill>
                <a:latin typeface="微软雅黑" panose="020B0503020204020204" pitchFamily="34" charset="-122"/>
                <a:sym typeface="微软雅黑" panose="020B0503020204020204" pitchFamily="34" charset="-122"/>
              </a:rPr>
              <a:t>，和其他系统、设备、网络或其它信息产生者或使用者的</a:t>
            </a:r>
            <a:r>
              <a:rPr lang="zh-CN" altLang="en-US" sz="1800" dirty="0">
                <a:solidFill>
                  <a:srgbClr val="CC6600"/>
                </a:solidFill>
                <a:latin typeface="微软雅黑" panose="020B0503020204020204" pitchFamily="34" charset="-122"/>
                <a:sym typeface="微软雅黑" panose="020B0503020204020204" pitchFamily="34" charset="-122"/>
              </a:rPr>
              <a:t>外都接口</a:t>
            </a:r>
            <a:r>
              <a:rPr lang="zh-CN" altLang="en-US" sz="1800" dirty="0">
                <a:solidFill>
                  <a:srgbClr val="000000"/>
                </a:solidFill>
                <a:latin typeface="微软雅黑" panose="020B0503020204020204" pitchFamily="34" charset="-122"/>
                <a:sym typeface="微软雅黑" panose="020B0503020204020204" pitchFamily="34" charset="-122"/>
              </a:rPr>
              <a:t>，各种设计构件之间的</a:t>
            </a:r>
            <a:r>
              <a:rPr lang="zh-CN" altLang="en-US" sz="1800" dirty="0">
                <a:solidFill>
                  <a:srgbClr val="CC6600"/>
                </a:solidFill>
                <a:latin typeface="微软雅黑" panose="020B0503020204020204" pitchFamily="34" charset="-122"/>
                <a:sym typeface="微软雅黑" panose="020B0503020204020204" pitchFamily="34" charset="-122"/>
              </a:rPr>
              <a:t>内部接口</a:t>
            </a:r>
            <a:endParaRPr lang="zh-CN" altLang="en-US" sz="1600" dirty="0">
              <a:solidFill>
                <a:srgbClr val="CC66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6981452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软件设计的分类</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从活动任务方面来分类</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8305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软件设计是对软件需求进行 </a:t>
            </a:r>
            <a:r>
              <a:rPr lang="zh-CN" altLang="en-US" dirty="0">
                <a:solidFill>
                  <a:srgbClr val="C00000"/>
                </a:solidFill>
                <a:latin typeface="微软雅黑" panose="020B0503020204020204" pitchFamily="34" charset="-122"/>
                <a:sym typeface="微软雅黑" panose="020B0503020204020204" pitchFamily="34" charset="-122"/>
              </a:rPr>
              <a:t>数据设计、体系结构设计、接口设计、构件设计和部署设计</a:t>
            </a:r>
            <a:r>
              <a:rPr lang="zh-CN" altLang="en-US" dirty="0">
                <a:solidFill>
                  <a:srgbClr val="000000"/>
                </a:solidFill>
                <a:latin typeface="微软雅黑" panose="020B0503020204020204" pitchFamily="34" charset="-122"/>
                <a:sym typeface="微软雅黑" panose="020B0503020204020204" pitchFamily="34" charset="-122"/>
              </a:rPr>
              <a:t>。</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6CECDEFD-FB9D-B144-A6D6-788241470B49}"/>
              </a:ext>
            </a:extLst>
          </p:cNvPr>
          <p:cNvSpPr txBox="1">
            <a:spLocks noChangeArrowheads="1"/>
          </p:cNvSpPr>
          <p:nvPr/>
        </p:nvSpPr>
        <p:spPr>
          <a:xfrm>
            <a:off x="1780295" y="3600380"/>
            <a:ext cx="6688045" cy="1294728"/>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4</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构件设计</a:t>
            </a:r>
            <a:r>
              <a:rPr lang="zh-CN" altLang="en-US" sz="1800" dirty="0">
                <a:solidFill>
                  <a:srgbClr val="000000"/>
                </a:solidFill>
                <a:latin typeface="微软雅黑" panose="020B0503020204020204" pitchFamily="34" charset="-122"/>
                <a:sym typeface="微软雅黑" panose="020B0503020204020204" pitchFamily="34" charset="-122"/>
              </a:rPr>
              <a:t>：完整地描述了每个软件构件的内部细节。</a:t>
            </a:r>
          </a:p>
          <a:p>
            <a:pPr>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       为所有本地数据对象定义数据结构，为所有在构件内发生的处理</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定义算法</a:t>
            </a:r>
            <a:r>
              <a:rPr lang="zh-CN" altLang="en-US" sz="1800" dirty="0">
                <a:solidFill>
                  <a:srgbClr val="000000"/>
                </a:solidFill>
                <a:latin typeface="微软雅黑" panose="020B0503020204020204" pitchFamily="34" charset="-122"/>
                <a:sym typeface="微软雅黑" panose="020B0503020204020204" pitchFamily="34" charset="-122"/>
              </a:rPr>
              <a:t>细节，并定义允许访问的所有构件的</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操作接口</a:t>
            </a:r>
            <a:endParaRPr lang="zh-CN" altLang="en-US" sz="1400" dirty="0">
              <a:solidFill>
                <a:srgbClr val="000000"/>
              </a:solidFill>
              <a:highlight>
                <a:srgbClr val="FFFF00"/>
              </a:highlight>
              <a:latin typeface="微软雅黑" panose="020B0503020204020204" pitchFamily="34" charset="-122"/>
              <a:sym typeface="微软雅黑" panose="020B0503020204020204" pitchFamily="34" charset="-122"/>
            </a:endParaRPr>
          </a:p>
        </p:txBody>
      </p:sp>
      <p:sp>
        <p:nvSpPr>
          <p:cNvPr id="10" name="Rectangle 7">
            <a:extLst>
              <a:ext uri="{FF2B5EF4-FFF2-40B4-BE49-F238E27FC236}">
                <a16:creationId xmlns:a16="http://schemas.microsoft.com/office/drawing/2014/main" id="{ADAD1062-6EA5-504F-8B66-97950DA3DD5D}"/>
              </a:ext>
            </a:extLst>
          </p:cNvPr>
          <p:cNvSpPr txBox="1">
            <a:spLocks noChangeArrowheads="1"/>
          </p:cNvSpPr>
          <p:nvPr/>
        </p:nvSpPr>
        <p:spPr>
          <a:xfrm>
            <a:off x="1780295" y="5149540"/>
            <a:ext cx="6688045" cy="112334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5</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部署设计</a:t>
            </a:r>
            <a:r>
              <a:rPr lang="zh-CN" altLang="en-US" sz="1800" dirty="0">
                <a:solidFill>
                  <a:srgbClr val="000000"/>
                </a:solidFill>
                <a:latin typeface="微软雅黑" panose="020B0503020204020204" pitchFamily="34" charset="-122"/>
                <a:sym typeface="微软雅黑" panose="020B0503020204020204" pitchFamily="34" charset="-122"/>
              </a:rPr>
              <a:t>：指明软件功能和子系统如何在支持软件的物理计算环境内的分布</a:t>
            </a:r>
          </a:p>
        </p:txBody>
      </p:sp>
    </p:spTree>
    <p:extLst>
      <p:ext uri="{BB962C8B-B14F-4D97-AF65-F5344CB8AC3E}">
        <p14:creationId xmlns:p14="http://schemas.microsoft.com/office/powerpoint/2010/main" val="154870476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346049"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软件设计的分类</a:t>
            </a:r>
          </a:p>
        </p:txBody>
      </p:sp>
      <p:pic>
        <p:nvPicPr>
          <p:cNvPr id="3" name="图片 2" descr="图形用户界面, 应用程序&#10;&#10;描述已自动生成">
            <a:extLst>
              <a:ext uri="{FF2B5EF4-FFF2-40B4-BE49-F238E27FC236}">
                <a16:creationId xmlns:a16="http://schemas.microsoft.com/office/drawing/2014/main" id="{42913E61-B399-154D-807B-F9F7DEAE5706}"/>
              </a:ext>
            </a:extLst>
          </p:cNvPr>
          <p:cNvPicPr>
            <a:picLocks noChangeAspect="1"/>
          </p:cNvPicPr>
          <p:nvPr/>
        </p:nvPicPr>
        <p:blipFill rotWithShape="1">
          <a:blip r:embed="rId2">
            <a:extLst>
              <a:ext uri="{28A0092B-C50C-407E-A947-70E740481C1C}">
                <a14:useLocalDpi xmlns:a14="http://schemas.microsoft.com/office/drawing/2010/main" val="0"/>
              </a:ext>
            </a:extLst>
          </a:blip>
          <a:srcRect l="741" r="770" b="669"/>
          <a:stretch/>
        </p:blipFill>
        <p:spPr>
          <a:xfrm>
            <a:off x="1005142" y="1092478"/>
            <a:ext cx="7280300" cy="5416611"/>
          </a:xfrm>
          <a:prstGeom prst="rect">
            <a:avLst/>
          </a:prstGeom>
          <a:ln>
            <a:solidFill>
              <a:schemeClr val="bg1">
                <a:lumMod val="65000"/>
              </a:schemeClr>
            </a:solidFill>
          </a:ln>
          <a:effectLst>
            <a:outerShdw blurRad="292100" dist="139700" dir="2700000" algn="tl" rotWithShape="0">
              <a:srgbClr val="333333">
                <a:alpha val="65000"/>
              </a:srgbClr>
            </a:outerShdw>
          </a:effectLst>
        </p:spPr>
      </p:pic>
      <p:cxnSp>
        <p:nvCxnSpPr>
          <p:cNvPr id="5" name="直线连接符 4">
            <a:extLst>
              <a:ext uri="{FF2B5EF4-FFF2-40B4-BE49-F238E27FC236}">
                <a16:creationId xmlns:a16="http://schemas.microsoft.com/office/drawing/2014/main" id="{2DE3177E-31F1-7C4F-8198-F78006C82F36}"/>
              </a:ext>
            </a:extLst>
          </p:cNvPr>
          <p:cNvCxnSpPr>
            <a:cxnSpLocks/>
          </p:cNvCxnSpPr>
          <p:nvPr/>
        </p:nvCxnSpPr>
        <p:spPr>
          <a:xfrm>
            <a:off x="1242467" y="2631518"/>
            <a:ext cx="858365"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16" name="直线连接符 15">
            <a:extLst>
              <a:ext uri="{FF2B5EF4-FFF2-40B4-BE49-F238E27FC236}">
                <a16:creationId xmlns:a16="http://schemas.microsoft.com/office/drawing/2014/main" id="{DAF06652-8AAE-F347-AC70-D290899D9477}"/>
              </a:ext>
            </a:extLst>
          </p:cNvPr>
          <p:cNvCxnSpPr>
            <a:cxnSpLocks/>
          </p:cNvCxnSpPr>
          <p:nvPr/>
        </p:nvCxnSpPr>
        <p:spPr>
          <a:xfrm>
            <a:off x="1242467" y="3098025"/>
            <a:ext cx="858365"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17" name="直线连接符 16">
            <a:extLst>
              <a:ext uri="{FF2B5EF4-FFF2-40B4-BE49-F238E27FC236}">
                <a16:creationId xmlns:a16="http://schemas.microsoft.com/office/drawing/2014/main" id="{5749FD6C-6026-3B42-A9C2-4B5278FE8E84}"/>
              </a:ext>
            </a:extLst>
          </p:cNvPr>
          <p:cNvCxnSpPr>
            <a:cxnSpLocks/>
          </p:cNvCxnSpPr>
          <p:nvPr/>
        </p:nvCxnSpPr>
        <p:spPr>
          <a:xfrm>
            <a:off x="3118966" y="4256730"/>
            <a:ext cx="858365"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pic>
        <p:nvPicPr>
          <p:cNvPr id="6" name="图片 5">
            <a:extLst>
              <a:ext uri="{FF2B5EF4-FFF2-40B4-BE49-F238E27FC236}">
                <a16:creationId xmlns:a16="http://schemas.microsoft.com/office/drawing/2014/main" id="{68A8DE59-A2D5-584C-BBDF-EAC05A7619A2}"/>
              </a:ext>
            </a:extLst>
          </p:cNvPr>
          <p:cNvPicPr>
            <a:picLocks noChangeAspect="1"/>
          </p:cNvPicPr>
          <p:nvPr/>
        </p:nvPicPr>
        <p:blipFill>
          <a:blip r:embed="rId3"/>
          <a:stretch>
            <a:fillRect/>
          </a:stretch>
        </p:blipFill>
        <p:spPr>
          <a:xfrm>
            <a:off x="7529779" y="360756"/>
            <a:ext cx="685800" cy="635000"/>
          </a:xfrm>
          <a:prstGeom prst="rect">
            <a:avLst/>
          </a:prstGeom>
        </p:spPr>
      </p:pic>
    </p:spTree>
    <p:extLst>
      <p:ext uri="{BB962C8B-B14F-4D97-AF65-F5344CB8AC3E}">
        <p14:creationId xmlns:p14="http://schemas.microsoft.com/office/powerpoint/2010/main" val="14904786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软件设计的分类</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从工程管理方面来分类</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8305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从工程管理的角度来看，软件设计分两步完成：</a:t>
            </a:r>
            <a:r>
              <a:rPr lang="zh-CN" altLang="en-US" dirty="0">
                <a:solidFill>
                  <a:srgbClr val="C00000"/>
                </a:solidFill>
                <a:latin typeface="微软雅黑" panose="020B0503020204020204" pitchFamily="34" charset="-122"/>
                <a:sym typeface="微软雅黑" panose="020B0503020204020204" pitchFamily="34" charset="-122"/>
              </a:rPr>
              <a:t>总体设计</a:t>
            </a:r>
            <a:r>
              <a:rPr lang="zh-CN" altLang="en-US" dirty="0">
                <a:solidFill>
                  <a:srgbClr val="000000"/>
                </a:solidFill>
                <a:latin typeface="微软雅黑" panose="020B0503020204020204" pitchFamily="34" charset="-122"/>
                <a:sym typeface="微软雅黑" panose="020B0503020204020204" pitchFamily="34" charset="-122"/>
              </a:rPr>
              <a:t>（概要设计）和</a:t>
            </a:r>
            <a:r>
              <a:rPr lang="zh-CN" altLang="en-US" dirty="0">
                <a:solidFill>
                  <a:srgbClr val="C00000"/>
                </a:solidFill>
                <a:latin typeface="微软雅黑" panose="020B0503020204020204" pitchFamily="34" charset="-122"/>
                <a:sym typeface="微软雅黑" panose="020B0503020204020204" pitchFamily="34" charset="-122"/>
              </a:rPr>
              <a:t>详细设计</a:t>
            </a:r>
            <a:r>
              <a:rPr lang="zh-CN" altLang="en-US" dirty="0">
                <a:solidFill>
                  <a:srgbClr val="000000"/>
                </a:solidFill>
                <a:latin typeface="微软雅黑" panose="020B0503020204020204" pitchFamily="34" charset="-122"/>
                <a:sym typeface="微软雅黑" panose="020B0503020204020204" pitchFamily="34" charset="-122"/>
              </a:rPr>
              <a:t>两个阶段。</a:t>
            </a:r>
            <a:endParaRPr lang="en-US" altLang="zh-CN" dirty="0">
              <a:solidFill>
                <a:srgbClr val="000000"/>
              </a:solidFill>
              <a:latin typeface="微软雅黑" panose="020B0503020204020204" pitchFamily="34" charset="-122"/>
              <a:sym typeface="微软雅黑" panose="020B0503020204020204" pitchFamily="34" charset="-122"/>
            </a:endParaRPr>
          </a:p>
        </p:txBody>
      </p:sp>
      <p:grpSp>
        <p:nvGrpSpPr>
          <p:cNvPr id="2" name="组合 1">
            <a:extLst>
              <a:ext uri="{FF2B5EF4-FFF2-40B4-BE49-F238E27FC236}">
                <a16:creationId xmlns:a16="http://schemas.microsoft.com/office/drawing/2014/main" id="{3EB39962-48FD-7E48-BE0E-49926F7BB2D2}"/>
              </a:ext>
            </a:extLst>
          </p:cNvPr>
          <p:cNvGrpSpPr/>
          <p:nvPr/>
        </p:nvGrpSpPr>
        <p:grpSpPr>
          <a:xfrm>
            <a:off x="802406" y="3864369"/>
            <a:ext cx="7791450" cy="2298700"/>
            <a:chOff x="802406" y="3864369"/>
            <a:chExt cx="7791450" cy="2298700"/>
          </a:xfrm>
        </p:grpSpPr>
        <p:sp>
          <p:nvSpPr>
            <p:cNvPr id="16" name="Oval 3">
              <a:extLst>
                <a:ext uri="{FF2B5EF4-FFF2-40B4-BE49-F238E27FC236}">
                  <a16:creationId xmlns:a16="http://schemas.microsoft.com/office/drawing/2014/main" id="{95791A33-B83D-804A-8642-4FB5FA27A269}"/>
                </a:ext>
              </a:extLst>
            </p:cNvPr>
            <p:cNvSpPr>
              <a:spLocks noChangeArrowheads="1"/>
            </p:cNvSpPr>
            <p:nvPr/>
          </p:nvSpPr>
          <p:spPr bwMode="auto">
            <a:xfrm>
              <a:off x="1500906" y="4505719"/>
              <a:ext cx="830262" cy="762000"/>
            </a:xfrm>
            <a:prstGeom prst="ellipse">
              <a:avLst/>
            </a:prstGeom>
            <a:solidFill>
              <a:srgbClr val="FFFF00"/>
            </a:solidFill>
            <a:ln w="19050">
              <a:solidFill>
                <a:srgbClr val="996633"/>
              </a:solidFill>
              <a:round/>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a:solidFill>
                    <a:srgbClr val="000000"/>
                  </a:solidFill>
                  <a:latin typeface="微软雅黑" panose="020B0503020204020204" pitchFamily="34" charset="-122"/>
                  <a:ea typeface="微软雅黑" panose="020B0503020204020204" pitchFamily="34" charset="-122"/>
                </a:rPr>
                <a:t>总体</a:t>
              </a:r>
            </a:p>
            <a:p>
              <a:pPr algn="ctr" eaLnBrk="1" hangingPunct="1"/>
              <a:r>
                <a:rPr lang="zh-CN" altLang="en-US" sz="1500">
                  <a:solidFill>
                    <a:srgbClr val="000000"/>
                  </a:solidFill>
                  <a:latin typeface="微软雅黑" panose="020B0503020204020204" pitchFamily="34" charset="-122"/>
                  <a:ea typeface="微软雅黑" panose="020B0503020204020204" pitchFamily="34" charset="-122"/>
                </a:rPr>
                <a:t>设计</a:t>
              </a:r>
            </a:p>
          </p:txBody>
        </p:sp>
        <p:grpSp>
          <p:nvGrpSpPr>
            <p:cNvPr id="17" name="Group 4">
              <a:extLst>
                <a:ext uri="{FF2B5EF4-FFF2-40B4-BE49-F238E27FC236}">
                  <a16:creationId xmlns:a16="http://schemas.microsoft.com/office/drawing/2014/main" id="{630AC267-4467-494E-8490-3A78DD51B275}"/>
                </a:ext>
              </a:extLst>
            </p:cNvPr>
            <p:cNvGrpSpPr>
              <a:grpSpLocks/>
            </p:cNvGrpSpPr>
            <p:nvPr/>
          </p:nvGrpSpPr>
          <p:grpSpPr bwMode="auto">
            <a:xfrm>
              <a:off x="802406" y="4874019"/>
              <a:ext cx="966787" cy="868362"/>
              <a:chOff x="409" y="3042"/>
              <a:chExt cx="610" cy="664"/>
            </a:xfrm>
          </p:grpSpPr>
          <p:sp>
            <p:nvSpPr>
              <p:cNvPr id="18" name="Line 5">
                <a:extLst>
                  <a:ext uri="{FF2B5EF4-FFF2-40B4-BE49-F238E27FC236}">
                    <a16:creationId xmlns:a16="http://schemas.microsoft.com/office/drawing/2014/main" id="{595C4E12-8D6A-704D-8AD3-189AE29B9AE3}"/>
                  </a:ext>
                </a:extLst>
              </p:cNvPr>
              <p:cNvSpPr>
                <a:spLocks noChangeShapeType="1"/>
              </p:cNvSpPr>
              <p:nvPr/>
            </p:nvSpPr>
            <p:spPr bwMode="auto">
              <a:xfrm>
                <a:off x="561" y="3042"/>
                <a:ext cx="286" cy="0"/>
              </a:xfrm>
              <a:prstGeom prst="line">
                <a:avLst/>
              </a:prstGeom>
              <a:noFill/>
              <a:ln w="38100">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Text Box 6">
                <a:extLst>
                  <a:ext uri="{FF2B5EF4-FFF2-40B4-BE49-F238E27FC236}">
                    <a16:creationId xmlns:a16="http://schemas.microsoft.com/office/drawing/2014/main" id="{17F0D1F6-266D-BB49-B07B-503F6FECA72D}"/>
                  </a:ext>
                </a:extLst>
              </p:cNvPr>
              <p:cNvSpPr txBox="1">
                <a:spLocks noChangeArrowheads="1"/>
              </p:cNvSpPr>
              <p:nvPr/>
            </p:nvSpPr>
            <p:spPr bwMode="auto">
              <a:xfrm>
                <a:off x="409" y="3283"/>
                <a:ext cx="610" cy="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a:latin typeface="微软雅黑" panose="020B0503020204020204" pitchFamily="34" charset="-122"/>
                    <a:ea typeface="微软雅黑" panose="020B0503020204020204" pitchFamily="34" charset="-122"/>
                  </a:rPr>
                  <a:t>需求</a:t>
                </a:r>
                <a:endParaRPr lang="en-US" altLang="zh-CN" sz="1500">
                  <a:latin typeface="微软雅黑" panose="020B0503020204020204" pitchFamily="34" charset="-122"/>
                  <a:ea typeface="微软雅黑" panose="020B0503020204020204" pitchFamily="34" charset="-122"/>
                </a:endParaRPr>
              </a:p>
              <a:p>
                <a:pPr algn="ctr" eaLnBrk="1" hangingPunct="1"/>
                <a:r>
                  <a:rPr lang="zh-CN" altLang="en-US" sz="1500">
                    <a:latin typeface="微软雅黑" panose="020B0503020204020204" pitchFamily="34" charset="-122"/>
                    <a:ea typeface="微软雅黑" panose="020B0503020204020204" pitchFamily="34" charset="-122"/>
                  </a:rPr>
                  <a:t>说明书</a:t>
                </a:r>
              </a:p>
            </p:txBody>
          </p:sp>
        </p:grpSp>
        <p:sp>
          <p:nvSpPr>
            <p:cNvPr id="20" name="AutoShape 7">
              <a:extLst>
                <a:ext uri="{FF2B5EF4-FFF2-40B4-BE49-F238E27FC236}">
                  <a16:creationId xmlns:a16="http://schemas.microsoft.com/office/drawing/2014/main" id="{2C820B62-2A5D-B14F-9AAB-AF2B63C0605B}"/>
                </a:ext>
              </a:extLst>
            </p:cNvPr>
            <p:cNvSpPr>
              <a:spLocks noChangeArrowheads="1"/>
            </p:cNvSpPr>
            <p:nvPr/>
          </p:nvSpPr>
          <p:spPr bwMode="auto">
            <a:xfrm>
              <a:off x="3093168" y="4581919"/>
              <a:ext cx="1244600" cy="585787"/>
            </a:xfrm>
            <a:prstGeom prst="diamond">
              <a:avLst/>
            </a:prstGeom>
            <a:solidFill>
              <a:srgbClr val="FFFF00"/>
            </a:solidFill>
            <a:ln w="19050">
              <a:solidFill>
                <a:srgbClr val="996633"/>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a:solidFill>
                    <a:srgbClr val="000000"/>
                  </a:solidFill>
                  <a:latin typeface="微软雅黑" panose="020B0503020204020204" pitchFamily="34" charset="-122"/>
                  <a:ea typeface="微软雅黑" panose="020B0503020204020204" pitchFamily="34" charset="-122"/>
                </a:rPr>
                <a:t>复审</a:t>
              </a:r>
            </a:p>
          </p:txBody>
        </p:sp>
        <p:grpSp>
          <p:nvGrpSpPr>
            <p:cNvPr id="21" name="Group 8">
              <a:extLst>
                <a:ext uri="{FF2B5EF4-FFF2-40B4-BE49-F238E27FC236}">
                  <a16:creationId xmlns:a16="http://schemas.microsoft.com/office/drawing/2014/main" id="{9D1E621A-97D5-404F-806B-1DE614E32C08}"/>
                </a:ext>
              </a:extLst>
            </p:cNvPr>
            <p:cNvGrpSpPr>
              <a:grpSpLocks/>
            </p:cNvGrpSpPr>
            <p:nvPr/>
          </p:nvGrpSpPr>
          <p:grpSpPr bwMode="auto">
            <a:xfrm>
              <a:off x="2285131" y="4874019"/>
              <a:ext cx="1131887" cy="414337"/>
              <a:chOff x="1351" y="3042"/>
              <a:chExt cx="713" cy="261"/>
            </a:xfrm>
          </p:grpSpPr>
          <p:sp>
            <p:nvSpPr>
              <p:cNvPr id="22" name="Line 9">
                <a:extLst>
                  <a:ext uri="{FF2B5EF4-FFF2-40B4-BE49-F238E27FC236}">
                    <a16:creationId xmlns:a16="http://schemas.microsoft.com/office/drawing/2014/main" id="{2BCFAAA5-2B8A-A64B-B927-752B09727D76}"/>
                  </a:ext>
                </a:extLst>
              </p:cNvPr>
              <p:cNvSpPr>
                <a:spLocks noChangeShapeType="1"/>
              </p:cNvSpPr>
              <p:nvPr/>
            </p:nvSpPr>
            <p:spPr bwMode="auto">
              <a:xfrm>
                <a:off x="1380" y="3042"/>
                <a:ext cx="480" cy="0"/>
              </a:xfrm>
              <a:prstGeom prst="line">
                <a:avLst/>
              </a:prstGeom>
              <a:noFill/>
              <a:ln w="38100">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Text Box 10">
                <a:extLst>
                  <a:ext uri="{FF2B5EF4-FFF2-40B4-BE49-F238E27FC236}">
                    <a16:creationId xmlns:a16="http://schemas.microsoft.com/office/drawing/2014/main" id="{A1B86A03-6958-8D4C-8D8F-5226DB90C48D}"/>
                  </a:ext>
                </a:extLst>
              </p:cNvPr>
              <p:cNvSpPr txBox="1">
                <a:spLocks noChangeArrowheads="1"/>
              </p:cNvSpPr>
              <p:nvPr/>
            </p:nvSpPr>
            <p:spPr bwMode="auto">
              <a:xfrm>
                <a:off x="1351" y="3099"/>
                <a:ext cx="713"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500" dirty="0">
                    <a:highlight>
                      <a:srgbClr val="00FFFF"/>
                    </a:highlight>
                    <a:latin typeface="微软雅黑" panose="020B0503020204020204" pitchFamily="34" charset="-122"/>
                    <a:ea typeface="微软雅黑" panose="020B0503020204020204" pitchFamily="34" charset="-122"/>
                  </a:rPr>
                  <a:t>软件结构</a:t>
                </a:r>
              </a:p>
            </p:txBody>
          </p:sp>
        </p:grpSp>
        <p:sp>
          <p:nvSpPr>
            <p:cNvPr id="24" name="Line 11">
              <a:extLst>
                <a:ext uri="{FF2B5EF4-FFF2-40B4-BE49-F238E27FC236}">
                  <a16:creationId xmlns:a16="http://schemas.microsoft.com/office/drawing/2014/main" id="{A9F13DFF-E914-D84F-87B0-71B7A0CEFD3C}"/>
                </a:ext>
              </a:extLst>
            </p:cNvPr>
            <p:cNvSpPr>
              <a:spLocks noChangeShapeType="1"/>
            </p:cNvSpPr>
            <p:nvPr/>
          </p:nvSpPr>
          <p:spPr bwMode="auto">
            <a:xfrm flipV="1">
              <a:off x="3729756" y="3880244"/>
              <a:ext cx="0" cy="701675"/>
            </a:xfrm>
            <a:prstGeom prst="line">
              <a:avLst/>
            </a:prstGeom>
            <a:noFill/>
            <a:ln w="28575">
              <a:solidFill>
                <a:schemeClr val="tx1"/>
              </a:solidFill>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Line 12">
              <a:extLst>
                <a:ext uri="{FF2B5EF4-FFF2-40B4-BE49-F238E27FC236}">
                  <a16:creationId xmlns:a16="http://schemas.microsoft.com/office/drawing/2014/main" id="{62431C39-9B51-9248-BB00-277BB7A82459}"/>
                </a:ext>
              </a:extLst>
            </p:cNvPr>
            <p:cNvSpPr>
              <a:spLocks noChangeShapeType="1"/>
            </p:cNvSpPr>
            <p:nvPr/>
          </p:nvSpPr>
          <p:spPr bwMode="auto">
            <a:xfrm flipH="1" flipV="1">
              <a:off x="1908893" y="3883419"/>
              <a:ext cx="1828800" cy="0"/>
            </a:xfrm>
            <a:prstGeom prst="line">
              <a:avLst/>
            </a:prstGeom>
            <a:noFill/>
            <a:ln w="28575">
              <a:solidFill>
                <a:schemeClr val="tx1"/>
              </a:solidFill>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6" name="Line 13">
              <a:extLst>
                <a:ext uri="{FF2B5EF4-FFF2-40B4-BE49-F238E27FC236}">
                  <a16:creationId xmlns:a16="http://schemas.microsoft.com/office/drawing/2014/main" id="{6CFC4D5F-AE46-4744-BB05-45851735963F}"/>
                </a:ext>
              </a:extLst>
            </p:cNvPr>
            <p:cNvSpPr>
              <a:spLocks noChangeShapeType="1"/>
            </p:cNvSpPr>
            <p:nvPr/>
          </p:nvSpPr>
          <p:spPr bwMode="auto">
            <a:xfrm>
              <a:off x="1908893" y="3880244"/>
              <a:ext cx="0" cy="642937"/>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Text Box 14">
              <a:extLst>
                <a:ext uri="{FF2B5EF4-FFF2-40B4-BE49-F238E27FC236}">
                  <a16:creationId xmlns:a16="http://schemas.microsoft.com/office/drawing/2014/main" id="{FA639171-2928-3D4F-B953-05901360EE08}"/>
                </a:ext>
              </a:extLst>
            </p:cNvPr>
            <p:cNvSpPr txBox="1">
              <a:spLocks noChangeArrowheads="1"/>
            </p:cNvSpPr>
            <p:nvPr/>
          </p:nvSpPr>
          <p:spPr bwMode="auto">
            <a:xfrm>
              <a:off x="2431181" y="3934219"/>
              <a:ext cx="117633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500">
                  <a:latin typeface="微软雅黑" panose="020B0503020204020204" pitchFamily="34" charset="-122"/>
                  <a:ea typeface="微软雅黑" panose="020B0503020204020204" pitchFamily="34" charset="-122"/>
                </a:rPr>
                <a:t>修  改</a:t>
              </a:r>
            </a:p>
          </p:txBody>
        </p:sp>
        <p:sp>
          <p:nvSpPr>
            <p:cNvPr id="28" name="Oval 15">
              <a:extLst>
                <a:ext uri="{FF2B5EF4-FFF2-40B4-BE49-F238E27FC236}">
                  <a16:creationId xmlns:a16="http://schemas.microsoft.com/office/drawing/2014/main" id="{61AD6EF5-A8CF-604F-B64A-5C117239FF08}"/>
                </a:ext>
              </a:extLst>
            </p:cNvPr>
            <p:cNvSpPr>
              <a:spLocks noChangeArrowheads="1"/>
            </p:cNvSpPr>
            <p:nvPr/>
          </p:nvSpPr>
          <p:spPr bwMode="auto">
            <a:xfrm>
              <a:off x="5166443" y="4464444"/>
              <a:ext cx="831850" cy="762000"/>
            </a:xfrm>
            <a:prstGeom prst="ellipse">
              <a:avLst/>
            </a:prstGeom>
            <a:solidFill>
              <a:srgbClr val="FFFF00"/>
            </a:solidFill>
            <a:ln w="19050">
              <a:solidFill>
                <a:srgbClr val="996633"/>
              </a:solidFill>
              <a:round/>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a:solidFill>
                    <a:srgbClr val="000000"/>
                  </a:solidFill>
                  <a:latin typeface="微软雅黑" panose="020B0503020204020204" pitchFamily="34" charset="-122"/>
                  <a:ea typeface="微软雅黑" panose="020B0503020204020204" pitchFamily="34" charset="-122"/>
                </a:rPr>
                <a:t>详细</a:t>
              </a:r>
            </a:p>
            <a:p>
              <a:pPr algn="ctr" eaLnBrk="1" hangingPunct="1"/>
              <a:r>
                <a:rPr lang="zh-CN" altLang="en-US" sz="1500">
                  <a:solidFill>
                    <a:srgbClr val="000000"/>
                  </a:solidFill>
                  <a:latin typeface="微软雅黑" panose="020B0503020204020204" pitchFamily="34" charset="-122"/>
                  <a:ea typeface="微软雅黑" panose="020B0503020204020204" pitchFamily="34" charset="-122"/>
                </a:rPr>
                <a:t>设计</a:t>
              </a:r>
            </a:p>
          </p:txBody>
        </p:sp>
        <p:grpSp>
          <p:nvGrpSpPr>
            <p:cNvPr id="29" name="Group 16">
              <a:extLst>
                <a:ext uri="{FF2B5EF4-FFF2-40B4-BE49-F238E27FC236}">
                  <a16:creationId xmlns:a16="http://schemas.microsoft.com/office/drawing/2014/main" id="{0A07FDF1-791E-F843-9F62-6F626C8E24CD}"/>
                </a:ext>
              </a:extLst>
            </p:cNvPr>
            <p:cNvGrpSpPr>
              <a:grpSpLocks/>
            </p:cNvGrpSpPr>
            <p:nvPr/>
          </p:nvGrpSpPr>
          <p:grpSpPr bwMode="auto">
            <a:xfrm>
              <a:off x="4231406" y="4875606"/>
              <a:ext cx="1035050" cy="373063"/>
              <a:chOff x="2569" y="3043"/>
              <a:chExt cx="653" cy="235"/>
            </a:xfrm>
          </p:grpSpPr>
          <p:sp>
            <p:nvSpPr>
              <p:cNvPr id="30" name="Line 17">
                <a:extLst>
                  <a:ext uri="{FF2B5EF4-FFF2-40B4-BE49-F238E27FC236}">
                    <a16:creationId xmlns:a16="http://schemas.microsoft.com/office/drawing/2014/main" id="{CF765372-A828-4F41-B41E-90DF1411DBF2}"/>
                  </a:ext>
                </a:extLst>
              </p:cNvPr>
              <p:cNvSpPr>
                <a:spLocks noChangeShapeType="1"/>
              </p:cNvSpPr>
              <p:nvPr/>
            </p:nvSpPr>
            <p:spPr bwMode="auto">
              <a:xfrm>
                <a:off x="2637" y="3043"/>
                <a:ext cx="522" cy="0"/>
              </a:xfrm>
              <a:prstGeom prst="line">
                <a:avLst/>
              </a:prstGeom>
              <a:noFill/>
              <a:ln w="38100">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Text Box 18">
                <a:extLst>
                  <a:ext uri="{FF2B5EF4-FFF2-40B4-BE49-F238E27FC236}">
                    <a16:creationId xmlns:a16="http://schemas.microsoft.com/office/drawing/2014/main" id="{CAA91B2E-914E-5243-A594-B375A2013A02}"/>
                  </a:ext>
                </a:extLst>
              </p:cNvPr>
              <p:cNvSpPr txBox="1">
                <a:spLocks noChangeArrowheads="1"/>
              </p:cNvSpPr>
              <p:nvPr/>
            </p:nvSpPr>
            <p:spPr bwMode="auto">
              <a:xfrm>
                <a:off x="2569" y="3075"/>
                <a:ext cx="653" cy="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500">
                    <a:latin typeface="微软雅黑" panose="020B0503020204020204" pitchFamily="34" charset="-122"/>
                    <a:ea typeface="微软雅黑" panose="020B0503020204020204" pitchFamily="34" charset="-122"/>
                  </a:rPr>
                  <a:t>可接受</a:t>
                </a:r>
              </a:p>
            </p:txBody>
          </p:sp>
        </p:grpSp>
        <p:sp>
          <p:nvSpPr>
            <p:cNvPr id="32" name="Line 19">
              <a:extLst>
                <a:ext uri="{FF2B5EF4-FFF2-40B4-BE49-F238E27FC236}">
                  <a16:creationId xmlns:a16="http://schemas.microsoft.com/office/drawing/2014/main" id="{A3AD91DA-1A7B-DE48-BBF4-6D6753441197}"/>
                </a:ext>
              </a:extLst>
            </p:cNvPr>
            <p:cNvSpPr>
              <a:spLocks noChangeShapeType="1"/>
            </p:cNvSpPr>
            <p:nvPr/>
          </p:nvSpPr>
          <p:spPr bwMode="auto">
            <a:xfrm flipV="1">
              <a:off x="6012581" y="4874019"/>
              <a:ext cx="733425" cy="0"/>
            </a:xfrm>
            <a:prstGeom prst="line">
              <a:avLst/>
            </a:prstGeom>
            <a:noFill/>
            <a:ln w="38100">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Text Box 20">
              <a:extLst>
                <a:ext uri="{FF2B5EF4-FFF2-40B4-BE49-F238E27FC236}">
                  <a16:creationId xmlns:a16="http://schemas.microsoft.com/office/drawing/2014/main" id="{B6405C3D-42DE-8342-A904-39AAD2187702}"/>
                </a:ext>
              </a:extLst>
            </p:cNvPr>
            <p:cNvSpPr txBox="1">
              <a:spLocks noChangeArrowheads="1"/>
            </p:cNvSpPr>
            <p:nvPr/>
          </p:nvSpPr>
          <p:spPr bwMode="auto">
            <a:xfrm>
              <a:off x="5945906" y="4943869"/>
              <a:ext cx="1143000"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500" dirty="0">
                  <a:highlight>
                    <a:srgbClr val="00FFFF"/>
                  </a:highlight>
                  <a:latin typeface="微软雅黑" panose="020B0503020204020204" pitchFamily="34" charset="-122"/>
                  <a:ea typeface="微软雅黑" panose="020B0503020204020204" pitchFamily="34" charset="-122"/>
                </a:rPr>
                <a:t>模块描述</a:t>
              </a:r>
            </a:p>
          </p:txBody>
        </p:sp>
        <p:sp>
          <p:nvSpPr>
            <p:cNvPr id="34" name="AutoShape 21">
              <a:extLst>
                <a:ext uri="{FF2B5EF4-FFF2-40B4-BE49-F238E27FC236}">
                  <a16:creationId xmlns:a16="http://schemas.microsoft.com/office/drawing/2014/main" id="{DDF39139-129C-8247-B8DD-187E92460739}"/>
                </a:ext>
              </a:extLst>
            </p:cNvPr>
            <p:cNvSpPr>
              <a:spLocks noChangeArrowheads="1"/>
            </p:cNvSpPr>
            <p:nvPr/>
          </p:nvSpPr>
          <p:spPr bwMode="auto">
            <a:xfrm>
              <a:off x="6760293" y="4580331"/>
              <a:ext cx="1244600" cy="585788"/>
            </a:xfrm>
            <a:prstGeom prst="diamond">
              <a:avLst/>
            </a:prstGeom>
            <a:solidFill>
              <a:srgbClr val="FFFF00"/>
            </a:solidFill>
            <a:ln w="19050">
              <a:solidFill>
                <a:srgbClr val="996633"/>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500">
                  <a:solidFill>
                    <a:srgbClr val="000000"/>
                  </a:solidFill>
                  <a:latin typeface="微软雅黑" panose="020B0503020204020204" pitchFamily="34" charset="-122"/>
                  <a:ea typeface="微软雅黑" panose="020B0503020204020204" pitchFamily="34" charset="-122"/>
                </a:rPr>
                <a:t>复审</a:t>
              </a:r>
            </a:p>
          </p:txBody>
        </p:sp>
        <p:sp>
          <p:nvSpPr>
            <p:cNvPr id="35" name="Line 22">
              <a:extLst>
                <a:ext uri="{FF2B5EF4-FFF2-40B4-BE49-F238E27FC236}">
                  <a16:creationId xmlns:a16="http://schemas.microsoft.com/office/drawing/2014/main" id="{2C1A86A2-263D-4846-AFDA-16DE7F79338E}"/>
                </a:ext>
              </a:extLst>
            </p:cNvPr>
            <p:cNvSpPr>
              <a:spLocks noChangeShapeType="1"/>
            </p:cNvSpPr>
            <p:nvPr/>
          </p:nvSpPr>
          <p:spPr bwMode="auto">
            <a:xfrm flipV="1">
              <a:off x="7384181" y="3875481"/>
              <a:ext cx="0" cy="696913"/>
            </a:xfrm>
            <a:prstGeom prst="line">
              <a:avLst/>
            </a:prstGeom>
            <a:noFill/>
            <a:ln w="28575">
              <a:solidFill>
                <a:schemeClr val="tx1"/>
              </a:solidFill>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23">
              <a:extLst>
                <a:ext uri="{FF2B5EF4-FFF2-40B4-BE49-F238E27FC236}">
                  <a16:creationId xmlns:a16="http://schemas.microsoft.com/office/drawing/2014/main" id="{875A2966-D315-DE4D-9384-A11270452690}"/>
                </a:ext>
              </a:extLst>
            </p:cNvPr>
            <p:cNvSpPr>
              <a:spLocks noChangeShapeType="1"/>
            </p:cNvSpPr>
            <p:nvPr/>
          </p:nvSpPr>
          <p:spPr bwMode="auto">
            <a:xfrm flipH="1" flipV="1">
              <a:off x="5569668" y="3875481"/>
              <a:ext cx="1824038" cy="0"/>
            </a:xfrm>
            <a:prstGeom prst="line">
              <a:avLst/>
            </a:prstGeom>
            <a:noFill/>
            <a:ln w="28575">
              <a:solidFill>
                <a:schemeClr val="tx1"/>
              </a:solidFill>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24">
              <a:extLst>
                <a:ext uri="{FF2B5EF4-FFF2-40B4-BE49-F238E27FC236}">
                  <a16:creationId xmlns:a16="http://schemas.microsoft.com/office/drawing/2014/main" id="{E1B36B9F-2A8C-E048-A787-DD082C7D582C}"/>
                </a:ext>
              </a:extLst>
            </p:cNvPr>
            <p:cNvSpPr>
              <a:spLocks noChangeShapeType="1"/>
            </p:cNvSpPr>
            <p:nvPr/>
          </p:nvSpPr>
          <p:spPr bwMode="auto">
            <a:xfrm>
              <a:off x="5576018" y="3864369"/>
              <a:ext cx="0" cy="60325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Text Box 25">
              <a:extLst>
                <a:ext uri="{FF2B5EF4-FFF2-40B4-BE49-F238E27FC236}">
                  <a16:creationId xmlns:a16="http://schemas.microsoft.com/office/drawing/2014/main" id="{29DEBEAA-FC17-2B4C-A901-511CD7F7AD24}"/>
                </a:ext>
              </a:extLst>
            </p:cNvPr>
            <p:cNvSpPr txBox="1">
              <a:spLocks noChangeArrowheads="1"/>
            </p:cNvSpPr>
            <p:nvPr/>
          </p:nvSpPr>
          <p:spPr bwMode="auto">
            <a:xfrm>
              <a:off x="6107831" y="3896119"/>
              <a:ext cx="1176337"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500" dirty="0">
                  <a:latin typeface="微软雅黑" panose="020B0503020204020204" pitchFamily="34" charset="-122"/>
                  <a:ea typeface="微软雅黑" panose="020B0503020204020204" pitchFamily="34" charset="-122"/>
                </a:rPr>
                <a:t>修  改</a:t>
              </a:r>
            </a:p>
          </p:txBody>
        </p:sp>
        <p:grpSp>
          <p:nvGrpSpPr>
            <p:cNvPr id="39" name="Group 26">
              <a:extLst>
                <a:ext uri="{FF2B5EF4-FFF2-40B4-BE49-F238E27FC236}">
                  <a16:creationId xmlns:a16="http://schemas.microsoft.com/office/drawing/2014/main" id="{91EF424B-959E-0B4E-9619-C36733599043}"/>
                </a:ext>
              </a:extLst>
            </p:cNvPr>
            <p:cNvGrpSpPr>
              <a:grpSpLocks/>
            </p:cNvGrpSpPr>
            <p:nvPr/>
          </p:nvGrpSpPr>
          <p:grpSpPr bwMode="auto">
            <a:xfrm>
              <a:off x="7625481" y="4851794"/>
              <a:ext cx="968375" cy="901700"/>
              <a:chOff x="4708" y="3029"/>
              <a:chExt cx="610" cy="567"/>
            </a:xfrm>
          </p:grpSpPr>
          <p:sp>
            <p:nvSpPr>
              <p:cNvPr id="40" name="Line 27">
                <a:extLst>
                  <a:ext uri="{FF2B5EF4-FFF2-40B4-BE49-F238E27FC236}">
                    <a16:creationId xmlns:a16="http://schemas.microsoft.com/office/drawing/2014/main" id="{61E6FFFE-5940-6D47-9F0B-D580E2E451DC}"/>
                  </a:ext>
                </a:extLst>
              </p:cNvPr>
              <p:cNvSpPr>
                <a:spLocks noChangeShapeType="1"/>
              </p:cNvSpPr>
              <p:nvPr/>
            </p:nvSpPr>
            <p:spPr bwMode="auto">
              <a:xfrm flipV="1">
                <a:off x="4926" y="3042"/>
                <a:ext cx="230" cy="1"/>
              </a:xfrm>
              <a:prstGeom prst="line">
                <a:avLst/>
              </a:prstGeom>
              <a:noFill/>
              <a:ln w="38100">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sz="15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1" name="Text Box 28">
                <a:extLst>
                  <a:ext uri="{FF2B5EF4-FFF2-40B4-BE49-F238E27FC236}">
                    <a16:creationId xmlns:a16="http://schemas.microsoft.com/office/drawing/2014/main" id="{FA47B89D-0579-B44D-8A44-7D9F2CCB99AE}"/>
                  </a:ext>
                </a:extLst>
              </p:cNvPr>
              <p:cNvSpPr txBox="1">
                <a:spLocks noChangeArrowheads="1"/>
              </p:cNvSpPr>
              <p:nvPr/>
            </p:nvSpPr>
            <p:spPr bwMode="auto">
              <a:xfrm>
                <a:off x="4708" y="3029"/>
                <a:ext cx="610"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endParaRPr lang="en-US" altLang="zh-CN" sz="1500">
                  <a:latin typeface="微软雅黑" panose="020B0503020204020204" pitchFamily="34" charset="-122"/>
                  <a:ea typeface="微软雅黑" panose="020B0503020204020204" pitchFamily="34" charset="-122"/>
                </a:endParaRPr>
              </a:p>
              <a:p>
                <a:pPr algn="ctr" eaLnBrk="1" hangingPunct="1">
                  <a:spcBef>
                    <a:spcPct val="50000"/>
                  </a:spcBef>
                </a:pPr>
                <a:r>
                  <a:rPr lang="zh-CN" altLang="en-US" sz="1500">
                    <a:latin typeface="微软雅黑" panose="020B0503020204020204" pitchFamily="34" charset="-122"/>
                    <a:ea typeface="微软雅黑" panose="020B0503020204020204" pitchFamily="34" charset="-122"/>
                  </a:rPr>
                  <a:t>设计</a:t>
                </a:r>
              </a:p>
              <a:p>
                <a:pPr algn="ctr" eaLnBrk="1" hangingPunct="1"/>
                <a:r>
                  <a:rPr lang="zh-CN" altLang="en-US" sz="1500">
                    <a:latin typeface="微软雅黑" panose="020B0503020204020204" pitchFamily="34" charset="-122"/>
                    <a:ea typeface="微软雅黑" panose="020B0503020204020204" pitchFamily="34" charset="-122"/>
                  </a:rPr>
                  <a:t>说明书</a:t>
                </a:r>
              </a:p>
            </p:txBody>
          </p:sp>
        </p:grpSp>
        <p:sp>
          <p:nvSpPr>
            <p:cNvPr id="42" name="Text Box 29">
              <a:extLst>
                <a:ext uri="{FF2B5EF4-FFF2-40B4-BE49-F238E27FC236}">
                  <a16:creationId xmlns:a16="http://schemas.microsoft.com/office/drawing/2014/main" id="{96D34BD0-0767-DA44-906A-DD1FA738B051}"/>
                </a:ext>
              </a:extLst>
            </p:cNvPr>
            <p:cNvSpPr txBox="1">
              <a:spLocks noChangeArrowheads="1"/>
            </p:cNvSpPr>
            <p:nvPr/>
          </p:nvSpPr>
          <p:spPr bwMode="auto">
            <a:xfrm>
              <a:off x="3288431" y="5816994"/>
              <a:ext cx="28194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latin typeface="微软雅黑" panose="020B0503020204020204" pitchFamily="34" charset="-122"/>
                  <a:ea typeface="微软雅黑" panose="020B0503020204020204" pitchFamily="34" charset="-122"/>
                </a:rPr>
                <a:t>软件设计工作流程</a:t>
              </a:r>
            </a:p>
          </p:txBody>
        </p:sp>
      </p:grpSp>
    </p:spTree>
    <p:extLst>
      <p:ext uri="{BB962C8B-B14F-4D97-AF65-F5344CB8AC3E}">
        <p14:creationId xmlns:p14="http://schemas.microsoft.com/office/powerpoint/2010/main" val="31921108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软件设计的分类</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从工程管理方面来分类</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8305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从工程管理的角度来看，软件设计分两步完成：</a:t>
            </a:r>
            <a:r>
              <a:rPr lang="zh-CN" altLang="en-US" dirty="0">
                <a:solidFill>
                  <a:srgbClr val="C00000"/>
                </a:solidFill>
                <a:latin typeface="微软雅黑" panose="020B0503020204020204" pitchFamily="34" charset="-122"/>
                <a:sym typeface="微软雅黑" panose="020B0503020204020204" pitchFamily="34" charset="-122"/>
              </a:rPr>
              <a:t>总体设计</a:t>
            </a:r>
            <a:r>
              <a:rPr lang="zh-CN" altLang="en-US" dirty="0">
                <a:solidFill>
                  <a:srgbClr val="000000"/>
                </a:solidFill>
                <a:latin typeface="微软雅黑" panose="020B0503020204020204" pitchFamily="34" charset="-122"/>
                <a:sym typeface="微软雅黑" panose="020B0503020204020204" pitchFamily="34" charset="-122"/>
              </a:rPr>
              <a:t>（概要设计）和</a:t>
            </a:r>
            <a:r>
              <a:rPr lang="zh-CN" altLang="en-US" dirty="0">
                <a:solidFill>
                  <a:srgbClr val="C00000"/>
                </a:solidFill>
                <a:latin typeface="微软雅黑" panose="020B0503020204020204" pitchFamily="34" charset="-122"/>
                <a:sym typeface="微软雅黑" panose="020B0503020204020204" pitchFamily="34" charset="-122"/>
              </a:rPr>
              <a:t>详细设计</a:t>
            </a:r>
            <a:r>
              <a:rPr lang="zh-CN" altLang="en-US" dirty="0">
                <a:solidFill>
                  <a:srgbClr val="000000"/>
                </a:solidFill>
                <a:latin typeface="微软雅黑" panose="020B0503020204020204" pitchFamily="34" charset="-122"/>
                <a:sym typeface="微软雅黑" panose="020B0503020204020204" pitchFamily="34" charset="-122"/>
              </a:rPr>
              <a:t>两个阶段。</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43" name="Rectangle 7">
            <a:extLst>
              <a:ext uri="{FF2B5EF4-FFF2-40B4-BE49-F238E27FC236}">
                <a16:creationId xmlns:a16="http://schemas.microsoft.com/office/drawing/2014/main" id="{CAA4E4DA-1781-C843-8D37-893F129EE17B}"/>
              </a:ext>
            </a:extLst>
          </p:cNvPr>
          <p:cNvSpPr txBox="1">
            <a:spLocks noChangeArrowheads="1"/>
          </p:cNvSpPr>
          <p:nvPr/>
        </p:nvSpPr>
        <p:spPr>
          <a:xfrm>
            <a:off x="1780295" y="3600379"/>
            <a:ext cx="6688045" cy="2331293"/>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1</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总体（概要）设计</a:t>
            </a:r>
            <a:endParaRPr lang="en-US" altLang="zh-CN" sz="1800" dirty="0">
              <a:solidFill>
                <a:srgbClr val="000000"/>
              </a:solidFill>
              <a:latin typeface="微软雅黑" panose="020B0503020204020204" pitchFamily="34" charset="-122"/>
              <a:sym typeface="微软雅黑" panose="020B0503020204020204" pitchFamily="34" charset="-122"/>
            </a:endParaRPr>
          </a:p>
          <a:p>
            <a:pPr marL="492125" lvl="1" indent="-279400"/>
            <a:r>
              <a:rPr lang="zh-CN" altLang="en-US" sz="1800" dirty="0">
                <a:solidFill>
                  <a:srgbClr val="000000"/>
                </a:solidFill>
                <a:latin typeface="微软雅黑" panose="020B0503020204020204" pitchFamily="34" charset="-122"/>
                <a:sym typeface="微软雅黑" panose="020B0503020204020204" pitchFamily="34" charset="-122"/>
              </a:rPr>
              <a:t>目标系统的总体架构</a:t>
            </a:r>
          </a:p>
          <a:p>
            <a:pPr marL="492125" lvl="1" indent="-279400"/>
            <a:r>
              <a:rPr lang="zh-CN" altLang="en-US" sz="1800" dirty="0">
                <a:solidFill>
                  <a:srgbClr val="000000"/>
                </a:solidFill>
                <a:latin typeface="微软雅黑" panose="020B0503020204020204" pitchFamily="34" charset="-122"/>
                <a:sym typeface="微软雅黑" panose="020B0503020204020204" pitchFamily="34" charset="-122"/>
              </a:rPr>
              <a:t>每个模块的功能</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描述</a:t>
            </a:r>
            <a:r>
              <a:rPr lang="zh-CN" altLang="en-US" sz="1800" dirty="0">
                <a:solidFill>
                  <a:srgbClr val="000000"/>
                </a:solidFill>
                <a:latin typeface="微软雅黑" panose="020B0503020204020204" pitchFamily="34" charset="-122"/>
                <a:sym typeface="微软雅黑" panose="020B0503020204020204" pitchFamily="34" charset="-122"/>
              </a:rPr>
              <a:t>、数据接口</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描述</a:t>
            </a:r>
            <a:r>
              <a:rPr lang="zh-CN" altLang="en-US" sz="1800" dirty="0">
                <a:solidFill>
                  <a:srgbClr val="000000"/>
                </a:solidFill>
                <a:latin typeface="微软雅黑" panose="020B0503020204020204" pitchFamily="34" charset="-122"/>
                <a:sym typeface="微软雅黑" panose="020B0503020204020204" pitchFamily="34" charset="-122"/>
              </a:rPr>
              <a:t>及模块之间的</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调用关系</a:t>
            </a:r>
          </a:p>
          <a:p>
            <a:pPr marL="492125" lvl="1" indent="-279400"/>
            <a:r>
              <a:rPr lang="zh-CN" altLang="en-US" sz="1800" dirty="0">
                <a:solidFill>
                  <a:srgbClr val="000000"/>
                </a:solidFill>
                <a:latin typeface="微软雅黑" panose="020B0503020204020204" pitchFamily="34" charset="-122"/>
                <a:sym typeface="微软雅黑" panose="020B0503020204020204" pitchFamily="34" charset="-122"/>
              </a:rPr>
              <a:t>数据库、数据定义和数据结构等</a:t>
            </a:r>
          </a:p>
        </p:txBody>
      </p:sp>
    </p:spTree>
    <p:extLst>
      <p:ext uri="{BB962C8B-B14F-4D97-AF65-F5344CB8AC3E}">
        <p14:creationId xmlns:p14="http://schemas.microsoft.com/office/powerpoint/2010/main" val="9480660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fade">
                                      <p:cBhvr>
                                        <p:cTn id="13" dur="1000"/>
                                        <p:tgtEl>
                                          <p:spTgt spid="43"/>
                                        </p:tgtEl>
                                      </p:cBhvr>
                                    </p:animEffect>
                                    <p:anim calcmode="lin" valueType="num">
                                      <p:cBhvr>
                                        <p:cTn id="14" dur="1000" fill="hold"/>
                                        <p:tgtEl>
                                          <p:spTgt spid="43"/>
                                        </p:tgtEl>
                                        <p:attrNameLst>
                                          <p:attrName>ppt_x</p:attrName>
                                        </p:attrNameLst>
                                      </p:cBhvr>
                                      <p:tavLst>
                                        <p:tav tm="0">
                                          <p:val>
                                            <p:strVal val="#ppt_x"/>
                                          </p:val>
                                        </p:tav>
                                        <p:tav tm="100000">
                                          <p:val>
                                            <p:strVal val="#ppt_x"/>
                                          </p:val>
                                        </p:tav>
                                      </p:tavLst>
                                    </p:anim>
                                    <p:anim calcmode="lin" valueType="num">
                                      <p:cBhvr>
                                        <p:cTn id="1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43"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软件设计的分类</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从工程管理方面来分类</a:t>
            </a:r>
          </a:p>
        </p:txBody>
      </p:sp>
      <p:sp>
        <p:nvSpPr>
          <p:cNvPr id="15" name="Rectangle 7">
            <a:extLst>
              <a:ext uri="{FF2B5EF4-FFF2-40B4-BE49-F238E27FC236}">
                <a16:creationId xmlns:a16="http://schemas.microsoft.com/office/drawing/2014/main" id="{AB58A99E-0AC3-F84C-BF8E-06E90B262DD6}"/>
              </a:ext>
            </a:extLst>
          </p:cNvPr>
          <p:cNvSpPr txBox="1">
            <a:spLocks noChangeArrowheads="1"/>
          </p:cNvSpPr>
          <p:nvPr/>
        </p:nvSpPr>
        <p:spPr>
          <a:xfrm>
            <a:off x="1421174" y="2598439"/>
            <a:ext cx="6688045" cy="83056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从工程管理的角度来看，软件设计分两步完成：</a:t>
            </a:r>
            <a:r>
              <a:rPr lang="zh-CN" altLang="en-US" dirty="0">
                <a:solidFill>
                  <a:srgbClr val="C00000"/>
                </a:solidFill>
                <a:latin typeface="微软雅黑" panose="020B0503020204020204" pitchFamily="34" charset="-122"/>
                <a:sym typeface="微软雅黑" panose="020B0503020204020204" pitchFamily="34" charset="-122"/>
              </a:rPr>
              <a:t>总体设计</a:t>
            </a:r>
            <a:r>
              <a:rPr lang="zh-CN" altLang="en-US" dirty="0">
                <a:solidFill>
                  <a:srgbClr val="000000"/>
                </a:solidFill>
                <a:latin typeface="微软雅黑" panose="020B0503020204020204" pitchFamily="34" charset="-122"/>
                <a:sym typeface="微软雅黑" panose="020B0503020204020204" pitchFamily="34" charset="-122"/>
              </a:rPr>
              <a:t>（概要设计）和</a:t>
            </a:r>
            <a:r>
              <a:rPr lang="zh-CN" altLang="en-US" dirty="0">
                <a:solidFill>
                  <a:srgbClr val="C00000"/>
                </a:solidFill>
                <a:latin typeface="微软雅黑" panose="020B0503020204020204" pitchFamily="34" charset="-122"/>
                <a:sym typeface="微软雅黑" panose="020B0503020204020204" pitchFamily="34" charset="-122"/>
              </a:rPr>
              <a:t>详细设计</a:t>
            </a:r>
            <a:r>
              <a:rPr lang="zh-CN" altLang="en-US" dirty="0">
                <a:solidFill>
                  <a:srgbClr val="000000"/>
                </a:solidFill>
                <a:latin typeface="微软雅黑" panose="020B0503020204020204" pitchFamily="34" charset="-122"/>
                <a:sym typeface="微软雅黑" panose="020B0503020204020204" pitchFamily="34" charset="-122"/>
              </a:rPr>
              <a:t>两个阶段。</a:t>
            </a:r>
            <a:endParaRPr lang="en-US" altLang="zh-CN" dirty="0">
              <a:solidFill>
                <a:srgbClr val="000000"/>
              </a:solidFill>
              <a:latin typeface="微软雅黑" panose="020B0503020204020204" pitchFamily="34" charset="-122"/>
              <a:sym typeface="微软雅黑" panose="020B0503020204020204" pitchFamily="34" charset="-122"/>
            </a:endParaRPr>
          </a:p>
        </p:txBody>
      </p:sp>
      <p:sp>
        <p:nvSpPr>
          <p:cNvPr id="43" name="Rectangle 7">
            <a:extLst>
              <a:ext uri="{FF2B5EF4-FFF2-40B4-BE49-F238E27FC236}">
                <a16:creationId xmlns:a16="http://schemas.microsoft.com/office/drawing/2014/main" id="{CAA4E4DA-1781-C843-8D37-893F129EE17B}"/>
              </a:ext>
            </a:extLst>
          </p:cNvPr>
          <p:cNvSpPr txBox="1">
            <a:spLocks noChangeArrowheads="1"/>
          </p:cNvSpPr>
          <p:nvPr/>
        </p:nvSpPr>
        <p:spPr>
          <a:xfrm>
            <a:off x="1780295" y="3600379"/>
            <a:ext cx="6688045" cy="2657298"/>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ct val="20000"/>
              </a:spcBef>
            </a:pPr>
            <a:r>
              <a:rPr lang="zh-CN" altLang="en-US" sz="1800" dirty="0">
                <a:solidFill>
                  <a:srgbClr val="000000"/>
                </a:solidFill>
                <a:latin typeface="微软雅黑" panose="020B0503020204020204" pitchFamily="34" charset="-122"/>
                <a:sym typeface="微软雅黑" panose="020B0503020204020204" pitchFamily="34" charset="-122"/>
              </a:rPr>
              <a:t>（</a:t>
            </a:r>
            <a:r>
              <a:rPr lang="en-US" altLang="zh-CN" sz="1800" dirty="0">
                <a:solidFill>
                  <a:srgbClr val="000000"/>
                </a:solidFill>
                <a:latin typeface="微软雅黑" panose="020B0503020204020204" pitchFamily="34" charset="-122"/>
                <a:sym typeface="微软雅黑" panose="020B0503020204020204" pitchFamily="34" charset="-122"/>
              </a:rPr>
              <a:t>2</a:t>
            </a:r>
            <a:r>
              <a:rPr lang="zh-CN" altLang="en-US"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FF0000"/>
                </a:solidFill>
                <a:latin typeface="微软雅黑" panose="020B0503020204020204" pitchFamily="34" charset="-122"/>
                <a:sym typeface="微软雅黑" panose="020B0503020204020204" pitchFamily="34" charset="-122"/>
              </a:rPr>
              <a:t>详细设计</a:t>
            </a:r>
          </a:p>
          <a:p>
            <a:pPr marL="492125" lvl="1" indent="-279400"/>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过程设计</a:t>
            </a:r>
            <a:r>
              <a:rPr lang="zh-CN" altLang="en-US" sz="1800" dirty="0">
                <a:solidFill>
                  <a:srgbClr val="000000"/>
                </a:solidFill>
                <a:latin typeface="微软雅黑" panose="020B0503020204020204" pitchFamily="34" charset="-122"/>
                <a:sym typeface="微软雅黑" panose="020B0503020204020204" pitchFamily="34" charset="-122"/>
              </a:rPr>
              <a:t>：描述系统中每个模块的实现算法和细节  </a:t>
            </a:r>
          </a:p>
          <a:p>
            <a:pPr marL="492125" lvl="1" indent="-279400"/>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数据设计</a:t>
            </a:r>
            <a:r>
              <a:rPr lang="zh-CN" altLang="en-US" sz="1800" dirty="0">
                <a:solidFill>
                  <a:srgbClr val="000000"/>
                </a:solidFill>
                <a:latin typeface="微软雅黑" panose="020B0503020204020204" pitchFamily="34" charset="-122"/>
                <a:sym typeface="微软雅黑" panose="020B0503020204020204" pitchFamily="34" charset="-122"/>
              </a:rPr>
              <a:t>：对各模块所用到的数据结构的进一步细化</a:t>
            </a:r>
          </a:p>
          <a:p>
            <a:pPr marL="492125" lvl="1" indent="-279400"/>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接口设计</a:t>
            </a:r>
            <a:r>
              <a:rPr lang="zh-CN" altLang="en-US" sz="1800" dirty="0">
                <a:solidFill>
                  <a:srgbClr val="000000"/>
                </a:solidFill>
                <a:latin typeface="微软雅黑" panose="020B0503020204020204" pitchFamily="34" charset="-122"/>
                <a:sym typeface="微软雅黑" panose="020B0503020204020204" pitchFamily="34" charset="-122"/>
              </a:rPr>
              <a:t>：软件系统各模块之间的关系或通信方式以及目标系统与外部系统之间的联系 </a:t>
            </a:r>
          </a:p>
          <a:p>
            <a:pPr marL="492125" lvl="1" indent="-279400"/>
            <a:endParaRPr lang="zh-CN" altLang="en-US" sz="18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4796492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3.1.4</a:t>
            </a:r>
            <a:r>
              <a:rPr lang="zh-CN" altLang="en-US" dirty="0">
                <a:solidFill>
                  <a:srgbClr val="4E8F00"/>
                </a:solidFill>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模块的独立性控制</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模块的</a:t>
            </a:r>
            <a:r>
              <a:rPr lang="zh-CN" altLang="en-US" sz="2400" dirty="0">
                <a:solidFill>
                  <a:srgbClr val="CC6600"/>
                </a:solidFill>
                <a:highlight>
                  <a:srgbClr val="FFFF00"/>
                </a:highlight>
                <a:sym typeface="微软雅黑" panose="020B0503020204020204" pitchFamily="34" charset="-122"/>
              </a:rPr>
              <a:t>独立性</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模块的独立性是指软件系统中每个模块只涉及软件要求的具体的子功能，而和软件系统中其他模块的接口是简单的，即</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功能专一</a:t>
            </a:r>
            <a:r>
              <a:rPr lang="zh-CN" altLang="en-US" dirty="0">
                <a:solidFill>
                  <a:srgbClr val="000000"/>
                </a:solidFill>
                <a:latin typeface="微软雅黑" panose="020B0503020204020204" pitchFamily="34" charset="-122"/>
                <a:sym typeface="微软雅黑" panose="020B0503020204020204" pitchFamily="34" charset="-122"/>
              </a:rPr>
              <a:t>，模块之间</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无过多的相互作用</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这种类型的模块可以并行开发，模块独立性越强，开发越容易</a:t>
            </a: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独立性强的模块，还能减少错误的影响，使模块容易组合、修改及测试</a:t>
            </a:r>
          </a:p>
          <a:p>
            <a:pPr marL="342900" lvl="1" indent="-342900">
              <a:lnSpc>
                <a:spcPct val="120000"/>
              </a:lnSpc>
              <a:spcBef>
                <a:spcPts val="900"/>
              </a:spcBef>
            </a:pPr>
            <a:endParaRPr lang="zh-CN" altLang="en-US"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8741146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模块的独立性控制</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模块的独立性</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模块化方法已经为</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所有工程领域</a:t>
            </a:r>
            <a:r>
              <a:rPr lang="zh-CN" altLang="en-US" dirty="0">
                <a:solidFill>
                  <a:srgbClr val="000000"/>
                </a:solidFill>
                <a:latin typeface="微软雅黑" panose="020B0503020204020204" pitchFamily="34" charset="-122"/>
                <a:sym typeface="微软雅黑" panose="020B0503020204020204" pitchFamily="34" charset="-122"/>
              </a:rPr>
              <a:t>所接受</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模块化的主要优点：模块化设计降低了软件系统的复杂性，使得系统容易修改，同时使得系统各个部分可以并行开发，从而提高了软件的生产率</a:t>
            </a:r>
            <a:endParaRPr lang="en-US" altLang="zh-CN" dirty="0">
              <a:solidFill>
                <a:srgbClr val="000000"/>
              </a:solidFill>
              <a:latin typeface="微软雅黑" panose="020B0503020204020204" pitchFamily="34" charset="-122"/>
              <a:sym typeface="微软雅黑" panose="020B0503020204020204" pitchFamily="34" charset="-122"/>
            </a:endParaRPr>
          </a:p>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提高模块质量在于提高模块独立性</a:t>
            </a:r>
            <a:endParaRPr lang="en-US" altLang="zh-CN"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32208697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3.1.4</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模块的独立性控制</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模块的独立性</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sym typeface="微软雅黑" panose="020B0503020204020204" pitchFamily="34" charset="-122"/>
              </a:rPr>
              <a:t>模块的独立性</a:t>
            </a:r>
            <a:r>
              <a:rPr lang="en-US" altLang="zh-CN" dirty="0">
                <a:solidFill>
                  <a:srgbClr val="000000"/>
                </a:solidFill>
                <a:latin typeface="微软雅黑" panose="020B0503020204020204" pitchFamily="34" charset="-122"/>
                <a:sym typeface="微软雅黑" panose="020B0503020204020204" pitchFamily="34" charset="-122"/>
              </a:rPr>
              <a:t>——</a:t>
            </a:r>
            <a:r>
              <a:rPr lang="zh-CN" altLang="en-US" dirty="0">
                <a:solidFill>
                  <a:srgbClr val="000000"/>
                </a:solidFill>
                <a:latin typeface="微软雅黑" panose="020B0503020204020204" pitchFamily="34" charset="-122"/>
                <a:sym typeface="微软雅黑" panose="020B0503020204020204" pitchFamily="34" charset="-122"/>
              </a:rPr>
              <a:t>用</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耦合</a:t>
            </a:r>
            <a:r>
              <a:rPr lang="zh-CN" altLang="en-US" dirty="0">
                <a:solidFill>
                  <a:srgbClr val="000000"/>
                </a:solidFill>
                <a:latin typeface="微软雅黑" panose="020B0503020204020204" pitchFamily="34" charset="-122"/>
                <a:sym typeface="微软雅黑" panose="020B0503020204020204" pitchFamily="34" charset="-122"/>
              </a:rPr>
              <a:t>和</a:t>
            </a:r>
            <a:r>
              <a:rPr lang="zh-CN" altLang="en-US" dirty="0">
                <a:solidFill>
                  <a:srgbClr val="000000"/>
                </a:solidFill>
                <a:highlight>
                  <a:srgbClr val="FFFF00"/>
                </a:highlight>
                <a:latin typeface="微软雅黑" panose="020B0503020204020204" pitchFamily="34" charset="-122"/>
                <a:sym typeface="微软雅黑" panose="020B0503020204020204" pitchFamily="34" charset="-122"/>
              </a:rPr>
              <a:t>内聚</a:t>
            </a:r>
            <a:r>
              <a:rPr lang="zh-CN" altLang="en-US" dirty="0">
                <a:solidFill>
                  <a:srgbClr val="000000"/>
                </a:solidFill>
                <a:latin typeface="微软雅黑" panose="020B0503020204020204" pitchFamily="34" charset="-122"/>
                <a:sym typeface="微软雅黑" panose="020B0503020204020204" pitchFamily="34" charset="-122"/>
              </a:rPr>
              <a:t>来衡量</a:t>
            </a:r>
          </a:p>
          <a:p>
            <a:pPr marL="674688" lvl="2" indent="-284163" algn="just">
              <a:spcBef>
                <a:spcPct val="15000"/>
              </a:spcBef>
            </a:pPr>
            <a:r>
              <a:rPr lang="zh-CN" altLang="en-US" b="1" dirty="0">
                <a:solidFill>
                  <a:srgbClr val="FF0000"/>
                </a:solidFill>
                <a:latin typeface="微软雅黑" panose="020B0503020204020204" pitchFamily="34" charset="-122"/>
              </a:rPr>
              <a:t>耦合 </a:t>
            </a:r>
            <a:r>
              <a:rPr lang="en-US" altLang="zh-CN" dirty="0">
                <a:solidFill>
                  <a:srgbClr val="000000"/>
                </a:solidFill>
                <a:latin typeface="微软雅黑" panose="020B0503020204020204" pitchFamily="34" charset="-122"/>
              </a:rPr>
              <a:t>——</a:t>
            </a:r>
            <a:r>
              <a:rPr lang="zh-CN" altLang="en-US" dirty="0">
                <a:solidFill>
                  <a:srgbClr val="000000"/>
                </a:solidFill>
                <a:latin typeface="微软雅黑" panose="020B0503020204020204" pitchFamily="34" charset="-122"/>
              </a:rPr>
              <a:t> 用于描述模块之间联系的紧密程度。</a:t>
            </a:r>
          </a:p>
          <a:p>
            <a:pPr lvl="2" algn="just">
              <a:spcBef>
                <a:spcPct val="20000"/>
              </a:spcBef>
            </a:pPr>
            <a:r>
              <a:rPr lang="zh-CN" altLang="en-US" b="1" dirty="0">
                <a:solidFill>
                  <a:srgbClr val="FF0000"/>
                </a:solidFill>
                <a:latin typeface="微软雅黑" panose="020B0503020204020204" pitchFamily="34" charset="-122"/>
              </a:rPr>
              <a:t>   内聚 </a:t>
            </a:r>
            <a:r>
              <a:rPr lang="en-US" altLang="zh-CN" dirty="0">
                <a:solidFill>
                  <a:srgbClr val="000000"/>
                </a:solidFill>
                <a:latin typeface="微软雅黑" panose="020B0503020204020204" pitchFamily="34" charset="-122"/>
              </a:rPr>
              <a:t>——</a:t>
            </a:r>
            <a:r>
              <a:rPr lang="zh-CN" altLang="en-US" dirty="0">
                <a:solidFill>
                  <a:srgbClr val="000000"/>
                </a:solidFill>
                <a:latin typeface="微软雅黑" panose="020B0503020204020204" pitchFamily="34" charset="-122"/>
              </a:rPr>
              <a:t> 用于描述模块内部联系的紧密程度</a:t>
            </a:r>
            <a:endParaRPr lang="en-US" altLang="zh-CN" dirty="0">
              <a:solidFill>
                <a:srgbClr val="000000"/>
              </a:solidFill>
              <a:latin typeface="微软雅黑" panose="020B0503020204020204" pitchFamily="34" charset="-122"/>
              <a:sym typeface="微软雅黑" panose="020B0503020204020204" pitchFamily="34" charset="-122"/>
            </a:endParaRPr>
          </a:p>
          <a:p>
            <a:pPr marL="342900" indent="-342900" algn="just">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rPr>
              <a:t>独立性比较强的模块，应该是： </a:t>
            </a:r>
            <a:r>
              <a:rPr lang="zh-CN" altLang="en-US" sz="2000" dirty="0">
                <a:solidFill>
                  <a:srgbClr val="000000"/>
                </a:solidFill>
                <a:highlight>
                  <a:srgbClr val="FFFF00"/>
                </a:highlight>
                <a:latin typeface="微软雅黑" panose="020B0503020204020204" pitchFamily="34" charset="-122"/>
              </a:rPr>
              <a:t>高内聚、低耦合</a:t>
            </a:r>
          </a:p>
        </p:txBody>
      </p:sp>
    </p:spTree>
    <p:extLst>
      <p:ext uri="{BB962C8B-B14F-4D97-AF65-F5344CB8AC3E}">
        <p14:creationId xmlns:p14="http://schemas.microsoft.com/office/powerpoint/2010/main" val="42515130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3.1.4</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模块的独立性控制</a:t>
            </a: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耦合</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en-US" dirty="0">
                <a:solidFill>
                  <a:srgbClr val="000000"/>
                </a:solidFill>
                <a:latin typeface="微软雅黑" panose="020B0503020204020204" pitchFamily="34" charset="-122"/>
                <a:ea typeface="微软雅黑" panose="020B0503020204020204" pitchFamily="34" charset="-122"/>
              </a:rPr>
              <a:t>耦合 </a:t>
            </a:r>
            <a:r>
              <a:rPr lang="en-US" altLang="zh-CN" dirty="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 是对各个</a:t>
            </a:r>
            <a:r>
              <a:rPr lang="zh-CN" altLang="en-US" dirty="0">
                <a:solidFill>
                  <a:srgbClr val="000000"/>
                </a:solidFill>
                <a:highlight>
                  <a:srgbClr val="FFFF00"/>
                </a:highlight>
                <a:latin typeface="微软雅黑" panose="020B0503020204020204" pitchFamily="34" charset="-122"/>
                <a:ea typeface="微软雅黑" panose="020B0503020204020204" pitchFamily="34" charset="-122"/>
              </a:rPr>
              <a:t>模块之间互连程度</a:t>
            </a:r>
            <a:r>
              <a:rPr lang="zh-CN" altLang="en-US" dirty="0">
                <a:solidFill>
                  <a:srgbClr val="000000"/>
                </a:solidFill>
                <a:latin typeface="微软雅黑" panose="020B0503020204020204" pitchFamily="34" charset="-122"/>
                <a:ea typeface="微软雅黑" panose="020B0503020204020204" pitchFamily="34" charset="-122"/>
              </a:rPr>
              <a:t>的度量，不同模块之间互相依赖得越紧密则耦合程度越高  </a:t>
            </a:r>
          </a:p>
          <a:p>
            <a:pPr marL="342900" indent="-342900" algn="just">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rPr>
              <a:t>为了提高模块的独立性，应该尽量降低模块之间的耦合程度 </a:t>
            </a:r>
          </a:p>
          <a:p>
            <a:pPr marL="342900" indent="-342900" algn="just">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endParaRPr>
          </a:p>
        </p:txBody>
      </p:sp>
    </p:spTree>
    <p:extLst>
      <p:ext uri="{BB962C8B-B14F-4D97-AF65-F5344CB8AC3E}">
        <p14:creationId xmlns:p14="http://schemas.microsoft.com/office/powerpoint/2010/main" val="303554379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模块的独立性控制</a:t>
            </a:r>
          </a:p>
        </p:txBody>
      </p:sp>
      <p:pic>
        <p:nvPicPr>
          <p:cNvPr id="9" name="图片 3" descr="0301">
            <a:extLst>
              <a:ext uri="{FF2B5EF4-FFF2-40B4-BE49-F238E27FC236}">
                <a16:creationId xmlns:a16="http://schemas.microsoft.com/office/drawing/2014/main" id="{18C97E86-0B6B-1E49-89E5-6FCB29F1C3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2054" y="2259799"/>
            <a:ext cx="3673475" cy="376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4">
            <a:extLst>
              <a:ext uri="{FF2B5EF4-FFF2-40B4-BE49-F238E27FC236}">
                <a16:creationId xmlns:a16="http://schemas.microsoft.com/office/drawing/2014/main" id="{8F4F4746-4D34-6C4F-BAA4-8AE784FDC59F}"/>
              </a:ext>
            </a:extLst>
          </p:cNvPr>
          <p:cNvSpPr>
            <a:spLocks noChangeArrowheads="1"/>
          </p:cNvSpPr>
          <p:nvPr/>
        </p:nvSpPr>
        <p:spPr bwMode="auto">
          <a:xfrm>
            <a:off x="1222016" y="2259799"/>
            <a:ext cx="2359025"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en-US" altLang="zh-CN" sz="2100" dirty="0">
                <a:latin typeface="微软雅黑" panose="020B0503020204020204" pitchFamily="34" charset="-122"/>
                <a:ea typeface="微软雅黑" panose="020B0503020204020204" pitchFamily="34" charset="-122"/>
              </a:rPr>
              <a:t>  </a:t>
            </a:r>
            <a:r>
              <a:rPr lang="zh-CN" altLang="zh-CN" sz="2100" dirty="0">
                <a:latin typeface="微软雅黑" panose="020B0503020204020204" pitchFamily="34" charset="-122"/>
                <a:ea typeface="微软雅黑" panose="020B0503020204020204" pitchFamily="34" charset="-122"/>
              </a:rPr>
              <a:t>耦合的等级划分 </a:t>
            </a:r>
            <a:endParaRPr lang="zh-CN" altLang="en-US" sz="21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169400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模块的独立性控制</a:t>
            </a:r>
          </a:p>
        </p:txBody>
      </p:sp>
      <p:sp>
        <p:nvSpPr>
          <p:cNvPr id="11" name="Rectangle 7">
            <a:extLst>
              <a:ext uri="{FF2B5EF4-FFF2-40B4-BE49-F238E27FC236}">
                <a16:creationId xmlns:a16="http://schemas.microsoft.com/office/drawing/2014/main" id="{EB8BB462-AB23-A740-980C-234E947C9B7D}"/>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3</a:t>
            </a:r>
            <a:r>
              <a:rPr lang="zh-CN" altLang="en-US" sz="2400" dirty="0">
                <a:solidFill>
                  <a:srgbClr val="CC6600"/>
                </a:solidFill>
              </a:rPr>
              <a:t> </a:t>
            </a:r>
            <a:r>
              <a:rPr lang="zh-CN" altLang="en-US" sz="2400" dirty="0">
                <a:solidFill>
                  <a:srgbClr val="CC6600"/>
                </a:solidFill>
                <a:sym typeface="微软雅黑" panose="020B0503020204020204" pitchFamily="34" charset="-122"/>
              </a:rPr>
              <a:t>内聚</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21174" y="2598439"/>
            <a:ext cx="6688045" cy="325057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lvl="1" indent="-342900">
              <a:lnSpc>
                <a:spcPct val="120000"/>
              </a:lnSpc>
              <a:spcBef>
                <a:spcPts val="900"/>
              </a:spcBef>
            </a:pPr>
            <a:r>
              <a:rPr lang="zh-CN" altLang="zh-CN" sz="2000" dirty="0">
                <a:latin typeface="微软雅黑" panose="020B0503020204020204" pitchFamily="34" charset="-122"/>
              </a:rPr>
              <a:t>内聚是指模块</a:t>
            </a:r>
            <a:r>
              <a:rPr lang="zh-CN" altLang="zh-CN" sz="2000" dirty="0">
                <a:highlight>
                  <a:srgbClr val="FFFF00"/>
                </a:highlight>
                <a:latin typeface="微软雅黑" panose="020B0503020204020204" pitchFamily="34" charset="-122"/>
              </a:rPr>
              <a:t>内部各个元素之间彼此结合的紧密程度</a:t>
            </a:r>
            <a:endParaRPr lang="en-US" altLang="zh-CN" sz="2000" dirty="0">
              <a:highlight>
                <a:srgbClr val="FFFF00"/>
              </a:highlight>
              <a:latin typeface="微软雅黑" panose="020B0503020204020204" pitchFamily="34" charset="-122"/>
            </a:endParaRPr>
          </a:p>
          <a:p>
            <a:pPr marL="342900" lvl="1" indent="-342900">
              <a:lnSpc>
                <a:spcPct val="120000"/>
              </a:lnSpc>
              <a:spcBef>
                <a:spcPts val="900"/>
              </a:spcBef>
            </a:pPr>
            <a:r>
              <a:rPr lang="zh-CN" altLang="zh-CN" dirty="0">
                <a:latin typeface="微软雅黑" panose="020B0503020204020204" pitchFamily="34" charset="-122"/>
              </a:rPr>
              <a:t>模块的高内聚通常意味着低耦合</a:t>
            </a:r>
            <a:endParaRPr lang="en-US" altLang="zh-CN" dirty="0">
              <a:latin typeface="微软雅黑" panose="020B0503020204020204" pitchFamily="34" charset="-122"/>
            </a:endParaRPr>
          </a:p>
          <a:p>
            <a:pPr marL="342900" lvl="1" indent="-342900">
              <a:lnSpc>
                <a:spcPct val="120000"/>
              </a:lnSpc>
              <a:spcBef>
                <a:spcPts val="900"/>
              </a:spcBef>
            </a:pPr>
            <a:r>
              <a:rPr lang="zh-CN" altLang="zh-CN" dirty="0">
                <a:latin typeface="微软雅黑" panose="020B0503020204020204" pitchFamily="34" charset="-122"/>
              </a:rPr>
              <a:t>在软件设计时，应该尽量提高模块的内聚程度  </a:t>
            </a:r>
            <a:endParaRPr lang="en-US" altLang="zh-CN" sz="2000" dirty="0">
              <a:latin typeface="微软雅黑" panose="020B0503020204020204" pitchFamily="34" charset="-122"/>
            </a:endParaRPr>
          </a:p>
          <a:p>
            <a:pPr marL="342900" indent="-342900" algn="just">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endParaRPr>
          </a:p>
        </p:txBody>
      </p:sp>
    </p:spTree>
    <p:extLst>
      <p:ext uri="{BB962C8B-B14F-4D97-AF65-F5344CB8AC3E}">
        <p14:creationId xmlns:p14="http://schemas.microsoft.com/office/powerpoint/2010/main" val="26536650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模块的独立性控制</a:t>
            </a:r>
          </a:p>
        </p:txBody>
      </p:sp>
      <p:sp>
        <p:nvSpPr>
          <p:cNvPr id="9" name="矩形 4">
            <a:extLst>
              <a:ext uri="{FF2B5EF4-FFF2-40B4-BE49-F238E27FC236}">
                <a16:creationId xmlns:a16="http://schemas.microsoft.com/office/drawing/2014/main" id="{DAA68EAD-CE4D-BD4C-A560-7F6BADD2AEB4}"/>
              </a:ext>
            </a:extLst>
          </p:cNvPr>
          <p:cNvSpPr>
            <a:spLocks noChangeArrowheads="1"/>
          </p:cNvSpPr>
          <p:nvPr/>
        </p:nvSpPr>
        <p:spPr bwMode="auto">
          <a:xfrm>
            <a:off x="1281969" y="2193235"/>
            <a:ext cx="227965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Char char="•"/>
            </a:pPr>
            <a:r>
              <a:rPr lang="zh-CN" altLang="en-US" sz="2100" dirty="0">
                <a:latin typeface="微软雅黑" panose="020B0503020204020204" pitchFamily="34" charset="-122"/>
                <a:ea typeface="微软雅黑" panose="020B0503020204020204" pitchFamily="34" charset="-122"/>
              </a:rPr>
              <a:t> 内聚</a:t>
            </a:r>
            <a:r>
              <a:rPr lang="zh-CN" altLang="zh-CN" sz="2100" dirty="0">
                <a:latin typeface="微软雅黑" panose="020B0503020204020204" pitchFamily="34" charset="-122"/>
                <a:ea typeface="微软雅黑" panose="020B0503020204020204" pitchFamily="34" charset="-122"/>
              </a:rPr>
              <a:t>的等级划分 </a:t>
            </a:r>
            <a:endParaRPr lang="zh-CN" altLang="en-US" sz="2100" dirty="0">
              <a:latin typeface="微软雅黑" panose="020B0503020204020204" pitchFamily="34" charset="-122"/>
              <a:ea typeface="微软雅黑" panose="020B0503020204020204" pitchFamily="34" charset="-122"/>
            </a:endParaRPr>
          </a:p>
        </p:txBody>
      </p:sp>
      <p:pic>
        <p:nvPicPr>
          <p:cNvPr id="15" name="图片 5" descr="3-2new">
            <a:extLst>
              <a:ext uri="{FF2B5EF4-FFF2-40B4-BE49-F238E27FC236}">
                <a16:creationId xmlns:a16="http://schemas.microsoft.com/office/drawing/2014/main" id="{A5497CE4-E830-9E4D-B5D7-40A9D3C64F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41266" y="2193235"/>
            <a:ext cx="4002087"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20541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29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3.1.5</a:t>
            </a:r>
            <a:r>
              <a:rPr lang="zh-CN" altLang="en-US" dirty="0">
                <a:solidFill>
                  <a:srgbClr val="4E8F00"/>
                </a:solidFill>
                <a:effectLst/>
                <a:ea typeface="Microsoft YaHei UI" panose="020B0503020204020204" pitchFamily="34" charset="-122"/>
              </a:rPr>
              <a:t> </a:t>
            </a:r>
            <a:r>
              <a:rPr lang="zh-CN" altLang="en-US" dirty="0">
                <a:solidFill>
                  <a:srgbClr val="C00000"/>
                </a:solidFill>
                <a:ea typeface="Microsoft YaHei UI" panose="020B0503020204020204" pitchFamily="34" charset="-122"/>
                <a:sym typeface="微软雅黑" panose="020B0503020204020204" pitchFamily="34" charset="-122"/>
              </a:rPr>
              <a:t>软件设计中的</a:t>
            </a:r>
            <a:r>
              <a:rPr lang="zh-CN" altLang="en-US" dirty="0">
                <a:solidFill>
                  <a:srgbClr val="C00000"/>
                </a:solidFill>
                <a:effectLst/>
                <a:ea typeface="Microsoft YaHei UI" panose="020B0503020204020204" pitchFamily="34" charset="-122"/>
                <a:sym typeface="微软雅黑" panose="020B0503020204020204" pitchFamily="34" charset="-122"/>
              </a:rPr>
              <a:t>启发规则</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21174" y="1743122"/>
            <a:ext cx="6688045" cy="4138911"/>
          </a:xfrm>
          <a:prstGeom prst="rect">
            <a:avLst/>
          </a:prstGeom>
        </p:spPr>
        <p:txBody>
          <a:bodyPr vert="horz" lIns="91440" tIns="45720" rIns="91440" bIns="45720" rtlCol="0">
            <a:normAutofit fontScale="77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2600" dirty="0">
                <a:latin typeface="微软雅黑" panose="020B0503020204020204" pitchFamily="34" charset="-122"/>
                <a:sym typeface="微软雅黑" panose="020B0503020204020204" pitchFamily="34" charset="-122"/>
              </a:rPr>
              <a:t>（</a:t>
            </a:r>
            <a:r>
              <a:rPr lang="en-US" altLang="zh-CN" sz="2600" dirty="0">
                <a:latin typeface="微软雅黑" panose="020B0503020204020204" pitchFamily="34" charset="-122"/>
                <a:sym typeface="微软雅黑" panose="020B0503020204020204" pitchFamily="34" charset="-122"/>
              </a:rPr>
              <a:t>1</a:t>
            </a:r>
            <a:r>
              <a:rPr lang="zh-CN" altLang="en-US" sz="2600" dirty="0">
                <a:latin typeface="微软雅黑" panose="020B0503020204020204" pitchFamily="34" charset="-122"/>
                <a:sym typeface="微软雅黑" panose="020B0503020204020204" pitchFamily="34" charset="-122"/>
              </a:rPr>
              <a:t>）</a:t>
            </a:r>
            <a:r>
              <a:rPr lang="zh-CN" altLang="en-US" sz="2600" dirty="0">
                <a:solidFill>
                  <a:srgbClr val="C00000"/>
                </a:solidFill>
                <a:latin typeface="微软雅黑" panose="020B0503020204020204" pitchFamily="34" charset="-122"/>
                <a:sym typeface="微软雅黑" panose="020B0503020204020204" pitchFamily="34" charset="-122"/>
              </a:rPr>
              <a:t>改进软件结构提高模块独立性</a:t>
            </a:r>
          </a:p>
          <a:p>
            <a:pPr marL="539750" indent="-222250">
              <a:spcBef>
                <a:spcPts val="900"/>
              </a:spcBef>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设计出软件的初步结构以后，应该审查分析这个结构，通过模块分解或合并。力求降低耦合，提高内聚。</a:t>
            </a:r>
          </a:p>
          <a:p>
            <a:pPr>
              <a:spcBef>
                <a:spcPts val="900"/>
              </a:spcBef>
            </a:pPr>
            <a:r>
              <a:rPr lang="zh-CN" altLang="en-US" sz="2600" dirty="0">
                <a:latin typeface="微软雅黑" panose="020B0503020204020204" pitchFamily="34" charset="-122"/>
                <a:sym typeface="微软雅黑" panose="020B0503020204020204" pitchFamily="34" charset="-122"/>
              </a:rPr>
              <a:t>（</a:t>
            </a:r>
            <a:r>
              <a:rPr lang="en-US" altLang="zh-CN" sz="2600" dirty="0">
                <a:latin typeface="微软雅黑" panose="020B0503020204020204" pitchFamily="34" charset="-122"/>
                <a:sym typeface="微软雅黑" panose="020B0503020204020204" pitchFamily="34" charset="-122"/>
              </a:rPr>
              <a:t>2</a:t>
            </a:r>
            <a:r>
              <a:rPr lang="zh-CN" altLang="en-US" sz="2600" dirty="0">
                <a:latin typeface="微软雅黑" panose="020B0503020204020204" pitchFamily="34" charset="-122"/>
                <a:sym typeface="微软雅黑" panose="020B0503020204020204" pitchFamily="34" charset="-122"/>
              </a:rPr>
              <a:t>）</a:t>
            </a:r>
            <a:r>
              <a:rPr lang="zh-CN" altLang="en-US" sz="2600" dirty="0">
                <a:solidFill>
                  <a:srgbClr val="C00000"/>
                </a:solidFill>
                <a:latin typeface="微软雅黑" panose="020B0503020204020204" pitchFamily="34" charset="-122"/>
                <a:sym typeface="微软雅黑" panose="020B0503020204020204" pitchFamily="34" charset="-122"/>
              </a:rPr>
              <a:t>模块规模应该适中</a:t>
            </a:r>
          </a:p>
          <a:p>
            <a:pPr marL="539750" indent="-222250">
              <a:spcBef>
                <a:spcPts val="900"/>
              </a:spcBef>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一个模块规模不应过大，最好能写在一页纸内（通常不超过</a:t>
            </a:r>
            <a:r>
              <a:rPr lang="en-US" altLang="zh-CN" sz="2100" dirty="0">
                <a:latin typeface="微软雅黑" panose="020B0503020204020204" pitchFamily="34" charset="-122"/>
                <a:sym typeface="微软雅黑" panose="020B0503020204020204" pitchFamily="34" charset="-122"/>
              </a:rPr>
              <a:t>60</a:t>
            </a:r>
            <a:r>
              <a:rPr lang="zh-CN" altLang="en-US" sz="2100" dirty="0">
                <a:latin typeface="微软雅黑" panose="020B0503020204020204" pitchFamily="34" charset="-122"/>
                <a:sym typeface="微软雅黑" panose="020B0503020204020204" pitchFamily="34" charset="-122"/>
              </a:rPr>
              <a:t>行语句）；</a:t>
            </a:r>
          </a:p>
          <a:p>
            <a:pPr marL="539750" indent="-222250">
              <a:spcBef>
                <a:spcPts val="900"/>
              </a:spcBef>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从心理学角度研究得知，当一个模块包含的语句超过</a:t>
            </a:r>
            <a:r>
              <a:rPr lang="en-US" altLang="zh-CN" sz="2100" dirty="0">
                <a:latin typeface="微软雅黑" panose="020B0503020204020204" pitchFamily="34" charset="-122"/>
                <a:sym typeface="微软雅黑" panose="020B0503020204020204" pitchFamily="34" charset="-122"/>
              </a:rPr>
              <a:t>30</a:t>
            </a:r>
            <a:r>
              <a:rPr lang="zh-CN" altLang="en-US" sz="2100" dirty="0">
                <a:latin typeface="微软雅黑" panose="020B0503020204020204" pitchFamily="34" charset="-122"/>
                <a:sym typeface="微软雅黑" panose="020B0503020204020204" pitchFamily="34" charset="-122"/>
              </a:rPr>
              <a:t>行，模块的可理解程度迅速下降；</a:t>
            </a:r>
          </a:p>
          <a:p>
            <a:pPr marL="539750" indent="-222250">
              <a:spcBef>
                <a:spcPts val="900"/>
              </a:spcBef>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过大的模块往往是由于分解不充分，但是进一步分解必须符合问题结构 </a:t>
            </a:r>
            <a:endParaRPr lang="en-US" altLang="zh-CN" sz="2100" dirty="0">
              <a:latin typeface="微软雅黑" panose="020B0503020204020204" pitchFamily="34" charset="-122"/>
              <a:sym typeface="微软雅黑" panose="020B0503020204020204" pitchFamily="34" charset="-122"/>
            </a:endParaRPr>
          </a:p>
          <a:p>
            <a:pPr marL="342900" indent="-342900" algn="just">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endParaRPr>
          </a:p>
        </p:txBody>
      </p:sp>
      <p:sp>
        <p:nvSpPr>
          <p:cNvPr id="2" name="云形 1">
            <a:extLst>
              <a:ext uri="{FF2B5EF4-FFF2-40B4-BE49-F238E27FC236}">
                <a16:creationId xmlns:a16="http://schemas.microsoft.com/office/drawing/2014/main" id="{7C89C269-4B01-1D4D-851D-CF69C8E96729}"/>
              </a:ext>
            </a:extLst>
          </p:cNvPr>
          <p:cNvSpPr/>
          <p:nvPr/>
        </p:nvSpPr>
        <p:spPr>
          <a:xfrm>
            <a:off x="6823880" y="767307"/>
            <a:ext cx="1507982" cy="975815"/>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zh-CN" altLang="en-US" sz="2400" dirty="0">
                <a:latin typeface="Yuppy SC" panose="020F0603040207020204" pitchFamily="34" charset="-122"/>
                <a:ea typeface="Yuppy SC" panose="020F0603040207020204" pitchFamily="34" charset="-122"/>
                <a:cs typeface="Yuppy SC" panose="020F0603040207020204" pitchFamily="34" charset="-122"/>
              </a:rPr>
              <a:t>模块</a:t>
            </a:r>
          </a:p>
        </p:txBody>
      </p:sp>
    </p:spTree>
    <p:extLst>
      <p:ext uri="{BB962C8B-B14F-4D97-AF65-F5344CB8AC3E}">
        <p14:creationId xmlns:p14="http://schemas.microsoft.com/office/powerpoint/2010/main" val="32218225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6" presetClass="entr" presetSubtype="37"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Vertical)">
                                      <p:cBhvr>
                                        <p:cTn id="12" dur="500"/>
                                        <p:tgtEl>
                                          <p:spTgt spid="2"/>
                                        </p:tgtEl>
                                      </p:cBhvr>
                                    </p:animEffect>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anim calcmode="lin" valueType="num">
                                      <p:cBhvr>
                                        <p:cTn id="17" dur="1000" fill="hold"/>
                                        <p:tgtEl>
                                          <p:spTgt spid="10"/>
                                        </p:tgtEl>
                                        <p:attrNameLst>
                                          <p:attrName>ppt_x</p:attrName>
                                        </p:attrNameLst>
                                      </p:cBhvr>
                                      <p:tavLst>
                                        <p:tav tm="0">
                                          <p:val>
                                            <p:strVal val="#ppt_x"/>
                                          </p:val>
                                        </p:tav>
                                        <p:tav tm="100000">
                                          <p:val>
                                            <p:strVal val="#ppt_x"/>
                                          </p:val>
                                        </p:tav>
                                      </p:tavLst>
                                    </p:anim>
                                    <p:anim calcmode="lin" valueType="num">
                                      <p:cBhvr>
                                        <p:cTn id="1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软件设计中的启发规则</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64505" y="1742200"/>
            <a:ext cx="6688045" cy="377055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dirty="0">
                <a:latin typeface="微软雅黑" panose="020B0503020204020204" pitchFamily="34" charset="-122"/>
                <a:sym typeface="微软雅黑" panose="020B0503020204020204" pitchFamily="34" charset="-122"/>
              </a:rPr>
              <a:t>（</a:t>
            </a:r>
            <a:r>
              <a:rPr lang="en-US" altLang="zh-CN" dirty="0">
                <a:latin typeface="微软雅黑" panose="020B0503020204020204" pitchFamily="34" charset="-122"/>
                <a:sym typeface="微软雅黑" panose="020B0503020204020204" pitchFamily="34" charset="-122"/>
              </a:rPr>
              <a:t>3</a:t>
            </a:r>
            <a:r>
              <a:rPr lang="zh-CN" altLang="en-US" dirty="0">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深度、宽度、扇出和扇入都应适当</a:t>
            </a:r>
            <a:endParaRPr lang="zh-CN" altLang="en-US" sz="1600" dirty="0">
              <a:solidFill>
                <a:srgbClr val="C00000"/>
              </a:solidFill>
              <a:latin typeface="微软雅黑" panose="020B0503020204020204" pitchFamily="34" charset="-122"/>
              <a:sym typeface="微软雅黑" panose="020B0503020204020204" pitchFamily="34" charset="-122"/>
            </a:endParaRPr>
          </a:p>
          <a:p>
            <a:pPr marL="539750" lvl="1" indent="-269875" algn="just">
              <a:spcBef>
                <a:spcPts val="600"/>
              </a:spcBef>
            </a:pPr>
            <a:r>
              <a:rPr lang="zh-CN" altLang="en-US" sz="1600" dirty="0">
                <a:latin typeface="微软雅黑" panose="020B0503020204020204" pitchFamily="34" charset="-122"/>
              </a:rPr>
              <a:t>深度：表示软件结构中从顶层模块到最底层模块的层数</a:t>
            </a:r>
            <a:endParaRPr lang="en-US" altLang="zh-CN" sz="1600" dirty="0">
              <a:latin typeface="微软雅黑" panose="020B0503020204020204" pitchFamily="34" charset="-122"/>
            </a:endParaRPr>
          </a:p>
          <a:p>
            <a:pPr marL="539750" lvl="1" indent="-269875" algn="just">
              <a:spcBef>
                <a:spcPts val="600"/>
              </a:spcBef>
            </a:pPr>
            <a:r>
              <a:rPr lang="zh-CN" altLang="en-US" sz="1600" dirty="0">
                <a:latin typeface="微软雅黑" panose="020B0503020204020204" pitchFamily="34" charset="-122"/>
              </a:rPr>
              <a:t>宽度：表示控制的总分布</a:t>
            </a:r>
            <a:endParaRPr lang="en-US" altLang="zh-CN" sz="1600" dirty="0">
              <a:latin typeface="微软雅黑" panose="020B0503020204020204" pitchFamily="34" charset="-122"/>
            </a:endParaRPr>
          </a:p>
          <a:p>
            <a:pPr marL="539750" lvl="1" indent="-269875" algn="just">
              <a:spcBef>
                <a:spcPts val="600"/>
              </a:spcBef>
            </a:pPr>
            <a:r>
              <a:rPr lang="zh-CN" altLang="en-US" sz="1600" dirty="0">
                <a:latin typeface="微软雅黑" panose="020B0503020204020204" pitchFamily="34" charset="-122"/>
              </a:rPr>
              <a:t>扇出数：指一个模块直接控制</a:t>
            </a:r>
            <a:r>
              <a:rPr lang="zh-CN" altLang="en-US" sz="1600" dirty="0">
                <a:highlight>
                  <a:srgbClr val="FFFF00"/>
                </a:highlight>
                <a:latin typeface="微软雅黑" panose="020B0503020204020204" pitchFamily="34" charset="-122"/>
              </a:rPr>
              <a:t>下属</a:t>
            </a:r>
            <a:r>
              <a:rPr lang="zh-CN" altLang="en-US" sz="1600" dirty="0">
                <a:latin typeface="微软雅黑" panose="020B0503020204020204" pitchFamily="34" charset="-122"/>
              </a:rPr>
              <a:t>的模块个数</a:t>
            </a:r>
            <a:endParaRPr lang="en-US" altLang="zh-CN" sz="1600" dirty="0">
              <a:latin typeface="微软雅黑" panose="020B0503020204020204" pitchFamily="34" charset="-122"/>
            </a:endParaRPr>
          </a:p>
          <a:p>
            <a:pPr marL="539750" lvl="1" indent="-269875" algn="just">
              <a:spcBef>
                <a:spcPts val="600"/>
              </a:spcBef>
            </a:pPr>
            <a:r>
              <a:rPr lang="zh-CN" altLang="en-US" sz="1600" dirty="0">
                <a:latin typeface="微软雅黑" panose="020B0503020204020204" pitchFamily="34" charset="-122"/>
              </a:rPr>
              <a:t>扇入数：指一个模块的直接</a:t>
            </a:r>
            <a:r>
              <a:rPr lang="zh-CN" altLang="en-US" sz="1600" dirty="0">
                <a:highlight>
                  <a:srgbClr val="FFFF00"/>
                </a:highlight>
                <a:latin typeface="微软雅黑" panose="020B0503020204020204" pitchFamily="34" charset="-122"/>
              </a:rPr>
              <a:t>上属</a:t>
            </a:r>
            <a:r>
              <a:rPr lang="zh-CN" altLang="en-US" sz="1600" dirty="0">
                <a:latin typeface="微软雅黑" panose="020B0503020204020204" pitchFamily="34" charset="-122"/>
              </a:rPr>
              <a:t>模块个数</a:t>
            </a:r>
            <a:endParaRPr lang="en-US" altLang="zh-CN" sz="1600" dirty="0">
              <a:latin typeface="微软雅黑" panose="020B0503020204020204" pitchFamily="34" charset="-122"/>
            </a:endParaRPr>
          </a:p>
          <a:p>
            <a:pPr marL="539750" lvl="1" indent="-269875" algn="just">
              <a:spcBef>
                <a:spcPts val="600"/>
              </a:spcBef>
            </a:pPr>
            <a:r>
              <a:rPr lang="zh-CN" altLang="en-US" sz="1600" dirty="0">
                <a:latin typeface="微软雅黑" panose="020B0503020204020204" pitchFamily="34" charset="-122"/>
              </a:rPr>
              <a:t>一个好的软件结构的形态准则是：顶部宽度小，中部宽度大，底部宽度次之；在结构顶部有较高的扇出数，在底部有较高的扇入数</a:t>
            </a:r>
          </a:p>
          <a:p>
            <a:pPr marL="342900" indent="-342900" algn="just">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endParaRPr>
          </a:p>
        </p:txBody>
      </p:sp>
      <p:grpSp>
        <p:nvGrpSpPr>
          <p:cNvPr id="3" name="组合 2">
            <a:extLst>
              <a:ext uri="{FF2B5EF4-FFF2-40B4-BE49-F238E27FC236}">
                <a16:creationId xmlns:a16="http://schemas.microsoft.com/office/drawing/2014/main" id="{F30A4577-922A-214A-9323-02BED37D2632}"/>
              </a:ext>
            </a:extLst>
          </p:cNvPr>
          <p:cNvGrpSpPr/>
          <p:nvPr/>
        </p:nvGrpSpPr>
        <p:grpSpPr>
          <a:xfrm>
            <a:off x="2818611" y="2262777"/>
            <a:ext cx="5925206" cy="4041439"/>
            <a:chOff x="2881500" y="933976"/>
            <a:chExt cx="5579186" cy="3241614"/>
          </a:xfrm>
        </p:grpSpPr>
        <p:sp>
          <p:nvSpPr>
            <p:cNvPr id="2" name="圆角矩形 1">
              <a:extLst>
                <a:ext uri="{FF2B5EF4-FFF2-40B4-BE49-F238E27FC236}">
                  <a16:creationId xmlns:a16="http://schemas.microsoft.com/office/drawing/2014/main" id="{00492DD1-CB9E-F246-8C23-A985D4679F8D}"/>
                </a:ext>
              </a:extLst>
            </p:cNvPr>
            <p:cNvSpPr/>
            <p:nvPr/>
          </p:nvSpPr>
          <p:spPr>
            <a:xfrm>
              <a:off x="2881500" y="933976"/>
              <a:ext cx="5579186" cy="3241614"/>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9" name="组合 8">
              <a:extLst>
                <a:ext uri="{FF2B5EF4-FFF2-40B4-BE49-F238E27FC236}">
                  <a16:creationId xmlns:a16="http://schemas.microsoft.com/office/drawing/2014/main" id="{75505EAD-44CC-8645-B186-4591B2199793}"/>
                </a:ext>
              </a:extLst>
            </p:cNvPr>
            <p:cNvGrpSpPr/>
            <p:nvPr/>
          </p:nvGrpSpPr>
          <p:grpSpPr>
            <a:xfrm>
              <a:off x="3206184" y="1189533"/>
              <a:ext cx="5105400" cy="2817812"/>
              <a:chOff x="3532188" y="1484313"/>
              <a:chExt cx="5105400" cy="2817812"/>
            </a:xfrm>
          </p:grpSpPr>
          <p:sp>
            <p:nvSpPr>
              <p:cNvPr id="15" name="Text Box 4">
                <a:extLst>
                  <a:ext uri="{FF2B5EF4-FFF2-40B4-BE49-F238E27FC236}">
                    <a16:creationId xmlns:a16="http://schemas.microsoft.com/office/drawing/2014/main" id="{7397B86B-8FA6-BE4E-861E-D48DA53DE2B6}"/>
                  </a:ext>
                </a:extLst>
              </p:cNvPr>
              <p:cNvSpPr txBox="1">
                <a:spLocks noChangeArrowheads="1"/>
              </p:cNvSpPr>
              <p:nvPr/>
            </p:nvSpPr>
            <p:spPr bwMode="auto">
              <a:xfrm>
                <a:off x="7921625" y="1735138"/>
                <a:ext cx="7159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顶层</a:t>
                </a:r>
              </a:p>
            </p:txBody>
          </p:sp>
          <p:sp>
            <p:nvSpPr>
              <p:cNvPr id="16" name="Text Box 5">
                <a:extLst>
                  <a:ext uri="{FF2B5EF4-FFF2-40B4-BE49-F238E27FC236}">
                    <a16:creationId xmlns:a16="http://schemas.microsoft.com/office/drawing/2014/main" id="{B2DB3708-EAD6-E64D-ADE7-FC44851898A9}"/>
                  </a:ext>
                </a:extLst>
              </p:cNvPr>
              <p:cNvSpPr txBox="1">
                <a:spLocks noChangeArrowheads="1"/>
              </p:cNvSpPr>
              <p:nvPr/>
            </p:nvSpPr>
            <p:spPr bwMode="auto">
              <a:xfrm>
                <a:off x="7937500" y="2079625"/>
                <a:ext cx="560388"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1600">
                    <a:latin typeface="微软雅黑" panose="020B0503020204020204" pitchFamily="34" charset="-122"/>
                    <a:ea typeface="微软雅黑" panose="020B0503020204020204" pitchFamily="34" charset="-122"/>
                  </a:rPr>
                  <a:t>1</a:t>
                </a:r>
                <a:r>
                  <a:rPr lang="zh-CN" altLang="en-US" sz="1600">
                    <a:latin typeface="微软雅黑" panose="020B0503020204020204" pitchFamily="34" charset="-122"/>
                    <a:ea typeface="微软雅黑" panose="020B0503020204020204" pitchFamily="34" charset="-122"/>
                  </a:rPr>
                  <a:t>层</a:t>
                </a:r>
              </a:p>
            </p:txBody>
          </p:sp>
          <p:sp>
            <p:nvSpPr>
              <p:cNvPr id="17" name="Text Box 6">
                <a:extLst>
                  <a:ext uri="{FF2B5EF4-FFF2-40B4-BE49-F238E27FC236}">
                    <a16:creationId xmlns:a16="http://schemas.microsoft.com/office/drawing/2014/main" id="{F0FBD410-FB8E-2744-B9D4-62C26E709AA6}"/>
                  </a:ext>
                </a:extLst>
              </p:cNvPr>
              <p:cNvSpPr txBox="1">
                <a:spLocks noChangeArrowheads="1"/>
              </p:cNvSpPr>
              <p:nvPr/>
            </p:nvSpPr>
            <p:spPr bwMode="auto">
              <a:xfrm>
                <a:off x="7935913" y="2427288"/>
                <a:ext cx="509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1600">
                    <a:latin typeface="微软雅黑" panose="020B0503020204020204" pitchFamily="34" charset="-122"/>
                    <a:ea typeface="微软雅黑" panose="020B0503020204020204" pitchFamily="34" charset="-122"/>
                  </a:rPr>
                  <a:t>2</a:t>
                </a:r>
                <a:r>
                  <a:rPr lang="zh-CN" altLang="en-US" sz="1600">
                    <a:latin typeface="微软雅黑" panose="020B0503020204020204" pitchFamily="34" charset="-122"/>
                    <a:ea typeface="微软雅黑" panose="020B0503020204020204" pitchFamily="34" charset="-122"/>
                  </a:rPr>
                  <a:t>层</a:t>
                </a:r>
              </a:p>
            </p:txBody>
          </p:sp>
          <p:grpSp>
            <p:nvGrpSpPr>
              <p:cNvPr id="18" name="Group 7">
                <a:extLst>
                  <a:ext uri="{FF2B5EF4-FFF2-40B4-BE49-F238E27FC236}">
                    <a16:creationId xmlns:a16="http://schemas.microsoft.com/office/drawing/2014/main" id="{5D013ACD-541D-8749-B6AA-723696A36F26}"/>
                  </a:ext>
                </a:extLst>
              </p:cNvPr>
              <p:cNvGrpSpPr>
                <a:grpSpLocks/>
              </p:cNvGrpSpPr>
              <p:nvPr/>
            </p:nvGrpSpPr>
            <p:grpSpPr bwMode="auto">
              <a:xfrm>
                <a:off x="4094163" y="1689100"/>
                <a:ext cx="3600450" cy="1655763"/>
                <a:chOff x="1545" y="1521"/>
                <a:chExt cx="2439" cy="1389"/>
              </a:xfrm>
            </p:grpSpPr>
            <p:sp>
              <p:nvSpPr>
                <p:cNvPr id="44" name="Rectangle 8">
                  <a:extLst>
                    <a:ext uri="{FF2B5EF4-FFF2-40B4-BE49-F238E27FC236}">
                      <a16:creationId xmlns:a16="http://schemas.microsoft.com/office/drawing/2014/main" id="{D3F509F4-31AA-964E-AC12-DBEE1562546D}"/>
                    </a:ext>
                  </a:extLst>
                </p:cNvPr>
                <p:cNvSpPr>
                  <a:spLocks noChangeArrowheads="1"/>
                </p:cNvSpPr>
                <p:nvPr/>
              </p:nvSpPr>
              <p:spPr bwMode="auto">
                <a:xfrm>
                  <a:off x="2549" y="1521"/>
                  <a:ext cx="345"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A</a:t>
                  </a:r>
                </a:p>
              </p:txBody>
            </p:sp>
            <p:sp>
              <p:nvSpPr>
                <p:cNvPr id="45" name="Line 9">
                  <a:extLst>
                    <a:ext uri="{FF2B5EF4-FFF2-40B4-BE49-F238E27FC236}">
                      <a16:creationId xmlns:a16="http://schemas.microsoft.com/office/drawing/2014/main" id="{2CC301AE-7D07-8449-B170-1E5BF57CE0A7}"/>
                    </a:ext>
                  </a:extLst>
                </p:cNvPr>
                <p:cNvSpPr>
                  <a:spLocks noChangeShapeType="1"/>
                </p:cNvSpPr>
                <p:nvPr/>
              </p:nvSpPr>
              <p:spPr bwMode="auto">
                <a:xfrm flipH="1">
                  <a:off x="2147" y="1654"/>
                  <a:ext cx="454" cy="161"/>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6" name="Rectangle 10">
                  <a:extLst>
                    <a:ext uri="{FF2B5EF4-FFF2-40B4-BE49-F238E27FC236}">
                      <a16:creationId xmlns:a16="http://schemas.microsoft.com/office/drawing/2014/main" id="{966B0F63-95FA-6F41-A3CF-93E4574FAF81}"/>
                    </a:ext>
                  </a:extLst>
                </p:cNvPr>
                <p:cNvSpPr>
                  <a:spLocks noChangeArrowheads="1"/>
                </p:cNvSpPr>
                <p:nvPr/>
              </p:nvSpPr>
              <p:spPr bwMode="auto">
                <a:xfrm>
                  <a:off x="1975" y="1815"/>
                  <a:ext cx="345"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B</a:t>
                  </a:r>
                </a:p>
              </p:txBody>
            </p:sp>
            <p:sp>
              <p:nvSpPr>
                <p:cNvPr id="47" name="Line 11">
                  <a:extLst>
                    <a:ext uri="{FF2B5EF4-FFF2-40B4-BE49-F238E27FC236}">
                      <a16:creationId xmlns:a16="http://schemas.microsoft.com/office/drawing/2014/main" id="{82EF6659-A2E2-BE4C-A3EF-A66B095792C3}"/>
                    </a:ext>
                  </a:extLst>
                </p:cNvPr>
                <p:cNvSpPr>
                  <a:spLocks noChangeShapeType="1"/>
                </p:cNvSpPr>
                <p:nvPr/>
              </p:nvSpPr>
              <p:spPr bwMode="auto">
                <a:xfrm>
                  <a:off x="2694" y="1654"/>
                  <a:ext cx="0" cy="161"/>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8" name="Rectangle 12">
                  <a:extLst>
                    <a:ext uri="{FF2B5EF4-FFF2-40B4-BE49-F238E27FC236}">
                      <a16:creationId xmlns:a16="http://schemas.microsoft.com/office/drawing/2014/main" id="{B5130C0B-C0F0-5D45-A3E6-057591DE9123}"/>
                    </a:ext>
                  </a:extLst>
                </p:cNvPr>
                <p:cNvSpPr>
                  <a:spLocks noChangeArrowheads="1"/>
                </p:cNvSpPr>
                <p:nvPr/>
              </p:nvSpPr>
              <p:spPr bwMode="auto">
                <a:xfrm>
                  <a:off x="2549" y="1815"/>
                  <a:ext cx="316"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C</a:t>
                  </a:r>
                </a:p>
              </p:txBody>
            </p:sp>
            <p:sp>
              <p:nvSpPr>
                <p:cNvPr id="49" name="Line 13">
                  <a:extLst>
                    <a:ext uri="{FF2B5EF4-FFF2-40B4-BE49-F238E27FC236}">
                      <a16:creationId xmlns:a16="http://schemas.microsoft.com/office/drawing/2014/main" id="{20A72679-0EF4-1243-B1EC-37AE27F47F8F}"/>
                    </a:ext>
                  </a:extLst>
                </p:cNvPr>
                <p:cNvSpPr>
                  <a:spLocks noChangeShapeType="1"/>
                </p:cNvSpPr>
                <p:nvPr/>
              </p:nvSpPr>
              <p:spPr bwMode="auto">
                <a:xfrm>
                  <a:off x="2835" y="1654"/>
                  <a:ext cx="457" cy="161"/>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0" name="Rectangle 14">
                  <a:extLst>
                    <a:ext uri="{FF2B5EF4-FFF2-40B4-BE49-F238E27FC236}">
                      <a16:creationId xmlns:a16="http://schemas.microsoft.com/office/drawing/2014/main" id="{E94DCAF9-2BEF-8343-ADCC-BF942059B648}"/>
                    </a:ext>
                  </a:extLst>
                </p:cNvPr>
                <p:cNvSpPr>
                  <a:spLocks noChangeArrowheads="1"/>
                </p:cNvSpPr>
                <p:nvPr/>
              </p:nvSpPr>
              <p:spPr bwMode="auto">
                <a:xfrm>
                  <a:off x="3180" y="1815"/>
                  <a:ext cx="316"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D</a:t>
                  </a:r>
                </a:p>
              </p:txBody>
            </p:sp>
            <p:sp>
              <p:nvSpPr>
                <p:cNvPr id="51" name="Line 15">
                  <a:extLst>
                    <a:ext uri="{FF2B5EF4-FFF2-40B4-BE49-F238E27FC236}">
                      <a16:creationId xmlns:a16="http://schemas.microsoft.com/office/drawing/2014/main" id="{2678400E-E58E-1D45-A819-019683AFA86E}"/>
                    </a:ext>
                  </a:extLst>
                </p:cNvPr>
                <p:cNvSpPr>
                  <a:spLocks noChangeShapeType="1"/>
                </p:cNvSpPr>
                <p:nvPr/>
              </p:nvSpPr>
              <p:spPr bwMode="auto">
                <a:xfrm>
                  <a:off x="2147" y="1948"/>
                  <a:ext cx="0"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2" name="Rectangle 16">
                  <a:extLst>
                    <a:ext uri="{FF2B5EF4-FFF2-40B4-BE49-F238E27FC236}">
                      <a16:creationId xmlns:a16="http://schemas.microsoft.com/office/drawing/2014/main" id="{051D1CB2-D137-3F4B-8C75-829E88003934}"/>
                    </a:ext>
                  </a:extLst>
                </p:cNvPr>
                <p:cNvSpPr>
                  <a:spLocks noChangeArrowheads="1"/>
                </p:cNvSpPr>
                <p:nvPr/>
              </p:nvSpPr>
              <p:spPr bwMode="auto">
                <a:xfrm>
                  <a:off x="1975" y="2135"/>
                  <a:ext cx="316" cy="13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E</a:t>
                  </a:r>
                </a:p>
              </p:txBody>
            </p:sp>
            <p:sp>
              <p:nvSpPr>
                <p:cNvPr id="53" name="Line 17">
                  <a:extLst>
                    <a:ext uri="{FF2B5EF4-FFF2-40B4-BE49-F238E27FC236}">
                      <a16:creationId xmlns:a16="http://schemas.microsoft.com/office/drawing/2014/main" id="{997A2ED0-6A20-9140-8E3C-4E78855B2614}"/>
                    </a:ext>
                  </a:extLst>
                </p:cNvPr>
                <p:cNvSpPr>
                  <a:spLocks noChangeShapeType="1"/>
                </p:cNvSpPr>
                <p:nvPr/>
              </p:nvSpPr>
              <p:spPr bwMode="auto">
                <a:xfrm>
                  <a:off x="2694" y="1948"/>
                  <a:ext cx="0"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4" name="Rectangle 18">
                  <a:extLst>
                    <a:ext uri="{FF2B5EF4-FFF2-40B4-BE49-F238E27FC236}">
                      <a16:creationId xmlns:a16="http://schemas.microsoft.com/office/drawing/2014/main" id="{3D82C04A-ACBF-EA4A-805B-04B4DE61330E}"/>
                    </a:ext>
                  </a:extLst>
                </p:cNvPr>
                <p:cNvSpPr>
                  <a:spLocks noChangeArrowheads="1"/>
                </p:cNvSpPr>
                <p:nvPr/>
              </p:nvSpPr>
              <p:spPr bwMode="auto">
                <a:xfrm>
                  <a:off x="2549" y="2135"/>
                  <a:ext cx="316" cy="13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F</a:t>
                  </a:r>
                </a:p>
              </p:txBody>
            </p:sp>
            <p:sp>
              <p:nvSpPr>
                <p:cNvPr id="55" name="Line 19">
                  <a:extLst>
                    <a:ext uri="{FF2B5EF4-FFF2-40B4-BE49-F238E27FC236}">
                      <a16:creationId xmlns:a16="http://schemas.microsoft.com/office/drawing/2014/main" id="{A82ED058-7296-8D41-8451-7475711A1D3D}"/>
                    </a:ext>
                  </a:extLst>
                </p:cNvPr>
                <p:cNvSpPr>
                  <a:spLocks noChangeShapeType="1"/>
                </p:cNvSpPr>
                <p:nvPr/>
              </p:nvSpPr>
              <p:spPr bwMode="auto">
                <a:xfrm>
                  <a:off x="3352" y="1948"/>
                  <a:ext cx="0"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6" name="Rectangle 20">
                  <a:extLst>
                    <a:ext uri="{FF2B5EF4-FFF2-40B4-BE49-F238E27FC236}">
                      <a16:creationId xmlns:a16="http://schemas.microsoft.com/office/drawing/2014/main" id="{8CFC309B-CB61-7146-B221-93E9FBB90E99}"/>
                    </a:ext>
                  </a:extLst>
                </p:cNvPr>
                <p:cNvSpPr>
                  <a:spLocks noChangeArrowheads="1"/>
                </p:cNvSpPr>
                <p:nvPr/>
              </p:nvSpPr>
              <p:spPr bwMode="auto">
                <a:xfrm>
                  <a:off x="3180" y="2135"/>
                  <a:ext cx="316" cy="13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G</a:t>
                  </a:r>
                </a:p>
              </p:txBody>
            </p:sp>
            <p:sp>
              <p:nvSpPr>
                <p:cNvPr id="57" name="Line 21">
                  <a:extLst>
                    <a:ext uri="{FF2B5EF4-FFF2-40B4-BE49-F238E27FC236}">
                      <a16:creationId xmlns:a16="http://schemas.microsoft.com/office/drawing/2014/main" id="{640F5F67-9A36-8D42-ABB2-8B7730E72F36}"/>
                    </a:ext>
                  </a:extLst>
                </p:cNvPr>
                <p:cNvSpPr>
                  <a:spLocks noChangeShapeType="1"/>
                </p:cNvSpPr>
                <p:nvPr/>
              </p:nvSpPr>
              <p:spPr bwMode="auto">
                <a:xfrm>
                  <a:off x="3439" y="1948"/>
                  <a:ext cx="402"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58" name="Rectangle 22">
                  <a:extLst>
                    <a:ext uri="{FF2B5EF4-FFF2-40B4-BE49-F238E27FC236}">
                      <a16:creationId xmlns:a16="http://schemas.microsoft.com/office/drawing/2014/main" id="{9A788C66-70AC-3B45-9CDF-B1196336DC5D}"/>
                    </a:ext>
                  </a:extLst>
                </p:cNvPr>
                <p:cNvSpPr>
                  <a:spLocks noChangeArrowheads="1"/>
                </p:cNvSpPr>
                <p:nvPr/>
              </p:nvSpPr>
              <p:spPr bwMode="auto">
                <a:xfrm>
                  <a:off x="3669" y="2135"/>
                  <a:ext cx="315" cy="13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H</a:t>
                  </a:r>
                </a:p>
              </p:txBody>
            </p:sp>
            <p:sp>
              <p:nvSpPr>
                <p:cNvPr id="59" name="Line 23">
                  <a:extLst>
                    <a:ext uri="{FF2B5EF4-FFF2-40B4-BE49-F238E27FC236}">
                      <a16:creationId xmlns:a16="http://schemas.microsoft.com/office/drawing/2014/main" id="{626B39A2-B872-7340-882E-A5BC61A1E703}"/>
                    </a:ext>
                  </a:extLst>
                </p:cNvPr>
                <p:cNvSpPr>
                  <a:spLocks noChangeShapeType="1"/>
                </p:cNvSpPr>
                <p:nvPr/>
              </p:nvSpPr>
              <p:spPr bwMode="auto">
                <a:xfrm>
                  <a:off x="2147" y="2269"/>
                  <a:ext cx="0" cy="185"/>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0" name="Line 24">
                  <a:extLst>
                    <a:ext uri="{FF2B5EF4-FFF2-40B4-BE49-F238E27FC236}">
                      <a16:creationId xmlns:a16="http://schemas.microsoft.com/office/drawing/2014/main" id="{9015937F-B8D8-0242-9DFA-44BB0F77F36A}"/>
                    </a:ext>
                  </a:extLst>
                </p:cNvPr>
                <p:cNvSpPr>
                  <a:spLocks noChangeShapeType="1"/>
                </p:cNvSpPr>
                <p:nvPr/>
              </p:nvSpPr>
              <p:spPr bwMode="auto">
                <a:xfrm flipH="1">
                  <a:off x="1745" y="2269"/>
                  <a:ext cx="316" cy="185"/>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1" name="Line 25">
                  <a:extLst>
                    <a:ext uri="{FF2B5EF4-FFF2-40B4-BE49-F238E27FC236}">
                      <a16:creationId xmlns:a16="http://schemas.microsoft.com/office/drawing/2014/main" id="{25AA2AA1-DEBF-6C49-9E31-C36F0D4C506C}"/>
                    </a:ext>
                  </a:extLst>
                </p:cNvPr>
                <p:cNvSpPr>
                  <a:spLocks noChangeShapeType="1"/>
                </p:cNvSpPr>
                <p:nvPr/>
              </p:nvSpPr>
              <p:spPr bwMode="auto">
                <a:xfrm>
                  <a:off x="2234" y="2269"/>
                  <a:ext cx="200" cy="185"/>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2" name="Line 26">
                  <a:extLst>
                    <a:ext uri="{FF2B5EF4-FFF2-40B4-BE49-F238E27FC236}">
                      <a16:creationId xmlns:a16="http://schemas.microsoft.com/office/drawing/2014/main" id="{959CCC9C-FBF0-134B-896B-6A29174ACC44}"/>
                    </a:ext>
                  </a:extLst>
                </p:cNvPr>
                <p:cNvSpPr>
                  <a:spLocks noChangeShapeType="1"/>
                </p:cNvSpPr>
                <p:nvPr/>
              </p:nvSpPr>
              <p:spPr bwMode="auto">
                <a:xfrm flipH="1">
                  <a:off x="2491" y="2269"/>
                  <a:ext cx="202" cy="185"/>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3" name="Rectangle 27">
                  <a:extLst>
                    <a:ext uri="{FF2B5EF4-FFF2-40B4-BE49-F238E27FC236}">
                      <a16:creationId xmlns:a16="http://schemas.microsoft.com/office/drawing/2014/main" id="{0683EDE8-34B9-0E4C-B90D-3283A02321B1}"/>
                    </a:ext>
                  </a:extLst>
                </p:cNvPr>
                <p:cNvSpPr>
                  <a:spLocks noChangeArrowheads="1"/>
                </p:cNvSpPr>
                <p:nvPr/>
              </p:nvSpPr>
              <p:spPr bwMode="auto">
                <a:xfrm>
                  <a:off x="1545" y="2456"/>
                  <a:ext cx="286"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I</a:t>
                  </a:r>
                </a:p>
              </p:txBody>
            </p:sp>
            <p:sp>
              <p:nvSpPr>
                <p:cNvPr id="64" name="Rectangle 28">
                  <a:extLst>
                    <a:ext uri="{FF2B5EF4-FFF2-40B4-BE49-F238E27FC236}">
                      <a16:creationId xmlns:a16="http://schemas.microsoft.com/office/drawing/2014/main" id="{E548C1BB-252E-DC45-B771-39CEB93DB729}"/>
                    </a:ext>
                  </a:extLst>
                </p:cNvPr>
                <p:cNvSpPr>
                  <a:spLocks noChangeArrowheads="1"/>
                </p:cNvSpPr>
                <p:nvPr/>
              </p:nvSpPr>
              <p:spPr bwMode="auto">
                <a:xfrm>
                  <a:off x="2004" y="2456"/>
                  <a:ext cx="287"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J</a:t>
                  </a:r>
                </a:p>
              </p:txBody>
            </p:sp>
            <p:sp>
              <p:nvSpPr>
                <p:cNvPr id="65" name="Rectangle 29">
                  <a:extLst>
                    <a:ext uri="{FF2B5EF4-FFF2-40B4-BE49-F238E27FC236}">
                      <a16:creationId xmlns:a16="http://schemas.microsoft.com/office/drawing/2014/main" id="{D26850F3-11ED-4A4B-97D6-8A205764D9B8}"/>
                    </a:ext>
                  </a:extLst>
                </p:cNvPr>
                <p:cNvSpPr>
                  <a:spLocks noChangeArrowheads="1"/>
                </p:cNvSpPr>
                <p:nvPr/>
              </p:nvSpPr>
              <p:spPr bwMode="auto">
                <a:xfrm>
                  <a:off x="2348" y="2456"/>
                  <a:ext cx="287"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K</a:t>
                  </a:r>
                </a:p>
              </p:txBody>
            </p:sp>
            <p:sp>
              <p:nvSpPr>
                <p:cNvPr id="66" name="Line 30">
                  <a:extLst>
                    <a:ext uri="{FF2B5EF4-FFF2-40B4-BE49-F238E27FC236}">
                      <a16:creationId xmlns:a16="http://schemas.microsoft.com/office/drawing/2014/main" id="{885A4C30-C3B7-D54D-AFC5-ED2A5744A1EC}"/>
                    </a:ext>
                  </a:extLst>
                </p:cNvPr>
                <p:cNvSpPr>
                  <a:spLocks noChangeShapeType="1"/>
                </p:cNvSpPr>
                <p:nvPr/>
              </p:nvSpPr>
              <p:spPr bwMode="auto">
                <a:xfrm flipH="1">
                  <a:off x="3066" y="2269"/>
                  <a:ext cx="229" cy="185"/>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7" name="Rectangle 31">
                  <a:extLst>
                    <a:ext uri="{FF2B5EF4-FFF2-40B4-BE49-F238E27FC236}">
                      <a16:creationId xmlns:a16="http://schemas.microsoft.com/office/drawing/2014/main" id="{34A1440D-1A3F-3947-956B-331223864784}"/>
                    </a:ext>
                  </a:extLst>
                </p:cNvPr>
                <p:cNvSpPr>
                  <a:spLocks noChangeArrowheads="1"/>
                </p:cNvSpPr>
                <p:nvPr/>
              </p:nvSpPr>
              <p:spPr bwMode="auto">
                <a:xfrm>
                  <a:off x="2865" y="2456"/>
                  <a:ext cx="344"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L</a:t>
                  </a:r>
                </a:p>
              </p:txBody>
            </p:sp>
            <p:sp>
              <p:nvSpPr>
                <p:cNvPr id="68" name="Line 32">
                  <a:extLst>
                    <a:ext uri="{FF2B5EF4-FFF2-40B4-BE49-F238E27FC236}">
                      <a16:creationId xmlns:a16="http://schemas.microsoft.com/office/drawing/2014/main" id="{D2BE36D8-2CDD-4B49-9B08-ADACC4447F78}"/>
                    </a:ext>
                  </a:extLst>
                </p:cNvPr>
                <p:cNvSpPr>
                  <a:spLocks noChangeShapeType="1"/>
                </p:cNvSpPr>
                <p:nvPr/>
              </p:nvSpPr>
              <p:spPr bwMode="auto">
                <a:xfrm>
                  <a:off x="3382" y="2269"/>
                  <a:ext cx="172" cy="185"/>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9" name="Rectangle 33">
                  <a:extLst>
                    <a:ext uri="{FF2B5EF4-FFF2-40B4-BE49-F238E27FC236}">
                      <a16:creationId xmlns:a16="http://schemas.microsoft.com/office/drawing/2014/main" id="{BAFE8B18-82F3-A840-9EC8-FF19963A2AA5}"/>
                    </a:ext>
                  </a:extLst>
                </p:cNvPr>
                <p:cNvSpPr>
                  <a:spLocks noChangeArrowheads="1"/>
                </p:cNvSpPr>
                <p:nvPr/>
              </p:nvSpPr>
              <p:spPr bwMode="auto">
                <a:xfrm>
                  <a:off x="3381" y="2456"/>
                  <a:ext cx="345"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M</a:t>
                  </a:r>
                </a:p>
              </p:txBody>
            </p:sp>
            <p:sp>
              <p:nvSpPr>
                <p:cNvPr id="70" name="Rectangle 34">
                  <a:extLst>
                    <a:ext uri="{FF2B5EF4-FFF2-40B4-BE49-F238E27FC236}">
                      <a16:creationId xmlns:a16="http://schemas.microsoft.com/office/drawing/2014/main" id="{14467A30-9B95-9442-B7FD-5C47F3C1D1DC}"/>
                    </a:ext>
                  </a:extLst>
                </p:cNvPr>
                <p:cNvSpPr>
                  <a:spLocks noChangeArrowheads="1"/>
                </p:cNvSpPr>
                <p:nvPr/>
              </p:nvSpPr>
              <p:spPr bwMode="auto">
                <a:xfrm>
                  <a:off x="1946" y="2777"/>
                  <a:ext cx="345" cy="133"/>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N</a:t>
                  </a:r>
                </a:p>
              </p:txBody>
            </p:sp>
            <p:sp>
              <p:nvSpPr>
                <p:cNvPr id="71" name="Line 35">
                  <a:extLst>
                    <a:ext uri="{FF2B5EF4-FFF2-40B4-BE49-F238E27FC236}">
                      <a16:creationId xmlns:a16="http://schemas.microsoft.com/office/drawing/2014/main" id="{6FA078C2-7114-A04E-8A19-CBB6D8BBDDA6}"/>
                    </a:ext>
                  </a:extLst>
                </p:cNvPr>
                <p:cNvSpPr>
                  <a:spLocks noChangeShapeType="1"/>
                </p:cNvSpPr>
                <p:nvPr/>
              </p:nvSpPr>
              <p:spPr bwMode="auto">
                <a:xfrm>
                  <a:off x="1716" y="2589"/>
                  <a:ext cx="403"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2" name="Line 36">
                  <a:extLst>
                    <a:ext uri="{FF2B5EF4-FFF2-40B4-BE49-F238E27FC236}">
                      <a16:creationId xmlns:a16="http://schemas.microsoft.com/office/drawing/2014/main" id="{DE91F1B8-D201-B240-B57F-D2D3B4F5719A}"/>
                    </a:ext>
                  </a:extLst>
                </p:cNvPr>
                <p:cNvSpPr>
                  <a:spLocks noChangeShapeType="1"/>
                </p:cNvSpPr>
                <p:nvPr/>
              </p:nvSpPr>
              <p:spPr bwMode="auto">
                <a:xfrm>
                  <a:off x="2147" y="2589"/>
                  <a:ext cx="0"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3" name="Line 37">
                  <a:extLst>
                    <a:ext uri="{FF2B5EF4-FFF2-40B4-BE49-F238E27FC236}">
                      <a16:creationId xmlns:a16="http://schemas.microsoft.com/office/drawing/2014/main" id="{0DF0EC8C-0B14-3044-9BA4-07A93C291435}"/>
                    </a:ext>
                  </a:extLst>
                </p:cNvPr>
                <p:cNvSpPr>
                  <a:spLocks noChangeShapeType="1"/>
                </p:cNvSpPr>
                <p:nvPr/>
              </p:nvSpPr>
              <p:spPr bwMode="auto">
                <a:xfrm flipH="1">
                  <a:off x="2205" y="2589"/>
                  <a:ext cx="258" cy="188"/>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grpSp>
            <p:nvGrpSpPr>
              <p:cNvPr id="19" name="Group 38">
                <a:extLst>
                  <a:ext uri="{FF2B5EF4-FFF2-40B4-BE49-F238E27FC236}">
                    <a16:creationId xmlns:a16="http://schemas.microsoft.com/office/drawing/2014/main" id="{4CF64640-03F7-D341-B22A-15F1518B2901}"/>
                  </a:ext>
                </a:extLst>
              </p:cNvPr>
              <p:cNvGrpSpPr>
                <a:grpSpLocks/>
              </p:cNvGrpSpPr>
              <p:nvPr/>
            </p:nvGrpSpPr>
            <p:grpSpPr bwMode="auto">
              <a:xfrm>
                <a:off x="3532188" y="1768475"/>
                <a:ext cx="646112" cy="1654175"/>
                <a:chOff x="2544" y="1248"/>
                <a:chExt cx="406" cy="1389"/>
              </a:xfrm>
            </p:grpSpPr>
            <p:sp>
              <p:nvSpPr>
                <p:cNvPr id="39" name="Line 39">
                  <a:extLst>
                    <a:ext uri="{FF2B5EF4-FFF2-40B4-BE49-F238E27FC236}">
                      <a16:creationId xmlns:a16="http://schemas.microsoft.com/office/drawing/2014/main" id="{5B4E5A04-0C39-1547-98DE-7FCA000AAC77}"/>
                    </a:ext>
                  </a:extLst>
                </p:cNvPr>
                <p:cNvSpPr>
                  <a:spLocks noChangeShapeType="1"/>
                </p:cNvSpPr>
                <p:nvPr/>
              </p:nvSpPr>
              <p:spPr bwMode="auto">
                <a:xfrm>
                  <a:off x="2547" y="1248"/>
                  <a:ext cx="321" cy="0"/>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0" name="Line 40">
                  <a:extLst>
                    <a:ext uri="{FF2B5EF4-FFF2-40B4-BE49-F238E27FC236}">
                      <a16:creationId xmlns:a16="http://schemas.microsoft.com/office/drawing/2014/main" id="{99A80E19-0CF5-5B4C-BD08-5B7A1FAC46CB}"/>
                    </a:ext>
                  </a:extLst>
                </p:cNvPr>
                <p:cNvSpPr>
                  <a:spLocks noChangeShapeType="1"/>
                </p:cNvSpPr>
                <p:nvPr/>
              </p:nvSpPr>
              <p:spPr bwMode="auto">
                <a:xfrm>
                  <a:off x="2547" y="2637"/>
                  <a:ext cx="294" cy="0"/>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1" name="Text Box 41">
                  <a:extLst>
                    <a:ext uri="{FF2B5EF4-FFF2-40B4-BE49-F238E27FC236}">
                      <a16:creationId xmlns:a16="http://schemas.microsoft.com/office/drawing/2014/main" id="{6F502BEE-3F88-AB43-987F-24BA224AE224}"/>
                    </a:ext>
                  </a:extLst>
                </p:cNvPr>
                <p:cNvSpPr txBox="1">
                  <a:spLocks noChangeArrowheads="1"/>
                </p:cNvSpPr>
                <p:nvPr/>
              </p:nvSpPr>
              <p:spPr bwMode="auto">
                <a:xfrm>
                  <a:off x="2544" y="1791"/>
                  <a:ext cx="40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1600">
                      <a:latin typeface="微软雅黑" panose="020B0503020204020204" pitchFamily="34" charset="-122"/>
                      <a:ea typeface="微软雅黑" panose="020B0503020204020204" pitchFamily="34" charset="-122"/>
                    </a:rPr>
                    <a:t>深度</a:t>
                  </a:r>
                </a:p>
              </p:txBody>
            </p:sp>
            <p:sp>
              <p:nvSpPr>
                <p:cNvPr id="42" name="Line 42">
                  <a:extLst>
                    <a:ext uri="{FF2B5EF4-FFF2-40B4-BE49-F238E27FC236}">
                      <a16:creationId xmlns:a16="http://schemas.microsoft.com/office/drawing/2014/main" id="{B7454E8B-334F-0C4C-8729-BC147246221F}"/>
                    </a:ext>
                  </a:extLst>
                </p:cNvPr>
                <p:cNvSpPr>
                  <a:spLocks noChangeShapeType="1"/>
                </p:cNvSpPr>
                <p:nvPr/>
              </p:nvSpPr>
              <p:spPr bwMode="auto">
                <a:xfrm flipV="1">
                  <a:off x="2707" y="1248"/>
                  <a:ext cx="0" cy="535"/>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43" name="Line 43">
                  <a:extLst>
                    <a:ext uri="{FF2B5EF4-FFF2-40B4-BE49-F238E27FC236}">
                      <a16:creationId xmlns:a16="http://schemas.microsoft.com/office/drawing/2014/main" id="{A0555C70-0439-604D-ACAD-A2E0421D1F19}"/>
                    </a:ext>
                  </a:extLst>
                </p:cNvPr>
                <p:cNvSpPr>
                  <a:spLocks noChangeShapeType="1"/>
                </p:cNvSpPr>
                <p:nvPr/>
              </p:nvSpPr>
              <p:spPr bwMode="auto">
                <a:xfrm flipH="1">
                  <a:off x="2707" y="2010"/>
                  <a:ext cx="0" cy="627"/>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20" name="AutoShape 44">
                <a:extLst>
                  <a:ext uri="{FF2B5EF4-FFF2-40B4-BE49-F238E27FC236}">
                    <a16:creationId xmlns:a16="http://schemas.microsoft.com/office/drawing/2014/main" id="{B3939E47-8593-1E43-81F6-65851F5A0260}"/>
                  </a:ext>
                </a:extLst>
              </p:cNvPr>
              <p:cNvSpPr>
                <a:spLocks noChangeArrowheads="1"/>
              </p:cNvSpPr>
              <p:nvPr/>
            </p:nvSpPr>
            <p:spPr bwMode="auto">
              <a:xfrm rot="10800000" flipH="1">
                <a:off x="6042025" y="3079750"/>
                <a:ext cx="809625" cy="246063"/>
              </a:xfrm>
              <a:prstGeom prst="wedgeRoundRectCallout">
                <a:avLst>
                  <a:gd name="adj1" fmla="val -94315"/>
                  <a:gd name="adj2" fmla="val 101218"/>
                  <a:gd name="adj3" fmla="val 16667"/>
                </a:avLst>
              </a:prstGeom>
              <a:solidFill>
                <a:schemeClr val="bg1"/>
              </a:solidFill>
              <a:ln w="9525">
                <a:solidFill>
                  <a:schemeClr val="tx1"/>
                </a:solidFill>
                <a:miter lim="800000"/>
                <a:headEnd/>
                <a:tailEnd/>
              </a:ln>
            </p:spPr>
            <p:txBody>
              <a:bodyPr rot="10800000"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a:latin typeface="微软雅黑" panose="020B0503020204020204" pitchFamily="34" charset="-122"/>
                    <a:ea typeface="微软雅黑" panose="020B0503020204020204" pitchFamily="34" charset="-122"/>
                  </a:rPr>
                  <a:t>扇入为</a:t>
                </a:r>
                <a:r>
                  <a:rPr lang="en-US" altLang="zh-CN" sz="1400">
                    <a:latin typeface="微软雅黑" panose="020B0503020204020204" pitchFamily="34" charset="-122"/>
                    <a:ea typeface="微软雅黑" panose="020B0503020204020204" pitchFamily="34" charset="-122"/>
                  </a:rPr>
                  <a:t>2</a:t>
                </a:r>
              </a:p>
            </p:txBody>
          </p:sp>
          <p:sp>
            <p:nvSpPr>
              <p:cNvPr id="21" name="AutoShape 45">
                <a:extLst>
                  <a:ext uri="{FF2B5EF4-FFF2-40B4-BE49-F238E27FC236}">
                    <a16:creationId xmlns:a16="http://schemas.microsoft.com/office/drawing/2014/main" id="{6D01436B-28E4-9E42-954F-6B78EF15E338}"/>
                  </a:ext>
                </a:extLst>
              </p:cNvPr>
              <p:cNvSpPr>
                <a:spLocks noChangeArrowheads="1"/>
              </p:cNvSpPr>
              <p:nvPr/>
            </p:nvSpPr>
            <p:spPr bwMode="auto">
              <a:xfrm>
                <a:off x="6299200" y="1484313"/>
                <a:ext cx="1150938" cy="361950"/>
              </a:xfrm>
              <a:prstGeom prst="cloudCallout">
                <a:avLst>
                  <a:gd name="adj1" fmla="val -74444"/>
                  <a:gd name="adj2" fmla="val 13856"/>
                </a:avLst>
              </a:prstGeom>
              <a:solidFill>
                <a:schemeClr val="bg1"/>
              </a:solidFill>
              <a:ln w="9525">
                <a:solidFill>
                  <a:schemeClr val="tx1"/>
                </a:solidFill>
                <a:round/>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a:latin typeface="微软雅黑" panose="020B0503020204020204" pitchFamily="34" charset="-122"/>
                    <a:ea typeface="微软雅黑" panose="020B0503020204020204" pitchFamily="34" charset="-122"/>
                  </a:rPr>
                  <a:t>扇出为</a:t>
                </a:r>
                <a:r>
                  <a:rPr lang="en-US" altLang="zh-CN" sz="1400">
                    <a:latin typeface="微软雅黑" panose="020B0503020204020204" pitchFamily="34" charset="-122"/>
                    <a:ea typeface="微软雅黑" panose="020B0503020204020204" pitchFamily="34" charset="-122"/>
                  </a:rPr>
                  <a:t>3</a:t>
                </a:r>
              </a:p>
            </p:txBody>
          </p:sp>
          <p:sp>
            <p:nvSpPr>
              <p:cNvPr id="22" name="AutoShape 46">
                <a:extLst>
                  <a:ext uri="{FF2B5EF4-FFF2-40B4-BE49-F238E27FC236}">
                    <a16:creationId xmlns:a16="http://schemas.microsoft.com/office/drawing/2014/main" id="{60E5E765-7364-4A4D-9169-1A00AAA270DB}"/>
                  </a:ext>
                </a:extLst>
              </p:cNvPr>
              <p:cNvSpPr>
                <a:spLocks noChangeArrowheads="1"/>
              </p:cNvSpPr>
              <p:nvPr/>
            </p:nvSpPr>
            <p:spPr bwMode="auto">
              <a:xfrm flipV="1">
                <a:off x="5337175" y="3360738"/>
                <a:ext cx="822325" cy="233362"/>
              </a:xfrm>
              <a:prstGeom prst="wedgeRectCallout">
                <a:avLst>
                  <a:gd name="adj1" fmla="val -72398"/>
                  <a:gd name="adj2" fmla="val 58245"/>
                </a:avLst>
              </a:prstGeom>
              <a:solidFill>
                <a:schemeClr val="bg1"/>
              </a:solidFill>
              <a:ln w="9525">
                <a:solidFill>
                  <a:schemeClr val="tx1"/>
                </a:solidFill>
                <a:miter lim="800000"/>
                <a:headEnd/>
                <a:tailEnd/>
              </a:ln>
            </p:spPr>
            <p:txBody>
              <a:bodyPr rot="10800000"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1400">
                    <a:latin typeface="微软雅黑" panose="020B0503020204020204" pitchFamily="34" charset="-122"/>
                    <a:ea typeface="微软雅黑" panose="020B0503020204020204" pitchFamily="34" charset="-122"/>
                  </a:rPr>
                  <a:t>扇入为</a:t>
                </a:r>
                <a:r>
                  <a:rPr lang="en-US" altLang="zh-CN" sz="1400">
                    <a:latin typeface="微软雅黑" panose="020B0503020204020204" pitchFamily="34" charset="-122"/>
                    <a:ea typeface="微软雅黑" panose="020B0503020204020204" pitchFamily="34" charset="-122"/>
                  </a:rPr>
                  <a:t>3</a:t>
                </a:r>
              </a:p>
            </p:txBody>
          </p:sp>
          <p:sp>
            <p:nvSpPr>
              <p:cNvPr id="23" name="Line 47">
                <a:extLst>
                  <a:ext uri="{FF2B5EF4-FFF2-40B4-BE49-F238E27FC236}">
                    <a16:creationId xmlns:a16="http://schemas.microsoft.com/office/drawing/2014/main" id="{BB4A2505-D467-0A43-95AB-F9980D8BDB25}"/>
                  </a:ext>
                </a:extLst>
              </p:cNvPr>
              <p:cNvSpPr>
                <a:spLocks noChangeShapeType="1"/>
              </p:cNvSpPr>
              <p:nvPr/>
            </p:nvSpPr>
            <p:spPr bwMode="auto">
              <a:xfrm>
                <a:off x="7078663" y="1841500"/>
                <a:ext cx="720725" cy="0"/>
              </a:xfrm>
              <a:prstGeom prst="line">
                <a:avLst/>
              </a:prstGeom>
              <a:noFill/>
              <a:ln w="28575" cap="rnd">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4" name="Line 48">
                <a:extLst>
                  <a:ext uri="{FF2B5EF4-FFF2-40B4-BE49-F238E27FC236}">
                    <a16:creationId xmlns:a16="http://schemas.microsoft.com/office/drawing/2014/main" id="{B262BEC2-D6EE-E843-B778-57DC39233A86}"/>
                  </a:ext>
                </a:extLst>
              </p:cNvPr>
              <p:cNvSpPr>
                <a:spLocks noChangeShapeType="1"/>
              </p:cNvSpPr>
              <p:nvPr/>
            </p:nvSpPr>
            <p:spPr bwMode="auto">
              <a:xfrm>
                <a:off x="7180263" y="2212975"/>
                <a:ext cx="593725" cy="0"/>
              </a:xfrm>
              <a:prstGeom prst="line">
                <a:avLst/>
              </a:prstGeom>
              <a:noFill/>
              <a:ln w="28575" cap="rnd">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Line 49">
                <a:extLst>
                  <a:ext uri="{FF2B5EF4-FFF2-40B4-BE49-F238E27FC236}">
                    <a16:creationId xmlns:a16="http://schemas.microsoft.com/office/drawing/2014/main" id="{7C11A05B-08BF-0947-9D2F-5C221ED10176}"/>
                  </a:ext>
                </a:extLst>
              </p:cNvPr>
              <p:cNvSpPr>
                <a:spLocks noChangeShapeType="1"/>
              </p:cNvSpPr>
              <p:nvPr/>
            </p:nvSpPr>
            <p:spPr bwMode="auto">
              <a:xfrm flipV="1">
                <a:off x="7646988" y="2563813"/>
                <a:ext cx="169862" cy="0"/>
              </a:xfrm>
              <a:prstGeom prst="line">
                <a:avLst/>
              </a:prstGeom>
              <a:noFill/>
              <a:ln w="28575" cap="rnd">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6" name="Line 50">
                <a:extLst>
                  <a:ext uri="{FF2B5EF4-FFF2-40B4-BE49-F238E27FC236}">
                    <a16:creationId xmlns:a16="http://schemas.microsoft.com/office/drawing/2014/main" id="{5B47E38F-1674-264B-82B9-E8CEDF50D793}"/>
                  </a:ext>
                </a:extLst>
              </p:cNvPr>
              <p:cNvSpPr>
                <a:spLocks noChangeShapeType="1"/>
              </p:cNvSpPr>
              <p:nvPr/>
            </p:nvSpPr>
            <p:spPr bwMode="auto">
              <a:xfrm>
                <a:off x="7392988" y="2974975"/>
                <a:ext cx="381000" cy="0"/>
              </a:xfrm>
              <a:prstGeom prst="line">
                <a:avLst/>
              </a:prstGeom>
              <a:noFill/>
              <a:ln w="28575" cap="rnd">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Text Box 51">
                <a:extLst>
                  <a:ext uri="{FF2B5EF4-FFF2-40B4-BE49-F238E27FC236}">
                    <a16:creationId xmlns:a16="http://schemas.microsoft.com/office/drawing/2014/main" id="{6A192473-6D38-024A-AA96-EDB2F673D788}"/>
                  </a:ext>
                </a:extLst>
              </p:cNvPr>
              <p:cNvSpPr txBox="1">
                <a:spLocks noChangeArrowheads="1"/>
              </p:cNvSpPr>
              <p:nvPr/>
            </p:nvSpPr>
            <p:spPr bwMode="auto">
              <a:xfrm>
                <a:off x="7947025" y="2849563"/>
                <a:ext cx="550863"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sz="1600">
                    <a:latin typeface="微软雅黑" panose="020B0503020204020204" pitchFamily="34" charset="-122"/>
                    <a:ea typeface="微软雅黑" panose="020B0503020204020204" pitchFamily="34" charset="-122"/>
                  </a:rPr>
                  <a:t>3</a:t>
                </a:r>
                <a:r>
                  <a:rPr lang="zh-CN" altLang="en-US" sz="1600">
                    <a:latin typeface="微软雅黑" panose="020B0503020204020204" pitchFamily="34" charset="-122"/>
                    <a:ea typeface="微软雅黑" panose="020B0503020204020204" pitchFamily="34" charset="-122"/>
                  </a:rPr>
                  <a:t>层</a:t>
                </a:r>
              </a:p>
            </p:txBody>
          </p:sp>
          <p:sp>
            <p:nvSpPr>
              <p:cNvPr id="28" name="Line 52">
                <a:extLst>
                  <a:ext uri="{FF2B5EF4-FFF2-40B4-BE49-F238E27FC236}">
                    <a16:creationId xmlns:a16="http://schemas.microsoft.com/office/drawing/2014/main" id="{FDD19D90-4F45-F34F-AE4B-C83DF208ED1C}"/>
                  </a:ext>
                </a:extLst>
              </p:cNvPr>
              <p:cNvSpPr>
                <a:spLocks noChangeShapeType="1"/>
              </p:cNvSpPr>
              <p:nvPr/>
            </p:nvSpPr>
            <p:spPr bwMode="auto">
              <a:xfrm>
                <a:off x="6292850" y="3389313"/>
                <a:ext cx="1481138" cy="0"/>
              </a:xfrm>
              <a:prstGeom prst="line">
                <a:avLst/>
              </a:prstGeom>
              <a:noFill/>
              <a:ln w="28575" cap="rnd">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Text Box 53">
                <a:extLst>
                  <a:ext uri="{FF2B5EF4-FFF2-40B4-BE49-F238E27FC236}">
                    <a16:creationId xmlns:a16="http://schemas.microsoft.com/office/drawing/2014/main" id="{F03A763A-B5C4-2340-9536-5508EE05F55D}"/>
                  </a:ext>
                </a:extLst>
              </p:cNvPr>
              <p:cNvSpPr txBox="1">
                <a:spLocks noChangeArrowheads="1"/>
              </p:cNvSpPr>
              <p:nvPr/>
            </p:nvSpPr>
            <p:spPr bwMode="auto">
              <a:xfrm>
                <a:off x="7951788" y="3249613"/>
                <a:ext cx="6858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4</a:t>
                </a:r>
                <a:r>
                  <a:rPr lang="zh-CN" altLang="en-US" sz="1600">
                    <a:latin typeface="微软雅黑" panose="020B0503020204020204" pitchFamily="34" charset="-122"/>
                    <a:ea typeface="微软雅黑" panose="020B0503020204020204" pitchFamily="34" charset="-122"/>
                  </a:rPr>
                  <a:t>层</a:t>
                </a:r>
              </a:p>
            </p:txBody>
          </p:sp>
          <p:grpSp>
            <p:nvGrpSpPr>
              <p:cNvPr id="30" name="Group 54">
                <a:extLst>
                  <a:ext uri="{FF2B5EF4-FFF2-40B4-BE49-F238E27FC236}">
                    <a16:creationId xmlns:a16="http://schemas.microsoft.com/office/drawing/2014/main" id="{B72B2B22-6696-554C-A306-2EB0A3A1A0D0}"/>
                  </a:ext>
                </a:extLst>
              </p:cNvPr>
              <p:cNvGrpSpPr>
                <a:grpSpLocks/>
              </p:cNvGrpSpPr>
              <p:nvPr/>
            </p:nvGrpSpPr>
            <p:grpSpPr bwMode="auto">
              <a:xfrm>
                <a:off x="4094163" y="3506788"/>
                <a:ext cx="3614737" cy="401637"/>
                <a:chOff x="1536" y="2910"/>
                <a:chExt cx="2448" cy="337"/>
              </a:xfrm>
            </p:grpSpPr>
            <p:sp>
              <p:nvSpPr>
                <p:cNvPr id="32" name="Line 55">
                  <a:extLst>
                    <a:ext uri="{FF2B5EF4-FFF2-40B4-BE49-F238E27FC236}">
                      <a16:creationId xmlns:a16="http://schemas.microsoft.com/office/drawing/2014/main" id="{A467F4AD-584D-1A48-9A0F-985CE75300A2}"/>
                    </a:ext>
                  </a:extLst>
                </p:cNvPr>
                <p:cNvSpPr>
                  <a:spLocks noChangeShapeType="1"/>
                </p:cNvSpPr>
                <p:nvPr/>
              </p:nvSpPr>
              <p:spPr bwMode="auto">
                <a:xfrm flipH="1">
                  <a:off x="1545" y="2910"/>
                  <a:ext cx="0" cy="214"/>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Line 56">
                  <a:extLst>
                    <a:ext uri="{FF2B5EF4-FFF2-40B4-BE49-F238E27FC236}">
                      <a16:creationId xmlns:a16="http://schemas.microsoft.com/office/drawing/2014/main" id="{9E9E9890-0523-344F-A05A-3116B6AFA45A}"/>
                    </a:ext>
                  </a:extLst>
                </p:cNvPr>
                <p:cNvSpPr>
                  <a:spLocks noChangeShapeType="1"/>
                </p:cNvSpPr>
                <p:nvPr/>
              </p:nvSpPr>
              <p:spPr bwMode="auto">
                <a:xfrm>
                  <a:off x="3984" y="2910"/>
                  <a:ext cx="0" cy="214"/>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Text Box 57">
                  <a:extLst>
                    <a:ext uri="{FF2B5EF4-FFF2-40B4-BE49-F238E27FC236}">
                      <a16:creationId xmlns:a16="http://schemas.microsoft.com/office/drawing/2014/main" id="{88B8AC0D-092F-6B4F-B9A4-8F57C384097A}"/>
                    </a:ext>
                  </a:extLst>
                </p:cNvPr>
                <p:cNvSpPr txBox="1">
                  <a:spLocks noChangeArrowheads="1"/>
                </p:cNvSpPr>
                <p:nvPr/>
              </p:nvSpPr>
              <p:spPr bwMode="auto">
                <a:xfrm>
                  <a:off x="2491" y="2963"/>
                  <a:ext cx="48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1600">
                      <a:latin typeface="微软雅黑" panose="020B0503020204020204" pitchFamily="34" charset="-122"/>
                      <a:ea typeface="微软雅黑" panose="020B0503020204020204" pitchFamily="34" charset="-122"/>
                    </a:rPr>
                    <a:t>宽度</a:t>
                  </a:r>
                </a:p>
              </p:txBody>
            </p:sp>
            <p:sp>
              <p:nvSpPr>
                <p:cNvPr id="35" name="Line 58">
                  <a:extLst>
                    <a:ext uri="{FF2B5EF4-FFF2-40B4-BE49-F238E27FC236}">
                      <a16:creationId xmlns:a16="http://schemas.microsoft.com/office/drawing/2014/main" id="{3BD351C2-4441-284B-A887-0FD1544CDBA8}"/>
                    </a:ext>
                  </a:extLst>
                </p:cNvPr>
                <p:cNvSpPr>
                  <a:spLocks noChangeShapeType="1"/>
                </p:cNvSpPr>
                <p:nvPr/>
              </p:nvSpPr>
              <p:spPr bwMode="auto">
                <a:xfrm flipH="1">
                  <a:off x="1536" y="3073"/>
                  <a:ext cx="919"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Text Box 59">
                  <a:extLst>
                    <a:ext uri="{FF2B5EF4-FFF2-40B4-BE49-F238E27FC236}">
                      <a16:creationId xmlns:a16="http://schemas.microsoft.com/office/drawing/2014/main" id="{A92E3435-CD84-164C-AAE0-1831A63C7C1B}"/>
                    </a:ext>
                  </a:extLst>
                </p:cNvPr>
                <p:cNvSpPr txBox="1">
                  <a:spLocks noChangeArrowheads="1"/>
                </p:cNvSpPr>
                <p:nvPr/>
              </p:nvSpPr>
              <p:spPr bwMode="auto">
                <a:xfrm>
                  <a:off x="2492" y="2963"/>
                  <a:ext cx="415"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1600">
                      <a:latin typeface="微软雅黑" panose="020B0503020204020204" pitchFamily="34" charset="-122"/>
                      <a:ea typeface="微软雅黑" panose="020B0503020204020204" pitchFamily="34" charset="-122"/>
                    </a:rPr>
                    <a:t>宽度</a:t>
                  </a:r>
                </a:p>
              </p:txBody>
            </p:sp>
            <p:sp>
              <p:nvSpPr>
                <p:cNvPr id="37" name="Text Box 60">
                  <a:extLst>
                    <a:ext uri="{FF2B5EF4-FFF2-40B4-BE49-F238E27FC236}">
                      <a16:creationId xmlns:a16="http://schemas.microsoft.com/office/drawing/2014/main" id="{F36BB4DE-070B-3348-BDA7-ED2DFEF738E5}"/>
                    </a:ext>
                  </a:extLst>
                </p:cNvPr>
                <p:cNvSpPr txBox="1">
                  <a:spLocks noChangeArrowheads="1"/>
                </p:cNvSpPr>
                <p:nvPr/>
              </p:nvSpPr>
              <p:spPr bwMode="auto">
                <a:xfrm>
                  <a:off x="2492" y="2963"/>
                  <a:ext cx="43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zh-CN" altLang="en-US" sz="1600">
                      <a:latin typeface="微软雅黑" panose="020B0503020204020204" pitchFamily="34" charset="-122"/>
                      <a:ea typeface="微软雅黑" panose="020B0503020204020204" pitchFamily="34" charset="-122"/>
                    </a:rPr>
                    <a:t>宽度</a:t>
                  </a:r>
                </a:p>
              </p:txBody>
            </p:sp>
            <p:sp>
              <p:nvSpPr>
                <p:cNvPr id="38" name="Line 61">
                  <a:extLst>
                    <a:ext uri="{FF2B5EF4-FFF2-40B4-BE49-F238E27FC236}">
                      <a16:creationId xmlns:a16="http://schemas.microsoft.com/office/drawing/2014/main" id="{5377C147-CF36-1349-A087-60407BC5F800}"/>
                    </a:ext>
                  </a:extLst>
                </p:cNvPr>
                <p:cNvSpPr>
                  <a:spLocks noChangeShapeType="1"/>
                </p:cNvSpPr>
                <p:nvPr/>
              </p:nvSpPr>
              <p:spPr bwMode="auto">
                <a:xfrm>
                  <a:off x="2928" y="3073"/>
                  <a:ext cx="1056" cy="0"/>
                </a:xfrm>
                <a:prstGeom prst="line">
                  <a:avLst/>
                </a:prstGeom>
                <a:noFill/>
                <a:ln w="28575">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31" name="Text Box 62">
                <a:extLst>
                  <a:ext uri="{FF2B5EF4-FFF2-40B4-BE49-F238E27FC236}">
                    <a16:creationId xmlns:a16="http://schemas.microsoft.com/office/drawing/2014/main" id="{DEDD6CBC-5037-F348-B53B-ADF0062F95FF}"/>
                  </a:ext>
                </a:extLst>
              </p:cNvPr>
              <p:cNvSpPr txBox="1">
                <a:spLocks noChangeArrowheads="1"/>
              </p:cNvSpPr>
              <p:nvPr/>
            </p:nvSpPr>
            <p:spPr bwMode="auto">
              <a:xfrm>
                <a:off x="4787900" y="3956050"/>
                <a:ext cx="26670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软件结构示意图</a:t>
                </a:r>
              </a:p>
            </p:txBody>
          </p:sp>
        </p:grpSp>
      </p:grpSp>
      <p:sp>
        <p:nvSpPr>
          <p:cNvPr id="74" name="云形 73">
            <a:extLst>
              <a:ext uri="{FF2B5EF4-FFF2-40B4-BE49-F238E27FC236}">
                <a16:creationId xmlns:a16="http://schemas.microsoft.com/office/drawing/2014/main" id="{EF87919E-1B1D-0344-888F-C7F42879F1BE}"/>
              </a:ext>
            </a:extLst>
          </p:cNvPr>
          <p:cNvSpPr/>
          <p:nvPr/>
        </p:nvSpPr>
        <p:spPr>
          <a:xfrm>
            <a:off x="6823880" y="767307"/>
            <a:ext cx="1507982" cy="975815"/>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zh-CN" altLang="en-US" sz="2400" dirty="0">
                <a:latin typeface="Yuppy SC" panose="020F0603040207020204" pitchFamily="34" charset="-122"/>
                <a:ea typeface="Yuppy SC" panose="020F0603040207020204" pitchFamily="34" charset="-122"/>
                <a:cs typeface="Yuppy SC" panose="020F0603040207020204" pitchFamily="34" charset="-122"/>
              </a:rPr>
              <a:t>模块</a:t>
            </a:r>
          </a:p>
        </p:txBody>
      </p:sp>
    </p:spTree>
    <p:extLst>
      <p:ext uri="{BB962C8B-B14F-4D97-AF65-F5344CB8AC3E}">
        <p14:creationId xmlns:p14="http://schemas.microsoft.com/office/powerpoint/2010/main" val="42865363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软件设计中的启发规则</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52925" y="1747539"/>
            <a:ext cx="4599855" cy="2079199"/>
          </a:xfrm>
          <a:prstGeom prst="rect">
            <a:avLst/>
          </a:prstGeom>
        </p:spPr>
        <p:txBody>
          <a:bodyPr vert="horz" lIns="91440" tIns="45720" rIns="91440" bIns="45720" rtlCol="0">
            <a:normAutofit fontScale="77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2600" dirty="0">
                <a:latin typeface="微软雅黑" panose="020B0503020204020204" pitchFamily="34" charset="-122"/>
                <a:sym typeface="微软雅黑" panose="020B0503020204020204" pitchFamily="34" charset="-122"/>
              </a:rPr>
              <a:t>（</a:t>
            </a:r>
            <a:r>
              <a:rPr lang="en-US" altLang="zh-CN" sz="2600" dirty="0">
                <a:latin typeface="微软雅黑" panose="020B0503020204020204" pitchFamily="34" charset="-122"/>
                <a:sym typeface="微软雅黑" panose="020B0503020204020204" pitchFamily="34" charset="-122"/>
              </a:rPr>
              <a:t>4</a:t>
            </a:r>
            <a:r>
              <a:rPr lang="zh-CN" altLang="en-US" sz="2600" dirty="0">
                <a:latin typeface="微软雅黑" panose="020B0503020204020204" pitchFamily="34" charset="-122"/>
                <a:sym typeface="微软雅黑" panose="020B0503020204020204" pitchFamily="34" charset="-122"/>
              </a:rPr>
              <a:t>）</a:t>
            </a:r>
            <a:r>
              <a:rPr lang="zh-CN" altLang="en-US" sz="2600" dirty="0">
                <a:solidFill>
                  <a:srgbClr val="C00000"/>
                </a:solidFill>
                <a:latin typeface="微软雅黑" panose="020B0503020204020204" pitchFamily="34" charset="-122"/>
                <a:sym typeface="微软雅黑" panose="020B0503020204020204" pitchFamily="34" charset="-122"/>
              </a:rPr>
              <a:t>模块的作用域应该在控制域之内</a:t>
            </a:r>
          </a:p>
          <a:p>
            <a:pPr marL="539750" indent="-222250">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模块的作用域：为受该模块内一个判定影响的所有模块的集合</a:t>
            </a:r>
            <a:endParaRPr lang="en-US" altLang="zh-CN" sz="2100" dirty="0">
              <a:latin typeface="微软雅黑" panose="020B0503020204020204" pitchFamily="34" charset="-122"/>
              <a:sym typeface="微软雅黑" panose="020B0503020204020204" pitchFamily="34" charset="-122"/>
            </a:endParaRPr>
          </a:p>
          <a:p>
            <a:pPr marL="539750" indent="-222250">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模块的控制域：是这个模块本身以及所有直接或间接从属于它的模块的集合</a:t>
            </a:r>
          </a:p>
          <a:p>
            <a:pPr marL="342900" indent="-342900" algn="just">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endParaRPr>
          </a:p>
        </p:txBody>
      </p:sp>
      <p:sp>
        <p:nvSpPr>
          <p:cNvPr id="9" name="云形 8">
            <a:extLst>
              <a:ext uri="{FF2B5EF4-FFF2-40B4-BE49-F238E27FC236}">
                <a16:creationId xmlns:a16="http://schemas.microsoft.com/office/drawing/2014/main" id="{A67802F6-A6B7-E343-99CF-BC77AA570964}"/>
              </a:ext>
            </a:extLst>
          </p:cNvPr>
          <p:cNvSpPr/>
          <p:nvPr/>
        </p:nvSpPr>
        <p:spPr>
          <a:xfrm>
            <a:off x="6823880" y="767307"/>
            <a:ext cx="1507982" cy="975815"/>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zh-CN" altLang="en-US" sz="2400" dirty="0">
                <a:latin typeface="Yuppy SC" panose="020F0603040207020204" pitchFamily="34" charset="-122"/>
                <a:ea typeface="Yuppy SC" panose="020F0603040207020204" pitchFamily="34" charset="-122"/>
                <a:cs typeface="Yuppy SC" panose="020F0603040207020204" pitchFamily="34" charset="-122"/>
              </a:rPr>
              <a:t>模块</a:t>
            </a:r>
          </a:p>
        </p:txBody>
      </p:sp>
      <p:grpSp>
        <p:nvGrpSpPr>
          <p:cNvPr id="2" name="组合 1">
            <a:extLst>
              <a:ext uri="{FF2B5EF4-FFF2-40B4-BE49-F238E27FC236}">
                <a16:creationId xmlns:a16="http://schemas.microsoft.com/office/drawing/2014/main" id="{BC216BC1-20B5-5542-B3D9-2BEA88388160}"/>
              </a:ext>
            </a:extLst>
          </p:cNvPr>
          <p:cNvGrpSpPr/>
          <p:nvPr/>
        </p:nvGrpSpPr>
        <p:grpSpPr>
          <a:xfrm>
            <a:off x="6169825" y="2906973"/>
            <a:ext cx="2298515" cy="1279288"/>
            <a:chOff x="3000131" y="5165280"/>
            <a:chExt cx="2069434" cy="1151788"/>
          </a:xfrm>
        </p:grpSpPr>
        <p:sp>
          <p:nvSpPr>
            <p:cNvPr id="54" name="Rectangle 16">
              <a:extLst>
                <a:ext uri="{FF2B5EF4-FFF2-40B4-BE49-F238E27FC236}">
                  <a16:creationId xmlns:a16="http://schemas.microsoft.com/office/drawing/2014/main" id="{E007AF97-9760-F649-B989-145F6F674A56}"/>
                </a:ext>
              </a:extLst>
            </p:cNvPr>
            <p:cNvSpPr>
              <a:spLocks noChangeArrowheads="1"/>
            </p:cNvSpPr>
            <p:nvPr/>
          </p:nvSpPr>
          <p:spPr bwMode="auto">
            <a:xfrm>
              <a:off x="3674265" y="5165280"/>
              <a:ext cx="495410" cy="20063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E</a:t>
              </a:r>
            </a:p>
          </p:txBody>
        </p:sp>
        <p:sp>
          <p:nvSpPr>
            <p:cNvPr id="56" name="Rectangle 18">
              <a:extLst>
                <a:ext uri="{FF2B5EF4-FFF2-40B4-BE49-F238E27FC236}">
                  <a16:creationId xmlns:a16="http://schemas.microsoft.com/office/drawing/2014/main" id="{51DE3C7C-E9CC-904E-8A6E-9ADFEE071CA8}"/>
                </a:ext>
              </a:extLst>
            </p:cNvPr>
            <p:cNvSpPr>
              <a:spLocks noChangeArrowheads="1"/>
            </p:cNvSpPr>
            <p:nvPr/>
          </p:nvSpPr>
          <p:spPr bwMode="auto">
            <a:xfrm>
              <a:off x="4574155" y="5165280"/>
              <a:ext cx="495410" cy="20063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FFFF00"/>
                  </a:solidFill>
                  <a:latin typeface="微软雅黑" panose="020B0503020204020204" pitchFamily="34" charset="-122"/>
                  <a:ea typeface="微软雅黑" panose="020B0503020204020204" pitchFamily="34" charset="-122"/>
                </a:rPr>
                <a:t>F</a:t>
              </a:r>
            </a:p>
          </p:txBody>
        </p:sp>
        <p:sp>
          <p:nvSpPr>
            <p:cNvPr id="61" name="Line 23">
              <a:extLst>
                <a:ext uri="{FF2B5EF4-FFF2-40B4-BE49-F238E27FC236}">
                  <a16:creationId xmlns:a16="http://schemas.microsoft.com/office/drawing/2014/main" id="{A0668ECB-5CDA-D54D-A521-033CEDC410F2}"/>
                </a:ext>
              </a:extLst>
            </p:cNvPr>
            <p:cNvSpPr>
              <a:spLocks noChangeShapeType="1"/>
            </p:cNvSpPr>
            <p:nvPr/>
          </p:nvSpPr>
          <p:spPr bwMode="auto">
            <a:xfrm>
              <a:off x="3943918" y="5364428"/>
              <a:ext cx="0" cy="274943"/>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2" name="Line 24">
              <a:extLst>
                <a:ext uri="{FF2B5EF4-FFF2-40B4-BE49-F238E27FC236}">
                  <a16:creationId xmlns:a16="http://schemas.microsoft.com/office/drawing/2014/main" id="{BB4C866D-FC0F-C34A-9182-A2E1FA334853}"/>
                </a:ext>
              </a:extLst>
            </p:cNvPr>
            <p:cNvSpPr>
              <a:spLocks noChangeShapeType="1"/>
            </p:cNvSpPr>
            <p:nvPr/>
          </p:nvSpPr>
          <p:spPr bwMode="auto">
            <a:xfrm flipH="1">
              <a:off x="3313682" y="5364428"/>
              <a:ext cx="495410" cy="274943"/>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3" name="Line 25">
              <a:extLst>
                <a:ext uri="{FF2B5EF4-FFF2-40B4-BE49-F238E27FC236}">
                  <a16:creationId xmlns:a16="http://schemas.microsoft.com/office/drawing/2014/main" id="{8AE50EFA-EBBB-014C-AB4E-22E2C341204E}"/>
                </a:ext>
              </a:extLst>
            </p:cNvPr>
            <p:cNvSpPr>
              <a:spLocks noChangeShapeType="1"/>
            </p:cNvSpPr>
            <p:nvPr/>
          </p:nvSpPr>
          <p:spPr bwMode="auto">
            <a:xfrm>
              <a:off x="4080313" y="5364428"/>
              <a:ext cx="313551" cy="274943"/>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4" name="Line 26">
              <a:extLst>
                <a:ext uri="{FF2B5EF4-FFF2-40B4-BE49-F238E27FC236}">
                  <a16:creationId xmlns:a16="http://schemas.microsoft.com/office/drawing/2014/main" id="{89B9E908-90E9-7C43-81F5-37554A7345A7}"/>
                </a:ext>
              </a:extLst>
            </p:cNvPr>
            <p:cNvSpPr>
              <a:spLocks noChangeShapeType="1"/>
            </p:cNvSpPr>
            <p:nvPr/>
          </p:nvSpPr>
          <p:spPr bwMode="auto">
            <a:xfrm flipH="1">
              <a:off x="4483225" y="5364428"/>
              <a:ext cx="316686" cy="274943"/>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5" name="Rectangle 27">
              <a:extLst>
                <a:ext uri="{FF2B5EF4-FFF2-40B4-BE49-F238E27FC236}">
                  <a16:creationId xmlns:a16="http://schemas.microsoft.com/office/drawing/2014/main" id="{16477AE1-0E69-AE4B-A7D3-08F46096297A}"/>
                </a:ext>
              </a:extLst>
            </p:cNvPr>
            <p:cNvSpPr>
              <a:spLocks noChangeArrowheads="1"/>
            </p:cNvSpPr>
            <p:nvPr/>
          </p:nvSpPr>
          <p:spPr bwMode="auto">
            <a:xfrm>
              <a:off x="3000131" y="5642343"/>
              <a:ext cx="448377" cy="19766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I</a:t>
              </a:r>
            </a:p>
          </p:txBody>
        </p:sp>
        <p:sp>
          <p:nvSpPr>
            <p:cNvPr id="66" name="Rectangle 28">
              <a:extLst>
                <a:ext uri="{FF2B5EF4-FFF2-40B4-BE49-F238E27FC236}">
                  <a16:creationId xmlns:a16="http://schemas.microsoft.com/office/drawing/2014/main" id="{FF419C46-285B-9549-9F24-050F0EC87228}"/>
                </a:ext>
              </a:extLst>
            </p:cNvPr>
            <p:cNvSpPr>
              <a:spLocks noChangeArrowheads="1"/>
            </p:cNvSpPr>
            <p:nvPr/>
          </p:nvSpPr>
          <p:spPr bwMode="auto">
            <a:xfrm>
              <a:off x="3719730" y="5642343"/>
              <a:ext cx="449945" cy="19766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J</a:t>
              </a:r>
            </a:p>
          </p:txBody>
        </p:sp>
        <p:sp>
          <p:nvSpPr>
            <p:cNvPr id="67" name="Rectangle 29">
              <a:extLst>
                <a:ext uri="{FF2B5EF4-FFF2-40B4-BE49-F238E27FC236}">
                  <a16:creationId xmlns:a16="http://schemas.microsoft.com/office/drawing/2014/main" id="{74E97E90-5D58-6B44-BBAC-33573A22128B}"/>
                </a:ext>
              </a:extLst>
            </p:cNvPr>
            <p:cNvSpPr>
              <a:spLocks noChangeArrowheads="1"/>
            </p:cNvSpPr>
            <p:nvPr/>
          </p:nvSpPr>
          <p:spPr bwMode="auto">
            <a:xfrm>
              <a:off x="4259036" y="5642343"/>
              <a:ext cx="449945" cy="19766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K</a:t>
              </a:r>
            </a:p>
          </p:txBody>
        </p:sp>
        <p:sp>
          <p:nvSpPr>
            <p:cNvPr id="72" name="Rectangle 34">
              <a:extLst>
                <a:ext uri="{FF2B5EF4-FFF2-40B4-BE49-F238E27FC236}">
                  <a16:creationId xmlns:a16="http://schemas.microsoft.com/office/drawing/2014/main" id="{FD2F9CC1-D699-AF43-9ADC-488C055099A8}"/>
                </a:ext>
              </a:extLst>
            </p:cNvPr>
            <p:cNvSpPr>
              <a:spLocks noChangeArrowheads="1"/>
            </p:cNvSpPr>
            <p:nvPr/>
          </p:nvSpPr>
          <p:spPr bwMode="auto">
            <a:xfrm>
              <a:off x="3628800" y="6119406"/>
              <a:ext cx="540875" cy="197662"/>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FFFF00"/>
                  </a:solidFill>
                  <a:latin typeface="微软雅黑" panose="020B0503020204020204" pitchFamily="34" charset="-122"/>
                  <a:ea typeface="微软雅黑" panose="020B0503020204020204" pitchFamily="34" charset="-122"/>
                </a:rPr>
                <a:t>N</a:t>
              </a:r>
            </a:p>
          </p:txBody>
        </p:sp>
        <p:sp>
          <p:nvSpPr>
            <p:cNvPr id="73" name="Line 35">
              <a:extLst>
                <a:ext uri="{FF2B5EF4-FFF2-40B4-BE49-F238E27FC236}">
                  <a16:creationId xmlns:a16="http://schemas.microsoft.com/office/drawing/2014/main" id="{6AB4B016-2825-8447-B28A-5384E3B2F4BA}"/>
                </a:ext>
              </a:extLst>
            </p:cNvPr>
            <p:cNvSpPr>
              <a:spLocks noChangeShapeType="1"/>
            </p:cNvSpPr>
            <p:nvPr/>
          </p:nvSpPr>
          <p:spPr bwMode="auto">
            <a:xfrm>
              <a:off x="3268217" y="5840005"/>
              <a:ext cx="631804" cy="279401"/>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4" name="Line 36">
              <a:extLst>
                <a:ext uri="{FF2B5EF4-FFF2-40B4-BE49-F238E27FC236}">
                  <a16:creationId xmlns:a16="http://schemas.microsoft.com/office/drawing/2014/main" id="{A4E2FA0A-0945-9A47-87BB-8EB559C21D83}"/>
                </a:ext>
              </a:extLst>
            </p:cNvPr>
            <p:cNvSpPr>
              <a:spLocks noChangeShapeType="1"/>
            </p:cNvSpPr>
            <p:nvPr/>
          </p:nvSpPr>
          <p:spPr bwMode="auto">
            <a:xfrm>
              <a:off x="3943918" y="5840005"/>
              <a:ext cx="0" cy="279401"/>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5" name="Line 37">
              <a:extLst>
                <a:ext uri="{FF2B5EF4-FFF2-40B4-BE49-F238E27FC236}">
                  <a16:creationId xmlns:a16="http://schemas.microsoft.com/office/drawing/2014/main" id="{DF8C6B78-327C-9F46-82C3-1E7E619C4A2E}"/>
                </a:ext>
              </a:extLst>
            </p:cNvPr>
            <p:cNvSpPr>
              <a:spLocks noChangeShapeType="1"/>
            </p:cNvSpPr>
            <p:nvPr/>
          </p:nvSpPr>
          <p:spPr bwMode="auto">
            <a:xfrm flipH="1">
              <a:off x="4034848" y="5840005"/>
              <a:ext cx="404480" cy="279401"/>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138" name="Rectangle 7">
            <a:extLst>
              <a:ext uri="{FF2B5EF4-FFF2-40B4-BE49-F238E27FC236}">
                <a16:creationId xmlns:a16="http://schemas.microsoft.com/office/drawing/2014/main" id="{61F312CC-9B03-234A-9348-432F318E289B}"/>
              </a:ext>
            </a:extLst>
          </p:cNvPr>
          <p:cNvSpPr txBox="1">
            <a:spLocks noChangeArrowheads="1"/>
          </p:cNvSpPr>
          <p:nvPr/>
        </p:nvSpPr>
        <p:spPr>
          <a:xfrm>
            <a:off x="1452924" y="4234806"/>
            <a:ext cx="6688045" cy="1716897"/>
          </a:xfrm>
          <a:prstGeom prst="rect">
            <a:avLst/>
          </a:prstGeom>
        </p:spPr>
        <p:txBody>
          <a:bodyPr vert="horz" lIns="91440" tIns="45720" rIns="91440" bIns="45720" rtlCol="0">
            <a:normAutofit fontScale="77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a:spcBef>
                <a:spcPts val="900"/>
              </a:spcBef>
            </a:pPr>
            <a:r>
              <a:rPr lang="zh-CN" altLang="en-US" sz="2600" dirty="0">
                <a:latin typeface="微软雅黑" panose="020B0503020204020204" pitchFamily="34" charset="-122"/>
                <a:sym typeface="微软雅黑" panose="020B0503020204020204" pitchFamily="34" charset="-122"/>
              </a:rPr>
              <a:t>（</a:t>
            </a:r>
            <a:r>
              <a:rPr lang="en-US" altLang="zh-CN" sz="2600" dirty="0">
                <a:latin typeface="微软雅黑" panose="020B0503020204020204" pitchFamily="34" charset="-122"/>
                <a:sym typeface="微软雅黑" panose="020B0503020204020204" pitchFamily="34" charset="-122"/>
              </a:rPr>
              <a:t>5</a:t>
            </a:r>
            <a:r>
              <a:rPr lang="zh-CN" altLang="en-US" sz="2600" dirty="0">
                <a:latin typeface="微软雅黑" panose="020B0503020204020204" pitchFamily="34" charset="-122"/>
                <a:sym typeface="微软雅黑" panose="020B0503020204020204" pitchFamily="34" charset="-122"/>
              </a:rPr>
              <a:t>）</a:t>
            </a:r>
            <a:r>
              <a:rPr lang="zh-CN" altLang="en-US" sz="2600" dirty="0">
                <a:solidFill>
                  <a:srgbClr val="C00000"/>
                </a:solidFill>
                <a:latin typeface="微软雅黑" panose="020B0503020204020204" pitchFamily="34" charset="-122"/>
                <a:sym typeface="微软雅黑" panose="020B0503020204020204" pitchFamily="34" charset="-122"/>
              </a:rPr>
              <a:t>力争降低模块接口的复杂程度</a:t>
            </a:r>
          </a:p>
          <a:p>
            <a:pPr marL="539750" indent="-222250">
              <a:spcBef>
                <a:spcPts val="900"/>
              </a:spcBef>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模块接口复杂是软件发生错误的一个主要原因</a:t>
            </a:r>
          </a:p>
          <a:p>
            <a:pPr marL="539750" indent="-222250">
              <a:buFont typeface="Arial" panose="020B0604020202020204" pitchFamily="34" charset="0"/>
              <a:buChar char="•"/>
            </a:pPr>
            <a:r>
              <a:rPr lang="zh-CN" altLang="en-US" sz="2100" dirty="0">
                <a:latin typeface="微软雅黑" panose="020B0503020204020204" pitchFamily="34" charset="-122"/>
                <a:sym typeface="微软雅黑" panose="020B0503020204020204" pitchFamily="34" charset="-122"/>
              </a:rPr>
              <a:t>应该仔细设计模块接口，使得信息传递简单，且和模块的功能一致</a:t>
            </a:r>
          </a:p>
          <a:p>
            <a:pPr marL="342900" indent="-342900" algn="just">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endParaRPr>
          </a:p>
        </p:txBody>
      </p:sp>
    </p:spTree>
    <p:extLst>
      <p:ext uri="{BB962C8B-B14F-4D97-AF65-F5344CB8AC3E}">
        <p14:creationId xmlns:p14="http://schemas.microsoft.com/office/powerpoint/2010/main" val="40498498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grpId="0" nodeType="afterEffect">
                                  <p:stCondLst>
                                    <p:cond delay="0"/>
                                  </p:stCondLst>
                                  <p:childTnLst>
                                    <p:set>
                                      <p:cBhvr>
                                        <p:cTn id="17" dur="1" fill="hold">
                                          <p:stCondLst>
                                            <p:cond delay="0"/>
                                          </p:stCondLst>
                                        </p:cTn>
                                        <p:tgtEl>
                                          <p:spTgt spid="138"/>
                                        </p:tgtEl>
                                        <p:attrNameLst>
                                          <p:attrName>style.visibility</p:attrName>
                                        </p:attrNameLst>
                                      </p:cBhvr>
                                      <p:to>
                                        <p:strVal val="visible"/>
                                      </p:to>
                                    </p:set>
                                    <p:animEffect transition="in" filter="fade">
                                      <p:cBhvr>
                                        <p:cTn id="18" dur="1000"/>
                                        <p:tgtEl>
                                          <p:spTgt spid="138"/>
                                        </p:tgtEl>
                                      </p:cBhvr>
                                    </p:animEffect>
                                    <p:anim calcmode="lin" valueType="num">
                                      <p:cBhvr>
                                        <p:cTn id="19" dur="1000" fill="hold"/>
                                        <p:tgtEl>
                                          <p:spTgt spid="138"/>
                                        </p:tgtEl>
                                        <p:attrNameLst>
                                          <p:attrName>ppt_x</p:attrName>
                                        </p:attrNameLst>
                                      </p:cBhvr>
                                      <p:tavLst>
                                        <p:tav tm="0">
                                          <p:val>
                                            <p:strVal val="#ppt_x"/>
                                          </p:val>
                                        </p:tav>
                                        <p:tav tm="100000">
                                          <p:val>
                                            <p:strVal val="#ppt_x"/>
                                          </p:val>
                                        </p:tav>
                                      </p:tavLst>
                                    </p:anim>
                                    <p:anim calcmode="lin" valueType="num">
                                      <p:cBhvr>
                                        <p:cTn id="20" dur="1000" fill="hold"/>
                                        <p:tgtEl>
                                          <p:spTgt spid="1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8"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3.1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软件设计的基本概念</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3.1.5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软件设计中的启发规则</a:t>
            </a:r>
          </a:p>
        </p:txBody>
      </p:sp>
      <p:sp>
        <p:nvSpPr>
          <p:cNvPr id="10" name="Rectangle 7">
            <a:extLst>
              <a:ext uri="{FF2B5EF4-FFF2-40B4-BE49-F238E27FC236}">
                <a16:creationId xmlns:a16="http://schemas.microsoft.com/office/drawing/2014/main" id="{018D402E-98D8-664A-9827-CFDCDD2A6765}"/>
              </a:ext>
            </a:extLst>
          </p:cNvPr>
          <p:cNvSpPr txBox="1">
            <a:spLocks noChangeArrowheads="1"/>
          </p:cNvSpPr>
          <p:nvPr/>
        </p:nvSpPr>
        <p:spPr>
          <a:xfrm>
            <a:off x="1452924" y="1741189"/>
            <a:ext cx="6688045" cy="3722848"/>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dirty="0">
                <a:latin typeface="微软雅黑" panose="020B0503020204020204" pitchFamily="34" charset="-122"/>
                <a:sym typeface="微软雅黑" panose="020B0503020204020204" pitchFamily="34" charset="-122"/>
              </a:rPr>
              <a:t>（</a:t>
            </a:r>
            <a:r>
              <a:rPr lang="en-US" altLang="zh-CN" dirty="0">
                <a:latin typeface="微软雅黑" panose="020B0503020204020204" pitchFamily="34" charset="-122"/>
                <a:sym typeface="微软雅黑" panose="020B0503020204020204" pitchFamily="34" charset="-122"/>
              </a:rPr>
              <a:t>6</a:t>
            </a:r>
            <a:r>
              <a:rPr lang="zh-CN" altLang="en-US" dirty="0">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设计单入口单出口的模块 </a:t>
            </a:r>
          </a:p>
          <a:p>
            <a:pPr marL="539750" indent="-222250">
              <a:buFont typeface="Arial" panose="020B0604020202020204" pitchFamily="34" charset="0"/>
              <a:buChar char="•"/>
            </a:pPr>
            <a:r>
              <a:rPr lang="zh-CN" altLang="en-US" sz="1600" dirty="0">
                <a:solidFill>
                  <a:srgbClr val="000000"/>
                </a:solidFill>
                <a:latin typeface="微软雅黑" panose="020B0503020204020204" pitchFamily="34" charset="-122"/>
                <a:sym typeface="微软雅黑" panose="020B0503020204020204" pitchFamily="34" charset="-122"/>
              </a:rPr>
              <a:t>设计不要使模块间出现高耦合</a:t>
            </a:r>
            <a:endParaRPr lang="en-US" altLang="zh-CN" sz="1600" dirty="0">
              <a:latin typeface="微软雅黑" panose="020B0503020204020204" pitchFamily="34" charset="-122"/>
              <a:sym typeface="微软雅黑" panose="020B0503020204020204" pitchFamily="34" charset="-122"/>
            </a:endParaRPr>
          </a:p>
          <a:p>
            <a:pPr marL="539750" indent="-222250">
              <a:buFont typeface="Arial" panose="020B0604020202020204" pitchFamily="34" charset="0"/>
              <a:buChar char="•"/>
            </a:pPr>
            <a:r>
              <a:rPr lang="zh-CN" altLang="en-US" sz="1600" dirty="0">
                <a:solidFill>
                  <a:srgbClr val="000000"/>
                </a:solidFill>
                <a:latin typeface="微软雅黑" panose="020B0503020204020204" pitchFamily="34" charset="-122"/>
                <a:sym typeface="微软雅黑" panose="020B0503020204020204" pitchFamily="34" charset="-122"/>
              </a:rPr>
              <a:t>当从顶部进入模块并且从底部退出来时，软件是比较容易理解的，因此，也是比较容易维护的</a:t>
            </a:r>
            <a:endParaRPr lang="zh-CN" altLang="en-US" sz="1600" dirty="0">
              <a:latin typeface="微软雅黑" panose="020B0503020204020204" pitchFamily="34" charset="-122"/>
              <a:sym typeface="微软雅黑" panose="020B0503020204020204" pitchFamily="34" charset="-122"/>
            </a:endParaRPr>
          </a:p>
          <a:p>
            <a:pPr>
              <a:spcBef>
                <a:spcPts val="900"/>
              </a:spcBef>
            </a:pPr>
            <a:r>
              <a:rPr lang="zh-CN" altLang="en-US" sz="2000" dirty="0">
                <a:latin typeface="微软雅黑" panose="020B0503020204020204" pitchFamily="34" charset="-122"/>
                <a:sym typeface="微软雅黑" panose="020B0503020204020204" pitchFamily="34" charset="-122"/>
              </a:rPr>
              <a:t>（</a:t>
            </a:r>
            <a:r>
              <a:rPr lang="en-US" altLang="zh-CN" sz="2000" dirty="0">
                <a:latin typeface="微软雅黑" panose="020B0503020204020204" pitchFamily="34" charset="-122"/>
                <a:sym typeface="微软雅黑" panose="020B0503020204020204" pitchFamily="34" charset="-122"/>
              </a:rPr>
              <a:t>7</a:t>
            </a:r>
            <a:r>
              <a:rPr lang="zh-CN" altLang="en-US" sz="2000" dirty="0">
                <a:latin typeface="微软雅黑" panose="020B0503020204020204" pitchFamily="34" charset="-122"/>
                <a:sym typeface="微软雅黑" panose="020B0503020204020204" pitchFamily="34" charset="-122"/>
              </a:rPr>
              <a:t>）</a:t>
            </a:r>
            <a:r>
              <a:rPr lang="zh-CN" altLang="en-US" sz="2000" dirty="0">
                <a:solidFill>
                  <a:srgbClr val="C00000"/>
                </a:solidFill>
                <a:latin typeface="微软雅黑" panose="020B0503020204020204" pitchFamily="34" charset="-122"/>
                <a:sym typeface="微软雅黑" panose="020B0503020204020204" pitchFamily="34" charset="-122"/>
              </a:rPr>
              <a:t>模块功能应该可以预测</a:t>
            </a:r>
          </a:p>
          <a:p>
            <a:pPr marL="539750" indent="-222250">
              <a:spcBef>
                <a:spcPts val="900"/>
              </a:spcBef>
              <a:buFont typeface="Arial" panose="020B0604020202020204" pitchFamily="34" charset="0"/>
              <a:buChar char="•"/>
            </a:pPr>
            <a:r>
              <a:rPr lang="zh-CN" altLang="en-US" sz="1600" dirty="0">
                <a:solidFill>
                  <a:srgbClr val="000000"/>
                </a:solidFill>
                <a:latin typeface="微软雅黑" panose="020B0503020204020204" pitchFamily="34" charset="-122"/>
                <a:sym typeface="微软雅黑" panose="020B0503020204020204" pitchFamily="34" charset="-122"/>
              </a:rPr>
              <a:t>模块的功能应该能够预测，但也要防止模块功能过分局限</a:t>
            </a:r>
            <a:endParaRPr lang="en-US" altLang="zh-CN" sz="1600" dirty="0">
              <a:solidFill>
                <a:srgbClr val="000000"/>
              </a:solidFill>
              <a:latin typeface="微软雅黑" panose="020B0503020204020204" pitchFamily="34" charset="-122"/>
              <a:sym typeface="微软雅黑" panose="020B0503020204020204" pitchFamily="34" charset="-122"/>
            </a:endParaRPr>
          </a:p>
          <a:p>
            <a:pPr marL="539750" indent="-222250">
              <a:spcBef>
                <a:spcPts val="900"/>
              </a:spcBef>
              <a:buFont typeface="Arial" panose="020B0604020202020204" pitchFamily="34" charset="0"/>
              <a:buChar char="•"/>
            </a:pPr>
            <a:r>
              <a:rPr lang="zh-CN" altLang="en-US" sz="1600" dirty="0">
                <a:solidFill>
                  <a:srgbClr val="000000"/>
                </a:solidFill>
                <a:latin typeface="微软雅黑" panose="020B0503020204020204" pitchFamily="34" charset="-122"/>
                <a:sym typeface="微软雅黑" panose="020B0503020204020204" pitchFamily="34" charset="-122"/>
              </a:rPr>
              <a:t>如果一个模块可以当作一个黑盒子，也就是说，只要输入的数据相同就产生同样的输出，那么，这个模块的功能就是可以预测的</a:t>
            </a:r>
            <a:endParaRPr lang="zh-CN" altLang="en-US" sz="1600" dirty="0">
              <a:solidFill>
                <a:srgbClr val="000000"/>
              </a:solidFill>
              <a:latin typeface="微软雅黑" panose="020B0503020204020204" pitchFamily="34" charset="-122"/>
            </a:endParaRPr>
          </a:p>
        </p:txBody>
      </p:sp>
      <p:sp>
        <p:nvSpPr>
          <p:cNvPr id="9" name="云形 8">
            <a:extLst>
              <a:ext uri="{FF2B5EF4-FFF2-40B4-BE49-F238E27FC236}">
                <a16:creationId xmlns:a16="http://schemas.microsoft.com/office/drawing/2014/main" id="{BD180FE8-C5D8-354E-AACA-D51BA6492256}"/>
              </a:ext>
            </a:extLst>
          </p:cNvPr>
          <p:cNvSpPr/>
          <p:nvPr/>
        </p:nvSpPr>
        <p:spPr>
          <a:xfrm>
            <a:off x="6823880" y="767307"/>
            <a:ext cx="1507982" cy="975815"/>
          </a:xfrm>
          <a:prstGeom prst="cloud">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kumimoji="1" lang="zh-CN" altLang="en-US" sz="2400" dirty="0">
                <a:latin typeface="Yuppy SC" panose="020F0603040207020204" pitchFamily="34" charset="-122"/>
                <a:ea typeface="Yuppy SC" panose="020F0603040207020204" pitchFamily="34" charset="-122"/>
                <a:cs typeface="Yuppy SC" panose="020F0603040207020204" pitchFamily="34" charset="-122"/>
              </a:rPr>
              <a:t>模块</a:t>
            </a:r>
          </a:p>
        </p:txBody>
      </p:sp>
    </p:spTree>
    <p:extLst>
      <p:ext uri="{BB962C8B-B14F-4D97-AF65-F5344CB8AC3E}">
        <p14:creationId xmlns:p14="http://schemas.microsoft.com/office/powerpoint/2010/main" val="336009500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3</a:t>
            </a:r>
            <a:r>
              <a:rPr lang="zh-CN" altLang="en-US" b="1" dirty="0">
                <a:ln w="12700" cmpd="sng">
                  <a:noFill/>
                  <a:prstDash val="solid"/>
                </a:ln>
                <a:solidFill>
                  <a:srgbClr val="4E8F00"/>
                </a:solidFill>
              </a:rPr>
              <a:t> 章   </a:t>
            </a:r>
            <a:r>
              <a:rPr lang="zh-CN" altLang="zh-CN" b="1" dirty="0">
                <a:ln w="12700" cmpd="sng">
                  <a:noFill/>
                  <a:prstDash val="solid"/>
                </a:ln>
                <a:solidFill>
                  <a:srgbClr val="4E8F00"/>
                </a:solidFill>
                <a:sym typeface="微软雅黑" panose="020B0503020204020204" pitchFamily="34" charset="-122"/>
              </a:rPr>
              <a:t>软件</a:t>
            </a:r>
            <a:r>
              <a:rPr lang="zh-CN" altLang="en-US" b="1" dirty="0">
                <a:ln w="12700" cmpd="sng">
                  <a:noFill/>
                  <a:prstDash val="solid"/>
                </a:ln>
                <a:solidFill>
                  <a:srgbClr val="4E8F00"/>
                </a:solidFill>
                <a:sym typeface="微软雅黑" panose="020B0503020204020204" pitchFamily="34" charset="-122"/>
              </a:rPr>
              <a:t>设计</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3.1</a:t>
            </a:r>
            <a:r>
              <a:rPr lang="zh-CN" altLang="en-US" dirty="0">
                <a:solidFill>
                  <a:srgbClr val="4E8F00"/>
                </a:solidFill>
                <a:sym typeface="微软雅黑" panose="020B0503020204020204" pitchFamily="34" charset="-122"/>
              </a:rPr>
              <a:t>  软件设计的基本概念</a:t>
            </a:r>
            <a:endParaRPr lang="zh-CN" altLang="en-US" dirty="0">
              <a:solidFill>
                <a:srgbClr val="4E8F00"/>
              </a:solidFill>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3.2</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软件结构化设计方法</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r>
              <a:rPr lang="en-US" altLang="zh-CN" dirty="0">
                <a:solidFill>
                  <a:srgbClr val="4E8F00"/>
                </a:solidFill>
                <a:sym typeface="微软雅黑" panose="020B0503020204020204" pitchFamily="34" charset="-122"/>
              </a:rPr>
              <a:t>3.3</a:t>
            </a:r>
            <a:r>
              <a:rPr lang="zh-CN" altLang="en-US" dirty="0">
                <a:solidFill>
                  <a:srgbClr val="4E8F00"/>
                </a:solidFill>
                <a:sym typeface="微软雅黑" panose="020B0503020204020204" pitchFamily="34" charset="-122"/>
              </a:rPr>
              <a:t>  软件结构化设计的工具</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3.4</a:t>
            </a:r>
            <a:r>
              <a:rPr lang="zh-CN" altLang="en-US" dirty="0">
                <a:solidFill>
                  <a:srgbClr val="4E8F00"/>
                </a:solidFill>
                <a:sym typeface="微软雅黑" panose="020B0503020204020204" pitchFamily="34" charset="-122"/>
              </a:rPr>
              <a:t>  数据库结构设计</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3.5</a:t>
            </a:r>
            <a:r>
              <a:rPr lang="zh-CN" altLang="en-US" dirty="0">
                <a:solidFill>
                  <a:srgbClr val="4E8F00"/>
                </a:solidFill>
                <a:sym typeface="微软雅黑" panose="020B0503020204020204" pitchFamily="34" charset="-122"/>
              </a:rPr>
              <a:t>  人机界面设计</a:t>
            </a:r>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33</a:t>
            </a:fld>
            <a:endParaRPr lang="zh-CN" altLang="en-US"/>
          </a:p>
        </p:txBody>
      </p:sp>
    </p:spTree>
    <p:extLst>
      <p:ext uri="{BB962C8B-B14F-4D97-AF65-F5344CB8AC3E}">
        <p14:creationId xmlns:p14="http://schemas.microsoft.com/office/powerpoint/2010/main" val="6163281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34</a:t>
            </a:fld>
            <a:endParaRPr lang="zh-CN" altLang="en-US"/>
          </a:p>
        </p:txBody>
      </p:sp>
      <p:sp>
        <p:nvSpPr>
          <p:cNvPr id="15" name="Rectangle 7">
            <a:extLst>
              <a:ext uri="{FF2B5EF4-FFF2-40B4-BE49-F238E27FC236}">
                <a16:creationId xmlns:a16="http://schemas.microsoft.com/office/drawing/2014/main" id="{375EEBCB-FF28-F642-BECC-9DA933CB2FE8}"/>
              </a:ext>
            </a:extLst>
          </p:cNvPr>
          <p:cNvSpPr txBox="1">
            <a:spLocks noChangeArrowheads="1"/>
          </p:cNvSpPr>
          <p:nvPr/>
        </p:nvSpPr>
        <p:spPr>
          <a:xfrm>
            <a:off x="1255308" y="1858132"/>
            <a:ext cx="6688045" cy="3381320"/>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结构化设计方法：是现有的软件设计方法中最成熟，应用最广泛的方法</a:t>
            </a: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结构化设计方法：是一种</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面向数据流</a:t>
            </a:r>
            <a:r>
              <a:rPr lang="zh-CN" altLang="en-US" sz="2000" dirty="0">
                <a:solidFill>
                  <a:srgbClr val="000000"/>
                </a:solidFill>
                <a:latin typeface="微软雅黑" panose="020B0503020204020204" pitchFamily="34" charset="-122"/>
                <a:sym typeface="微软雅黑" panose="020B0503020204020204" pitchFamily="34" charset="-122"/>
              </a:rPr>
              <a:t>的设计方法</a:t>
            </a: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它把系统作为一系列数据流的转换，输入数据被转换为期望的输出值，</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通过模块化</a:t>
            </a:r>
            <a:r>
              <a:rPr lang="zh-CN" altLang="en-US" sz="2000" dirty="0">
                <a:solidFill>
                  <a:srgbClr val="000000"/>
                </a:solidFill>
                <a:latin typeface="微软雅黑" panose="020B0503020204020204" pitchFamily="34" charset="-122"/>
                <a:sym typeface="微软雅黑" panose="020B0503020204020204" pitchFamily="34" charset="-122"/>
              </a:rPr>
              <a:t>来完成自顶而下实现的</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文档化</a:t>
            </a:r>
            <a:r>
              <a:rPr lang="zh-CN" altLang="en-US" sz="2000" dirty="0">
                <a:solidFill>
                  <a:srgbClr val="000000"/>
                </a:solidFill>
                <a:latin typeface="微软雅黑" panose="020B0503020204020204" pitchFamily="34" charset="-122"/>
                <a:sym typeface="微软雅黑" panose="020B0503020204020204" pitchFamily="34" charset="-122"/>
              </a:rPr>
              <a:t>，并作为一种评价标准在软件设计中起指导性作用</a:t>
            </a:r>
            <a:endParaRPr lang="en-US" altLang="zh-CN" sz="2000" dirty="0">
              <a:solidFill>
                <a:srgbClr val="000000"/>
              </a:solidFill>
              <a:latin typeface="微软雅黑" panose="020B0503020204020204" pitchFamily="34" charset="-122"/>
              <a:sym typeface="微软雅黑" panose="020B0503020204020204" pitchFamily="34" charset="-122"/>
            </a:endParaRP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其主要特点是：快速、</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自然</a:t>
            </a:r>
            <a:r>
              <a:rPr lang="zh-CN" altLang="en-US" sz="2000" dirty="0">
                <a:solidFill>
                  <a:srgbClr val="000000"/>
                </a:solidFill>
                <a:latin typeface="微软雅黑" panose="020B0503020204020204" pitchFamily="34" charset="-122"/>
                <a:sym typeface="微软雅黑" panose="020B0503020204020204" pitchFamily="34" charset="-122"/>
              </a:rPr>
              <a:t>和方便</a:t>
            </a:r>
            <a:endParaRPr lang="en-US" altLang="zh-CN" sz="20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0188404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软件结构图</a:t>
            </a:r>
            <a:r>
              <a:rPr lang="zh-CN" altLang="en-US" dirty="0">
                <a:solidFill>
                  <a:srgbClr val="4E8F00"/>
                </a:solidFill>
                <a:effectLst/>
                <a:ea typeface="Microsoft YaHei UI" panose="020B0503020204020204" pitchFamily="34" charset="-122"/>
                <a:sym typeface="微软雅黑" panose="020B0503020204020204" pitchFamily="34" charset="-122"/>
              </a:rPr>
              <a:t>（</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1E276C34-3187-DD42-AB56-61C0E411BD5A}"/>
              </a:ext>
            </a:extLst>
          </p:cNvPr>
          <p:cNvSpPr txBox="1">
            <a:spLocks noChangeArrowheads="1"/>
          </p:cNvSpPr>
          <p:nvPr/>
        </p:nvSpPr>
        <p:spPr>
          <a:xfrm>
            <a:off x="1255308" y="1858132"/>
            <a:ext cx="6688045" cy="338132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软件结构图：是</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总体设计阶段的主要描述工具</a:t>
            </a:r>
          </a:p>
          <a:p>
            <a:pPr marL="211138" lvl="1" indent="106363">
              <a:spcBef>
                <a:spcPct val="20000"/>
              </a:spcBef>
              <a:buNone/>
            </a:pPr>
            <a:r>
              <a:rPr lang="en-US" altLang="zh-CN"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 它描述了构成系统的基本元素</a:t>
            </a:r>
          </a:p>
          <a:p>
            <a:pPr marL="896938" lvl="1" indent="-579438">
              <a:spcBef>
                <a:spcPct val="20000"/>
              </a:spcBef>
              <a:buNone/>
            </a:pPr>
            <a:r>
              <a:rPr lang="en-US" altLang="zh-CN"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 即，模块及模块之间的调用关系，模块之间的数据传递关系</a:t>
            </a: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软件</a:t>
            </a:r>
            <a:r>
              <a:rPr lang="zh-CN" altLang="en-US" sz="2000" dirty="0">
                <a:solidFill>
                  <a:srgbClr val="000000"/>
                </a:solidFill>
                <a:latin typeface="微软雅黑" panose="020B0503020204020204" pitchFamily="34" charset="-122"/>
              </a:rPr>
              <a:t>结构图：是精确表达软件结构的图形表示方法，它以特定的符号表示模块、模块间的调用关系和模块间信息的传递。</a:t>
            </a:r>
            <a:endParaRPr lang="en-US" altLang="zh-CN" sz="2000" dirty="0">
              <a:solidFill>
                <a:srgbClr val="000000"/>
              </a:solidFill>
              <a:latin typeface="微软雅黑" panose="020B0503020204020204" pitchFamily="34" charset="-122"/>
            </a:endParaRPr>
          </a:p>
          <a:p>
            <a:pPr marL="317500" indent="-317500">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18880756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软件结构图（</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10" name="Rectangle 7">
            <a:extLst>
              <a:ext uri="{FF2B5EF4-FFF2-40B4-BE49-F238E27FC236}">
                <a16:creationId xmlns:a16="http://schemas.microsoft.com/office/drawing/2014/main" id="{9EE64E4B-C529-8845-BC87-1AB6A742B797}"/>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结构图的主要构成</a:t>
            </a:r>
          </a:p>
        </p:txBody>
      </p:sp>
      <p:sp>
        <p:nvSpPr>
          <p:cNvPr id="11" name="Rectangle 7">
            <a:extLst>
              <a:ext uri="{FF2B5EF4-FFF2-40B4-BE49-F238E27FC236}">
                <a16:creationId xmlns:a16="http://schemas.microsoft.com/office/drawing/2014/main" id="{23064C31-E381-0042-B8FF-F5435FB667F9}"/>
              </a:ext>
            </a:extLst>
          </p:cNvPr>
          <p:cNvSpPr txBox="1">
            <a:spLocks noChangeArrowheads="1"/>
          </p:cNvSpPr>
          <p:nvPr/>
        </p:nvSpPr>
        <p:spPr>
          <a:xfrm>
            <a:off x="1421174" y="2598439"/>
            <a:ext cx="6688045" cy="377055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1</a:t>
            </a:r>
            <a:r>
              <a:rPr lang="zh-CN" altLang="en-US" sz="1800" dirty="0">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模块</a:t>
            </a:r>
          </a:p>
          <a:p>
            <a:pPr marL="539750" indent="-222250">
              <a:spcBef>
                <a:spcPts val="900"/>
              </a:spcBef>
              <a:buFont typeface="Arial" panose="020B0604020202020204" pitchFamily="34" charset="0"/>
              <a:buChar char="•"/>
            </a:pPr>
            <a:r>
              <a:rPr lang="zh-CN" altLang="en-US" sz="1800" dirty="0">
                <a:latin typeface="微软雅黑" panose="020B0503020204020204" pitchFamily="34" charset="-122"/>
              </a:rPr>
              <a:t>用矩形框表示，框中写有模块的名字，说明模块的功能。模块是程序对象有名字的集合。例如：过程、函数、子程序、宏等</a:t>
            </a:r>
            <a:r>
              <a:rPr lang="zh-CN" altLang="en-US" sz="1800" dirty="0">
                <a:latin typeface="微软雅黑" panose="020B0503020204020204" pitchFamily="34" charset="-122"/>
                <a:sym typeface="微软雅黑" panose="020B0503020204020204" pitchFamily="34" charset="-122"/>
              </a:rPr>
              <a:t>。</a:t>
            </a:r>
          </a:p>
          <a:p>
            <a:pPr algn="just">
              <a:spcBef>
                <a:spcPct val="20000"/>
              </a:spcBef>
            </a:pPr>
            <a:endParaRPr lang="zh-CN" altLang="en-US" sz="2000" dirty="0">
              <a:solidFill>
                <a:srgbClr val="000000"/>
              </a:solidFill>
              <a:latin typeface="微软雅黑" panose="020B0503020204020204" pitchFamily="34" charset="-122"/>
            </a:endParaRPr>
          </a:p>
        </p:txBody>
      </p:sp>
      <p:grpSp>
        <p:nvGrpSpPr>
          <p:cNvPr id="2" name="组合 1">
            <a:extLst>
              <a:ext uri="{FF2B5EF4-FFF2-40B4-BE49-F238E27FC236}">
                <a16:creationId xmlns:a16="http://schemas.microsoft.com/office/drawing/2014/main" id="{3D1D34F0-142A-FC44-B956-9AD8F2F34697}"/>
              </a:ext>
            </a:extLst>
          </p:cNvPr>
          <p:cNvGrpSpPr/>
          <p:nvPr/>
        </p:nvGrpSpPr>
        <p:grpSpPr>
          <a:xfrm>
            <a:off x="4785233" y="4346244"/>
            <a:ext cx="3648616" cy="1828800"/>
            <a:chOff x="4785233" y="4346244"/>
            <a:chExt cx="3648616" cy="1828800"/>
          </a:xfrm>
        </p:grpSpPr>
        <p:sp>
          <p:nvSpPr>
            <p:cNvPr id="35" name="Rectangle 4">
              <a:extLst>
                <a:ext uri="{FF2B5EF4-FFF2-40B4-BE49-F238E27FC236}">
                  <a16:creationId xmlns:a16="http://schemas.microsoft.com/office/drawing/2014/main" id="{25EF5293-563B-274E-BC1F-4F6E32A90BE3}"/>
                </a:ext>
              </a:extLst>
            </p:cNvPr>
            <p:cNvSpPr>
              <a:spLocks noChangeArrowheads="1"/>
            </p:cNvSpPr>
            <p:nvPr/>
          </p:nvSpPr>
          <p:spPr bwMode="auto">
            <a:xfrm>
              <a:off x="6377928" y="5794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5</a:t>
              </a:r>
              <a:endParaRPr lang="en-US" altLang="zh-CN" sz="2400">
                <a:solidFill>
                  <a:srgbClr val="000000"/>
                </a:solidFill>
              </a:endParaRPr>
            </a:p>
          </p:txBody>
        </p:sp>
        <p:sp>
          <p:nvSpPr>
            <p:cNvPr id="37" name="Rectangle 6">
              <a:extLst>
                <a:ext uri="{FF2B5EF4-FFF2-40B4-BE49-F238E27FC236}">
                  <a16:creationId xmlns:a16="http://schemas.microsoft.com/office/drawing/2014/main" id="{8E008F6E-D3F0-E449-8C9E-5C0BF9853F22}"/>
                </a:ext>
              </a:extLst>
            </p:cNvPr>
            <p:cNvSpPr>
              <a:spLocks noChangeArrowheads="1"/>
            </p:cNvSpPr>
            <p:nvPr/>
          </p:nvSpPr>
          <p:spPr bwMode="auto">
            <a:xfrm>
              <a:off x="4785233" y="5794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4</a:t>
              </a:r>
            </a:p>
          </p:txBody>
        </p:sp>
        <p:sp>
          <p:nvSpPr>
            <p:cNvPr id="38" name="Rectangle 8">
              <a:extLst>
                <a:ext uri="{FF2B5EF4-FFF2-40B4-BE49-F238E27FC236}">
                  <a16:creationId xmlns:a16="http://schemas.microsoft.com/office/drawing/2014/main" id="{9BB7B38D-9D13-9D4D-AEF2-6F295B3D4F15}"/>
                </a:ext>
              </a:extLst>
            </p:cNvPr>
            <p:cNvSpPr>
              <a:spLocks noChangeArrowheads="1"/>
            </p:cNvSpPr>
            <p:nvPr/>
          </p:nvSpPr>
          <p:spPr bwMode="auto">
            <a:xfrm>
              <a:off x="6528849" y="43462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p>
              <a:pPr algn="ctr"/>
              <a:r>
                <a:rPr lang="zh-CN" altLang="en-US" dirty="0">
                  <a:solidFill>
                    <a:srgbClr val="000000"/>
                  </a:solidFill>
                  <a:latin typeface="Arial" panose="020B0604020202020204" pitchFamily="34" charset="0"/>
                  <a:ea typeface="宋体" panose="02010600030101010101" pitchFamily="2" charset="-122"/>
                </a:rPr>
                <a:t>模块</a:t>
              </a:r>
              <a:r>
                <a:rPr lang="en-US" altLang="zh-CN" dirty="0">
                  <a:solidFill>
                    <a:srgbClr val="000000"/>
                  </a:solidFill>
                  <a:latin typeface="Arial" panose="020B0604020202020204" pitchFamily="34" charset="0"/>
                  <a:ea typeface="宋体" panose="02010600030101010101" pitchFamily="2" charset="-122"/>
                </a:rPr>
                <a:t>1</a:t>
              </a:r>
            </a:p>
          </p:txBody>
        </p:sp>
        <p:sp>
          <p:nvSpPr>
            <p:cNvPr id="55" name="Rectangle 25">
              <a:extLst>
                <a:ext uri="{FF2B5EF4-FFF2-40B4-BE49-F238E27FC236}">
                  <a16:creationId xmlns:a16="http://schemas.microsoft.com/office/drawing/2014/main" id="{57D306A0-6F99-3743-AB12-711B9B2EC46B}"/>
                </a:ext>
              </a:extLst>
            </p:cNvPr>
            <p:cNvSpPr>
              <a:spLocks noChangeArrowheads="1"/>
            </p:cNvSpPr>
            <p:nvPr/>
          </p:nvSpPr>
          <p:spPr bwMode="auto">
            <a:xfrm>
              <a:off x="5462049" y="5032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000000"/>
                  </a:solidFill>
                </a:rPr>
                <a:t>模块</a:t>
              </a:r>
              <a:r>
                <a:rPr lang="en-US" altLang="zh-CN" dirty="0">
                  <a:solidFill>
                    <a:srgbClr val="000000"/>
                  </a:solidFill>
                </a:rPr>
                <a:t>2</a:t>
              </a:r>
            </a:p>
          </p:txBody>
        </p:sp>
        <p:sp>
          <p:nvSpPr>
            <p:cNvPr id="56" name="Rectangle 26">
              <a:extLst>
                <a:ext uri="{FF2B5EF4-FFF2-40B4-BE49-F238E27FC236}">
                  <a16:creationId xmlns:a16="http://schemas.microsoft.com/office/drawing/2014/main" id="{99CD09B9-438C-8C49-B243-303746E5617C}"/>
                </a:ext>
              </a:extLst>
            </p:cNvPr>
            <p:cNvSpPr>
              <a:spLocks noChangeArrowheads="1"/>
            </p:cNvSpPr>
            <p:nvPr/>
          </p:nvSpPr>
          <p:spPr bwMode="auto">
            <a:xfrm>
              <a:off x="7367049" y="5032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3</a:t>
              </a:r>
              <a:endParaRPr lang="en-US" altLang="zh-CN" sz="2400">
                <a:solidFill>
                  <a:srgbClr val="000000"/>
                </a:solidFill>
              </a:endParaRPr>
            </a:p>
          </p:txBody>
        </p:sp>
      </p:grpSp>
    </p:spTree>
    <p:extLst>
      <p:ext uri="{BB962C8B-B14F-4D97-AF65-F5344CB8AC3E}">
        <p14:creationId xmlns:p14="http://schemas.microsoft.com/office/powerpoint/2010/main" val="62789061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软件结构图（</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10" name="Rectangle 7">
            <a:extLst>
              <a:ext uri="{FF2B5EF4-FFF2-40B4-BE49-F238E27FC236}">
                <a16:creationId xmlns:a16="http://schemas.microsoft.com/office/drawing/2014/main" id="{9EE64E4B-C529-8845-BC87-1AB6A742B797}"/>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结构图的主要构成</a:t>
            </a:r>
          </a:p>
        </p:txBody>
      </p:sp>
      <p:sp>
        <p:nvSpPr>
          <p:cNvPr id="11" name="Rectangle 7">
            <a:extLst>
              <a:ext uri="{FF2B5EF4-FFF2-40B4-BE49-F238E27FC236}">
                <a16:creationId xmlns:a16="http://schemas.microsoft.com/office/drawing/2014/main" id="{23064C31-E381-0042-B8FF-F5435FB667F9}"/>
              </a:ext>
            </a:extLst>
          </p:cNvPr>
          <p:cNvSpPr txBox="1">
            <a:spLocks noChangeArrowheads="1"/>
          </p:cNvSpPr>
          <p:nvPr/>
        </p:nvSpPr>
        <p:spPr>
          <a:xfrm>
            <a:off x="1421174" y="2598439"/>
            <a:ext cx="6688045" cy="3770556"/>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2</a:t>
            </a:r>
            <a:r>
              <a:rPr lang="zh-CN" altLang="en-US" sz="1800" dirty="0">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调用</a:t>
            </a:r>
          </a:p>
          <a:p>
            <a:pPr marL="539750" indent="-2222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rPr>
              <a:t>从一个模块指向另一个模块的箭头表示前一模块对后一模块的调用，一般是上层调用下层。</a:t>
            </a:r>
            <a:endParaRPr lang="zh-CN" altLang="en-US" sz="2000" dirty="0">
              <a:solidFill>
                <a:srgbClr val="000000"/>
              </a:solidFill>
              <a:latin typeface="微软雅黑" panose="020B0503020204020204" pitchFamily="34" charset="-122"/>
            </a:endParaRPr>
          </a:p>
        </p:txBody>
      </p:sp>
      <p:grpSp>
        <p:nvGrpSpPr>
          <p:cNvPr id="2" name="组合 1">
            <a:extLst>
              <a:ext uri="{FF2B5EF4-FFF2-40B4-BE49-F238E27FC236}">
                <a16:creationId xmlns:a16="http://schemas.microsoft.com/office/drawing/2014/main" id="{94857B49-F02D-C648-89AE-F276F2F8FDA5}"/>
              </a:ext>
            </a:extLst>
          </p:cNvPr>
          <p:cNvGrpSpPr/>
          <p:nvPr/>
        </p:nvGrpSpPr>
        <p:grpSpPr>
          <a:xfrm>
            <a:off x="4785233" y="4346244"/>
            <a:ext cx="3648616" cy="1828800"/>
            <a:chOff x="4785233" y="4346244"/>
            <a:chExt cx="3648616" cy="1828800"/>
          </a:xfrm>
        </p:grpSpPr>
        <p:sp>
          <p:nvSpPr>
            <p:cNvPr id="41" name="Line 11">
              <a:extLst>
                <a:ext uri="{FF2B5EF4-FFF2-40B4-BE49-F238E27FC236}">
                  <a16:creationId xmlns:a16="http://schemas.microsoft.com/office/drawing/2014/main" id="{A1E6C7E2-2259-F040-8F46-E592FB313662}"/>
                </a:ext>
              </a:extLst>
            </p:cNvPr>
            <p:cNvSpPr>
              <a:spLocks noChangeShapeType="1"/>
            </p:cNvSpPr>
            <p:nvPr/>
          </p:nvSpPr>
          <p:spPr bwMode="auto">
            <a:xfrm flipH="1">
              <a:off x="6255005" y="4713819"/>
              <a:ext cx="414337" cy="331787"/>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7" name="Rectangle 4">
              <a:extLst>
                <a:ext uri="{FF2B5EF4-FFF2-40B4-BE49-F238E27FC236}">
                  <a16:creationId xmlns:a16="http://schemas.microsoft.com/office/drawing/2014/main" id="{902873DF-F90C-F040-A169-629B844D7E67}"/>
                </a:ext>
              </a:extLst>
            </p:cNvPr>
            <p:cNvSpPr>
              <a:spLocks noChangeArrowheads="1"/>
            </p:cNvSpPr>
            <p:nvPr/>
          </p:nvSpPr>
          <p:spPr bwMode="auto">
            <a:xfrm>
              <a:off x="6377928" y="5794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5</a:t>
              </a:r>
              <a:endParaRPr lang="en-US" altLang="zh-CN" sz="2400">
                <a:solidFill>
                  <a:srgbClr val="000000"/>
                </a:solidFill>
              </a:endParaRPr>
            </a:p>
          </p:txBody>
        </p:sp>
        <p:sp>
          <p:nvSpPr>
            <p:cNvPr id="28" name="Rectangle 6">
              <a:extLst>
                <a:ext uri="{FF2B5EF4-FFF2-40B4-BE49-F238E27FC236}">
                  <a16:creationId xmlns:a16="http://schemas.microsoft.com/office/drawing/2014/main" id="{0AE6D087-D48B-F143-B901-2006E7CD4818}"/>
                </a:ext>
              </a:extLst>
            </p:cNvPr>
            <p:cNvSpPr>
              <a:spLocks noChangeArrowheads="1"/>
            </p:cNvSpPr>
            <p:nvPr/>
          </p:nvSpPr>
          <p:spPr bwMode="auto">
            <a:xfrm>
              <a:off x="4785233" y="5794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4</a:t>
              </a:r>
            </a:p>
          </p:txBody>
        </p:sp>
        <p:sp>
          <p:nvSpPr>
            <p:cNvPr id="29" name="Rectangle 8">
              <a:extLst>
                <a:ext uri="{FF2B5EF4-FFF2-40B4-BE49-F238E27FC236}">
                  <a16:creationId xmlns:a16="http://schemas.microsoft.com/office/drawing/2014/main" id="{59DF267A-4626-5240-9340-2566E00E7A29}"/>
                </a:ext>
              </a:extLst>
            </p:cNvPr>
            <p:cNvSpPr>
              <a:spLocks noChangeArrowheads="1"/>
            </p:cNvSpPr>
            <p:nvPr/>
          </p:nvSpPr>
          <p:spPr bwMode="auto">
            <a:xfrm>
              <a:off x="6528849" y="43462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p>
              <a:pPr algn="ctr"/>
              <a:r>
                <a:rPr lang="zh-CN" altLang="en-US" dirty="0">
                  <a:solidFill>
                    <a:srgbClr val="000000"/>
                  </a:solidFill>
                  <a:latin typeface="Arial" panose="020B0604020202020204" pitchFamily="34" charset="0"/>
                  <a:ea typeface="宋体" panose="02010600030101010101" pitchFamily="2" charset="-122"/>
                </a:rPr>
                <a:t>模块</a:t>
              </a:r>
              <a:r>
                <a:rPr lang="en-US" altLang="zh-CN" dirty="0">
                  <a:solidFill>
                    <a:srgbClr val="000000"/>
                  </a:solidFill>
                  <a:latin typeface="Arial" panose="020B0604020202020204" pitchFamily="34" charset="0"/>
                  <a:ea typeface="宋体" panose="02010600030101010101" pitchFamily="2" charset="-122"/>
                </a:rPr>
                <a:t>1</a:t>
              </a:r>
            </a:p>
          </p:txBody>
        </p:sp>
        <p:sp>
          <p:nvSpPr>
            <p:cNvPr id="30" name="Rectangle 25">
              <a:extLst>
                <a:ext uri="{FF2B5EF4-FFF2-40B4-BE49-F238E27FC236}">
                  <a16:creationId xmlns:a16="http://schemas.microsoft.com/office/drawing/2014/main" id="{5B40BEF6-F588-C042-9223-652D15B0C3CA}"/>
                </a:ext>
              </a:extLst>
            </p:cNvPr>
            <p:cNvSpPr>
              <a:spLocks noChangeArrowheads="1"/>
            </p:cNvSpPr>
            <p:nvPr/>
          </p:nvSpPr>
          <p:spPr bwMode="auto">
            <a:xfrm>
              <a:off x="5462049" y="5032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000000"/>
                  </a:solidFill>
                </a:rPr>
                <a:t>模块</a:t>
              </a:r>
              <a:r>
                <a:rPr lang="en-US" altLang="zh-CN" dirty="0">
                  <a:solidFill>
                    <a:srgbClr val="000000"/>
                  </a:solidFill>
                </a:rPr>
                <a:t>2</a:t>
              </a:r>
            </a:p>
          </p:txBody>
        </p:sp>
        <p:sp>
          <p:nvSpPr>
            <p:cNvPr id="31" name="Rectangle 26">
              <a:extLst>
                <a:ext uri="{FF2B5EF4-FFF2-40B4-BE49-F238E27FC236}">
                  <a16:creationId xmlns:a16="http://schemas.microsoft.com/office/drawing/2014/main" id="{1463C414-BBBA-1C44-B0E5-BCDC79DBF38F}"/>
                </a:ext>
              </a:extLst>
            </p:cNvPr>
            <p:cNvSpPr>
              <a:spLocks noChangeArrowheads="1"/>
            </p:cNvSpPr>
            <p:nvPr/>
          </p:nvSpPr>
          <p:spPr bwMode="auto">
            <a:xfrm>
              <a:off x="7367049" y="5032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3</a:t>
              </a:r>
              <a:endParaRPr lang="en-US" altLang="zh-CN" sz="2400">
                <a:solidFill>
                  <a:srgbClr val="000000"/>
                </a:solidFill>
              </a:endParaRPr>
            </a:p>
          </p:txBody>
        </p:sp>
        <p:sp>
          <p:nvSpPr>
            <p:cNvPr id="32" name="Line 11">
              <a:extLst>
                <a:ext uri="{FF2B5EF4-FFF2-40B4-BE49-F238E27FC236}">
                  <a16:creationId xmlns:a16="http://schemas.microsoft.com/office/drawing/2014/main" id="{6157161E-5B41-C846-A4BD-0AC0FC1C1166}"/>
                </a:ext>
              </a:extLst>
            </p:cNvPr>
            <p:cNvSpPr>
              <a:spLocks noChangeShapeType="1"/>
            </p:cNvSpPr>
            <p:nvPr/>
          </p:nvSpPr>
          <p:spPr bwMode="auto">
            <a:xfrm>
              <a:off x="7460832" y="4732731"/>
              <a:ext cx="301035" cy="299314"/>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45" name="Line 11">
              <a:extLst>
                <a:ext uri="{FF2B5EF4-FFF2-40B4-BE49-F238E27FC236}">
                  <a16:creationId xmlns:a16="http://schemas.microsoft.com/office/drawing/2014/main" id="{D377B52A-8DA4-A049-9652-3D6D708298F3}"/>
                </a:ext>
              </a:extLst>
            </p:cNvPr>
            <p:cNvSpPr>
              <a:spLocks noChangeShapeType="1"/>
            </p:cNvSpPr>
            <p:nvPr/>
          </p:nvSpPr>
          <p:spPr bwMode="auto">
            <a:xfrm flipH="1">
              <a:off x="5291090" y="5437650"/>
              <a:ext cx="441879" cy="356394"/>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46" name="Line 11">
              <a:extLst>
                <a:ext uri="{FF2B5EF4-FFF2-40B4-BE49-F238E27FC236}">
                  <a16:creationId xmlns:a16="http://schemas.microsoft.com/office/drawing/2014/main" id="{05F7D217-9582-C44F-918F-D809EF0ACC42}"/>
                </a:ext>
              </a:extLst>
            </p:cNvPr>
            <p:cNvSpPr>
              <a:spLocks noChangeShapeType="1"/>
            </p:cNvSpPr>
            <p:nvPr/>
          </p:nvSpPr>
          <p:spPr bwMode="auto">
            <a:xfrm>
              <a:off x="6227410" y="5426606"/>
              <a:ext cx="414337" cy="356394"/>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spTree>
    <p:extLst>
      <p:ext uri="{BB962C8B-B14F-4D97-AF65-F5344CB8AC3E}">
        <p14:creationId xmlns:p14="http://schemas.microsoft.com/office/powerpoint/2010/main" val="3119664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软件结构图（</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10" name="Rectangle 7">
            <a:extLst>
              <a:ext uri="{FF2B5EF4-FFF2-40B4-BE49-F238E27FC236}">
                <a16:creationId xmlns:a16="http://schemas.microsoft.com/office/drawing/2014/main" id="{9EE64E4B-C529-8845-BC87-1AB6A742B797}"/>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结构图的主要构成</a:t>
            </a:r>
          </a:p>
        </p:txBody>
      </p:sp>
      <p:sp>
        <p:nvSpPr>
          <p:cNvPr id="11" name="Rectangle 7">
            <a:extLst>
              <a:ext uri="{FF2B5EF4-FFF2-40B4-BE49-F238E27FC236}">
                <a16:creationId xmlns:a16="http://schemas.microsoft.com/office/drawing/2014/main" id="{23064C31-E381-0042-B8FF-F5435FB667F9}"/>
              </a:ext>
            </a:extLst>
          </p:cNvPr>
          <p:cNvSpPr txBox="1">
            <a:spLocks noChangeArrowheads="1"/>
          </p:cNvSpPr>
          <p:nvPr/>
        </p:nvSpPr>
        <p:spPr>
          <a:xfrm>
            <a:off x="1421174" y="2598439"/>
            <a:ext cx="6688045" cy="148285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0" lvl="1" indent="0">
              <a:lnSpc>
                <a:spcPct val="120000"/>
              </a:lnSpc>
              <a:spcBef>
                <a:spcPts val="900"/>
              </a:spcBef>
              <a:buNone/>
            </a:pPr>
            <a:r>
              <a:rPr lang="zh-CN" altLang="en-US" sz="1800" dirty="0">
                <a:latin typeface="微软雅黑" panose="020B0503020204020204" pitchFamily="34" charset="-122"/>
                <a:sym typeface="微软雅黑" panose="020B0503020204020204" pitchFamily="34" charset="-122"/>
              </a:rPr>
              <a:t>（</a:t>
            </a:r>
            <a:r>
              <a:rPr lang="en-US" altLang="zh-CN" sz="1800" dirty="0">
                <a:latin typeface="微软雅黑" panose="020B0503020204020204" pitchFamily="34" charset="-122"/>
                <a:sym typeface="微软雅黑" panose="020B0503020204020204" pitchFamily="34" charset="-122"/>
              </a:rPr>
              <a:t>3</a:t>
            </a:r>
            <a:r>
              <a:rPr lang="zh-CN" altLang="en-US" sz="1800" dirty="0">
                <a:latin typeface="微软雅黑" panose="020B0503020204020204" pitchFamily="34" charset="-122"/>
                <a:sym typeface="微软雅黑" panose="020B0503020204020204" pitchFamily="34" charset="-122"/>
              </a:rPr>
              <a:t>）</a:t>
            </a:r>
            <a:r>
              <a:rPr lang="zh-CN" altLang="en-US" dirty="0">
                <a:solidFill>
                  <a:srgbClr val="C00000"/>
                </a:solidFill>
                <a:latin typeface="微软雅黑" panose="020B0503020204020204" pitchFamily="34" charset="-122"/>
                <a:sym typeface="微软雅黑" panose="020B0503020204020204" pitchFamily="34" charset="-122"/>
              </a:rPr>
              <a:t>数据</a:t>
            </a:r>
          </a:p>
          <a:p>
            <a:pPr marL="539750" indent="-2222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rPr>
              <a:t>调用箭头边上的小箭头表示调用时从一个模块传送给另一模块的数据。通常在短箭头附近应注有信息的名字</a:t>
            </a:r>
            <a:r>
              <a:rPr lang="zh-CN" altLang="en-US" sz="1800" dirty="0">
                <a:latin typeface="微软雅黑" panose="020B0503020204020204" pitchFamily="34" charset="-122"/>
                <a:sym typeface="微软雅黑" panose="020B0503020204020204" pitchFamily="34" charset="-122"/>
              </a:rPr>
              <a:t>。</a:t>
            </a:r>
          </a:p>
          <a:p>
            <a:pPr algn="just">
              <a:spcBef>
                <a:spcPct val="20000"/>
              </a:spcBef>
            </a:pPr>
            <a:endParaRPr lang="zh-CN" altLang="en-US" sz="2000" dirty="0">
              <a:solidFill>
                <a:srgbClr val="000000"/>
              </a:solidFill>
              <a:latin typeface="微软雅黑" panose="020B0503020204020204" pitchFamily="34" charset="-122"/>
            </a:endParaRPr>
          </a:p>
        </p:txBody>
      </p:sp>
      <p:grpSp>
        <p:nvGrpSpPr>
          <p:cNvPr id="2" name="组合 1">
            <a:extLst>
              <a:ext uri="{FF2B5EF4-FFF2-40B4-BE49-F238E27FC236}">
                <a16:creationId xmlns:a16="http://schemas.microsoft.com/office/drawing/2014/main" id="{B8CF86E8-1762-304E-83CB-A6E549B31F5C}"/>
              </a:ext>
            </a:extLst>
          </p:cNvPr>
          <p:cNvGrpSpPr/>
          <p:nvPr/>
        </p:nvGrpSpPr>
        <p:grpSpPr>
          <a:xfrm>
            <a:off x="4401151" y="4346244"/>
            <a:ext cx="4094962" cy="1828800"/>
            <a:chOff x="4401151" y="4346244"/>
            <a:chExt cx="4094962" cy="1828800"/>
          </a:xfrm>
        </p:grpSpPr>
        <p:sp>
          <p:nvSpPr>
            <p:cNvPr id="60" name="Text Box 30">
              <a:extLst>
                <a:ext uri="{FF2B5EF4-FFF2-40B4-BE49-F238E27FC236}">
                  <a16:creationId xmlns:a16="http://schemas.microsoft.com/office/drawing/2014/main" id="{C3AC2BB0-F515-7044-A344-F90E4A336070}"/>
                </a:ext>
              </a:extLst>
            </p:cNvPr>
            <p:cNvSpPr txBox="1">
              <a:spLocks noChangeArrowheads="1"/>
            </p:cNvSpPr>
            <p:nvPr/>
          </p:nvSpPr>
          <p:spPr bwMode="auto">
            <a:xfrm>
              <a:off x="5342426" y="4630620"/>
              <a:ext cx="930275" cy="28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400" dirty="0">
                  <a:solidFill>
                    <a:srgbClr val="000000"/>
                  </a:solidFill>
                </a:rPr>
                <a:t>values1</a:t>
              </a:r>
            </a:p>
          </p:txBody>
        </p:sp>
        <p:sp>
          <p:nvSpPr>
            <p:cNvPr id="61" name="Line 31">
              <a:extLst>
                <a:ext uri="{FF2B5EF4-FFF2-40B4-BE49-F238E27FC236}">
                  <a16:creationId xmlns:a16="http://schemas.microsoft.com/office/drawing/2014/main" id="{8391A981-A390-CF44-AFCD-20315A97CD3B}"/>
                </a:ext>
              </a:extLst>
            </p:cNvPr>
            <p:cNvSpPr>
              <a:spLocks noChangeShapeType="1"/>
            </p:cNvSpPr>
            <p:nvPr/>
          </p:nvSpPr>
          <p:spPr bwMode="auto">
            <a:xfrm flipV="1">
              <a:off x="6188330" y="4755889"/>
              <a:ext cx="225425" cy="20955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2" name="Line 32">
              <a:extLst>
                <a:ext uri="{FF2B5EF4-FFF2-40B4-BE49-F238E27FC236}">
                  <a16:creationId xmlns:a16="http://schemas.microsoft.com/office/drawing/2014/main" id="{554E4B03-5C6E-8A4E-8938-B96072829B75}"/>
                </a:ext>
              </a:extLst>
            </p:cNvPr>
            <p:cNvSpPr>
              <a:spLocks noChangeShapeType="1"/>
            </p:cNvSpPr>
            <p:nvPr/>
          </p:nvSpPr>
          <p:spPr bwMode="auto">
            <a:xfrm>
              <a:off x="7636879" y="4732006"/>
              <a:ext cx="194469" cy="222975"/>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7" name="Line 37">
              <a:extLst>
                <a:ext uri="{FF2B5EF4-FFF2-40B4-BE49-F238E27FC236}">
                  <a16:creationId xmlns:a16="http://schemas.microsoft.com/office/drawing/2014/main" id="{51893D19-ED9E-734F-8956-C0E69AAF5953}"/>
                </a:ext>
              </a:extLst>
            </p:cNvPr>
            <p:cNvSpPr>
              <a:spLocks noChangeShapeType="1"/>
            </p:cNvSpPr>
            <p:nvPr/>
          </p:nvSpPr>
          <p:spPr bwMode="auto">
            <a:xfrm flipH="1" flipV="1">
              <a:off x="6532714" y="5484189"/>
              <a:ext cx="191475" cy="20047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9" name="Text Box 44">
              <a:extLst>
                <a:ext uri="{FF2B5EF4-FFF2-40B4-BE49-F238E27FC236}">
                  <a16:creationId xmlns:a16="http://schemas.microsoft.com/office/drawing/2014/main" id="{E7402FFF-93F5-874E-87A4-5BB8C73EC840}"/>
                </a:ext>
              </a:extLst>
            </p:cNvPr>
            <p:cNvSpPr txBox="1">
              <a:spLocks noChangeArrowheads="1"/>
            </p:cNvSpPr>
            <p:nvPr/>
          </p:nvSpPr>
          <p:spPr bwMode="auto">
            <a:xfrm>
              <a:off x="7734113" y="4584897"/>
              <a:ext cx="762000" cy="28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solidFill>
                    <a:srgbClr val="000000"/>
                  </a:solidFill>
                </a:rPr>
                <a:t>data1</a:t>
              </a:r>
            </a:p>
          </p:txBody>
        </p:sp>
        <p:grpSp>
          <p:nvGrpSpPr>
            <p:cNvPr id="70" name="组合 69">
              <a:extLst>
                <a:ext uri="{FF2B5EF4-FFF2-40B4-BE49-F238E27FC236}">
                  <a16:creationId xmlns:a16="http://schemas.microsoft.com/office/drawing/2014/main" id="{EA6E8924-5959-3E4F-8670-51394B97F08B}"/>
                </a:ext>
              </a:extLst>
            </p:cNvPr>
            <p:cNvGrpSpPr/>
            <p:nvPr/>
          </p:nvGrpSpPr>
          <p:grpSpPr>
            <a:xfrm>
              <a:off x="4785233" y="4346244"/>
              <a:ext cx="3648616" cy="1828800"/>
              <a:chOff x="4785233" y="4346244"/>
              <a:chExt cx="3648616" cy="1828800"/>
            </a:xfrm>
          </p:grpSpPr>
          <p:sp>
            <p:nvSpPr>
              <p:cNvPr id="71" name="Line 11">
                <a:extLst>
                  <a:ext uri="{FF2B5EF4-FFF2-40B4-BE49-F238E27FC236}">
                    <a16:creationId xmlns:a16="http://schemas.microsoft.com/office/drawing/2014/main" id="{22A7D53C-63D2-5448-BAC4-9F694E44F829}"/>
                  </a:ext>
                </a:extLst>
              </p:cNvPr>
              <p:cNvSpPr>
                <a:spLocks noChangeShapeType="1"/>
              </p:cNvSpPr>
              <p:nvPr/>
            </p:nvSpPr>
            <p:spPr bwMode="auto">
              <a:xfrm flipH="1">
                <a:off x="6255005" y="4713819"/>
                <a:ext cx="414337" cy="331787"/>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2" name="Rectangle 4">
                <a:extLst>
                  <a:ext uri="{FF2B5EF4-FFF2-40B4-BE49-F238E27FC236}">
                    <a16:creationId xmlns:a16="http://schemas.microsoft.com/office/drawing/2014/main" id="{6FB1BF36-B137-6544-A959-826D2D84A3E5}"/>
                  </a:ext>
                </a:extLst>
              </p:cNvPr>
              <p:cNvSpPr>
                <a:spLocks noChangeArrowheads="1"/>
              </p:cNvSpPr>
              <p:nvPr/>
            </p:nvSpPr>
            <p:spPr bwMode="auto">
              <a:xfrm>
                <a:off x="6377928" y="5794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5</a:t>
                </a:r>
                <a:endParaRPr lang="en-US" altLang="zh-CN" sz="2400">
                  <a:solidFill>
                    <a:srgbClr val="000000"/>
                  </a:solidFill>
                </a:endParaRPr>
              </a:p>
            </p:txBody>
          </p:sp>
          <p:sp>
            <p:nvSpPr>
              <p:cNvPr id="73" name="Rectangle 6">
                <a:extLst>
                  <a:ext uri="{FF2B5EF4-FFF2-40B4-BE49-F238E27FC236}">
                    <a16:creationId xmlns:a16="http://schemas.microsoft.com/office/drawing/2014/main" id="{7B6AD90E-8835-E34C-94CA-A6925CCDE7AA}"/>
                  </a:ext>
                </a:extLst>
              </p:cNvPr>
              <p:cNvSpPr>
                <a:spLocks noChangeArrowheads="1"/>
              </p:cNvSpPr>
              <p:nvPr/>
            </p:nvSpPr>
            <p:spPr bwMode="auto">
              <a:xfrm>
                <a:off x="4785233" y="5794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4</a:t>
                </a:r>
              </a:p>
            </p:txBody>
          </p:sp>
          <p:sp>
            <p:nvSpPr>
              <p:cNvPr id="74" name="Rectangle 8">
                <a:extLst>
                  <a:ext uri="{FF2B5EF4-FFF2-40B4-BE49-F238E27FC236}">
                    <a16:creationId xmlns:a16="http://schemas.microsoft.com/office/drawing/2014/main" id="{D87D2AF7-54E8-7149-8A1A-D598754B9F48}"/>
                  </a:ext>
                </a:extLst>
              </p:cNvPr>
              <p:cNvSpPr>
                <a:spLocks noChangeArrowheads="1"/>
              </p:cNvSpPr>
              <p:nvPr/>
            </p:nvSpPr>
            <p:spPr bwMode="auto">
              <a:xfrm>
                <a:off x="6528849" y="43462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p>
                <a:pPr algn="ctr"/>
                <a:r>
                  <a:rPr lang="zh-CN" altLang="en-US" dirty="0">
                    <a:solidFill>
                      <a:srgbClr val="000000"/>
                    </a:solidFill>
                    <a:latin typeface="Arial" panose="020B0604020202020204" pitchFamily="34" charset="0"/>
                    <a:ea typeface="宋体" panose="02010600030101010101" pitchFamily="2" charset="-122"/>
                  </a:rPr>
                  <a:t>模块</a:t>
                </a:r>
                <a:r>
                  <a:rPr lang="en-US" altLang="zh-CN" dirty="0">
                    <a:solidFill>
                      <a:srgbClr val="000000"/>
                    </a:solidFill>
                    <a:latin typeface="Arial" panose="020B0604020202020204" pitchFamily="34" charset="0"/>
                    <a:ea typeface="宋体" panose="02010600030101010101" pitchFamily="2" charset="-122"/>
                  </a:rPr>
                  <a:t>1</a:t>
                </a:r>
              </a:p>
            </p:txBody>
          </p:sp>
          <p:sp>
            <p:nvSpPr>
              <p:cNvPr id="75" name="Rectangle 25">
                <a:extLst>
                  <a:ext uri="{FF2B5EF4-FFF2-40B4-BE49-F238E27FC236}">
                    <a16:creationId xmlns:a16="http://schemas.microsoft.com/office/drawing/2014/main" id="{31A50D1D-511C-5946-BE3A-B3AD642DA23A}"/>
                  </a:ext>
                </a:extLst>
              </p:cNvPr>
              <p:cNvSpPr>
                <a:spLocks noChangeArrowheads="1"/>
              </p:cNvSpPr>
              <p:nvPr/>
            </p:nvSpPr>
            <p:spPr bwMode="auto">
              <a:xfrm>
                <a:off x="5462049" y="5032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dirty="0">
                    <a:solidFill>
                      <a:srgbClr val="000000"/>
                    </a:solidFill>
                  </a:rPr>
                  <a:t>模块</a:t>
                </a:r>
                <a:r>
                  <a:rPr lang="en-US" altLang="zh-CN" dirty="0">
                    <a:solidFill>
                      <a:srgbClr val="000000"/>
                    </a:solidFill>
                  </a:rPr>
                  <a:t>2</a:t>
                </a:r>
              </a:p>
            </p:txBody>
          </p:sp>
          <p:sp>
            <p:nvSpPr>
              <p:cNvPr id="76" name="Rectangle 26">
                <a:extLst>
                  <a:ext uri="{FF2B5EF4-FFF2-40B4-BE49-F238E27FC236}">
                    <a16:creationId xmlns:a16="http://schemas.microsoft.com/office/drawing/2014/main" id="{A6F28992-4F1E-4D4B-8226-793476468840}"/>
                  </a:ext>
                </a:extLst>
              </p:cNvPr>
              <p:cNvSpPr>
                <a:spLocks noChangeArrowheads="1"/>
              </p:cNvSpPr>
              <p:nvPr/>
            </p:nvSpPr>
            <p:spPr bwMode="auto">
              <a:xfrm>
                <a:off x="7367049" y="5032044"/>
                <a:ext cx="1066800" cy="381000"/>
              </a:xfrm>
              <a:prstGeom prst="rect">
                <a:avLst/>
              </a:prstGeom>
              <a:solidFill>
                <a:srgbClr val="CCFFFF"/>
              </a:solidFill>
              <a:ln w="9525">
                <a:solidFill>
                  <a:srgbClr val="FF505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a:solidFill>
                      <a:srgbClr val="000000"/>
                    </a:solidFill>
                  </a:rPr>
                  <a:t>模块</a:t>
                </a:r>
                <a:r>
                  <a:rPr lang="en-US" altLang="zh-CN">
                    <a:solidFill>
                      <a:srgbClr val="000000"/>
                    </a:solidFill>
                  </a:rPr>
                  <a:t>3</a:t>
                </a:r>
                <a:endParaRPr lang="en-US" altLang="zh-CN" sz="2400">
                  <a:solidFill>
                    <a:srgbClr val="000000"/>
                  </a:solidFill>
                </a:endParaRPr>
              </a:p>
            </p:txBody>
          </p:sp>
          <p:sp>
            <p:nvSpPr>
              <p:cNvPr id="77" name="Line 11">
                <a:extLst>
                  <a:ext uri="{FF2B5EF4-FFF2-40B4-BE49-F238E27FC236}">
                    <a16:creationId xmlns:a16="http://schemas.microsoft.com/office/drawing/2014/main" id="{11B2A486-DF87-7643-8299-5DF1FDFB8BED}"/>
                  </a:ext>
                </a:extLst>
              </p:cNvPr>
              <p:cNvSpPr>
                <a:spLocks noChangeShapeType="1"/>
              </p:cNvSpPr>
              <p:nvPr/>
            </p:nvSpPr>
            <p:spPr bwMode="auto">
              <a:xfrm>
                <a:off x="7460832" y="4732731"/>
                <a:ext cx="301035" cy="299314"/>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8" name="Line 11">
                <a:extLst>
                  <a:ext uri="{FF2B5EF4-FFF2-40B4-BE49-F238E27FC236}">
                    <a16:creationId xmlns:a16="http://schemas.microsoft.com/office/drawing/2014/main" id="{F6336C2A-92E6-4249-AC18-DD392C01C1AD}"/>
                  </a:ext>
                </a:extLst>
              </p:cNvPr>
              <p:cNvSpPr>
                <a:spLocks noChangeShapeType="1"/>
              </p:cNvSpPr>
              <p:nvPr/>
            </p:nvSpPr>
            <p:spPr bwMode="auto">
              <a:xfrm flipH="1">
                <a:off x="5291090" y="5437650"/>
                <a:ext cx="441879" cy="356394"/>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9" name="Line 11">
                <a:extLst>
                  <a:ext uri="{FF2B5EF4-FFF2-40B4-BE49-F238E27FC236}">
                    <a16:creationId xmlns:a16="http://schemas.microsoft.com/office/drawing/2014/main" id="{6380A958-AE69-964A-9FB1-036071BB43B6}"/>
                  </a:ext>
                </a:extLst>
              </p:cNvPr>
              <p:cNvSpPr>
                <a:spLocks noChangeShapeType="1"/>
              </p:cNvSpPr>
              <p:nvPr/>
            </p:nvSpPr>
            <p:spPr bwMode="auto">
              <a:xfrm>
                <a:off x="6227410" y="5426606"/>
                <a:ext cx="414337" cy="356394"/>
              </a:xfrm>
              <a:prstGeom prst="line">
                <a:avLst/>
              </a:prstGeom>
              <a:noFill/>
              <a:ln w="28575">
                <a:solidFill>
                  <a:schemeClr val="accent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sp>
          <p:nvSpPr>
            <p:cNvPr id="80" name="Line 31">
              <a:extLst>
                <a:ext uri="{FF2B5EF4-FFF2-40B4-BE49-F238E27FC236}">
                  <a16:creationId xmlns:a16="http://schemas.microsoft.com/office/drawing/2014/main" id="{2A36AF71-D842-7F4C-86F8-3A5708518DCB}"/>
                </a:ext>
              </a:extLst>
            </p:cNvPr>
            <p:cNvSpPr>
              <a:spLocks noChangeShapeType="1"/>
            </p:cNvSpPr>
            <p:nvPr/>
          </p:nvSpPr>
          <p:spPr bwMode="auto">
            <a:xfrm flipV="1">
              <a:off x="5230299" y="5494006"/>
              <a:ext cx="225425" cy="20955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1" name="Line 32">
              <a:extLst>
                <a:ext uri="{FF2B5EF4-FFF2-40B4-BE49-F238E27FC236}">
                  <a16:creationId xmlns:a16="http://schemas.microsoft.com/office/drawing/2014/main" id="{3DEA2AE1-6C0B-E242-A3C3-B122124F9C38}"/>
                </a:ext>
              </a:extLst>
            </p:cNvPr>
            <p:cNvSpPr>
              <a:spLocks noChangeShapeType="1"/>
            </p:cNvSpPr>
            <p:nvPr/>
          </p:nvSpPr>
          <p:spPr bwMode="auto">
            <a:xfrm>
              <a:off x="6157770" y="5517184"/>
              <a:ext cx="194469" cy="222975"/>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2" name="Text Box 30">
              <a:extLst>
                <a:ext uri="{FF2B5EF4-FFF2-40B4-BE49-F238E27FC236}">
                  <a16:creationId xmlns:a16="http://schemas.microsoft.com/office/drawing/2014/main" id="{635E4B35-6293-DA44-9DA7-221926F3C5A2}"/>
                </a:ext>
              </a:extLst>
            </p:cNvPr>
            <p:cNvSpPr txBox="1">
              <a:spLocks noChangeArrowheads="1"/>
            </p:cNvSpPr>
            <p:nvPr/>
          </p:nvSpPr>
          <p:spPr bwMode="auto">
            <a:xfrm>
              <a:off x="4401151" y="5392832"/>
              <a:ext cx="930275" cy="28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400" dirty="0">
                  <a:solidFill>
                    <a:srgbClr val="000000"/>
                  </a:solidFill>
                </a:rPr>
                <a:t>values2</a:t>
              </a:r>
            </a:p>
          </p:txBody>
        </p:sp>
        <p:sp>
          <p:nvSpPr>
            <p:cNvPr id="83" name="Text Box 44">
              <a:extLst>
                <a:ext uri="{FF2B5EF4-FFF2-40B4-BE49-F238E27FC236}">
                  <a16:creationId xmlns:a16="http://schemas.microsoft.com/office/drawing/2014/main" id="{5E8F3DD8-C737-3148-867F-4E12E88B1E87}"/>
                </a:ext>
              </a:extLst>
            </p:cNvPr>
            <p:cNvSpPr txBox="1">
              <a:spLocks noChangeArrowheads="1"/>
            </p:cNvSpPr>
            <p:nvPr/>
          </p:nvSpPr>
          <p:spPr bwMode="auto">
            <a:xfrm>
              <a:off x="6622971" y="5367535"/>
              <a:ext cx="762000" cy="28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solidFill>
                    <a:srgbClr val="000000"/>
                  </a:solidFill>
                </a:rPr>
                <a:t>data2</a:t>
              </a:r>
            </a:p>
          </p:txBody>
        </p:sp>
        <p:sp>
          <p:nvSpPr>
            <p:cNvPr id="84" name="Text Box 44">
              <a:extLst>
                <a:ext uri="{FF2B5EF4-FFF2-40B4-BE49-F238E27FC236}">
                  <a16:creationId xmlns:a16="http://schemas.microsoft.com/office/drawing/2014/main" id="{FCD5F3B0-3C59-6449-A8F9-DCB25D9A7277}"/>
                </a:ext>
              </a:extLst>
            </p:cNvPr>
            <p:cNvSpPr txBox="1">
              <a:spLocks noChangeArrowheads="1"/>
            </p:cNvSpPr>
            <p:nvPr/>
          </p:nvSpPr>
          <p:spPr bwMode="auto">
            <a:xfrm>
              <a:off x="5426330" y="5517184"/>
              <a:ext cx="762000" cy="284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pPr>
              <a:r>
                <a:rPr lang="en-US" altLang="zh-CN" sz="1400" dirty="0">
                  <a:solidFill>
                    <a:srgbClr val="000000"/>
                  </a:solidFill>
                </a:rPr>
                <a:t>data3</a:t>
              </a:r>
            </a:p>
          </p:txBody>
        </p:sp>
      </p:grpSp>
    </p:spTree>
    <p:extLst>
      <p:ext uri="{BB962C8B-B14F-4D97-AF65-F5344CB8AC3E}">
        <p14:creationId xmlns:p14="http://schemas.microsoft.com/office/powerpoint/2010/main" val="27201024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39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软件结构图（</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84" name="Text Box 16">
            <a:extLst>
              <a:ext uri="{FF2B5EF4-FFF2-40B4-BE49-F238E27FC236}">
                <a16:creationId xmlns:a16="http://schemas.microsoft.com/office/drawing/2014/main" id="{EB37655E-7669-684F-9C94-96A1F2D5500D}"/>
              </a:ext>
            </a:extLst>
          </p:cNvPr>
          <p:cNvSpPr txBox="1">
            <a:spLocks noChangeArrowheads="1"/>
          </p:cNvSpPr>
          <p:nvPr/>
        </p:nvSpPr>
        <p:spPr bwMode="auto">
          <a:xfrm>
            <a:off x="879637" y="4851768"/>
            <a:ext cx="3747523" cy="1113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marL="128588" indent="-12858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20000"/>
              </a:spcBef>
              <a:buFont typeface="Arial" panose="020B0604020202020204" pitchFamily="34" charset="0"/>
              <a:buChar char="•"/>
            </a:pPr>
            <a:r>
              <a:rPr lang="zh-CN" altLang="en-US" sz="1500" dirty="0">
                <a:latin typeface="微软雅黑" panose="020B0503020204020204" pitchFamily="34" charset="-122"/>
                <a:ea typeface="微软雅黑" panose="020B0503020204020204" pitchFamily="34" charset="-122"/>
              </a:rPr>
              <a:t>当模块</a:t>
            </a:r>
            <a:r>
              <a:rPr lang="en-US" altLang="zh-CN" sz="1500" dirty="0">
                <a:latin typeface="微软雅黑" panose="020B0503020204020204" pitchFamily="34" charset="-122"/>
                <a:ea typeface="微软雅黑" panose="020B0503020204020204" pitchFamily="34" charset="-122"/>
              </a:rPr>
              <a:t>A</a:t>
            </a:r>
            <a:r>
              <a:rPr lang="zh-CN" altLang="en-US" sz="1500" dirty="0">
                <a:latin typeface="微软雅黑" panose="020B0503020204020204" pitchFamily="34" charset="-122"/>
                <a:ea typeface="微软雅黑" panose="020B0503020204020204" pitchFamily="34" charset="-122"/>
              </a:rPr>
              <a:t>有条件地调用另一个模块</a:t>
            </a:r>
            <a:r>
              <a:rPr lang="en-US" altLang="zh-CN" sz="1500" dirty="0">
                <a:latin typeface="微软雅黑" panose="020B0503020204020204" pitchFamily="34" charset="-122"/>
                <a:ea typeface="微软雅黑" panose="020B0503020204020204" pitchFamily="34" charset="-122"/>
              </a:rPr>
              <a:t>B</a:t>
            </a:r>
            <a:r>
              <a:rPr lang="zh-CN" altLang="en-US" sz="1500" dirty="0">
                <a:latin typeface="微软雅黑" panose="020B0503020204020204" pitchFamily="34" charset="-122"/>
                <a:ea typeface="微软雅黑" panose="020B0503020204020204" pitchFamily="34" charset="-122"/>
              </a:rPr>
              <a:t>时，在模块</a:t>
            </a:r>
            <a:r>
              <a:rPr lang="en-US" altLang="zh-CN" sz="1500" dirty="0">
                <a:latin typeface="微软雅黑" panose="020B0503020204020204" pitchFamily="34" charset="-122"/>
                <a:ea typeface="微软雅黑" panose="020B0503020204020204" pitchFamily="34" charset="-122"/>
              </a:rPr>
              <a:t>A</a:t>
            </a:r>
            <a:r>
              <a:rPr lang="zh-CN" altLang="en-US" sz="1500" dirty="0">
                <a:latin typeface="微软雅黑" panose="020B0503020204020204" pitchFamily="34" charset="-122"/>
                <a:ea typeface="微软雅黑" panose="020B0503020204020204" pitchFamily="34" charset="-122"/>
              </a:rPr>
              <a:t>的箭头尾部标以一个菱形符号。</a:t>
            </a:r>
          </a:p>
          <a:p>
            <a:pPr algn="just" eaLnBrk="1" hangingPunct="1">
              <a:lnSpc>
                <a:spcPct val="110000"/>
              </a:lnSpc>
              <a:spcBef>
                <a:spcPct val="20000"/>
              </a:spcBef>
              <a:buFont typeface="Arial" panose="020B0604020202020204" pitchFamily="34" charset="0"/>
              <a:buChar char="•"/>
            </a:pPr>
            <a:r>
              <a:rPr lang="zh-CN" altLang="en-US" sz="1500" dirty="0">
                <a:latin typeface="微软雅黑" panose="020B0503020204020204" pitchFamily="34" charset="-122"/>
                <a:ea typeface="微软雅黑" panose="020B0503020204020204" pitchFamily="34" charset="-122"/>
              </a:rPr>
              <a:t>当一个模块</a:t>
            </a:r>
            <a:r>
              <a:rPr lang="en-US" altLang="zh-CN" sz="1500" dirty="0">
                <a:latin typeface="微软雅黑" panose="020B0503020204020204" pitchFamily="34" charset="-122"/>
                <a:ea typeface="微软雅黑" panose="020B0503020204020204" pitchFamily="34" charset="-122"/>
              </a:rPr>
              <a:t>A</a:t>
            </a:r>
            <a:r>
              <a:rPr lang="zh-CN" altLang="en-US" sz="1500" dirty="0">
                <a:latin typeface="微软雅黑" panose="020B0503020204020204" pitchFamily="34" charset="-122"/>
                <a:ea typeface="微软雅黑" panose="020B0503020204020204" pitchFamily="34" charset="-122"/>
              </a:rPr>
              <a:t>反复地调用模块</a:t>
            </a:r>
            <a:r>
              <a:rPr lang="en-US" altLang="zh-CN" sz="1500" dirty="0">
                <a:latin typeface="微软雅黑" panose="020B0503020204020204" pitchFamily="34" charset="-122"/>
                <a:ea typeface="微软雅黑" panose="020B0503020204020204" pitchFamily="34" charset="-122"/>
              </a:rPr>
              <a:t>B</a:t>
            </a:r>
            <a:r>
              <a:rPr lang="zh-CN" altLang="en-US" sz="1500" dirty="0">
                <a:latin typeface="微软雅黑" panose="020B0503020204020204" pitchFamily="34" charset="-122"/>
                <a:ea typeface="微软雅黑" panose="020B0503020204020204" pitchFamily="34" charset="-122"/>
              </a:rPr>
              <a:t>、</a:t>
            </a:r>
            <a:r>
              <a:rPr lang="en-US" altLang="zh-CN" sz="1500" dirty="0">
                <a:latin typeface="微软雅黑" panose="020B0503020204020204" pitchFamily="34" charset="-122"/>
                <a:ea typeface="微软雅黑" panose="020B0503020204020204" pitchFamily="34" charset="-122"/>
              </a:rPr>
              <a:t>C</a:t>
            </a:r>
            <a:r>
              <a:rPr lang="zh-CN" altLang="en-US" sz="1500" dirty="0">
                <a:latin typeface="微软雅黑" panose="020B0503020204020204" pitchFamily="34" charset="-122"/>
                <a:ea typeface="微软雅黑" panose="020B0503020204020204" pitchFamily="34" charset="-122"/>
              </a:rPr>
              <a:t>和</a:t>
            </a:r>
            <a:r>
              <a:rPr lang="en-US" altLang="zh-CN" sz="1500" dirty="0">
                <a:latin typeface="微软雅黑" panose="020B0503020204020204" pitchFamily="34" charset="-122"/>
                <a:ea typeface="微软雅黑" panose="020B0503020204020204" pitchFamily="34" charset="-122"/>
              </a:rPr>
              <a:t>D</a:t>
            </a:r>
            <a:r>
              <a:rPr lang="zh-CN" altLang="en-US" sz="1500" dirty="0">
                <a:latin typeface="微软雅黑" panose="020B0503020204020204" pitchFamily="34" charset="-122"/>
                <a:ea typeface="微软雅黑" panose="020B0503020204020204" pitchFamily="34" charset="-122"/>
              </a:rPr>
              <a:t>时，在调用箭头尾部则标以一个弧形符号。</a:t>
            </a:r>
          </a:p>
        </p:txBody>
      </p:sp>
      <p:sp>
        <p:nvSpPr>
          <p:cNvPr id="85" name="Text Box 18">
            <a:extLst>
              <a:ext uri="{FF2B5EF4-FFF2-40B4-BE49-F238E27FC236}">
                <a16:creationId xmlns:a16="http://schemas.microsoft.com/office/drawing/2014/main" id="{4A61CE8A-E51B-2343-BFE7-9CEA7280E39D}"/>
              </a:ext>
            </a:extLst>
          </p:cNvPr>
          <p:cNvSpPr txBox="1">
            <a:spLocks noChangeArrowheads="1"/>
          </p:cNvSpPr>
          <p:nvPr/>
        </p:nvSpPr>
        <p:spPr bwMode="auto">
          <a:xfrm>
            <a:off x="578126" y="2224831"/>
            <a:ext cx="4111435" cy="1384300"/>
          </a:xfrm>
          <a:prstGeom prst="rect">
            <a:avLst/>
          </a:prstGeom>
          <a:noFill/>
          <a:ln w="9525">
            <a:noFill/>
            <a:miter lim="800000"/>
            <a:headEnd/>
            <a:tailEnd/>
          </a:ln>
        </p:spPr>
        <p:txBody>
          <a:bodyPr wrap="square" lIns="68580" tIns="34290" rIns="68580" bIns="34290">
            <a:spAutoFit/>
          </a:bodyPr>
          <a:lstStyle>
            <a:lvl1pPr marL="265113" indent="-265113">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Font typeface="Wingdings" pitchFamily="2" charset="2"/>
              <a:buChar char="Ø"/>
            </a:pPr>
            <a:r>
              <a:rPr lang="zh-CN" altLang="en-US" sz="1500" dirty="0">
                <a:latin typeface="微软雅黑" panose="020B0503020204020204" pitchFamily="34" charset="-122"/>
                <a:ea typeface="微软雅黑" panose="020B0503020204020204" pitchFamily="34" charset="-122"/>
              </a:rPr>
              <a:t>常用尾端带有空心圆的短箭头表示数据信息，用尾端带有实心圆的短箭头表示控制信息。</a:t>
            </a:r>
            <a:endParaRPr lang="en-US" altLang="zh-CN" sz="1500" dirty="0">
              <a:latin typeface="微软雅黑" panose="020B0503020204020204" pitchFamily="34" charset="-122"/>
              <a:ea typeface="微软雅黑" panose="020B0503020204020204" pitchFamily="34" charset="-122"/>
            </a:endParaRPr>
          </a:p>
          <a:p>
            <a:pPr algn="just" eaLnBrk="1" hangingPunct="1">
              <a:spcBef>
                <a:spcPct val="50000"/>
              </a:spcBef>
              <a:buFont typeface="Wingdings" pitchFamily="2" charset="2"/>
              <a:buChar char="Ø"/>
            </a:pPr>
            <a:r>
              <a:rPr lang="zh-CN" altLang="en-US" sz="1500" dirty="0">
                <a:latin typeface="微软雅黑" panose="020B0503020204020204" pitchFamily="34" charset="-122"/>
                <a:ea typeface="微软雅黑" panose="020B0503020204020204" pitchFamily="34" charset="-122"/>
              </a:rPr>
              <a:t>有的结构图对这两种信息不加以区别，一律用注有信息名的短箭头来表示，如图所示。</a:t>
            </a:r>
          </a:p>
          <a:p>
            <a:pPr algn="just" eaLnBrk="1" hangingPunct="1">
              <a:spcBef>
                <a:spcPct val="20000"/>
              </a:spcBef>
            </a:pPr>
            <a:r>
              <a:rPr lang="zh-CN" altLang="en-US" sz="1500" dirty="0">
                <a:latin typeface="微软雅黑" panose="020B0503020204020204" pitchFamily="34" charset="-122"/>
                <a:ea typeface="微软雅黑" panose="020B0503020204020204" pitchFamily="34" charset="-122"/>
              </a:rPr>
              <a:t>　</a:t>
            </a:r>
          </a:p>
        </p:txBody>
      </p:sp>
      <p:grpSp>
        <p:nvGrpSpPr>
          <p:cNvPr id="2" name="组合 1">
            <a:extLst>
              <a:ext uri="{FF2B5EF4-FFF2-40B4-BE49-F238E27FC236}">
                <a16:creationId xmlns:a16="http://schemas.microsoft.com/office/drawing/2014/main" id="{DA0AE2CC-2B4F-D14F-8B67-B11D87113D30}"/>
              </a:ext>
            </a:extLst>
          </p:cNvPr>
          <p:cNvGrpSpPr/>
          <p:nvPr/>
        </p:nvGrpSpPr>
        <p:grpSpPr>
          <a:xfrm>
            <a:off x="5326104" y="2106952"/>
            <a:ext cx="3363278" cy="1909762"/>
            <a:chOff x="5326104" y="2106952"/>
            <a:chExt cx="3363278" cy="1909762"/>
          </a:xfrm>
        </p:grpSpPr>
        <p:sp>
          <p:nvSpPr>
            <p:cNvPr id="72" name="Text Box 4">
              <a:extLst>
                <a:ext uri="{FF2B5EF4-FFF2-40B4-BE49-F238E27FC236}">
                  <a16:creationId xmlns:a16="http://schemas.microsoft.com/office/drawing/2014/main" id="{6BC54F2C-A76F-F34C-9452-FBE0A9611E93}"/>
                </a:ext>
              </a:extLst>
            </p:cNvPr>
            <p:cNvSpPr txBox="1">
              <a:spLocks noChangeArrowheads="1"/>
            </p:cNvSpPr>
            <p:nvPr/>
          </p:nvSpPr>
          <p:spPr bwMode="auto">
            <a:xfrm>
              <a:off x="6174782" y="3578554"/>
              <a:ext cx="25146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spcBef>
                  <a:spcPct val="50000"/>
                </a:spcBef>
                <a:defRPr sz="1200">
                  <a:latin typeface="微软雅黑" panose="020B0503020204020204" pitchFamily="34" charset="-122"/>
                  <a:ea typeface="微软雅黑" panose="020B0503020204020204" pitchFamily="34" charset="-122"/>
                </a:defRPr>
              </a:lvl1pPr>
              <a:lvl2pPr marL="742950" indent="-285750">
                <a:defRPr>
                  <a:latin typeface="Arial" panose="020B0604020202020204" pitchFamily="34" charset="0"/>
                  <a:ea typeface="宋体" panose="02010600030101010101" pitchFamily="2" charset="-122"/>
                </a:defRPr>
              </a:lvl2pPr>
              <a:lvl3pPr marL="1143000" indent="-228600">
                <a:defRPr>
                  <a:latin typeface="Arial" panose="020B0604020202020204" pitchFamily="34" charset="0"/>
                  <a:ea typeface="宋体" panose="02010600030101010101" pitchFamily="2" charset="-122"/>
                </a:defRPr>
              </a:lvl3pPr>
              <a:lvl4pPr marL="1600200" indent="-228600">
                <a:defRPr>
                  <a:latin typeface="Arial" panose="020B0604020202020204" pitchFamily="34" charset="0"/>
                  <a:ea typeface="宋体" panose="02010600030101010101" pitchFamily="2" charset="-122"/>
                </a:defRPr>
              </a:lvl4pPr>
              <a:lvl5pPr marL="2057400" indent="-228600">
                <a:defRPr>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latin typeface="Arial" panose="020B0604020202020204" pitchFamily="34" charset="0"/>
                  <a:ea typeface="宋体" panose="02010600030101010101" pitchFamily="2" charset="-122"/>
                </a:defRPr>
              </a:lvl9pPr>
            </a:lstStyle>
            <a:p>
              <a:r>
                <a:rPr lang="zh-CN" altLang="en-US" dirty="0"/>
                <a:t>模块间接口的表示</a:t>
              </a:r>
            </a:p>
          </p:txBody>
        </p:sp>
        <p:sp>
          <p:nvSpPr>
            <p:cNvPr id="74" name="Rectangle 6">
              <a:extLst>
                <a:ext uri="{FF2B5EF4-FFF2-40B4-BE49-F238E27FC236}">
                  <a16:creationId xmlns:a16="http://schemas.microsoft.com/office/drawing/2014/main" id="{05CEE517-B838-0B4C-A4A5-7093F579BE4E}"/>
                </a:ext>
              </a:extLst>
            </p:cNvPr>
            <p:cNvSpPr>
              <a:spLocks noChangeArrowheads="1"/>
            </p:cNvSpPr>
            <p:nvPr/>
          </p:nvSpPr>
          <p:spPr bwMode="auto">
            <a:xfrm>
              <a:off x="6589119" y="2106952"/>
              <a:ext cx="1325563" cy="333542"/>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solidFill>
                    <a:srgbClr val="010000"/>
                  </a:solidFill>
                  <a:latin typeface="宋体" panose="02010600030101010101" pitchFamily="2" charset="-122"/>
                </a:rPr>
                <a:t>A</a:t>
              </a:r>
              <a:r>
                <a:rPr lang="zh-CN" altLang="en-US" sz="1400">
                  <a:solidFill>
                    <a:srgbClr val="010000"/>
                  </a:solidFill>
                  <a:latin typeface="宋体" panose="02010600030101010101" pitchFamily="2" charset="-122"/>
                </a:rPr>
                <a:t>查询学生成绩</a:t>
              </a:r>
            </a:p>
          </p:txBody>
        </p:sp>
        <p:sp>
          <p:nvSpPr>
            <p:cNvPr id="75" name="Line 7">
              <a:extLst>
                <a:ext uri="{FF2B5EF4-FFF2-40B4-BE49-F238E27FC236}">
                  <a16:creationId xmlns:a16="http://schemas.microsoft.com/office/drawing/2014/main" id="{8BB874D3-944B-B643-B246-8F8DFEBC3B3C}"/>
                </a:ext>
              </a:extLst>
            </p:cNvPr>
            <p:cNvSpPr>
              <a:spLocks noChangeShapeType="1"/>
            </p:cNvSpPr>
            <p:nvPr/>
          </p:nvSpPr>
          <p:spPr bwMode="auto">
            <a:xfrm>
              <a:off x="7266982" y="2440494"/>
              <a:ext cx="0" cy="488400"/>
            </a:xfrm>
            <a:prstGeom prst="line">
              <a:avLst/>
            </a:prstGeom>
            <a:noFill/>
            <a:ln w="38100">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76" name="Rectangle 8">
              <a:extLst>
                <a:ext uri="{FF2B5EF4-FFF2-40B4-BE49-F238E27FC236}">
                  <a16:creationId xmlns:a16="http://schemas.microsoft.com/office/drawing/2014/main" id="{91C22E77-B336-1B41-89D7-FDEB2F84CD75}"/>
                </a:ext>
              </a:extLst>
            </p:cNvPr>
            <p:cNvSpPr>
              <a:spLocks noChangeArrowheads="1"/>
            </p:cNvSpPr>
            <p:nvPr/>
          </p:nvSpPr>
          <p:spPr bwMode="auto">
            <a:xfrm>
              <a:off x="6557369" y="2916981"/>
              <a:ext cx="1357313" cy="333542"/>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solidFill>
                    <a:srgbClr val="010000"/>
                  </a:solidFill>
                  <a:latin typeface="宋体" panose="02010600030101010101" pitchFamily="2" charset="-122"/>
                </a:rPr>
                <a:t>B</a:t>
              </a:r>
              <a:r>
                <a:rPr lang="zh-CN" altLang="en-US" sz="1400">
                  <a:solidFill>
                    <a:srgbClr val="010000"/>
                  </a:solidFill>
                  <a:latin typeface="宋体" panose="02010600030101010101" pitchFamily="2" charset="-122"/>
                </a:rPr>
                <a:t>查找学生记录</a:t>
              </a:r>
            </a:p>
          </p:txBody>
        </p:sp>
        <p:sp>
          <p:nvSpPr>
            <p:cNvPr id="77" name="Rectangle 9">
              <a:extLst>
                <a:ext uri="{FF2B5EF4-FFF2-40B4-BE49-F238E27FC236}">
                  <a16:creationId xmlns:a16="http://schemas.microsoft.com/office/drawing/2014/main" id="{EF1088E8-6961-164C-8DBF-B8014DB96F3F}"/>
                </a:ext>
              </a:extLst>
            </p:cNvPr>
            <p:cNvSpPr>
              <a:spLocks noChangeArrowheads="1"/>
            </p:cNvSpPr>
            <p:nvPr/>
          </p:nvSpPr>
          <p:spPr bwMode="auto">
            <a:xfrm>
              <a:off x="6881219" y="2435729"/>
              <a:ext cx="441325" cy="307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a:latin typeface="楷体_GB2312" panose="02010609030101010101" pitchFamily="49" charset="-122"/>
                </a:rPr>
                <a:t>○</a:t>
              </a:r>
            </a:p>
          </p:txBody>
        </p:sp>
        <p:sp>
          <p:nvSpPr>
            <p:cNvPr id="78" name="Text Box 10">
              <a:extLst>
                <a:ext uri="{FF2B5EF4-FFF2-40B4-BE49-F238E27FC236}">
                  <a16:creationId xmlns:a16="http://schemas.microsoft.com/office/drawing/2014/main" id="{9BEFF460-D030-FD4A-ADBD-6A1B30965C70}"/>
                </a:ext>
              </a:extLst>
            </p:cNvPr>
            <p:cNvSpPr txBox="1">
              <a:spLocks noChangeArrowheads="1"/>
            </p:cNvSpPr>
            <p:nvPr/>
          </p:nvSpPr>
          <p:spPr bwMode="auto">
            <a:xfrm>
              <a:off x="6500643" y="2547506"/>
              <a:ext cx="502878" cy="271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1438"/>
                </a:lnSpc>
              </a:pPr>
              <a:r>
                <a:rPr lang="zh-CN" altLang="en-US" sz="1200" dirty="0">
                  <a:latin typeface="宋体" panose="02010600030101010101" pitchFamily="2" charset="-122"/>
                </a:rPr>
                <a:t>学号</a:t>
              </a:r>
            </a:p>
          </p:txBody>
        </p:sp>
        <p:sp>
          <p:nvSpPr>
            <p:cNvPr id="82" name="Oval 12">
              <a:extLst>
                <a:ext uri="{FF2B5EF4-FFF2-40B4-BE49-F238E27FC236}">
                  <a16:creationId xmlns:a16="http://schemas.microsoft.com/office/drawing/2014/main" id="{E79CADE0-0D77-CE40-85D8-2D46F613C022}"/>
                </a:ext>
              </a:extLst>
            </p:cNvPr>
            <p:cNvSpPr>
              <a:spLocks noChangeArrowheads="1"/>
            </p:cNvSpPr>
            <p:nvPr/>
          </p:nvSpPr>
          <p:spPr bwMode="auto">
            <a:xfrm>
              <a:off x="7380963" y="2731150"/>
              <a:ext cx="104775" cy="109597"/>
            </a:xfrm>
            <a:prstGeom prst="ellipse">
              <a:avLst/>
            </a:prstGeom>
            <a:solidFill>
              <a:schemeClr val="tx1"/>
            </a:solid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83" name="Line 13">
              <a:extLst>
                <a:ext uri="{FF2B5EF4-FFF2-40B4-BE49-F238E27FC236}">
                  <a16:creationId xmlns:a16="http://schemas.microsoft.com/office/drawing/2014/main" id="{C9883176-D759-4F44-8CD2-25B867F47236}"/>
                </a:ext>
              </a:extLst>
            </p:cNvPr>
            <p:cNvSpPr>
              <a:spLocks noChangeShapeType="1"/>
            </p:cNvSpPr>
            <p:nvPr/>
          </p:nvSpPr>
          <p:spPr bwMode="auto">
            <a:xfrm flipV="1">
              <a:off x="7432082" y="2521496"/>
              <a:ext cx="0" cy="195360"/>
            </a:xfrm>
            <a:prstGeom prst="line">
              <a:avLst/>
            </a:prstGeom>
            <a:noFill/>
            <a:ln w="15875">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80" name="Text Box 14">
              <a:extLst>
                <a:ext uri="{FF2B5EF4-FFF2-40B4-BE49-F238E27FC236}">
                  <a16:creationId xmlns:a16="http://schemas.microsoft.com/office/drawing/2014/main" id="{3BD8062F-B795-DC40-8D95-190770E33FCA}"/>
                </a:ext>
              </a:extLst>
            </p:cNvPr>
            <p:cNvSpPr txBox="1">
              <a:spLocks noChangeArrowheads="1"/>
            </p:cNvSpPr>
            <p:nvPr/>
          </p:nvSpPr>
          <p:spPr bwMode="auto">
            <a:xfrm>
              <a:off x="7535481" y="2474230"/>
              <a:ext cx="75438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100" dirty="0">
                  <a:latin typeface="宋体" panose="02010600030101010101" pitchFamily="2" charset="-122"/>
                </a:rPr>
                <a:t>查找成功的信号</a:t>
              </a:r>
            </a:p>
          </p:txBody>
        </p:sp>
        <p:sp>
          <p:nvSpPr>
            <p:cNvPr id="81" name="Line 15">
              <a:extLst>
                <a:ext uri="{FF2B5EF4-FFF2-40B4-BE49-F238E27FC236}">
                  <a16:creationId xmlns:a16="http://schemas.microsoft.com/office/drawing/2014/main" id="{3D37692A-A9E4-D14F-AAA4-F52B833B35B6}"/>
                </a:ext>
              </a:extLst>
            </p:cNvPr>
            <p:cNvSpPr>
              <a:spLocks noChangeShapeType="1"/>
            </p:cNvSpPr>
            <p:nvPr/>
          </p:nvSpPr>
          <p:spPr bwMode="auto">
            <a:xfrm>
              <a:off x="7101840" y="2634524"/>
              <a:ext cx="3217" cy="220514"/>
            </a:xfrm>
            <a:prstGeom prst="line">
              <a:avLst/>
            </a:prstGeom>
            <a:noFill/>
            <a:ln w="15875">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86" name="Text Box 20">
              <a:extLst>
                <a:ext uri="{FF2B5EF4-FFF2-40B4-BE49-F238E27FC236}">
                  <a16:creationId xmlns:a16="http://schemas.microsoft.com/office/drawing/2014/main" id="{BB61C56C-AF3F-BB45-95ED-F134969B8862}"/>
                </a:ext>
              </a:extLst>
            </p:cNvPr>
            <p:cNvSpPr txBox="1">
              <a:spLocks noChangeArrowheads="1"/>
            </p:cNvSpPr>
            <p:nvPr/>
          </p:nvSpPr>
          <p:spPr bwMode="auto">
            <a:xfrm>
              <a:off x="5436594" y="3700802"/>
              <a:ext cx="11430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endParaRPr lang="zh-CN" altLang="zh-CN" sz="1600"/>
            </a:p>
          </p:txBody>
        </p:sp>
        <p:sp>
          <p:nvSpPr>
            <p:cNvPr id="95" name="Rectangle 24">
              <a:extLst>
                <a:ext uri="{FF2B5EF4-FFF2-40B4-BE49-F238E27FC236}">
                  <a16:creationId xmlns:a16="http://schemas.microsoft.com/office/drawing/2014/main" id="{F74593DC-5CEE-9D43-8526-77D26A5186DA}"/>
                </a:ext>
              </a:extLst>
            </p:cNvPr>
            <p:cNvSpPr>
              <a:spLocks noChangeArrowheads="1"/>
            </p:cNvSpPr>
            <p:nvPr/>
          </p:nvSpPr>
          <p:spPr bwMode="auto">
            <a:xfrm rot="16249947">
              <a:off x="5482446" y="2190640"/>
              <a:ext cx="29215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latin typeface="楷体_GB2312" panose="02010609030101010101" pitchFamily="49" charset="-122"/>
                </a:rPr>
                <a:t>○</a:t>
              </a:r>
            </a:p>
          </p:txBody>
        </p:sp>
        <p:sp>
          <p:nvSpPr>
            <p:cNvPr id="96" name="Line 25">
              <a:extLst>
                <a:ext uri="{FF2B5EF4-FFF2-40B4-BE49-F238E27FC236}">
                  <a16:creationId xmlns:a16="http://schemas.microsoft.com/office/drawing/2014/main" id="{CAB3F2F6-8BBC-3746-AB0C-CE02D8D37282}"/>
                </a:ext>
              </a:extLst>
            </p:cNvPr>
            <p:cNvSpPr>
              <a:spLocks noChangeShapeType="1"/>
            </p:cNvSpPr>
            <p:nvPr/>
          </p:nvSpPr>
          <p:spPr bwMode="auto">
            <a:xfrm rot="16249947">
              <a:off x="5811438" y="2184297"/>
              <a:ext cx="744" cy="250320"/>
            </a:xfrm>
            <a:prstGeom prst="line">
              <a:avLst/>
            </a:prstGeom>
            <a:noFill/>
            <a:ln w="9525">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93" name="Oval 27">
              <a:extLst>
                <a:ext uri="{FF2B5EF4-FFF2-40B4-BE49-F238E27FC236}">
                  <a16:creationId xmlns:a16="http://schemas.microsoft.com/office/drawing/2014/main" id="{FF670F08-DEB1-1D44-AD98-BD1ED605669A}"/>
                </a:ext>
              </a:extLst>
            </p:cNvPr>
            <p:cNvSpPr>
              <a:spLocks noChangeArrowheads="1"/>
            </p:cNvSpPr>
            <p:nvPr/>
          </p:nvSpPr>
          <p:spPr bwMode="auto">
            <a:xfrm rot="5546162">
              <a:off x="5575172" y="2805964"/>
              <a:ext cx="111598" cy="106727"/>
            </a:xfrm>
            <a:prstGeom prst="ellipse">
              <a:avLst/>
            </a:prstGeom>
            <a:solidFill>
              <a:schemeClr val="tx1"/>
            </a:solid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94" name="Line 28">
              <a:extLst>
                <a:ext uri="{FF2B5EF4-FFF2-40B4-BE49-F238E27FC236}">
                  <a16:creationId xmlns:a16="http://schemas.microsoft.com/office/drawing/2014/main" id="{01B76EC1-AB62-284E-9F0B-A3BC1DB120F6}"/>
                </a:ext>
              </a:extLst>
            </p:cNvPr>
            <p:cNvSpPr>
              <a:spLocks noChangeShapeType="1"/>
            </p:cNvSpPr>
            <p:nvPr/>
          </p:nvSpPr>
          <p:spPr bwMode="auto">
            <a:xfrm>
              <a:off x="5676835" y="2851598"/>
              <a:ext cx="284269" cy="0"/>
            </a:xfrm>
            <a:prstGeom prst="line">
              <a:avLst/>
            </a:prstGeom>
            <a:noFill/>
            <a:ln w="9525">
              <a:solidFill>
                <a:schemeClr val="tx1"/>
              </a:solidFill>
              <a:round/>
              <a:headEnd/>
              <a:tailEnd type="triangle" w="med" len="me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mn-lt"/>
                <a:ea typeface="+mn-ea"/>
              </a:endParaRPr>
            </a:p>
          </p:txBody>
        </p:sp>
        <p:sp>
          <p:nvSpPr>
            <p:cNvPr id="89" name="Text Box 29">
              <a:extLst>
                <a:ext uri="{FF2B5EF4-FFF2-40B4-BE49-F238E27FC236}">
                  <a16:creationId xmlns:a16="http://schemas.microsoft.com/office/drawing/2014/main" id="{E2B93C31-3310-0145-969C-8B056EDBD460}"/>
                </a:ext>
              </a:extLst>
            </p:cNvPr>
            <p:cNvSpPr txBox="1">
              <a:spLocks noChangeArrowheads="1"/>
            </p:cNvSpPr>
            <p:nvPr/>
          </p:nvSpPr>
          <p:spPr bwMode="auto">
            <a:xfrm>
              <a:off x="5326104" y="2421120"/>
              <a:ext cx="990600" cy="307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t>数据信息</a:t>
              </a:r>
            </a:p>
          </p:txBody>
        </p:sp>
        <p:sp>
          <p:nvSpPr>
            <p:cNvPr id="90" name="Text Box 30">
              <a:extLst>
                <a:ext uri="{FF2B5EF4-FFF2-40B4-BE49-F238E27FC236}">
                  <a16:creationId xmlns:a16="http://schemas.microsoft.com/office/drawing/2014/main" id="{F2AB00BB-F7BC-2341-92D6-77858B57D190}"/>
                </a:ext>
              </a:extLst>
            </p:cNvPr>
            <p:cNvSpPr txBox="1">
              <a:spLocks noChangeArrowheads="1"/>
            </p:cNvSpPr>
            <p:nvPr/>
          </p:nvSpPr>
          <p:spPr bwMode="auto">
            <a:xfrm>
              <a:off x="5326104" y="2936264"/>
              <a:ext cx="990600" cy="307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t>控制信息</a:t>
              </a:r>
            </a:p>
          </p:txBody>
        </p:sp>
      </p:grpSp>
      <p:sp>
        <p:nvSpPr>
          <p:cNvPr id="97" name="Rectangle 32">
            <a:extLst>
              <a:ext uri="{FF2B5EF4-FFF2-40B4-BE49-F238E27FC236}">
                <a16:creationId xmlns:a16="http://schemas.microsoft.com/office/drawing/2014/main" id="{68022238-7C3F-4D49-8982-AC73FC6D8BB2}"/>
              </a:ext>
            </a:extLst>
          </p:cNvPr>
          <p:cNvSpPr>
            <a:spLocks noChangeArrowheads="1"/>
          </p:cNvSpPr>
          <p:nvPr/>
        </p:nvSpPr>
        <p:spPr bwMode="auto">
          <a:xfrm>
            <a:off x="601939" y="4237864"/>
            <a:ext cx="4044689"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68288" indent="-268288" algn="just" eaLnBrk="1" hangingPunct="1">
              <a:spcBef>
                <a:spcPct val="20000"/>
              </a:spcBef>
              <a:buFont typeface="Wingdings" pitchFamily="2" charset="2"/>
              <a:buChar char="Ø"/>
            </a:pPr>
            <a:r>
              <a:rPr lang="zh-CN" altLang="en-US" sz="1500" dirty="0">
                <a:latin typeface="微软雅黑" panose="020B0503020204020204" pitchFamily="34" charset="-122"/>
                <a:ea typeface="微软雅黑" panose="020B0503020204020204" pitchFamily="34" charset="-122"/>
              </a:rPr>
              <a:t>为了进一步描述模块间的调用关系，还可使用两种辅助符号。</a:t>
            </a:r>
          </a:p>
        </p:txBody>
      </p:sp>
      <p:grpSp>
        <p:nvGrpSpPr>
          <p:cNvPr id="3" name="组合 2">
            <a:extLst>
              <a:ext uri="{FF2B5EF4-FFF2-40B4-BE49-F238E27FC236}">
                <a16:creationId xmlns:a16="http://schemas.microsoft.com/office/drawing/2014/main" id="{F1CD5A16-4C06-514C-BB14-E418AB3A828D}"/>
              </a:ext>
            </a:extLst>
          </p:cNvPr>
          <p:cNvGrpSpPr/>
          <p:nvPr/>
        </p:nvGrpSpPr>
        <p:grpSpPr>
          <a:xfrm>
            <a:off x="5028289" y="4379323"/>
            <a:ext cx="3549650" cy="1951843"/>
            <a:chOff x="5028289" y="4379323"/>
            <a:chExt cx="3549650" cy="1951843"/>
          </a:xfrm>
        </p:grpSpPr>
        <p:sp>
          <p:nvSpPr>
            <p:cNvPr id="99" name="Text Box 34">
              <a:extLst>
                <a:ext uri="{FF2B5EF4-FFF2-40B4-BE49-F238E27FC236}">
                  <a16:creationId xmlns:a16="http://schemas.microsoft.com/office/drawing/2014/main" id="{B6CA2021-3D9F-E446-A91A-1A83F87C4B22}"/>
                </a:ext>
              </a:extLst>
            </p:cNvPr>
            <p:cNvSpPr txBox="1">
              <a:spLocks noChangeArrowheads="1"/>
            </p:cNvSpPr>
            <p:nvPr/>
          </p:nvSpPr>
          <p:spPr bwMode="auto">
            <a:xfrm>
              <a:off x="6390364" y="6054167"/>
              <a:ext cx="203676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1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辅助符号</a:t>
              </a:r>
            </a:p>
          </p:txBody>
        </p:sp>
        <p:sp>
          <p:nvSpPr>
            <p:cNvPr id="101" name="Rectangle 36">
              <a:extLst>
                <a:ext uri="{FF2B5EF4-FFF2-40B4-BE49-F238E27FC236}">
                  <a16:creationId xmlns:a16="http://schemas.microsoft.com/office/drawing/2014/main" id="{97EDEB62-CB3D-0848-B1AC-A5C8651C2A8C}"/>
                </a:ext>
              </a:extLst>
            </p:cNvPr>
            <p:cNvSpPr>
              <a:spLocks noChangeArrowheads="1"/>
            </p:cNvSpPr>
            <p:nvPr/>
          </p:nvSpPr>
          <p:spPr bwMode="auto">
            <a:xfrm>
              <a:off x="5563277" y="4385278"/>
              <a:ext cx="508000" cy="219169"/>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10000"/>
                  </a:solidFill>
                  <a:latin typeface="宋体" panose="02010600030101010101" pitchFamily="2" charset="-122"/>
                </a:rPr>
                <a:t>A</a:t>
              </a:r>
            </a:p>
          </p:txBody>
        </p:sp>
        <p:sp>
          <p:nvSpPr>
            <p:cNvPr id="102" name="Rectangle 37">
              <a:extLst>
                <a:ext uri="{FF2B5EF4-FFF2-40B4-BE49-F238E27FC236}">
                  <a16:creationId xmlns:a16="http://schemas.microsoft.com/office/drawing/2014/main" id="{B2B151AC-C86D-E845-84E4-166BD7EB7831}"/>
                </a:ext>
              </a:extLst>
            </p:cNvPr>
            <p:cNvSpPr>
              <a:spLocks noChangeArrowheads="1"/>
            </p:cNvSpPr>
            <p:nvPr/>
          </p:nvSpPr>
          <p:spPr bwMode="auto">
            <a:xfrm>
              <a:off x="5028289" y="5192870"/>
              <a:ext cx="506413" cy="220361"/>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10000"/>
                  </a:solidFill>
                  <a:latin typeface="宋体" panose="02010600030101010101" pitchFamily="2" charset="-122"/>
                </a:rPr>
                <a:t>B</a:t>
              </a:r>
            </a:p>
          </p:txBody>
        </p:sp>
        <p:sp>
          <p:nvSpPr>
            <p:cNvPr id="104" name="Rectangle 39">
              <a:extLst>
                <a:ext uri="{FF2B5EF4-FFF2-40B4-BE49-F238E27FC236}">
                  <a16:creationId xmlns:a16="http://schemas.microsoft.com/office/drawing/2014/main" id="{84A73265-FD4B-FF46-A82D-030BAD4868D1}"/>
                </a:ext>
              </a:extLst>
            </p:cNvPr>
            <p:cNvSpPr>
              <a:spLocks noChangeArrowheads="1"/>
            </p:cNvSpPr>
            <p:nvPr/>
          </p:nvSpPr>
          <p:spPr bwMode="auto">
            <a:xfrm>
              <a:off x="6118902" y="5200016"/>
              <a:ext cx="508000" cy="220361"/>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010000"/>
                  </a:solidFill>
                  <a:latin typeface="宋体" panose="02010600030101010101" pitchFamily="2" charset="-122"/>
                </a:rPr>
                <a:t>C</a:t>
              </a:r>
            </a:p>
          </p:txBody>
        </p:sp>
        <p:sp>
          <p:nvSpPr>
            <p:cNvPr id="105" name="Line 40">
              <a:extLst>
                <a:ext uri="{FF2B5EF4-FFF2-40B4-BE49-F238E27FC236}">
                  <a16:creationId xmlns:a16="http://schemas.microsoft.com/office/drawing/2014/main" id="{1E18C266-3B76-0C48-9BF5-90AB75732229}"/>
                </a:ext>
              </a:extLst>
            </p:cNvPr>
            <p:cNvSpPr>
              <a:spLocks noChangeShapeType="1"/>
            </p:cNvSpPr>
            <p:nvPr/>
          </p:nvSpPr>
          <p:spPr bwMode="auto">
            <a:xfrm flipH="1">
              <a:off x="5259936" y="4692592"/>
              <a:ext cx="490665" cy="506233"/>
            </a:xfrm>
            <a:prstGeom prst="line">
              <a:avLst/>
            </a:prstGeom>
            <a:noFill/>
            <a:ln w="28575">
              <a:solidFill>
                <a:schemeClr val="tx1"/>
              </a:solidFill>
              <a:round/>
              <a:headEnd/>
              <a:tailEnd type="triangle" w="sm" len="med"/>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07" name="Line 42">
              <a:extLst>
                <a:ext uri="{FF2B5EF4-FFF2-40B4-BE49-F238E27FC236}">
                  <a16:creationId xmlns:a16="http://schemas.microsoft.com/office/drawing/2014/main" id="{1B28AA27-A6CE-E244-A219-D5FA09716337}"/>
                </a:ext>
              </a:extLst>
            </p:cNvPr>
            <p:cNvSpPr>
              <a:spLocks noChangeShapeType="1"/>
            </p:cNvSpPr>
            <p:nvPr/>
          </p:nvSpPr>
          <p:spPr bwMode="auto">
            <a:xfrm>
              <a:off x="5901415" y="4692592"/>
              <a:ext cx="490666" cy="506233"/>
            </a:xfrm>
            <a:prstGeom prst="line">
              <a:avLst/>
            </a:prstGeom>
            <a:noFill/>
            <a:ln w="28575">
              <a:solidFill>
                <a:schemeClr val="tx1"/>
              </a:solidFill>
              <a:round/>
              <a:headEnd/>
              <a:tailEnd type="triangle" w="sm" len="med"/>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08" name="Text Box 43">
              <a:extLst>
                <a:ext uri="{FF2B5EF4-FFF2-40B4-BE49-F238E27FC236}">
                  <a16:creationId xmlns:a16="http://schemas.microsoft.com/office/drawing/2014/main" id="{BD750483-53F4-8A44-A0CE-A0B6ACC51D54}"/>
                </a:ext>
              </a:extLst>
            </p:cNvPr>
            <p:cNvSpPr txBox="1">
              <a:spLocks noChangeArrowheads="1"/>
            </p:cNvSpPr>
            <p:nvPr/>
          </p:nvSpPr>
          <p:spPr bwMode="auto">
            <a:xfrm>
              <a:off x="5352139" y="5496610"/>
              <a:ext cx="119221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宋体" panose="02010600030101010101" pitchFamily="2" charset="-122"/>
                </a:rPr>
                <a:t>条件选择</a:t>
              </a:r>
            </a:p>
          </p:txBody>
        </p:sp>
        <p:sp>
          <p:nvSpPr>
            <p:cNvPr id="109" name="Rectangle 44">
              <a:extLst>
                <a:ext uri="{FF2B5EF4-FFF2-40B4-BE49-F238E27FC236}">
                  <a16:creationId xmlns:a16="http://schemas.microsoft.com/office/drawing/2014/main" id="{DC694C0B-8BD3-AE47-A631-5BDCF48BE348}"/>
                </a:ext>
              </a:extLst>
            </p:cNvPr>
            <p:cNvSpPr>
              <a:spLocks noChangeArrowheads="1"/>
            </p:cNvSpPr>
            <p:nvPr/>
          </p:nvSpPr>
          <p:spPr bwMode="auto">
            <a:xfrm>
              <a:off x="7447638" y="4379323"/>
              <a:ext cx="506413" cy="219169"/>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10000"/>
                  </a:solidFill>
                  <a:latin typeface="宋体" panose="02010600030101010101" pitchFamily="2" charset="-122"/>
                </a:rPr>
                <a:t>A</a:t>
              </a:r>
            </a:p>
          </p:txBody>
        </p:sp>
        <p:sp>
          <p:nvSpPr>
            <p:cNvPr id="110" name="Rectangle 45">
              <a:extLst>
                <a:ext uri="{FF2B5EF4-FFF2-40B4-BE49-F238E27FC236}">
                  <a16:creationId xmlns:a16="http://schemas.microsoft.com/office/drawing/2014/main" id="{4839A210-391A-5142-B51A-D87D05DE8A60}"/>
                </a:ext>
              </a:extLst>
            </p:cNvPr>
            <p:cNvSpPr>
              <a:spLocks noChangeArrowheads="1"/>
            </p:cNvSpPr>
            <p:nvPr/>
          </p:nvSpPr>
          <p:spPr bwMode="auto">
            <a:xfrm>
              <a:off x="6852327" y="5194061"/>
              <a:ext cx="508000" cy="219169"/>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10000"/>
                  </a:solidFill>
                  <a:latin typeface="宋体" panose="02010600030101010101" pitchFamily="2" charset="-122"/>
                </a:rPr>
                <a:t>B</a:t>
              </a:r>
            </a:p>
          </p:txBody>
        </p:sp>
        <p:sp>
          <p:nvSpPr>
            <p:cNvPr id="111" name="Rectangle 46">
              <a:extLst>
                <a:ext uri="{FF2B5EF4-FFF2-40B4-BE49-F238E27FC236}">
                  <a16:creationId xmlns:a16="http://schemas.microsoft.com/office/drawing/2014/main" id="{520E2C25-8391-E148-8559-2A2C49CB9538}"/>
                </a:ext>
              </a:extLst>
            </p:cNvPr>
            <p:cNvSpPr>
              <a:spLocks noChangeArrowheads="1"/>
            </p:cNvSpPr>
            <p:nvPr/>
          </p:nvSpPr>
          <p:spPr bwMode="auto">
            <a:xfrm>
              <a:off x="7447639" y="5202399"/>
              <a:ext cx="506413" cy="220361"/>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10000"/>
                  </a:solidFill>
                  <a:latin typeface="宋体" panose="02010600030101010101" pitchFamily="2" charset="-122"/>
                </a:rPr>
                <a:t>C</a:t>
              </a:r>
            </a:p>
          </p:txBody>
        </p:sp>
        <p:sp>
          <p:nvSpPr>
            <p:cNvPr id="112" name="Rectangle 47">
              <a:extLst>
                <a:ext uri="{FF2B5EF4-FFF2-40B4-BE49-F238E27FC236}">
                  <a16:creationId xmlns:a16="http://schemas.microsoft.com/office/drawing/2014/main" id="{78B6AD32-5C2B-3741-A26F-D0032A16540F}"/>
                </a:ext>
              </a:extLst>
            </p:cNvPr>
            <p:cNvSpPr>
              <a:spLocks noChangeArrowheads="1"/>
            </p:cNvSpPr>
            <p:nvPr/>
          </p:nvSpPr>
          <p:spPr bwMode="auto">
            <a:xfrm>
              <a:off x="8069939" y="5201208"/>
              <a:ext cx="508000" cy="219169"/>
            </a:xfrm>
            <a:prstGeom prst="rect">
              <a:avLst/>
            </a:prstGeom>
            <a:solidFill>
              <a:srgbClr val="FFFF66"/>
            </a:solidFill>
            <a:ln w="28575">
              <a:solidFill>
                <a:srgbClr val="FF5050"/>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10000"/>
                  </a:solidFill>
                  <a:latin typeface="宋体" panose="02010600030101010101" pitchFamily="2" charset="-122"/>
                </a:rPr>
                <a:t>D</a:t>
              </a:r>
            </a:p>
          </p:txBody>
        </p:sp>
        <p:sp>
          <p:nvSpPr>
            <p:cNvPr id="113" name="Line 48">
              <a:extLst>
                <a:ext uri="{FF2B5EF4-FFF2-40B4-BE49-F238E27FC236}">
                  <a16:creationId xmlns:a16="http://schemas.microsoft.com/office/drawing/2014/main" id="{238D8D86-D4B0-D742-ADA6-6B615A804A3D}"/>
                </a:ext>
              </a:extLst>
            </p:cNvPr>
            <p:cNvSpPr>
              <a:spLocks noChangeShapeType="1"/>
            </p:cNvSpPr>
            <p:nvPr/>
          </p:nvSpPr>
          <p:spPr bwMode="auto">
            <a:xfrm flipH="1">
              <a:off x="7028538" y="4612263"/>
              <a:ext cx="660379" cy="577034"/>
            </a:xfrm>
            <a:prstGeom prst="line">
              <a:avLst/>
            </a:prstGeom>
            <a:noFill/>
            <a:ln w="28575">
              <a:solidFill>
                <a:schemeClr val="tx1"/>
              </a:solidFill>
              <a:round/>
              <a:headEnd/>
              <a:tailEnd type="triangle" w="sm" len="med"/>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14" name="Line 49">
              <a:extLst>
                <a:ext uri="{FF2B5EF4-FFF2-40B4-BE49-F238E27FC236}">
                  <a16:creationId xmlns:a16="http://schemas.microsoft.com/office/drawing/2014/main" id="{1563E132-B07F-9D48-8CFE-0838B0429644}"/>
                </a:ext>
              </a:extLst>
            </p:cNvPr>
            <p:cNvSpPr>
              <a:spLocks noChangeShapeType="1"/>
            </p:cNvSpPr>
            <p:nvPr/>
          </p:nvSpPr>
          <p:spPr bwMode="auto">
            <a:xfrm>
              <a:off x="7704814" y="4598492"/>
              <a:ext cx="0" cy="600333"/>
            </a:xfrm>
            <a:prstGeom prst="line">
              <a:avLst/>
            </a:prstGeom>
            <a:noFill/>
            <a:ln w="28575">
              <a:solidFill>
                <a:schemeClr val="tx1"/>
              </a:solidFill>
              <a:round/>
              <a:headEnd/>
              <a:tailEnd type="triangle" w="sm" len="med"/>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15" name="Line 50">
              <a:extLst>
                <a:ext uri="{FF2B5EF4-FFF2-40B4-BE49-F238E27FC236}">
                  <a16:creationId xmlns:a16="http://schemas.microsoft.com/office/drawing/2014/main" id="{5F8F51A9-B3C8-5D4D-A05E-506937774AD4}"/>
                </a:ext>
              </a:extLst>
            </p:cNvPr>
            <p:cNvSpPr>
              <a:spLocks noChangeShapeType="1"/>
            </p:cNvSpPr>
            <p:nvPr/>
          </p:nvSpPr>
          <p:spPr bwMode="auto">
            <a:xfrm>
              <a:off x="7717544" y="4618073"/>
              <a:ext cx="660370" cy="580752"/>
            </a:xfrm>
            <a:prstGeom prst="line">
              <a:avLst/>
            </a:prstGeom>
            <a:noFill/>
            <a:ln w="28575">
              <a:solidFill>
                <a:schemeClr val="tx1"/>
              </a:solidFill>
              <a:round/>
              <a:headEnd/>
              <a:tailEnd type="triangle" w="sm" len="med"/>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16" name="Text Box 51">
              <a:extLst>
                <a:ext uri="{FF2B5EF4-FFF2-40B4-BE49-F238E27FC236}">
                  <a16:creationId xmlns:a16="http://schemas.microsoft.com/office/drawing/2014/main" id="{DF511F18-4014-2E4D-A5E8-DE09011BE892}"/>
                </a:ext>
              </a:extLst>
            </p:cNvPr>
            <p:cNvSpPr txBox="1">
              <a:spLocks noChangeArrowheads="1"/>
            </p:cNvSpPr>
            <p:nvPr/>
          </p:nvSpPr>
          <p:spPr bwMode="auto">
            <a:xfrm>
              <a:off x="7377789" y="5494228"/>
              <a:ext cx="10493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宋体" panose="02010600030101010101" pitchFamily="2" charset="-122"/>
                </a:rPr>
                <a:t>循 环</a:t>
              </a:r>
            </a:p>
          </p:txBody>
        </p:sp>
        <p:sp>
          <p:nvSpPr>
            <p:cNvPr id="117" name="Freeform 52">
              <a:extLst>
                <a:ext uri="{FF2B5EF4-FFF2-40B4-BE49-F238E27FC236}">
                  <a16:creationId xmlns:a16="http://schemas.microsoft.com/office/drawing/2014/main" id="{E756BC71-09DE-2F44-B1A1-5B9DFFDB3E62}"/>
                </a:ext>
              </a:extLst>
            </p:cNvPr>
            <p:cNvSpPr>
              <a:spLocks/>
            </p:cNvSpPr>
            <p:nvPr/>
          </p:nvSpPr>
          <p:spPr bwMode="auto">
            <a:xfrm>
              <a:off x="7415815" y="4651809"/>
              <a:ext cx="551178" cy="151275"/>
            </a:xfrm>
            <a:custGeom>
              <a:avLst/>
              <a:gdLst/>
              <a:ahLst/>
              <a:cxnLst>
                <a:cxn ang="0">
                  <a:pos x="151" y="0"/>
                </a:cxn>
                <a:cxn ang="0">
                  <a:pos x="29" y="98"/>
                </a:cxn>
                <a:cxn ang="0">
                  <a:pos x="323" y="147"/>
                </a:cxn>
                <a:cxn ang="0">
                  <a:pos x="544" y="74"/>
                </a:cxn>
                <a:cxn ang="0">
                  <a:pos x="421" y="0"/>
                </a:cxn>
              </a:cxnLst>
              <a:rect l="0" t="0" r="r" b="b"/>
              <a:pathLst>
                <a:path w="560" h="151">
                  <a:moveTo>
                    <a:pt x="151" y="0"/>
                  </a:moveTo>
                  <a:cubicBezTo>
                    <a:pt x="75" y="36"/>
                    <a:pt x="0" y="73"/>
                    <a:pt x="29" y="98"/>
                  </a:cubicBezTo>
                  <a:cubicBezTo>
                    <a:pt x="58" y="123"/>
                    <a:pt x="237" y="151"/>
                    <a:pt x="323" y="147"/>
                  </a:cubicBezTo>
                  <a:cubicBezTo>
                    <a:pt x="409" y="143"/>
                    <a:pt x="528" y="99"/>
                    <a:pt x="544" y="74"/>
                  </a:cubicBezTo>
                  <a:cubicBezTo>
                    <a:pt x="560" y="49"/>
                    <a:pt x="444" y="12"/>
                    <a:pt x="421" y="0"/>
                  </a:cubicBezTo>
                </a:path>
              </a:pathLst>
            </a:custGeom>
            <a:noFill/>
            <a:ln w="28575" cap="flat" cmpd="sng">
              <a:solidFill>
                <a:schemeClr val="tx1"/>
              </a:solidFill>
              <a:prstDash val="solid"/>
              <a:round/>
              <a:headEnd type="none" w="med" len="med"/>
              <a:tailEnd type="none" w="med" len="med"/>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18" name="Line 53">
              <a:extLst>
                <a:ext uri="{FF2B5EF4-FFF2-40B4-BE49-F238E27FC236}">
                  <a16:creationId xmlns:a16="http://schemas.microsoft.com/office/drawing/2014/main" id="{33E40B3C-1B0C-544E-8FDE-30A8B50F5A7D}"/>
                </a:ext>
              </a:extLst>
            </p:cNvPr>
            <p:cNvSpPr>
              <a:spLocks noChangeShapeType="1"/>
            </p:cNvSpPr>
            <p:nvPr/>
          </p:nvSpPr>
          <p:spPr bwMode="auto">
            <a:xfrm flipH="1" flipV="1">
              <a:off x="7764387" y="4618073"/>
              <a:ext cx="92075" cy="36925"/>
            </a:xfrm>
            <a:prstGeom prst="line">
              <a:avLst/>
            </a:prstGeom>
            <a:noFill/>
            <a:ln w="28575">
              <a:solidFill>
                <a:schemeClr val="tx1"/>
              </a:solidFill>
              <a:round/>
              <a:headEnd/>
              <a:tailEnd type="triangle" w="med" len="lg"/>
            </a:ln>
            <a:effectLst/>
          </p:spPr>
          <p:txBody>
            <a:bodyP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sp>
          <p:nvSpPr>
            <p:cNvPr id="119" name="AutoShape 54">
              <a:extLst>
                <a:ext uri="{FF2B5EF4-FFF2-40B4-BE49-F238E27FC236}">
                  <a16:creationId xmlns:a16="http://schemas.microsoft.com/office/drawing/2014/main" id="{B0A65F21-F97F-C24F-BCCA-3A3A3A909E1E}"/>
                </a:ext>
              </a:extLst>
            </p:cNvPr>
            <p:cNvSpPr>
              <a:spLocks noChangeArrowheads="1"/>
            </p:cNvSpPr>
            <p:nvPr/>
          </p:nvSpPr>
          <p:spPr bwMode="auto">
            <a:xfrm>
              <a:off x="5741077" y="4609212"/>
              <a:ext cx="169863" cy="157230"/>
            </a:xfrm>
            <a:prstGeom prst="flowChartDecision">
              <a:avLst/>
            </a:prstGeom>
            <a:noFill/>
            <a:ln w="38100">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sz="1600" dirty="0">
                <a:effectLst>
                  <a:outerShdw blurRad="38100" dist="38100" dir="2700000" algn="tl">
                    <a:srgbClr val="000000">
                      <a:alpha val="43137"/>
                    </a:srgbClr>
                  </a:outerShdw>
                </a:effectLst>
                <a:latin typeface="+mn-lt"/>
                <a:ea typeface="+mn-ea"/>
              </a:endParaRPr>
            </a:p>
          </p:txBody>
        </p:sp>
      </p:grpSp>
    </p:spTree>
    <p:extLst>
      <p:ext uri="{BB962C8B-B14F-4D97-AF65-F5344CB8AC3E}">
        <p14:creationId xmlns:p14="http://schemas.microsoft.com/office/powerpoint/2010/main" val="407415968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软件结构图（</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56" name="Rectangle 2">
            <a:extLst>
              <a:ext uri="{FF2B5EF4-FFF2-40B4-BE49-F238E27FC236}">
                <a16:creationId xmlns:a16="http://schemas.microsoft.com/office/drawing/2014/main" id="{E7A5F7FC-AEFB-7A44-9EDE-3452B438918C}"/>
              </a:ext>
            </a:extLst>
          </p:cNvPr>
          <p:cNvSpPr txBox="1">
            <a:spLocks noChangeArrowheads="1"/>
          </p:cNvSpPr>
          <p:nvPr/>
        </p:nvSpPr>
        <p:spPr>
          <a:xfrm>
            <a:off x="1016174" y="1810168"/>
            <a:ext cx="4774807" cy="609600"/>
          </a:xfrm>
          <a:prstGeom prst="rect">
            <a:avLst/>
          </a:prstGeom>
        </p:spPr>
        <p:txBody>
          <a:bodyPr vert="horz" lIns="91440" tIns="45720" rIns="91440" bIns="45720" rtlCol="0" anchor="b">
            <a:normAutofit/>
          </a:bodyPr>
          <a:lstStyle>
            <a:lvl1pPr algn="l" defTabSz="685800" rtl="0" eaLnBrk="1" latinLnBrk="0" hangingPunct="1">
              <a:spcBef>
                <a:spcPct val="0"/>
              </a:spcBef>
              <a:buNone/>
              <a:defRPr lang="zh-CN" sz="3200" kern="1200">
                <a:solidFill>
                  <a:schemeClr val="accent1"/>
                </a:solidFill>
                <a:latin typeface="Arial" panose="020B0604020202020204" pitchFamily="34" charset="0"/>
                <a:ea typeface="Microsoft YaHei UI" panose="020B0503020204020204" pitchFamily="34" charset="-122"/>
                <a:cs typeface="Arial" panose="020B0604020202020204" pitchFamily="34" charset="0"/>
              </a:defRPr>
            </a:lvl1pPr>
          </a:lstStyle>
          <a:p>
            <a:pPr algn="just"/>
            <a:r>
              <a:rPr lang="zh-CN" altLang="en-US" sz="2100" b="1" dirty="0">
                <a:latin typeface="微软雅黑" panose="020B0503020204020204" pitchFamily="34" charset="-122"/>
                <a:ea typeface="微软雅黑" panose="020B0503020204020204" pitchFamily="34" charset="-122"/>
              </a:rPr>
              <a:t>例：画出财务报告处理的软件结构图</a:t>
            </a:r>
          </a:p>
        </p:txBody>
      </p:sp>
      <p:sp>
        <p:nvSpPr>
          <p:cNvPr id="71" name="Rectangle 4">
            <a:extLst>
              <a:ext uri="{FF2B5EF4-FFF2-40B4-BE49-F238E27FC236}">
                <a16:creationId xmlns:a16="http://schemas.microsoft.com/office/drawing/2014/main" id="{5C5C4845-B93D-1C49-BDA0-5838981E1383}"/>
              </a:ext>
            </a:extLst>
          </p:cNvPr>
          <p:cNvSpPr>
            <a:spLocks noChangeArrowheads="1"/>
          </p:cNvSpPr>
          <p:nvPr/>
        </p:nvSpPr>
        <p:spPr bwMode="auto">
          <a:xfrm>
            <a:off x="4114812" y="2706608"/>
            <a:ext cx="1079500" cy="403225"/>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pPr>
            <a:r>
              <a:rPr lang="zh-CN" altLang="en-US" sz="1600">
                <a:solidFill>
                  <a:srgbClr val="000000"/>
                </a:solidFill>
                <a:latin typeface="楷体_GB2312" pitchFamily="49" charset="-122"/>
              </a:rPr>
              <a:t>报 告</a:t>
            </a:r>
          </a:p>
        </p:txBody>
      </p:sp>
      <p:sp>
        <p:nvSpPr>
          <p:cNvPr id="72" name="Line 5">
            <a:extLst>
              <a:ext uri="{FF2B5EF4-FFF2-40B4-BE49-F238E27FC236}">
                <a16:creationId xmlns:a16="http://schemas.microsoft.com/office/drawing/2014/main" id="{705AC3DF-10BE-6B42-A13B-253A163ED985}"/>
              </a:ext>
            </a:extLst>
          </p:cNvPr>
          <p:cNvSpPr>
            <a:spLocks noChangeShapeType="1"/>
          </p:cNvSpPr>
          <p:nvPr/>
        </p:nvSpPr>
        <p:spPr bwMode="auto">
          <a:xfrm flipH="1">
            <a:off x="2974987" y="3109833"/>
            <a:ext cx="1695450" cy="606426"/>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3" name="Line 6">
            <a:extLst>
              <a:ext uri="{FF2B5EF4-FFF2-40B4-BE49-F238E27FC236}">
                <a16:creationId xmlns:a16="http://schemas.microsoft.com/office/drawing/2014/main" id="{A5E52DC8-7CBE-5E41-ACDA-FB9A76300916}"/>
              </a:ext>
            </a:extLst>
          </p:cNvPr>
          <p:cNvSpPr>
            <a:spLocks noChangeShapeType="1"/>
          </p:cNvSpPr>
          <p:nvPr/>
        </p:nvSpPr>
        <p:spPr bwMode="auto">
          <a:xfrm>
            <a:off x="4670437" y="3097133"/>
            <a:ext cx="0" cy="704850"/>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4" name="Rectangle 7">
            <a:extLst>
              <a:ext uri="{FF2B5EF4-FFF2-40B4-BE49-F238E27FC236}">
                <a16:creationId xmlns:a16="http://schemas.microsoft.com/office/drawing/2014/main" id="{E94209C2-62C1-AD46-B125-933EC82E4690}"/>
              </a:ext>
            </a:extLst>
          </p:cNvPr>
          <p:cNvSpPr>
            <a:spLocks noChangeArrowheads="1"/>
          </p:cNvSpPr>
          <p:nvPr/>
        </p:nvSpPr>
        <p:spPr bwMode="auto">
          <a:xfrm>
            <a:off x="4165612" y="3773408"/>
            <a:ext cx="1001712" cy="366713"/>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pPr>
            <a:r>
              <a:rPr lang="zh-CN" altLang="en-US" sz="1600">
                <a:solidFill>
                  <a:srgbClr val="000000"/>
                </a:solidFill>
                <a:latin typeface="楷体_GB2312" pitchFamily="49" charset="-122"/>
              </a:rPr>
              <a:t>计 算</a:t>
            </a:r>
          </a:p>
        </p:txBody>
      </p:sp>
      <p:sp>
        <p:nvSpPr>
          <p:cNvPr id="75" name="Line 8">
            <a:extLst>
              <a:ext uri="{FF2B5EF4-FFF2-40B4-BE49-F238E27FC236}">
                <a16:creationId xmlns:a16="http://schemas.microsoft.com/office/drawing/2014/main" id="{61EA4B57-D330-0548-BEAD-889FB1A59841}"/>
              </a:ext>
            </a:extLst>
          </p:cNvPr>
          <p:cNvSpPr>
            <a:spLocks noChangeShapeType="1"/>
          </p:cNvSpPr>
          <p:nvPr/>
        </p:nvSpPr>
        <p:spPr bwMode="auto">
          <a:xfrm>
            <a:off x="4679961" y="3116183"/>
            <a:ext cx="1776409" cy="601662"/>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6" name="Line 9">
            <a:extLst>
              <a:ext uri="{FF2B5EF4-FFF2-40B4-BE49-F238E27FC236}">
                <a16:creationId xmlns:a16="http://schemas.microsoft.com/office/drawing/2014/main" id="{9288ADD2-D243-A741-A33E-EC717C1214C5}"/>
              </a:ext>
            </a:extLst>
          </p:cNvPr>
          <p:cNvSpPr>
            <a:spLocks noChangeShapeType="1"/>
          </p:cNvSpPr>
          <p:nvPr/>
        </p:nvSpPr>
        <p:spPr bwMode="auto">
          <a:xfrm flipH="1">
            <a:off x="2155837" y="4040108"/>
            <a:ext cx="609600" cy="609600"/>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7" name="Rectangle 10">
            <a:extLst>
              <a:ext uri="{FF2B5EF4-FFF2-40B4-BE49-F238E27FC236}">
                <a16:creationId xmlns:a16="http://schemas.microsoft.com/office/drawing/2014/main" id="{2BF646B8-D5F3-BF49-A3DE-DEEF890E174B}"/>
              </a:ext>
            </a:extLst>
          </p:cNvPr>
          <p:cNvSpPr>
            <a:spLocks noChangeArrowheads="1"/>
          </p:cNvSpPr>
          <p:nvPr/>
        </p:nvSpPr>
        <p:spPr bwMode="auto">
          <a:xfrm>
            <a:off x="1531949" y="4656058"/>
            <a:ext cx="1182688" cy="374650"/>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dirty="0">
                <a:solidFill>
                  <a:srgbClr val="000000"/>
                </a:solidFill>
                <a:latin typeface="楷体_GB2312" pitchFamily="49" charset="-122"/>
              </a:rPr>
              <a:t>获取数据</a:t>
            </a:r>
          </a:p>
        </p:txBody>
      </p:sp>
      <p:sp>
        <p:nvSpPr>
          <p:cNvPr id="78" name="Line 11">
            <a:extLst>
              <a:ext uri="{FF2B5EF4-FFF2-40B4-BE49-F238E27FC236}">
                <a16:creationId xmlns:a16="http://schemas.microsoft.com/office/drawing/2014/main" id="{01B603CD-9FF2-4B43-8507-55EEB888C370}"/>
              </a:ext>
            </a:extLst>
          </p:cNvPr>
          <p:cNvSpPr>
            <a:spLocks noChangeShapeType="1"/>
          </p:cNvSpPr>
          <p:nvPr/>
        </p:nvSpPr>
        <p:spPr bwMode="auto">
          <a:xfrm>
            <a:off x="3081349" y="4079796"/>
            <a:ext cx="595313" cy="590550"/>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9" name="Rectangle 12">
            <a:extLst>
              <a:ext uri="{FF2B5EF4-FFF2-40B4-BE49-F238E27FC236}">
                <a16:creationId xmlns:a16="http://schemas.microsoft.com/office/drawing/2014/main" id="{205C011D-8E77-3D46-A33B-5A74C630E3D0}"/>
              </a:ext>
            </a:extLst>
          </p:cNvPr>
          <p:cNvSpPr>
            <a:spLocks noChangeArrowheads="1"/>
          </p:cNvSpPr>
          <p:nvPr/>
        </p:nvSpPr>
        <p:spPr bwMode="auto">
          <a:xfrm>
            <a:off x="3146437" y="4670346"/>
            <a:ext cx="1111250" cy="363537"/>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a:solidFill>
                  <a:srgbClr val="000000"/>
                </a:solidFill>
                <a:latin typeface="楷体_GB2312" pitchFamily="49" charset="-122"/>
              </a:rPr>
              <a:t>确认数据</a:t>
            </a:r>
          </a:p>
        </p:txBody>
      </p:sp>
      <p:sp>
        <p:nvSpPr>
          <p:cNvPr id="80" name="Line 13">
            <a:extLst>
              <a:ext uri="{FF2B5EF4-FFF2-40B4-BE49-F238E27FC236}">
                <a16:creationId xmlns:a16="http://schemas.microsoft.com/office/drawing/2014/main" id="{4459BE92-FF2E-ED43-B363-92836C6F8041}"/>
              </a:ext>
            </a:extLst>
          </p:cNvPr>
          <p:cNvSpPr>
            <a:spLocks noChangeShapeType="1"/>
          </p:cNvSpPr>
          <p:nvPr/>
        </p:nvSpPr>
        <p:spPr bwMode="auto">
          <a:xfrm flipH="1">
            <a:off x="1693874" y="5022771"/>
            <a:ext cx="358775" cy="663575"/>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1" name="Line 14">
            <a:extLst>
              <a:ext uri="{FF2B5EF4-FFF2-40B4-BE49-F238E27FC236}">
                <a16:creationId xmlns:a16="http://schemas.microsoft.com/office/drawing/2014/main" id="{DCB81DA6-C59F-9549-89A4-6425625156BD}"/>
              </a:ext>
            </a:extLst>
          </p:cNvPr>
          <p:cNvSpPr>
            <a:spLocks noChangeShapeType="1"/>
          </p:cNvSpPr>
          <p:nvPr/>
        </p:nvSpPr>
        <p:spPr bwMode="auto">
          <a:xfrm>
            <a:off x="2232037" y="5040233"/>
            <a:ext cx="609600" cy="609600"/>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2" name="Rectangle 15">
            <a:extLst>
              <a:ext uri="{FF2B5EF4-FFF2-40B4-BE49-F238E27FC236}">
                <a16:creationId xmlns:a16="http://schemas.microsoft.com/office/drawing/2014/main" id="{BB1B68DB-59E0-9440-98C9-F425173B5F34}"/>
              </a:ext>
            </a:extLst>
          </p:cNvPr>
          <p:cNvSpPr>
            <a:spLocks noChangeArrowheads="1"/>
          </p:cNvSpPr>
          <p:nvPr/>
        </p:nvSpPr>
        <p:spPr bwMode="auto">
          <a:xfrm>
            <a:off x="1346212" y="5686346"/>
            <a:ext cx="763587" cy="376237"/>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a:solidFill>
                  <a:srgbClr val="000000"/>
                </a:solidFill>
                <a:latin typeface="楷体_GB2312" pitchFamily="49" charset="-122"/>
              </a:rPr>
              <a:t>读入</a:t>
            </a:r>
          </a:p>
        </p:txBody>
      </p:sp>
      <p:sp>
        <p:nvSpPr>
          <p:cNvPr id="83" name="Rectangle 16">
            <a:extLst>
              <a:ext uri="{FF2B5EF4-FFF2-40B4-BE49-F238E27FC236}">
                <a16:creationId xmlns:a16="http://schemas.microsoft.com/office/drawing/2014/main" id="{3574BC5E-BD00-AB4D-B7FC-F407C8C3269C}"/>
              </a:ext>
            </a:extLst>
          </p:cNvPr>
          <p:cNvSpPr>
            <a:spLocks noChangeArrowheads="1"/>
          </p:cNvSpPr>
          <p:nvPr/>
        </p:nvSpPr>
        <p:spPr bwMode="auto">
          <a:xfrm>
            <a:off x="2506675" y="5668883"/>
            <a:ext cx="969962" cy="400050"/>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dirty="0">
                <a:solidFill>
                  <a:srgbClr val="000000"/>
                </a:solidFill>
                <a:latin typeface="楷体_GB2312" pitchFamily="49" charset="-122"/>
              </a:rPr>
              <a:t>编辑数据</a:t>
            </a:r>
          </a:p>
        </p:txBody>
      </p:sp>
      <p:sp>
        <p:nvSpPr>
          <p:cNvPr id="84" name="Line 17">
            <a:extLst>
              <a:ext uri="{FF2B5EF4-FFF2-40B4-BE49-F238E27FC236}">
                <a16:creationId xmlns:a16="http://schemas.microsoft.com/office/drawing/2014/main" id="{22AD54A6-2F08-6F40-987F-70E20FC01D6A}"/>
              </a:ext>
            </a:extLst>
          </p:cNvPr>
          <p:cNvSpPr>
            <a:spLocks noChangeShapeType="1"/>
          </p:cNvSpPr>
          <p:nvPr/>
        </p:nvSpPr>
        <p:spPr bwMode="auto">
          <a:xfrm flipH="1">
            <a:off x="5700723" y="4113133"/>
            <a:ext cx="595313" cy="542925"/>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5" name="Rectangle 18">
            <a:extLst>
              <a:ext uri="{FF2B5EF4-FFF2-40B4-BE49-F238E27FC236}">
                <a16:creationId xmlns:a16="http://schemas.microsoft.com/office/drawing/2014/main" id="{442FD8E0-9ED6-054F-8EB2-721182458994}"/>
              </a:ext>
            </a:extLst>
          </p:cNvPr>
          <p:cNvSpPr>
            <a:spLocks noChangeArrowheads="1"/>
          </p:cNvSpPr>
          <p:nvPr/>
        </p:nvSpPr>
        <p:spPr bwMode="auto">
          <a:xfrm>
            <a:off x="4822837" y="4662352"/>
            <a:ext cx="1400175" cy="381000"/>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a:solidFill>
                  <a:srgbClr val="000000"/>
                </a:solidFill>
                <a:latin typeface="楷体_GB2312" pitchFamily="49" charset="-122"/>
              </a:rPr>
              <a:t>打印报告头</a:t>
            </a:r>
          </a:p>
        </p:txBody>
      </p:sp>
      <p:sp>
        <p:nvSpPr>
          <p:cNvPr id="86" name="Line 19">
            <a:extLst>
              <a:ext uri="{FF2B5EF4-FFF2-40B4-BE49-F238E27FC236}">
                <a16:creationId xmlns:a16="http://schemas.microsoft.com/office/drawing/2014/main" id="{5E5117F1-53BA-9043-ADA9-433067B3E995}"/>
              </a:ext>
            </a:extLst>
          </p:cNvPr>
          <p:cNvSpPr>
            <a:spLocks noChangeShapeType="1"/>
          </p:cNvSpPr>
          <p:nvPr/>
        </p:nvSpPr>
        <p:spPr bwMode="auto">
          <a:xfrm>
            <a:off x="6546862" y="4027408"/>
            <a:ext cx="627058" cy="598432"/>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7" name="Rectangle 20">
            <a:extLst>
              <a:ext uri="{FF2B5EF4-FFF2-40B4-BE49-F238E27FC236}">
                <a16:creationId xmlns:a16="http://schemas.microsoft.com/office/drawing/2014/main" id="{388AC037-C10E-054F-95D6-EE21CA3845FE}"/>
              </a:ext>
            </a:extLst>
          </p:cNvPr>
          <p:cNvSpPr>
            <a:spLocks noChangeArrowheads="1"/>
          </p:cNvSpPr>
          <p:nvPr/>
        </p:nvSpPr>
        <p:spPr bwMode="auto">
          <a:xfrm>
            <a:off x="6784987" y="4625840"/>
            <a:ext cx="1292225" cy="398462"/>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a:solidFill>
                  <a:srgbClr val="000000"/>
                </a:solidFill>
                <a:latin typeface="楷体_GB2312" pitchFamily="49" charset="-122"/>
              </a:rPr>
              <a:t>打印报告尾</a:t>
            </a:r>
          </a:p>
        </p:txBody>
      </p:sp>
      <p:sp>
        <p:nvSpPr>
          <p:cNvPr id="88" name="Line 21">
            <a:extLst>
              <a:ext uri="{FF2B5EF4-FFF2-40B4-BE49-F238E27FC236}">
                <a16:creationId xmlns:a16="http://schemas.microsoft.com/office/drawing/2014/main" id="{D6A71212-E407-A34B-ACFE-D71C0BBEB2AE}"/>
              </a:ext>
            </a:extLst>
          </p:cNvPr>
          <p:cNvSpPr>
            <a:spLocks noChangeShapeType="1"/>
          </p:cNvSpPr>
          <p:nvPr/>
        </p:nvSpPr>
        <p:spPr bwMode="auto">
          <a:xfrm>
            <a:off x="5708662" y="5071927"/>
            <a:ext cx="609600" cy="609600"/>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9" name="Line 22">
            <a:extLst>
              <a:ext uri="{FF2B5EF4-FFF2-40B4-BE49-F238E27FC236}">
                <a16:creationId xmlns:a16="http://schemas.microsoft.com/office/drawing/2014/main" id="{2CF22492-7C2F-274C-B17C-01E2F7DFFE33}"/>
              </a:ext>
            </a:extLst>
          </p:cNvPr>
          <p:cNvSpPr>
            <a:spLocks noChangeShapeType="1"/>
          </p:cNvSpPr>
          <p:nvPr/>
        </p:nvSpPr>
        <p:spPr bwMode="auto">
          <a:xfrm flipH="1">
            <a:off x="6456370" y="4078208"/>
            <a:ext cx="4" cy="1608138"/>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0" name="Line 23">
            <a:extLst>
              <a:ext uri="{FF2B5EF4-FFF2-40B4-BE49-F238E27FC236}">
                <a16:creationId xmlns:a16="http://schemas.microsoft.com/office/drawing/2014/main" id="{2FCF738F-C10B-5E42-9A4C-B785E8A41DBA}"/>
              </a:ext>
            </a:extLst>
          </p:cNvPr>
          <p:cNvSpPr>
            <a:spLocks noChangeShapeType="1"/>
          </p:cNvSpPr>
          <p:nvPr/>
        </p:nvSpPr>
        <p:spPr bwMode="auto">
          <a:xfrm flipH="1">
            <a:off x="6575437" y="5022770"/>
            <a:ext cx="662954" cy="649231"/>
          </a:xfrm>
          <a:prstGeom prst="line">
            <a:avLst/>
          </a:prstGeom>
          <a:noFill/>
          <a:ln w="19050">
            <a:solidFill>
              <a:schemeClr val="tx2"/>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1" name="Rectangle 24">
            <a:extLst>
              <a:ext uri="{FF2B5EF4-FFF2-40B4-BE49-F238E27FC236}">
                <a16:creationId xmlns:a16="http://schemas.microsoft.com/office/drawing/2014/main" id="{D8B709EB-B41A-A448-9C75-7C36605E33F1}"/>
              </a:ext>
            </a:extLst>
          </p:cNvPr>
          <p:cNvSpPr>
            <a:spLocks noChangeArrowheads="1"/>
          </p:cNvSpPr>
          <p:nvPr/>
        </p:nvSpPr>
        <p:spPr bwMode="auto">
          <a:xfrm>
            <a:off x="6042037" y="5681527"/>
            <a:ext cx="763587" cy="360363"/>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a:solidFill>
                  <a:srgbClr val="000000"/>
                </a:solidFill>
                <a:latin typeface="楷体_GB2312" pitchFamily="49" charset="-122"/>
              </a:rPr>
              <a:t>打印</a:t>
            </a:r>
          </a:p>
        </p:txBody>
      </p:sp>
      <p:sp>
        <p:nvSpPr>
          <p:cNvPr id="92" name="Line 25">
            <a:extLst>
              <a:ext uri="{FF2B5EF4-FFF2-40B4-BE49-F238E27FC236}">
                <a16:creationId xmlns:a16="http://schemas.microsoft.com/office/drawing/2014/main" id="{8E0D8053-776F-3743-B917-AEB64307220B}"/>
              </a:ext>
            </a:extLst>
          </p:cNvPr>
          <p:cNvSpPr>
            <a:spLocks noChangeShapeType="1"/>
          </p:cNvSpPr>
          <p:nvPr/>
        </p:nvSpPr>
        <p:spPr bwMode="auto">
          <a:xfrm flipV="1">
            <a:off x="1627199" y="5259308"/>
            <a:ext cx="196850" cy="327025"/>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Text Box 26">
            <a:extLst>
              <a:ext uri="{FF2B5EF4-FFF2-40B4-BE49-F238E27FC236}">
                <a16:creationId xmlns:a16="http://schemas.microsoft.com/office/drawing/2014/main" id="{C0D997B6-E870-E54A-8E93-C2EE9384964C}"/>
              </a:ext>
            </a:extLst>
          </p:cNvPr>
          <p:cNvSpPr txBox="1">
            <a:spLocks noChangeArrowheads="1"/>
          </p:cNvSpPr>
          <p:nvPr/>
        </p:nvSpPr>
        <p:spPr bwMode="auto">
          <a:xfrm>
            <a:off x="1145091" y="5022771"/>
            <a:ext cx="601662" cy="610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600" dirty="0">
                <a:solidFill>
                  <a:srgbClr val="000000"/>
                </a:solidFill>
                <a:latin typeface="楷体_GB2312" pitchFamily="49" charset="-122"/>
              </a:rPr>
              <a:t>输入</a:t>
            </a:r>
          </a:p>
          <a:p>
            <a:pPr eaLnBrk="1" hangingPunct="1">
              <a:spcBef>
                <a:spcPct val="20000"/>
              </a:spcBef>
            </a:pPr>
            <a:r>
              <a:rPr lang="en-US" altLang="zh-CN" sz="1600" dirty="0">
                <a:solidFill>
                  <a:srgbClr val="000000"/>
                </a:solidFill>
                <a:latin typeface="楷体_GB2312" pitchFamily="49" charset="-122"/>
              </a:rPr>
              <a:t>EOF</a:t>
            </a:r>
          </a:p>
        </p:txBody>
      </p:sp>
      <p:sp>
        <p:nvSpPr>
          <p:cNvPr id="94" name="Line 27">
            <a:extLst>
              <a:ext uri="{FF2B5EF4-FFF2-40B4-BE49-F238E27FC236}">
                <a16:creationId xmlns:a16="http://schemas.microsoft.com/office/drawing/2014/main" id="{A9E28AE0-6CA4-DE46-9FAB-2256D7C480F8}"/>
              </a:ext>
            </a:extLst>
          </p:cNvPr>
          <p:cNvSpPr>
            <a:spLocks noChangeShapeType="1"/>
          </p:cNvSpPr>
          <p:nvPr/>
        </p:nvSpPr>
        <p:spPr bwMode="auto">
          <a:xfrm>
            <a:off x="2384437" y="5335508"/>
            <a:ext cx="228600" cy="2286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5" name="Text Box 28">
            <a:extLst>
              <a:ext uri="{FF2B5EF4-FFF2-40B4-BE49-F238E27FC236}">
                <a16:creationId xmlns:a16="http://schemas.microsoft.com/office/drawing/2014/main" id="{5AA549F2-2D33-6842-ABE1-523228A0C1CB}"/>
              </a:ext>
            </a:extLst>
          </p:cNvPr>
          <p:cNvSpPr txBox="1">
            <a:spLocks noChangeArrowheads="1"/>
          </p:cNvSpPr>
          <p:nvPr/>
        </p:nvSpPr>
        <p:spPr bwMode="auto">
          <a:xfrm>
            <a:off x="2022487" y="5324396"/>
            <a:ext cx="547687"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1600">
                <a:solidFill>
                  <a:srgbClr val="000000"/>
                </a:solidFill>
                <a:latin typeface="楷体_GB2312" pitchFamily="49" charset="-122"/>
              </a:rPr>
              <a:t>输入</a:t>
            </a:r>
          </a:p>
        </p:txBody>
      </p:sp>
      <p:sp>
        <p:nvSpPr>
          <p:cNvPr id="96" name="Line 29">
            <a:extLst>
              <a:ext uri="{FF2B5EF4-FFF2-40B4-BE49-F238E27FC236}">
                <a16:creationId xmlns:a16="http://schemas.microsoft.com/office/drawing/2014/main" id="{FAB8C6D1-3E75-7445-B9B0-C107FBC8CA57}"/>
              </a:ext>
            </a:extLst>
          </p:cNvPr>
          <p:cNvSpPr>
            <a:spLocks noChangeShapeType="1"/>
          </p:cNvSpPr>
          <p:nvPr/>
        </p:nvSpPr>
        <p:spPr bwMode="auto">
          <a:xfrm flipH="1" flipV="1">
            <a:off x="2613037" y="5259308"/>
            <a:ext cx="228600" cy="2286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Text Box 30">
            <a:extLst>
              <a:ext uri="{FF2B5EF4-FFF2-40B4-BE49-F238E27FC236}">
                <a16:creationId xmlns:a16="http://schemas.microsoft.com/office/drawing/2014/main" id="{4CF939F5-1F47-AE4C-8FC1-A52024208B4F}"/>
              </a:ext>
            </a:extLst>
          </p:cNvPr>
          <p:cNvSpPr txBox="1">
            <a:spLocks noChangeArrowheads="1"/>
          </p:cNvSpPr>
          <p:nvPr/>
        </p:nvSpPr>
        <p:spPr bwMode="auto">
          <a:xfrm>
            <a:off x="2751149" y="5056108"/>
            <a:ext cx="1058863"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1600">
                <a:solidFill>
                  <a:srgbClr val="000000"/>
                </a:solidFill>
                <a:latin typeface="楷体_GB2312" pitchFamily="49" charset="-122"/>
              </a:rPr>
              <a:t>已编辑 </a:t>
            </a:r>
          </a:p>
        </p:txBody>
      </p:sp>
      <p:sp>
        <p:nvSpPr>
          <p:cNvPr id="98" name="Line 31">
            <a:extLst>
              <a:ext uri="{FF2B5EF4-FFF2-40B4-BE49-F238E27FC236}">
                <a16:creationId xmlns:a16="http://schemas.microsoft.com/office/drawing/2014/main" id="{59D258C4-5973-1243-932E-426441793942}"/>
              </a:ext>
            </a:extLst>
          </p:cNvPr>
          <p:cNvSpPr>
            <a:spLocks noChangeShapeType="1"/>
          </p:cNvSpPr>
          <p:nvPr/>
        </p:nvSpPr>
        <p:spPr bwMode="auto">
          <a:xfrm flipV="1">
            <a:off x="2155837" y="4268708"/>
            <a:ext cx="228600" cy="2286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9" name="Text Box 32">
            <a:extLst>
              <a:ext uri="{FF2B5EF4-FFF2-40B4-BE49-F238E27FC236}">
                <a16:creationId xmlns:a16="http://schemas.microsoft.com/office/drawing/2014/main" id="{0E0E371A-387C-AA4F-8A0A-D746245F0DB7}"/>
              </a:ext>
            </a:extLst>
          </p:cNvPr>
          <p:cNvSpPr txBox="1">
            <a:spLocks noChangeArrowheads="1"/>
          </p:cNvSpPr>
          <p:nvPr/>
        </p:nvSpPr>
        <p:spPr bwMode="auto">
          <a:xfrm>
            <a:off x="1595449" y="3914696"/>
            <a:ext cx="752475"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1600">
                <a:solidFill>
                  <a:srgbClr val="000000"/>
                </a:solidFill>
                <a:latin typeface="楷体_GB2312" pitchFamily="49" charset="-122"/>
              </a:rPr>
              <a:t>已编辑</a:t>
            </a:r>
          </a:p>
        </p:txBody>
      </p:sp>
      <p:sp>
        <p:nvSpPr>
          <p:cNvPr id="100" name="Line 33">
            <a:extLst>
              <a:ext uri="{FF2B5EF4-FFF2-40B4-BE49-F238E27FC236}">
                <a16:creationId xmlns:a16="http://schemas.microsoft.com/office/drawing/2014/main" id="{2F389306-4E0C-4742-87D9-B868332ED1E5}"/>
              </a:ext>
            </a:extLst>
          </p:cNvPr>
          <p:cNvSpPr>
            <a:spLocks noChangeShapeType="1"/>
          </p:cNvSpPr>
          <p:nvPr/>
        </p:nvSpPr>
        <p:spPr bwMode="auto">
          <a:xfrm>
            <a:off x="3146437" y="4268708"/>
            <a:ext cx="304800" cy="3048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1" name="Text Box 34">
            <a:extLst>
              <a:ext uri="{FF2B5EF4-FFF2-40B4-BE49-F238E27FC236}">
                <a16:creationId xmlns:a16="http://schemas.microsoft.com/office/drawing/2014/main" id="{B4F194F1-ADD1-0845-903D-D9C493D39EEB}"/>
              </a:ext>
            </a:extLst>
          </p:cNvPr>
          <p:cNvSpPr txBox="1">
            <a:spLocks noChangeArrowheads="1"/>
          </p:cNvSpPr>
          <p:nvPr/>
        </p:nvSpPr>
        <p:spPr bwMode="auto">
          <a:xfrm>
            <a:off x="2506675" y="4317127"/>
            <a:ext cx="792162"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10000"/>
              </a:spcBef>
            </a:pPr>
            <a:r>
              <a:rPr lang="zh-CN" altLang="en-US" sz="1600" dirty="0">
                <a:solidFill>
                  <a:srgbClr val="000000"/>
                </a:solidFill>
                <a:latin typeface="楷体_GB2312" pitchFamily="49" charset="-122"/>
              </a:rPr>
              <a:t>已编辑</a:t>
            </a:r>
          </a:p>
        </p:txBody>
      </p:sp>
      <p:sp>
        <p:nvSpPr>
          <p:cNvPr id="102" name="Line 35">
            <a:extLst>
              <a:ext uri="{FF2B5EF4-FFF2-40B4-BE49-F238E27FC236}">
                <a16:creationId xmlns:a16="http://schemas.microsoft.com/office/drawing/2014/main" id="{9E4F953D-C351-2A44-9049-1388C395727C}"/>
              </a:ext>
            </a:extLst>
          </p:cNvPr>
          <p:cNvSpPr>
            <a:spLocks noChangeShapeType="1"/>
          </p:cNvSpPr>
          <p:nvPr/>
        </p:nvSpPr>
        <p:spPr bwMode="auto">
          <a:xfrm flipH="1" flipV="1">
            <a:off x="3298837" y="4192508"/>
            <a:ext cx="228600" cy="2286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3" name="Text Box 36">
            <a:extLst>
              <a:ext uri="{FF2B5EF4-FFF2-40B4-BE49-F238E27FC236}">
                <a16:creationId xmlns:a16="http://schemas.microsoft.com/office/drawing/2014/main" id="{52E5363C-87D3-8F40-96C1-38A384727C28}"/>
              </a:ext>
            </a:extLst>
          </p:cNvPr>
          <p:cNvSpPr txBox="1">
            <a:spLocks noChangeArrowheads="1"/>
          </p:cNvSpPr>
          <p:nvPr/>
        </p:nvSpPr>
        <p:spPr bwMode="auto">
          <a:xfrm>
            <a:off x="3478225" y="4126957"/>
            <a:ext cx="925512"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1600" dirty="0">
                <a:solidFill>
                  <a:srgbClr val="000000"/>
                </a:solidFill>
                <a:latin typeface="楷体_GB2312" pitchFamily="49" charset="-122"/>
              </a:rPr>
              <a:t>已确认</a:t>
            </a:r>
          </a:p>
        </p:txBody>
      </p:sp>
      <p:sp>
        <p:nvSpPr>
          <p:cNvPr id="104" name="Line 37">
            <a:extLst>
              <a:ext uri="{FF2B5EF4-FFF2-40B4-BE49-F238E27FC236}">
                <a16:creationId xmlns:a16="http://schemas.microsoft.com/office/drawing/2014/main" id="{BB6960F7-2479-7A4D-A21E-F4415D917FC2}"/>
              </a:ext>
            </a:extLst>
          </p:cNvPr>
          <p:cNvSpPr>
            <a:spLocks noChangeShapeType="1"/>
          </p:cNvSpPr>
          <p:nvPr/>
        </p:nvSpPr>
        <p:spPr bwMode="auto">
          <a:xfrm flipV="1">
            <a:off x="3457586" y="3282871"/>
            <a:ext cx="381000" cy="152400"/>
          </a:xfrm>
          <a:prstGeom prst="line">
            <a:avLst/>
          </a:prstGeom>
          <a:noFill/>
          <a:ln w="1270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5" name="Text Box 38">
            <a:extLst>
              <a:ext uri="{FF2B5EF4-FFF2-40B4-BE49-F238E27FC236}">
                <a16:creationId xmlns:a16="http://schemas.microsoft.com/office/drawing/2014/main" id="{93E4BBB6-B6D4-3C47-A59E-2B0ADF7D4A2B}"/>
              </a:ext>
            </a:extLst>
          </p:cNvPr>
          <p:cNvSpPr txBox="1">
            <a:spLocks noChangeArrowheads="1"/>
          </p:cNvSpPr>
          <p:nvPr/>
        </p:nvSpPr>
        <p:spPr bwMode="auto">
          <a:xfrm>
            <a:off x="2994831" y="2800271"/>
            <a:ext cx="85883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latin typeface="楷体_GB2312" pitchFamily="49" charset="-122"/>
              </a:rPr>
              <a:t>已确认</a:t>
            </a:r>
          </a:p>
          <a:p>
            <a:pPr algn="ctr" eaLnBrk="1" hangingPunct="1"/>
            <a:r>
              <a:rPr lang="zh-CN" altLang="en-US" sz="1600" dirty="0">
                <a:solidFill>
                  <a:srgbClr val="000000"/>
                </a:solidFill>
                <a:latin typeface="楷体_GB2312" pitchFamily="49" charset="-122"/>
              </a:rPr>
              <a:t>数据</a:t>
            </a:r>
          </a:p>
        </p:txBody>
      </p:sp>
      <p:sp>
        <p:nvSpPr>
          <p:cNvPr id="106" name="Line 39">
            <a:extLst>
              <a:ext uri="{FF2B5EF4-FFF2-40B4-BE49-F238E27FC236}">
                <a16:creationId xmlns:a16="http://schemas.microsoft.com/office/drawing/2014/main" id="{FAE09516-C0E4-C34A-A3C7-2D8A197D8436}"/>
              </a:ext>
            </a:extLst>
          </p:cNvPr>
          <p:cNvSpPr>
            <a:spLocks noChangeShapeType="1"/>
          </p:cNvSpPr>
          <p:nvPr/>
        </p:nvSpPr>
        <p:spPr bwMode="auto">
          <a:xfrm>
            <a:off x="4584712" y="3227308"/>
            <a:ext cx="0" cy="328613"/>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7" name="Text Box 40">
            <a:extLst>
              <a:ext uri="{FF2B5EF4-FFF2-40B4-BE49-F238E27FC236}">
                <a16:creationId xmlns:a16="http://schemas.microsoft.com/office/drawing/2014/main" id="{96DB4A29-A955-0044-B8BE-FEFDA5CB503E}"/>
              </a:ext>
            </a:extLst>
          </p:cNvPr>
          <p:cNvSpPr txBox="1">
            <a:spLocks noChangeArrowheads="1"/>
          </p:cNvSpPr>
          <p:nvPr/>
        </p:nvSpPr>
        <p:spPr bwMode="auto">
          <a:xfrm>
            <a:off x="3843349" y="3293983"/>
            <a:ext cx="75406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75000"/>
              </a:lnSpc>
              <a:spcBef>
                <a:spcPct val="20000"/>
              </a:spcBef>
            </a:pPr>
            <a:r>
              <a:rPr lang="zh-CN" altLang="en-US" sz="1600">
                <a:solidFill>
                  <a:srgbClr val="000000"/>
                </a:solidFill>
                <a:latin typeface="楷体_GB2312" pitchFamily="49" charset="-122"/>
              </a:rPr>
              <a:t>已确认</a:t>
            </a:r>
          </a:p>
          <a:p>
            <a:pPr algn="ctr" eaLnBrk="1" hangingPunct="1">
              <a:lnSpc>
                <a:spcPct val="75000"/>
              </a:lnSpc>
              <a:spcBef>
                <a:spcPct val="20000"/>
              </a:spcBef>
            </a:pPr>
            <a:r>
              <a:rPr lang="zh-CN" altLang="en-US" sz="1600">
                <a:solidFill>
                  <a:srgbClr val="000000"/>
                </a:solidFill>
                <a:latin typeface="楷体_GB2312" pitchFamily="49" charset="-122"/>
              </a:rPr>
              <a:t>数据</a:t>
            </a:r>
          </a:p>
        </p:txBody>
      </p:sp>
      <p:sp>
        <p:nvSpPr>
          <p:cNvPr id="108" name="Line 41">
            <a:extLst>
              <a:ext uri="{FF2B5EF4-FFF2-40B4-BE49-F238E27FC236}">
                <a16:creationId xmlns:a16="http://schemas.microsoft.com/office/drawing/2014/main" id="{9574C629-50F5-694E-BD4C-6404645AB1AA}"/>
              </a:ext>
            </a:extLst>
          </p:cNvPr>
          <p:cNvSpPr>
            <a:spLocks noChangeShapeType="1"/>
          </p:cNvSpPr>
          <p:nvPr/>
        </p:nvSpPr>
        <p:spPr bwMode="auto">
          <a:xfrm flipV="1">
            <a:off x="4762512" y="3265408"/>
            <a:ext cx="0" cy="327025"/>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9" name="Text Box 42">
            <a:extLst>
              <a:ext uri="{FF2B5EF4-FFF2-40B4-BE49-F238E27FC236}">
                <a16:creationId xmlns:a16="http://schemas.microsoft.com/office/drawing/2014/main" id="{9C7533A7-49C5-CD4B-9960-A7C81AD85EAE}"/>
              </a:ext>
            </a:extLst>
          </p:cNvPr>
          <p:cNvSpPr txBox="1">
            <a:spLocks noChangeArrowheads="1"/>
          </p:cNvSpPr>
          <p:nvPr/>
        </p:nvSpPr>
        <p:spPr bwMode="auto">
          <a:xfrm>
            <a:off x="4737112" y="3359071"/>
            <a:ext cx="106362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50000"/>
              </a:spcBef>
            </a:pPr>
            <a:r>
              <a:rPr lang="zh-CN" altLang="en-US" sz="1600">
                <a:solidFill>
                  <a:srgbClr val="000000"/>
                </a:solidFill>
                <a:latin typeface="楷体_GB2312" pitchFamily="49" charset="-122"/>
              </a:rPr>
              <a:t>计算结果</a:t>
            </a:r>
          </a:p>
        </p:txBody>
      </p:sp>
      <p:sp>
        <p:nvSpPr>
          <p:cNvPr id="110" name="Line 43">
            <a:extLst>
              <a:ext uri="{FF2B5EF4-FFF2-40B4-BE49-F238E27FC236}">
                <a16:creationId xmlns:a16="http://schemas.microsoft.com/office/drawing/2014/main" id="{07AC4775-4209-734F-BDE1-CE859CA6059D}"/>
              </a:ext>
            </a:extLst>
          </p:cNvPr>
          <p:cNvSpPr>
            <a:spLocks noChangeShapeType="1"/>
          </p:cNvSpPr>
          <p:nvPr/>
        </p:nvSpPr>
        <p:spPr bwMode="auto">
          <a:xfrm>
            <a:off x="5432437" y="3249533"/>
            <a:ext cx="398463" cy="131763"/>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1" name="Text Box 44">
            <a:extLst>
              <a:ext uri="{FF2B5EF4-FFF2-40B4-BE49-F238E27FC236}">
                <a16:creationId xmlns:a16="http://schemas.microsoft.com/office/drawing/2014/main" id="{47737CFF-380A-B548-B3B2-6FA6FB5C2269}"/>
              </a:ext>
            </a:extLst>
          </p:cNvPr>
          <p:cNvSpPr txBox="1">
            <a:spLocks noChangeArrowheads="1"/>
          </p:cNvSpPr>
          <p:nvPr/>
        </p:nvSpPr>
        <p:spPr bwMode="auto">
          <a:xfrm>
            <a:off x="5464187" y="2941999"/>
            <a:ext cx="5492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1600" dirty="0">
                <a:solidFill>
                  <a:srgbClr val="000000"/>
                </a:solidFill>
                <a:latin typeface="楷体_GB2312" pitchFamily="49" charset="-122"/>
              </a:rPr>
              <a:t>结果</a:t>
            </a:r>
          </a:p>
        </p:txBody>
      </p:sp>
      <p:sp>
        <p:nvSpPr>
          <p:cNvPr id="112" name="Line 45">
            <a:extLst>
              <a:ext uri="{FF2B5EF4-FFF2-40B4-BE49-F238E27FC236}">
                <a16:creationId xmlns:a16="http://schemas.microsoft.com/office/drawing/2014/main" id="{4DFFB89B-5593-0144-B379-2469E0E77AA4}"/>
              </a:ext>
            </a:extLst>
          </p:cNvPr>
          <p:cNvSpPr>
            <a:spLocks noChangeShapeType="1"/>
          </p:cNvSpPr>
          <p:nvPr/>
        </p:nvSpPr>
        <p:spPr bwMode="auto">
          <a:xfrm flipH="1">
            <a:off x="5781687" y="4252833"/>
            <a:ext cx="237894" cy="22225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3" name="Text Box 46">
            <a:extLst>
              <a:ext uri="{FF2B5EF4-FFF2-40B4-BE49-F238E27FC236}">
                <a16:creationId xmlns:a16="http://schemas.microsoft.com/office/drawing/2014/main" id="{F388DCD6-C104-F141-9F93-9E2F75E89D37}"/>
              </a:ext>
            </a:extLst>
          </p:cNvPr>
          <p:cNvSpPr txBox="1">
            <a:spLocks noChangeArrowheads="1"/>
          </p:cNvSpPr>
          <p:nvPr/>
        </p:nvSpPr>
        <p:spPr bwMode="auto">
          <a:xfrm>
            <a:off x="5314962" y="4086146"/>
            <a:ext cx="549275"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1600">
                <a:solidFill>
                  <a:srgbClr val="000000"/>
                </a:solidFill>
                <a:latin typeface="楷体_GB2312" pitchFamily="49" charset="-122"/>
              </a:rPr>
              <a:t>日期</a:t>
            </a:r>
          </a:p>
        </p:txBody>
      </p:sp>
      <p:sp>
        <p:nvSpPr>
          <p:cNvPr id="114" name="Line 47">
            <a:extLst>
              <a:ext uri="{FF2B5EF4-FFF2-40B4-BE49-F238E27FC236}">
                <a16:creationId xmlns:a16="http://schemas.microsoft.com/office/drawing/2014/main" id="{BDC38945-03C1-0446-A0BA-C19E230F5C0E}"/>
              </a:ext>
            </a:extLst>
          </p:cNvPr>
          <p:cNvSpPr>
            <a:spLocks noChangeShapeType="1"/>
          </p:cNvSpPr>
          <p:nvPr/>
        </p:nvSpPr>
        <p:spPr bwMode="auto">
          <a:xfrm>
            <a:off x="6905637" y="4246483"/>
            <a:ext cx="228600" cy="2286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5" name="Text Box 48">
            <a:extLst>
              <a:ext uri="{FF2B5EF4-FFF2-40B4-BE49-F238E27FC236}">
                <a16:creationId xmlns:a16="http://schemas.microsoft.com/office/drawing/2014/main" id="{18349172-2129-CD41-BCFC-78D6368A20CC}"/>
              </a:ext>
            </a:extLst>
          </p:cNvPr>
          <p:cNvSpPr txBox="1">
            <a:spLocks noChangeArrowheads="1"/>
          </p:cNvSpPr>
          <p:nvPr/>
        </p:nvSpPr>
        <p:spPr bwMode="auto">
          <a:xfrm>
            <a:off x="6985012" y="4051221"/>
            <a:ext cx="925512"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50000"/>
              </a:spcBef>
            </a:pPr>
            <a:r>
              <a:rPr lang="zh-CN" altLang="en-US" sz="1600">
                <a:solidFill>
                  <a:srgbClr val="000000"/>
                </a:solidFill>
                <a:latin typeface="楷体_GB2312" pitchFamily="49" charset="-122"/>
              </a:rPr>
              <a:t>总结果</a:t>
            </a:r>
          </a:p>
        </p:txBody>
      </p:sp>
      <p:sp>
        <p:nvSpPr>
          <p:cNvPr id="116" name="Line 49">
            <a:extLst>
              <a:ext uri="{FF2B5EF4-FFF2-40B4-BE49-F238E27FC236}">
                <a16:creationId xmlns:a16="http://schemas.microsoft.com/office/drawing/2014/main" id="{7285506E-86CE-D443-BC3E-B49E50D98B8B}"/>
              </a:ext>
            </a:extLst>
          </p:cNvPr>
          <p:cNvSpPr>
            <a:spLocks noChangeShapeType="1"/>
          </p:cNvSpPr>
          <p:nvPr/>
        </p:nvSpPr>
        <p:spPr bwMode="auto">
          <a:xfrm>
            <a:off x="6546862" y="4441746"/>
            <a:ext cx="0" cy="458787"/>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7" name="Text Box 50">
            <a:extLst>
              <a:ext uri="{FF2B5EF4-FFF2-40B4-BE49-F238E27FC236}">
                <a16:creationId xmlns:a16="http://schemas.microsoft.com/office/drawing/2014/main" id="{5C961F0E-96E8-B646-9DBF-26F3E33ABE26}"/>
              </a:ext>
            </a:extLst>
          </p:cNvPr>
          <p:cNvSpPr txBox="1">
            <a:spLocks noChangeArrowheads="1"/>
          </p:cNvSpPr>
          <p:nvPr/>
        </p:nvSpPr>
        <p:spPr bwMode="auto">
          <a:xfrm>
            <a:off x="6478598" y="4321426"/>
            <a:ext cx="465138"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50000"/>
              </a:spcBef>
            </a:pPr>
            <a:r>
              <a:rPr lang="zh-CN" altLang="en-US" sz="1600">
                <a:solidFill>
                  <a:srgbClr val="000000"/>
                </a:solidFill>
                <a:latin typeface="楷体_GB2312" pitchFamily="49" charset="-122"/>
              </a:rPr>
              <a:t>行</a:t>
            </a:r>
          </a:p>
        </p:txBody>
      </p:sp>
      <p:sp>
        <p:nvSpPr>
          <p:cNvPr id="118" name="Line 51">
            <a:extLst>
              <a:ext uri="{FF2B5EF4-FFF2-40B4-BE49-F238E27FC236}">
                <a16:creationId xmlns:a16="http://schemas.microsoft.com/office/drawing/2014/main" id="{34C9BA0B-1D8C-4542-8CC2-E3631ECEC224}"/>
              </a:ext>
            </a:extLst>
          </p:cNvPr>
          <p:cNvSpPr>
            <a:spLocks noChangeShapeType="1"/>
          </p:cNvSpPr>
          <p:nvPr/>
        </p:nvSpPr>
        <p:spPr bwMode="auto">
          <a:xfrm>
            <a:off x="5756287" y="5271952"/>
            <a:ext cx="228600" cy="2286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9" name="Text Box 52">
            <a:extLst>
              <a:ext uri="{FF2B5EF4-FFF2-40B4-BE49-F238E27FC236}">
                <a16:creationId xmlns:a16="http://schemas.microsoft.com/office/drawing/2014/main" id="{CFCFB69B-C6F8-CD4F-A028-5682A3CC1882}"/>
              </a:ext>
            </a:extLst>
          </p:cNvPr>
          <p:cNvSpPr txBox="1">
            <a:spLocks noChangeArrowheads="1"/>
          </p:cNvSpPr>
          <p:nvPr/>
        </p:nvSpPr>
        <p:spPr bwMode="auto">
          <a:xfrm>
            <a:off x="5424499" y="5175115"/>
            <a:ext cx="344488" cy="38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1600">
                <a:solidFill>
                  <a:srgbClr val="000000"/>
                </a:solidFill>
                <a:latin typeface="楷体_GB2312" pitchFamily="49" charset="-122"/>
              </a:rPr>
              <a:t>行</a:t>
            </a:r>
          </a:p>
        </p:txBody>
      </p:sp>
      <p:sp>
        <p:nvSpPr>
          <p:cNvPr id="159" name="Line 53">
            <a:extLst>
              <a:ext uri="{FF2B5EF4-FFF2-40B4-BE49-F238E27FC236}">
                <a16:creationId xmlns:a16="http://schemas.microsoft.com/office/drawing/2014/main" id="{D90CAEC7-EF41-454D-8435-6F733C4FEBDA}"/>
              </a:ext>
            </a:extLst>
          </p:cNvPr>
          <p:cNvSpPr>
            <a:spLocks noChangeShapeType="1"/>
          </p:cNvSpPr>
          <p:nvPr/>
        </p:nvSpPr>
        <p:spPr bwMode="auto">
          <a:xfrm flipH="1">
            <a:off x="6880237" y="5214802"/>
            <a:ext cx="304800" cy="304800"/>
          </a:xfrm>
          <a:prstGeom prst="line">
            <a:avLst/>
          </a:prstGeom>
          <a:noFill/>
          <a:ln w="19050">
            <a:solidFill>
              <a:schemeClr val="tx1"/>
            </a:solidFill>
            <a:round/>
            <a:headEnd/>
            <a:tailEnd type="triangle" w="sm" len="sm"/>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0" name="Text Box 54">
            <a:extLst>
              <a:ext uri="{FF2B5EF4-FFF2-40B4-BE49-F238E27FC236}">
                <a16:creationId xmlns:a16="http://schemas.microsoft.com/office/drawing/2014/main" id="{57E116C7-FF8D-534E-991E-B64F3ABF56C8}"/>
              </a:ext>
            </a:extLst>
          </p:cNvPr>
          <p:cNvSpPr txBox="1">
            <a:spLocks noChangeArrowheads="1"/>
          </p:cNvSpPr>
          <p:nvPr/>
        </p:nvSpPr>
        <p:spPr bwMode="auto">
          <a:xfrm>
            <a:off x="7137412" y="5152890"/>
            <a:ext cx="6096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20000"/>
              </a:spcBef>
            </a:pPr>
            <a:r>
              <a:rPr lang="zh-CN" altLang="en-US" sz="1600">
                <a:solidFill>
                  <a:srgbClr val="000000"/>
                </a:solidFill>
                <a:latin typeface="楷体_GB2312" pitchFamily="49" charset="-122"/>
              </a:rPr>
              <a:t>行</a:t>
            </a:r>
          </a:p>
        </p:txBody>
      </p:sp>
      <p:sp>
        <p:nvSpPr>
          <p:cNvPr id="161" name="Rectangle 59">
            <a:extLst>
              <a:ext uri="{FF2B5EF4-FFF2-40B4-BE49-F238E27FC236}">
                <a16:creationId xmlns:a16="http://schemas.microsoft.com/office/drawing/2014/main" id="{29095D9A-5434-794E-A693-8EEE6FEE01AA}"/>
              </a:ext>
            </a:extLst>
          </p:cNvPr>
          <p:cNvSpPr>
            <a:spLocks noChangeArrowheads="1"/>
          </p:cNvSpPr>
          <p:nvPr/>
        </p:nvSpPr>
        <p:spPr bwMode="auto">
          <a:xfrm>
            <a:off x="5781687" y="3730546"/>
            <a:ext cx="1266825" cy="376237"/>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pPr>
            <a:r>
              <a:rPr lang="zh-CN" altLang="en-US" sz="1600" dirty="0">
                <a:solidFill>
                  <a:srgbClr val="000000"/>
                </a:solidFill>
                <a:latin typeface="楷体_GB2312" pitchFamily="49" charset="-122"/>
              </a:rPr>
              <a:t>打印报告</a:t>
            </a:r>
          </a:p>
        </p:txBody>
      </p:sp>
      <p:sp>
        <p:nvSpPr>
          <p:cNvPr id="162" name="Rectangle 60">
            <a:extLst>
              <a:ext uri="{FF2B5EF4-FFF2-40B4-BE49-F238E27FC236}">
                <a16:creationId xmlns:a16="http://schemas.microsoft.com/office/drawing/2014/main" id="{B073A43E-874F-C646-9FAA-6FE81C74027B}"/>
              </a:ext>
            </a:extLst>
          </p:cNvPr>
          <p:cNvSpPr>
            <a:spLocks noChangeArrowheads="1"/>
          </p:cNvSpPr>
          <p:nvPr/>
        </p:nvSpPr>
        <p:spPr bwMode="auto">
          <a:xfrm>
            <a:off x="2384437" y="3725783"/>
            <a:ext cx="1206500" cy="381000"/>
          </a:xfrm>
          <a:prstGeom prst="rect">
            <a:avLst/>
          </a:prstGeom>
          <a:solidFill>
            <a:srgbClr val="FFFFCC"/>
          </a:solidFill>
          <a:ln w="9525">
            <a:solidFill>
              <a:schemeClr val="accent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spcBef>
                <a:spcPct val="20000"/>
              </a:spcBef>
            </a:pPr>
            <a:r>
              <a:rPr lang="zh-CN" altLang="en-US" sz="1600" dirty="0">
                <a:solidFill>
                  <a:srgbClr val="000000"/>
                </a:solidFill>
                <a:latin typeface="楷体_GB2312" pitchFamily="49" charset="-122"/>
              </a:rPr>
              <a:t>数据确认</a:t>
            </a:r>
          </a:p>
        </p:txBody>
      </p:sp>
    </p:spTree>
    <p:extLst>
      <p:ext uri="{BB962C8B-B14F-4D97-AF65-F5344CB8AC3E}">
        <p14:creationId xmlns:p14="http://schemas.microsoft.com/office/powerpoint/2010/main" val="298544394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up)">
                                      <p:cBhvr>
                                        <p:cTn id="7" dur="500"/>
                                        <p:tgtEl>
                                          <p:spTgt spid="7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up)">
                                      <p:cBhvr>
                                        <p:cTn id="11" dur="500"/>
                                        <p:tgtEl>
                                          <p:spTgt spid="7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162"/>
                                        </p:tgtEl>
                                        <p:attrNameLst>
                                          <p:attrName>style.visibility</p:attrName>
                                        </p:attrNameLst>
                                      </p:cBhvr>
                                      <p:to>
                                        <p:strVal val="visible"/>
                                      </p:to>
                                    </p:set>
                                    <p:animEffect transition="in" filter="wipe(up)">
                                      <p:cBhvr>
                                        <p:cTn id="15" dur="500"/>
                                        <p:tgtEl>
                                          <p:spTgt spid="162"/>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73"/>
                                        </p:tgtEl>
                                        <p:attrNameLst>
                                          <p:attrName>style.visibility</p:attrName>
                                        </p:attrNameLst>
                                      </p:cBhvr>
                                      <p:to>
                                        <p:strVal val="visible"/>
                                      </p:to>
                                    </p:set>
                                    <p:animEffect transition="in" filter="wipe(up)">
                                      <p:cBhvr>
                                        <p:cTn id="19" dur="500"/>
                                        <p:tgtEl>
                                          <p:spTgt spid="73"/>
                                        </p:tgtEl>
                                      </p:cBhvr>
                                    </p:animEffect>
                                  </p:childTnLst>
                                </p:cTn>
                              </p:par>
                            </p:childTnLst>
                          </p:cTn>
                        </p:par>
                        <p:par>
                          <p:cTn id="20" fill="hold">
                            <p:stCondLst>
                              <p:cond delay="2000"/>
                            </p:stCondLst>
                            <p:childTnLst>
                              <p:par>
                                <p:cTn id="21" presetID="1" presetClass="entr" presetSubtype="0" fill="hold" grpId="0" nodeType="afterEffect">
                                  <p:stCondLst>
                                    <p:cond delay="0"/>
                                  </p:stCondLst>
                                  <p:childTnLst>
                                    <p:set>
                                      <p:cBhvr>
                                        <p:cTn id="22" dur="1" fill="hold">
                                          <p:stCondLst>
                                            <p:cond delay="499"/>
                                          </p:stCondLst>
                                        </p:cTn>
                                        <p:tgtEl>
                                          <p:spTgt spid="74"/>
                                        </p:tgtEl>
                                        <p:attrNameLst>
                                          <p:attrName>style.visibility</p:attrName>
                                        </p:attrNameLst>
                                      </p:cBhvr>
                                      <p:to>
                                        <p:strVal val="visible"/>
                                      </p:to>
                                    </p:set>
                                  </p:childTnLst>
                                </p:cTn>
                              </p:par>
                            </p:childTnLst>
                          </p:cTn>
                        </p:par>
                        <p:par>
                          <p:cTn id="23" fill="hold">
                            <p:stCondLst>
                              <p:cond delay="2500"/>
                            </p:stCondLst>
                            <p:childTnLst>
                              <p:par>
                                <p:cTn id="24" presetID="22" presetClass="entr" presetSubtype="1" fill="hold" nodeType="after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wipe(up)">
                                      <p:cBhvr>
                                        <p:cTn id="26" dur="500"/>
                                        <p:tgtEl>
                                          <p:spTgt spid="75"/>
                                        </p:tgtEl>
                                      </p:cBhvr>
                                    </p:animEffect>
                                  </p:childTnLst>
                                </p:cTn>
                              </p:par>
                            </p:childTnLst>
                          </p:cTn>
                        </p:par>
                        <p:par>
                          <p:cTn id="27" fill="hold">
                            <p:stCondLst>
                              <p:cond delay="3000"/>
                            </p:stCondLst>
                            <p:childTnLst>
                              <p:par>
                                <p:cTn id="28" presetID="22" presetClass="entr" presetSubtype="1" fill="hold" grpId="0" nodeType="afterEffect">
                                  <p:stCondLst>
                                    <p:cond delay="0"/>
                                  </p:stCondLst>
                                  <p:childTnLst>
                                    <p:set>
                                      <p:cBhvr>
                                        <p:cTn id="29" dur="1" fill="hold">
                                          <p:stCondLst>
                                            <p:cond delay="0"/>
                                          </p:stCondLst>
                                        </p:cTn>
                                        <p:tgtEl>
                                          <p:spTgt spid="161"/>
                                        </p:tgtEl>
                                        <p:attrNameLst>
                                          <p:attrName>style.visibility</p:attrName>
                                        </p:attrNameLst>
                                      </p:cBhvr>
                                      <p:to>
                                        <p:strVal val="visible"/>
                                      </p:to>
                                    </p:set>
                                    <p:animEffect transition="in" filter="wipe(up)">
                                      <p:cBhvr>
                                        <p:cTn id="30" dur="500"/>
                                        <p:tgtEl>
                                          <p:spTgt spid="161"/>
                                        </p:tgtEl>
                                      </p:cBhvr>
                                    </p:animEffect>
                                  </p:childTnLst>
                                </p:cTn>
                              </p:par>
                            </p:childTnLst>
                          </p:cTn>
                        </p:par>
                        <p:par>
                          <p:cTn id="31" fill="hold">
                            <p:stCondLst>
                              <p:cond delay="3500"/>
                            </p:stCondLst>
                            <p:childTnLst>
                              <p:par>
                                <p:cTn id="32" presetID="22" presetClass="entr" presetSubtype="1" fill="hold" nodeType="afterEffect">
                                  <p:stCondLst>
                                    <p:cond delay="0"/>
                                  </p:stCondLst>
                                  <p:childTnLst>
                                    <p:set>
                                      <p:cBhvr>
                                        <p:cTn id="33" dur="1" fill="hold">
                                          <p:stCondLst>
                                            <p:cond delay="0"/>
                                          </p:stCondLst>
                                        </p:cTn>
                                        <p:tgtEl>
                                          <p:spTgt spid="76"/>
                                        </p:tgtEl>
                                        <p:attrNameLst>
                                          <p:attrName>style.visibility</p:attrName>
                                        </p:attrNameLst>
                                      </p:cBhvr>
                                      <p:to>
                                        <p:strVal val="visible"/>
                                      </p:to>
                                    </p:set>
                                    <p:animEffect transition="in" filter="wipe(up)">
                                      <p:cBhvr>
                                        <p:cTn id="34" dur="500"/>
                                        <p:tgtEl>
                                          <p:spTgt spid="76"/>
                                        </p:tgtEl>
                                      </p:cBhvr>
                                    </p:animEffect>
                                  </p:childTnLst>
                                </p:cTn>
                              </p:par>
                            </p:childTnLst>
                          </p:cTn>
                        </p:par>
                        <p:par>
                          <p:cTn id="35" fill="hold">
                            <p:stCondLst>
                              <p:cond delay="4000"/>
                            </p:stCondLst>
                            <p:childTnLst>
                              <p:par>
                                <p:cTn id="36" presetID="22" presetClass="entr" presetSubtype="1" fill="hold" grpId="0" nodeType="afterEffect">
                                  <p:stCondLst>
                                    <p:cond delay="0"/>
                                  </p:stCondLst>
                                  <p:childTnLst>
                                    <p:set>
                                      <p:cBhvr>
                                        <p:cTn id="37" dur="1" fill="hold">
                                          <p:stCondLst>
                                            <p:cond delay="0"/>
                                          </p:stCondLst>
                                        </p:cTn>
                                        <p:tgtEl>
                                          <p:spTgt spid="77"/>
                                        </p:tgtEl>
                                        <p:attrNameLst>
                                          <p:attrName>style.visibility</p:attrName>
                                        </p:attrNameLst>
                                      </p:cBhvr>
                                      <p:to>
                                        <p:strVal val="visible"/>
                                      </p:to>
                                    </p:set>
                                    <p:animEffect transition="in" filter="wipe(up)">
                                      <p:cBhvr>
                                        <p:cTn id="38" dur="500"/>
                                        <p:tgtEl>
                                          <p:spTgt spid="77"/>
                                        </p:tgtEl>
                                      </p:cBhvr>
                                    </p:animEffect>
                                  </p:childTnLst>
                                </p:cTn>
                              </p:par>
                            </p:childTnLst>
                          </p:cTn>
                        </p:par>
                        <p:par>
                          <p:cTn id="39" fill="hold">
                            <p:stCondLst>
                              <p:cond delay="4500"/>
                            </p:stCondLst>
                            <p:childTnLst>
                              <p:par>
                                <p:cTn id="40" presetID="22" presetClass="entr" presetSubtype="1" fill="hold" nodeType="afterEffect">
                                  <p:stCondLst>
                                    <p:cond delay="0"/>
                                  </p:stCondLst>
                                  <p:childTnLst>
                                    <p:set>
                                      <p:cBhvr>
                                        <p:cTn id="41" dur="1" fill="hold">
                                          <p:stCondLst>
                                            <p:cond delay="0"/>
                                          </p:stCondLst>
                                        </p:cTn>
                                        <p:tgtEl>
                                          <p:spTgt spid="78"/>
                                        </p:tgtEl>
                                        <p:attrNameLst>
                                          <p:attrName>style.visibility</p:attrName>
                                        </p:attrNameLst>
                                      </p:cBhvr>
                                      <p:to>
                                        <p:strVal val="visible"/>
                                      </p:to>
                                    </p:set>
                                    <p:animEffect transition="in" filter="wipe(up)">
                                      <p:cBhvr>
                                        <p:cTn id="42" dur="500"/>
                                        <p:tgtEl>
                                          <p:spTgt spid="78"/>
                                        </p:tgtEl>
                                      </p:cBhvr>
                                    </p:animEffect>
                                  </p:childTnLst>
                                </p:cTn>
                              </p:par>
                            </p:childTnLst>
                          </p:cTn>
                        </p:par>
                        <p:par>
                          <p:cTn id="43" fill="hold">
                            <p:stCondLst>
                              <p:cond delay="5000"/>
                            </p:stCondLst>
                            <p:childTnLst>
                              <p:par>
                                <p:cTn id="44" presetID="22" presetClass="entr" presetSubtype="1" fill="hold" grpId="0" nodeType="afterEffect">
                                  <p:stCondLst>
                                    <p:cond delay="0"/>
                                  </p:stCondLst>
                                  <p:childTnLst>
                                    <p:set>
                                      <p:cBhvr>
                                        <p:cTn id="45" dur="1" fill="hold">
                                          <p:stCondLst>
                                            <p:cond delay="0"/>
                                          </p:stCondLst>
                                        </p:cTn>
                                        <p:tgtEl>
                                          <p:spTgt spid="79"/>
                                        </p:tgtEl>
                                        <p:attrNameLst>
                                          <p:attrName>style.visibility</p:attrName>
                                        </p:attrNameLst>
                                      </p:cBhvr>
                                      <p:to>
                                        <p:strVal val="visible"/>
                                      </p:to>
                                    </p:set>
                                    <p:animEffect transition="in" filter="wipe(up)">
                                      <p:cBhvr>
                                        <p:cTn id="46" dur="500"/>
                                        <p:tgtEl>
                                          <p:spTgt spid="79"/>
                                        </p:tgtEl>
                                      </p:cBhvr>
                                    </p:animEffect>
                                  </p:childTnLst>
                                </p:cTn>
                              </p:par>
                            </p:childTnLst>
                          </p:cTn>
                        </p:par>
                        <p:par>
                          <p:cTn id="47" fill="hold">
                            <p:stCondLst>
                              <p:cond delay="5500"/>
                            </p:stCondLst>
                            <p:childTnLst>
                              <p:par>
                                <p:cTn id="48" presetID="22" presetClass="entr" presetSubtype="1" fill="hold" nodeType="afterEffect">
                                  <p:stCondLst>
                                    <p:cond delay="0"/>
                                  </p:stCondLst>
                                  <p:childTnLst>
                                    <p:set>
                                      <p:cBhvr>
                                        <p:cTn id="49" dur="1" fill="hold">
                                          <p:stCondLst>
                                            <p:cond delay="0"/>
                                          </p:stCondLst>
                                        </p:cTn>
                                        <p:tgtEl>
                                          <p:spTgt spid="80"/>
                                        </p:tgtEl>
                                        <p:attrNameLst>
                                          <p:attrName>style.visibility</p:attrName>
                                        </p:attrNameLst>
                                      </p:cBhvr>
                                      <p:to>
                                        <p:strVal val="visible"/>
                                      </p:to>
                                    </p:set>
                                    <p:animEffect transition="in" filter="wipe(up)">
                                      <p:cBhvr>
                                        <p:cTn id="50" dur="500"/>
                                        <p:tgtEl>
                                          <p:spTgt spid="80"/>
                                        </p:tgtEl>
                                      </p:cBhvr>
                                    </p:animEffect>
                                  </p:childTnLst>
                                </p:cTn>
                              </p:par>
                            </p:childTnLst>
                          </p:cTn>
                        </p:par>
                        <p:par>
                          <p:cTn id="51" fill="hold">
                            <p:stCondLst>
                              <p:cond delay="6000"/>
                            </p:stCondLst>
                            <p:childTnLst>
                              <p:par>
                                <p:cTn id="52" presetID="22" presetClass="entr" presetSubtype="1" fill="hold" nodeType="afterEffect">
                                  <p:stCondLst>
                                    <p:cond delay="0"/>
                                  </p:stCondLst>
                                  <p:childTnLst>
                                    <p:set>
                                      <p:cBhvr>
                                        <p:cTn id="53" dur="1" fill="hold">
                                          <p:stCondLst>
                                            <p:cond delay="0"/>
                                          </p:stCondLst>
                                        </p:cTn>
                                        <p:tgtEl>
                                          <p:spTgt spid="81"/>
                                        </p:tgtEl>
                                        <p:attrNameLst>
                                          <p:attrName>style.visibility</p:attrName>
                                        </p:attrNameLst>
                                      </p:cBhvr>
                                      <p:to>
                                        <p:strVal val="visible"/>
                                      </p:to>
                                    </p:set>
                                    <p:animEffect transition="in" filter="wipe(up)">
                                      <p:cBhvr>
                                        <p:cTn id="54" dur="500"/>
                                        <p:tgtEl>
                                          <p:spTgt spid="81"/>
                                        </p:tgtEl>
                                      </p:cBhvr>
                                    </p:animEffect>
                                  </p:childTnLst>
                                </p:cTn>
                              </p:par>
                            </p:childTnLst>
                          </p:cTn>
                        </p:par>
                        <p:par>
                          <p:cTn id="55" fill="hold">
                            <p:stCondLst>
                              <p:cond delay="6500"/>
                            </p:stCondLst>
                            <p:childTnLst>
                              <p:par>
                                <p:cTn id="56" presetID="22" presetClass="entr" presetSubtype="1" fill="hold" grpId="0" nodeType="afterEffect">
                                  <p:stCondLst>
                                    <p:cond delay="0"/>
                                  </p:stCondLst>
                                  <p:childTnLst>
                                    <p:set>
                                      <p:cBhvr>
                                        <p:cTn id="57" dur="1" fill="hold">
                                          <p:stCondLst>
                                            <p:cond delay="0"/>
                                          </p:stCondLst>
                                        </p:cTn>
                                        <p:tgtEl>
                                          <p:spTgt spid="82"/>
                                        </p:tgtEl>
                                        <p:attrNameLst>
                                          <p:attrName>style.visibility</p:attrName>
                                        </p:attrNameLst>
                                      </p:cBhvr>
                                      <p:to>
                                        <p:strVal val="visible"/>
                                      </p:to>
                                    </p:set>
                                    <p:animEffect transition="in" filter="wipe(up)">
                                      <p:cBhvr>
                                        <p:cTn id="58" dur="500"/>
                                        <p:tgtEl>
                                          <p:spTgt spid="82"/>
                                        </p:tgtEl>
                                      </p:cBhvr>
                                    </p:animEffect>
                                  </p:childTnLst>
                                </p:cTn>
                              </p:par>
                            </p:childTnLst>
                          </p:cTn>
                        </p:par>
                        <p:par>
                          <p:cTn id="59" fill="hold">
                            <p:stCondLst>
                              <p:cond delay="7000"/>
                            </p:stCondLst>
                            <p:childTnLst>
                              <p:par>
                                <p:cTn id="60" presetID="22" presetClass="entr" presetSubtype="1" fill="hold" grpId="0" nodeType="afterEffect">
                                  <p:stCondLst>
                                    <p:cond delay="0"/>
                                  </p:stCondLst>
                                  <p:childTnLst>
                                    <p:set>
                                      <p:cBhvr>
                                        <p:cTn id="61" dur="1" fill="hold">
                                          <p:stCondLst>
                                            <p:cond delay="0"/>
                                          </p:stCondLst>
                                        </p:cTn>
                                        <p:tgtEl>
                                          <p:spTgt spid="83"/>
                                        </p:tgtEl>
                                        <p:attrNameLst>
                                          <p:attrName>style.visibility</p:attrName>
                                        </p:attrNameLst>
                                      </p:cBhvr>
                                      <p:to>
                                        <p:strVal val="visible"/>
                                      </p:to>
                                    </p:set>
                                    <p:animEffect transition="in" filter="wipe(up)">
                                      <p:cBhvr>
                                        <p:cTn id="62" dur="500"/>
                                        <p:tgtEl>
                                          <p:spTgt spid="83"/>
                                        </p:tgtEl>
                                      </p:cBhvr>
                                    </p:animEffect>
                                  </p:childTnLst>
                                </p:cTn>
                              </p:par>
                            </p:childTnLst>
                          </p:cTn>
                        </p:par>
                        <p:par>
                          <p:cTn id="63" fill="hold">
                            <p:stCondLst>
                              <p:cond delay="7500"/>
                            </p:stCondLst>
                            <p:childTnLst>
                              <p:par>
                                <p:cTn id="64" presetID="22" presetClass="entr" presetSubtype="1" fill="hold" nodeType="afterEffect">
                                  <p:stCondLst>
                                    <p:cond delay="0"/>
                                  </p:stCondLst>
                                  <p:childTnLst>
                                    <p:set>
                                      <p:cBhvr>
                                        <p:cTn id="65" dur="1" fill="hold">
                                          <p:stCondLst>
                                            <p:cond delay="0"/>
                                          </p:stCondLst>
                                        </p:cTn>
                                        <p:tgtEl>
                                          <p:spTgt spid="84"/>
                                        </p:tgtEl>
                                        <p:attrNameLst>
                                          <p:attrName>style.visibility</p:attrName>
                                        </p:attrNameLst>
                                      </p:cBhvr>
                                      <p:to>
                                        <p:strVal val="visible"/>
                                      </p:to>
                                    </p:set>
                                    <p:animEffect transition="in" filter="wipe(up)">
                                      <p:cBhvr>
                                        <p:cTn id="66" dur="500"/>
                                        <p:tgtEl>
                                          <p:spTgt spid="84"/>
                                        </p:tgtEl>
                                      </p:cBhvr>
                                    </p:animEffect>
                                  </p:childTnLst>
                                </p:cTn>
                              </p:par>
                            </p:childTnLst>
                          </p:cTn>
                        </p:par>
                        <p:par>
                          <p:cTn id="67" fill="hold">
                            <p:stCondLst>
                              <p:cond delay="8000"/>
                            </p:stCondLst>
                            <p:childTnLst>
                              <p:par>
                                <p:cTn id="68" presetID="22" presetClass="entr" presetSubtype="1" fill="hold" grpId="0" nodeType="afterEffect">
                                  <p:stCondLst>
                                    <p:cond delay="0"/>
                                  </p:stCondLst>
                                  <p:childTnLst>
                                    <p:set>
                                      <p:cBhvr>
                                        <p:cTn id="69" dur="1" fill="hold">
                                          <p:stCondLst>
                                            <p:cond delay="0"/>
                                          </p:stCondLst>
                                        </p:cTn>
                                        <p:tgtEl>
                                          <p:spTgt spid="85"/>
                                        </p:tgtEl>
                                        <p:attrNameLst>
                                          <p:attrName>style.visibility</p:attrName>
                                        </p:attrNameLst>
                                      </p:cBhvr>
                                      <p:to>
                                        <p:strVal val="visible"/>
                                      </p:to>
                                    </p:set>
                                    <p:animEffect transition="in" filter="wipe(up)">
                                      <p:cBhvr>
                                        <p:cTn id="70" dur="500"/>
                                        <p:tgtEl>
                                          <p:spTgt spid="85"/>
                                        </p:tgtEl>
                                      </p:cBhvr>
                                    </p:animEffect>
                                  </p:childTnLst>
                                </p:cTn>
                              </p:par>
                            </p:childTnLst>
                          </p:cTn>
                        </p:par>
                        <p:par>
                          <p:cTn id="71" fill="hold">
                            <p:stCondLst>
                              <p:cond delay="8500"/>
                            </p:stCondLst>
                            <p:childTnLst>
                              <p:par>
                                <p:cTn id="72" presetID="22" presetClass="entr" presetSubtype="1" fill="hold" nodeType="afterEffect">
                                  <p:stCondLst>
                                    <p:cond delay="1000"/>
                                  </p:stCondLst>
                                  <p:childTnLst>
                                    <p:set>
                                      <p:cBhvr>
                                        <p:cTn id="73" dur="1" fill="hold">
                                          <p:stCondLst>
                                            <p:cond delay="0"/>
                                          </p:stCondLst>
                                        </p:cTn>
                                        <p:tgtEl>
                                          <p:spTgt spid="86"/>
                                        </p:tgtEl>
                                        <p:attrNameLst>
                                          <p:attrName>style.visibility</p:attrName>
                                        </p:attrNameLst>
                                      </p:cBhvr>
                                      <p:to>
                                        <p:strVal val="visible"/>
                                      </p:to>
                                    </p:set>
                                    <p:animEffect transition="in" filter="wipe(up)">
                                      <p:cBhvr>
                                        <p:cTn id="74" dur="500"/>
                                        <p:tgtEl>
                                          <p:spTgt spid="86"/>
                                        </p:tgtEl>
                                      </p:cBhvr>
                                    </p:animEffect>
                                  </p:childTnLst>
                                </p:cTn>
                              </p:par>
                            </p:childTnLst>
                          </p:cTn>
                        </p:par>
                        <p:par>
                          <p:cTn id="75" fill="hold">
                            <p:stCondLst>
                              <p:cond delay="10000"/>
                            </p:stCondLst>
                            <p:childTnLst>
                              <p:par>
                                <p:cTn id="76" presetID="22" presetClass="entr" presetSubtype="1" fill="hold" grpId="0" nodeType="afterEffect">
                                  <p:stCondLst>
                                    <p:cond delay="0"/>
                                  </p:stCondLst>
                                  <p:childTnLst>
                                    <p:set>
                                      <p:cBhvr>
                                        <p:cTn id="77" dur="1" fill="hold">
                                          <p:stCondLst>
                                            <p:cond delay="0"/>
                                          </p:stCondLst>
                                        </p:cTn>
                                        <p:tgtEl>
                                          <p:spTgt spid="87"/>
                                        </p:tgtEl>
                                        <p:attrNameLst>
                                          <p:attrName>style.visibility</p:attrName>
                                        </p:attrNameLst>
                                      </p:cBhvr>
                                      <p:to>
                                        <p:strVal val="visible"/>
                                      </p:to>
                                    </p:set>
                                    <p:animEffect transition="in" filter="wipe(up)">
                                      <p:cBhvr>
                                        <p:cTn id="78" dur="500"/>
                                        <p:tgtEl>
                                          <p:spTgt spid="87"/>
                                        </p:tgtEl>
                                      </p:cBhvr>
                                    </p:animEffect>
                                  </p:childTnLst>
                                </p:cTn>
                              </p:par>
                            </p:childTnLst>
                          </p:cTn>
                        </p:par>
                        <p:par>
                          <p:cTn id="79" fill="hold">
                            <p:stCondLst>
                              <p:cond delay="10500"/>
                            </p:stCondLst>
                            <p:childTnLst>
                              <p:par>
                                <p:cTn id="80" presetID="22" presetClass="entr" presetSubtype="1" fill="hold" nodeType="afterEffect">
                                  <p:stCondLst>
                                    <p:cond delay="0"/>
                                  </p:stCondLst>
                                  <p:childTnLst>
                                    <p:set>
                                      <p:cBhvr>
                                        <p:cTn id="81" dur="1" fill="hold">
                                          <p:stCondLst>
                                            <p:cond delay="0"/>
                                          </p:stCondLst>
                                        </p:cTn>
                                        <p:tgtEl>
                                          <p:spTgt spid="88"/>
                                        </p:tgtEl>
                                        <p:attrNameLst>
                                          <p:attrName>style.visibility</p:attrName>
                                        </p:attrNameLst>
                                      </p:cBhvr>
                                      <p:to>
                                        <p:strVal val="visible"/>
                                      </p:to>
                                    </p:set>
                                    <p:animEffect transition="in" filter="wipe(up)">
                                      <p:cBhvr>
                                        <p:cTn id="82" dur="500"/>
                                        <p:tgtEl>
                                          <p:spTgt spid="88"/>
                                        </p:tgtEl>
                                      </p:cBhvr>
                                    </p:animEffect>
                                  </p:childTnLst>
                                </p:cTn>
                              </p:par>
                            </p:childTnLst>
                          </p:cTn>
                        </p:par>
                        <p:par>
                          <p:cTn id="83" fill="hold">
                            <p:stCondLst>
                              <p:cond delay="11000"/>
                            </p:stCondLst>
                            <p:childTnLst>
                              <p:par>
                                <p:cTn id="84" presetID="22" presetClass="entr" presetSubtype="1" fill="hold" nodeType="afterEffect">
                                  <p:stCondLst>
                                    <p:cond delay="0"/>
                                  </p:stCondLst>
                                  <p:childTnLst>
                                    <p:set>
                                      <p:cBhvr>
                                        <p:cTn id="85" dur="1" fill="hold">
                                          <p:stCondLst>
                                            <p:cond delay="0"/>
                                          </p:stCondLst>
                                        </p:cTn>
                                        <p:tgtEl>
                                          <p:spTgt spid="89"/>
                                        </p:tgtEl>
                                        <p:attrNameLst>
                                          <p:attrName>style.visibility</p:attrName>
                                        </p:attrNameLst>
                                      </p:cBhvr>
                                      <p:to>
                                        <p:strVal val="visible"/>
                                      </p:to>
                                    </p:set>
                                    <p:animEffect transition="in" filter="wipe(up)">
                                      <p:cBhvr>
                                        <p:cTn id="86" dur="500"/>
                                        <p:tgtEl>
                                          <p:spTgt spid="89"/>
                                        </p:tgtEl>
                                      </p:cBhvr>
                                    </p:animEffect>
                                  </p:childTnLst>
                                </p:cTn>
                              </p:par>
                            </p:childTnLst>
                          </p:cTn>
                        </p:par>
                        <p:par>
                          <p:cTn id="87" fill="hold">
                            <p:stCondLst>
                              <p:cond delay="11500"/>
                            </p:stCondLst>
                            <p:childTnLst>
                              <p:par>
                                <p:cTn id="88" presetID="22" presetClass="entr" presetSubtype="1" fill="hold" nodeType="afterEffect">
                                  <p:stCondLst>
                                    <p:cond delay="0"/>
                                  </p:stCondLst>
                                  <p:childTnLst>
                                    <p:set>
                                      <p:cBhvr>
                                        <p:cTn id="89" dur="1" fill="hold">
                                          <p:stCondLst>
                                            <p:cond delay="0"/>
                                          </p:stCondLst>
                                        </p:cTn>
                                        <p:tgtEl>
                                          <p:spTgt spid="90"/>
                                        </p:tgtEl>
                                        <p:attrNameLst>
                                          <p:attrName>style.visibility</p:attrName>
                                        </p:attrNameLst>
                                      </p:cBhvr>
                                      <p:to>
                                        <p:strVal val="visible"/>
                                      </p:to>
                                    </p:set>
                                    <p:animEffect transition="in" filter="wipe(up)">
                                      <p:cBhvr>
                                        <p:cTn id="90" dur="500"/>
                                        <p:tgtEl>
                                          <p:spTgt spid="90"/>
                                        </p:tgtEl>
                                      </p:cBhvr>
                                    </p:animEffect>
                                  </p:childTnLst>
                                </p:cTn>
                              </p:par>
                            </p:childTnLst>
                          </p:cTn>
                        </p:par>
                        <p:par>
                          <p:cTn id="91" fill="hold">
                            <p:stCondLst>
                              <p:cond delay="12000"/>
                            </p:stCondLst>
                            <p:childTnLst>
                              <p:par>
                                <p:cTn id="92" presetID="22" presetClass="entr" presetSubtype="1" fill="hold" grpId="0" nodeType="afterEffect">
                                  <p:stCondLst>
                                    <p:cond delay="0"/>
                                  </p:stCondLst>
                                  <p:childTnLst>
                                    <p:set>
                                      <p:cBhvr>
                                        <p:cTn id="93" dur="1" fill="hold">
                                          <p:stCondLst>
                                            <p:cond delay="0"/>
                                          </p:stCondLst>
                                        </p:cTn>
                                        <p:tgtEl>
                                          <p:spTgt spid="91"/>
                                        </p:tgtEl>
                                        <p:attrNameLst>
                                          <p:attrName>style.visibility</p:attrName>
                                        </p:attrNameLst>
                                      </p:cBhvr>
                                      <p:to>
                                        <p:strVal val="visible"/>
                                      </p:to>
                                    </p:set>
                                    <p:animEffect transition="in" filter="wipe(up)">
                                      <p:cBhvr>
                                        <p:cTn id="94" dur="500"/>
                                        <p:tgtEl>
                                          <p:spTgt spid="91"/>
                                        </p:tgtEl>
                                      </p:cBhvr>
                                    </p:animEffect>
                                  </p:childTnLst>
                                </p:cTn>
                              </p:par>
                            </p:childTnLst>
                          </p:cTn>
                        </p:par>
                        <p:par>
                          <p:cTn id="95" fill="hold">
                            <p:stCondLst>
                              <p:cond delay="12500"/>
                            </p:stCondLst>
                            <p:childTnLst>
                              <p:par>
                                <p:cTn id="96" presetID="22" presetClass="entr" presetSubtype="4" fill="hold" nodeType="afterEffect">
                                  <p:stCondLst>
                                    <p:cond delay="1000"/>
                                  </p:stCondLst>
                                  <p:childTnLst>
                                    <p:set>
                                      <p:cBhvr>
                                        <p:cTn id="97" dur="1" fill="hold">
                                          <p:stCondLst>
                                            <p:cond delay="0"/>
                                          </p:stCondLst>
                                        </p:cTn>
                                        <p:tgtEl>
                                          <p:spTgt spid="92"/>
                                        </p:tgtEl>
                                        <p:attrNameLst>
                                          <p:attrName>style.visibility</p:attrName>
                                        </p:attrNameLst>
                                      </p:cBhvr>
                                      <p:to>
                                        <p:strVal val="visible"/>
                                      </p:to>
                                    </p:set>
                                    <p:animEffect transition="in" filter="wipe(down)">
                                      <p:cBhvr>
                                        <p:cTn id="98" dur="500"/>
                                        <p:tgtEl>
                                          <p:spTgt spid="92"/>
                                        </p:tgtEl>
                                      </p:cBhvr>
                                    </p:animEffect>
                                  </p:childTnLst>
                                </p:cTn>
                              </p:par>
                            </p:childTnLst>
                          </p:cTn>
                        </p:par>
                        <p:par>
                          <p:cTn id="99" fill="hold">
                            <p:stCondLst>
                              <p:cond delay="14000"/>
                            </p:stCondLst>
                            <p:childTnLst>
                              <p:par>
                                <p:cTn id="100" presetID="1" presetClass="entr" presetSubtype="0" fill="hold" grpId="0" nodeType="afterEffect">
                                  <p:stCondLst>
                                    <p:cond delay="0"/>
                                  </p:stCondLst>
                                  <p:childTnLst>
                                    <p:set>
                                      <p:cBhvr>
                                        <p:cTn id="101" dur="1" fill="hold">
                                          <p:stCondLst>
                                            <p:cond delay="499"/>
                                          </p:stCondLst>
                                        </p:cTn>
                                        <p:tgtEl>
                                          <p:spTgt spid="93"/>
                                        </p:tgtEl>
                                        <p:attrNameLst>
                                          <p:attrName>style.visibility</p:attrName>
                                        </p:attrNameLst>
                                      </p:cBhvr>
                                      <p:to>
                                        <p:strVal val="visible"/>
                                      </p:to>
                                    </p:set>
                                  </p:childTnLst>
                                </p:cTn>
                              </p:par>
                            </p:childTnLst>
                          </p:cTn>
                        </p:par>
                        <p:par>
                          <p:cTn id="102" fill="hold">
                            <p:stCondLst>
                              <p:cond delay="14500"/>
                            </p:stCondLst>
                            <p:childTnLst>
                              <p:par>
                                <p:cTn id="103" presetID="22" presetClass="entr" presetSubtype="1" fill="hold" nodeType="afterEffect">
                                  <p:stCondLst>
                                    <p:cond delay="1000"/>
                                  </p:stCondLst>
                                  <p:childTnLst>
                                    <p:set>
                                      <p:cBhvr>
                                        <p:cTn id="104" dur="1" fill="hold">
                                          <p:stCondLst>
                                            <p:cond delay="0"/>
                                          </p:stCondLst>
                                        </p:cTn>
                                        <p:tgtEl>
                                          <p:spTgt spid="94"/>
                                        </p:tgtEl>
                                        <p:attrNameLst>
                                          <p:attrName>style.visibility</p:attrName>
                                        </p:attrNameLst>
                                      </p:cBhvr>
                                      <p:to>
                                        <p:strVal val="visible"/>
                                      </p:to>
                                    </p:set>
                                    <p:animEffect transition="in" filter="wipe(up)">
                                      <p:cBhvr>
                                        <p:cTn id="105" dur="500"/>
                                        <p:tgtEl>
                                          <p:spTgt spid="94"/>
                                        </p:tgtEl>
                                      </p:cBhvr>
                                    </p:animEffect>
                                  </p:childTnLst>
                                </p:cTn>
                              </p:par>
                            </p:childTnLst>
                          </p:cTn>
                        </p:par>
                        <p:par>
                          <p:cTn id="106" fill="hold">
                            <p:stCondLst>
                              <p:cond delay="16000"/>
                            </p:stCondLst>
                            <p:childTnLst>
                              <p:par>
                                <p:cTn id="107" presetID="1" presetClass="entr" presetSubtype="0" fill="hold" grpId="0" nodeType="afterEffect">
                                  <p:stCondLst>
                                    <p:cond delay="0"/>
                                  </p:stCondLst>
                                  <p:childTnLst>
                                    <p:set>
                                      <p:cBhvr>
                                        <p:cTn id="108" dur="1" fill="hold">
                                          <p:stCondLst>
                                            <p:cond delay="499"/>
                                          </p:stCondLst>
                                        </p:cTn>
                                        <p:tgtEl>
                                          <p:spTgt spid="95"/>
                                        </p:tgtEl>
                                        <p:attrNameLst>
                                          <p:attrName>style.visibility</p:attrName>
                                        </p:attrNameLst>
                                      </p:cBhvr>
                                      <p:to>
                                        <p:strVal val="visible"/>
                                      </p:to>
                                    </p:set>
                                  </p:childTnLst>
                                </p:cTn>
                              </p:par>
                            </p:childTnLst>
                          </p:cTn>
                        </p:par>
                        <p:par>
                          <p:cTn id="109" fill="hold">
                            <p:stCondLst>
                              <p:cond delay="16500"/>
                            </p:stCondLst>
                            <p:childTnLst>
                              <p:par>
                                <p:cTn id="110" presetID="22" presetClass="entr" presetSubtype="4" fill="hold" nodeType="afterEffect">
                                  <p:stCondLst>
                                    <p:cond delay="1000"/>
                                  </p:stCondLst>
                                  <p:childTnLst>
                                    <p:set>
                                      <p:cBhvr>
                                        <p:cTn id="111" dur="1" fill="hold">
                                          <p:stCondLst>
                                            <p:cond delay="0"/>
                                          </p:stCondLst>
                                        </p:cTn>
                                        <p:tgtEl>
                                          <p:spTgt spid="96"/>
                                        </p:tgtEl>
                                        <p:attrNameLst>
                                          <p:attrName>style.visibility</p:attrName>
                                        </p:attrNameLst>
                                      </p:cBhvr>
                                      <p:to>
                                        <p:strVal val="visible"/>
                                      </p:to>
                                    </p:set>
                                    <p:animEffect transition="in" filter="wipe(down)">
                                      <p:cBhvr>
                                        <p:cTn id="112" dur="500"/>
                                        <p:tgtEl>
                                          <p:spTgt spid="96"/>
                                        </p:tgtEl>
                                      </p:cBhvr>
                                    </p:animEffect>
                                  </p:childTnLst>
                                </p:cTn>
                              </p:par>
                            </p:childTnLst>
                          </p:cTn>
                        </p:par>
                        <p:par>
                          <p:cTn id="113" fill="hold">
                            <p:stCondLst>
                              <p:cond delay="18000"/>
                            </p:stCondLst>
                            <p:childTnLst>
                              <p:par>
                                <p:cTn id="114" presetID="1" presetClass="entr" presetSubtype="0" fill="hold" grpId="0" nodeType="afterEffect">
                                  <p:stCondLst>
                                    <p:cond delay="0"/>
                                  </p:stCondLst>
                                  <p:childTnLst>
                                    <p:set>
                                      <p:cBhvr>
                                        <p:cTn id="115" dur="1" fill="hold">
                                          <p:stCondLst>
                                            <p:cond delay="499"/>
                                          </p:stCondLst>
                                        </p:cTn>
                                        <p:tgtEl>
                                          <p:spTgt spid="97"/>
                                        </p:tgtEl>
                                        <p:attrNameLst>
                                          <p:attrName>style.visibility</p:attrName>
                                        </p:attrNameLst>
                                      </p:cBhvr>
                                      <p:to>
                                        <p:strVal val="visible"/>
                                      </p:to>
                                    </p:set>
                                  </p:childTnLst>
                                </p:cTn>
                              </p:par>
                            </p:childTnLst>
                          </p:cTn>
                        </p:par>
                        <p:par>
                          <p:cTn id="116" fill="hold">
                            <p:stCondLst>
                              <p:cond delay="18500"/>
                            </p:stCondLst>
                            <p:childTnLst>
                              <p:par>
                                <p:cTn id="117" presetID="22" presetClass="entr" presetSubtype="4" fill="hold" nodeType="afterEffect">
                                  <p:stCondLst>
                                    <p:cond delay="0"/>
                                  </p:stCondLst>
                                  <p:childTnLst>
                                    <p:set>
                                      <p:cBhvr>
                                        <p:cTn id="118" dur="1" fill="hold">
                                          <p:stCondLst>
                                            <p:cond delay="0"/>
                                          </p:stCondLst>
                                        </p:cTn>
                                        <p:tgtEl>
                                          <p:spTgt spid="98"/>
                                        </p:tgtEl>
                                        <p:attrNameLst>
                                          <p:attrName>style.visibility</p:attrName>
                                        </p:attrNameLst>
                                      </p:cBhvr>
                                      <p:to>
                                        <p:strVal val="visible"/>
                                      </p:to>
                                    </p:set>
                                    <p:animEffect transition="in" filter="wipe(down)">
                                      <p:cBhvr>
                                        <p:cTn id="119" dur="500"/>
                                        <p:tgtEl>
                                          <p:spTgt spid="98"/>
                                        </p:tgtEl>
                                      </p:cBhvr>
                                    </p:animEffect>
                                  </p:childTnLst>
                                </p:cTn>
                              </p:par>
                            </p:childTnLst>
                          </p:cTn>
                        </p:par>
                        <p:par>
                          <p:cTn id="120" fill="hold">
                            <p:stCondLst>
                              <p:cond delay="19000"/>
                            </p:stCondLst>
                            <p:childTnLst>
                              <p:par>
                                <p:cTn id="121" presetID="1" presetClass="entr" presetSubtype="0" fill="hold" grpId="0" nodeType="afterEffect">
                                  <p:stCondLst>
                                    <p:cond delay="0"/>
                                  </p:stCondLst>
                                  <p:childTnLst>
                                    <p:set>
                                      <p:cBhvr>
                                        <p:cTn id="122" dur="1" fill="hold">
                                          <p:stCondLst>
                                            <p:cond delay="499"/>
                                          </p:stCondLst>
                                        </p:cTn>
                                        <p:tgtEl>
                                          <p:spTgt spid="99"/>
                                        </p:tgtEl>
                                        <p:attrNameLst>
                                          <p:attrName>style.visibility</p:attrName>
                                        </p:attrNameLst>
                                      </p:cBhvr>
                                      <p:to>
                                        <p:strVal val="visible"/>
                                      </p:to>
                                    </p:set>
                                  </p:childTnLst>
                                </p:cTn>
                              </p:par>
                            </p:childTnLst>
                          </p:cTn>
                        </p:par>
                        <p:par>
                          <p:cTn id="123" fill="hold">
                            <p:stCondLst>
                              <p:cond delay="19500"/>
                            </p:stCondLst>
                            <p:childTnLst>
                              <p:par>
                                <p:cTn id="124" presetID="22" presetClass="entr" presetSubtype="1" fill="hold" nodeType="afterEffect">
                                  <p:stCondLst>
                                    <p:cond delay="0"/>
                                  </p:stCondLst>
                                  <p:childTnLst>
                                    <p:set>
                                      <p:cBhvr>
                                        <p:cTn id="125" dur="1" fill="hold">
                                          <p:stCondLst>
                                            <p:cond delay="0"/>
                                          </p:stCondLst>
                                        </p:cTn>
                                        <p:tgtEl>
                                          <p:spTgt spid="100"/>
                                        </p:tgtEl>
                                        <p:attrNameLst>
                                          <p:attrName>style.visibility</p:attrName>
                                        </p:attrNameLst>
                                      </p:cBhvr>
                                      <p:to>
                                        <p:strVal val="visible"/>
                                      </p:to>
                                    </p:set>
                                    <p:animEffect transition="in" filter="wipe(up)">
                                      <p:cBhvr>
                                        <p:cTn id="126" dur="500"/>
                                        <p:tgtEl>
                                          <p:spTgt spid="100"/>
                                        </p:tgtEl>
                                      </p:cBhvr>
                                    </p:animEffect>
                                  </p:childTnLst>
                                </p:cTn>
                              </p:par>
                            </p:childTnLst>
                          </p:cTn>
                        </p:par>
                        <p:par>
                          <p:cTn id="127" fill="hold">
                            <p:stCondLst>
                              <p:cond delay="20000"/>
                            </p:stCondLst>
                            <p:childTnLst>
                              <p:par>
                                <p:cTn id="128" presetID="1" presetClass="entr" presetSubtype="0" fill="hold" grpId="0" nodeType="afterEffect">
                                  <p:stCondLst>
                                    <p:cond delay="0"/>
                                  </p:stCondLst>
                                  <p:childTnLst>
                                    <p:set>
                                      <p:cBhvr>
                                        <p:cTn id="129" dur="1" fill="hold">
                                          <p:stCondLst>
                                            <p:cond delay="499"/>
                                          </p:stCondLst>
                                        </p:cTn>
                                        <p:tgtEl>
                                          <p:spTgt spid="101"/>
                                        </p:tgtEl>
                                        <p:attrNameLst>
                                          <p:attrName>style.visibility</p:attrName>
                                        </p:attrNameLst>
                                      </p:cBhvr>
                                      <p:to>
                                        <p:strVal val="visible"/>
                                      </p:to>
                                    </p:set>
                                  </p:childTnLst>
                                </p:cTn>
                              </p:par>
                            </p:childTnLst>
                          </p:cTn>
                        </p:par>
                        <p:par>
                          <p:cTn id="130" fill="hold">
                            <p:stCondLst>
                              <p:cond delay="20500"/>
                            </p:stCondLst>
                            <p:childTnLst>
                              <p:par>
                                <p:cTn id="131" presetID="22" presetClass="entr" presetSubtype="4" fill="hold" nodeType="afterEffect">
                                  <p:stCondLst>
                                    <p:cond delay="0"/>
                                  </p:stCondLst>
                                  <p:childTnLst>
                                    <p:set>
                                      <p:cBhvr>
                                        <p:cTn id="132" dur="1" fill="hold">
                                          <p:stCondLst>
                                            <p:cond delay="0"/>
                                          </p:stCondLst>
                                        </p:cTn>
                                        <p:tgtEl>
                                          <p:spTgt spid="102"/>
                                        </p:tgtEl>
                                        <p:attrNameLst>
                                          <p:attrName>style.visibility</p:attrName>
                                        </p:attrNameLst>
                                      </p:cBhvr>
                                      <p:to>
                                        <p:strVal val="visible"/>
                                      </p:to>
                                    </p:set>
                                    <p:animEffect transition="in" filter="wipe(down)">
                                      <p:cBhvr>
                                        <p:cTn id="133" dur="500"/>
                                        <p:tgtEl>
                                          <p:spTgt spid="102"/>
                                        </p:tgtEl>
                                      </p:cBhvr>
                                    </p:animEffect>
                                  </p:childTnLst>
                                </p:cTn>
                              </p:par>
                            </p:childTnLst>
                          </p:cTn>
                        </p:par>
                        <p:par>
                          <p:cTn id="134" fill="hold">
                            <p:stCondLst>
                              <p:cond delay="21000"/>
                            </p:stCondLst>
                            <p:childTnLst>
                              <p:par>
                                <p:cTn id="135" presetID="1" presetClass="entr" presetSubtype="0" fill="hold" grpId="0" nodeType="afterEffect">
                                  <p:stCondLst>
                                    <p:cond delay="0"/>
                                  </p:stCondLst>
                                  <p:childTnLst>
                                    <p:set>
                                      <p:cBhvr>
                                        <p:cTn id="136" dur="1" fill="hold">
                                          <p:stCondLst>
                                            <p:cond delay="499"/>
                                          </p:stCondLst>
                                        </p:cTn>
                                        <p:tgtEl>
                                          <p:spTgt spid="103"/>
                                        </p:tgtEl>
                                        <p:attrNameLst>
                                          <p:attrName>style.visibility</p:attrName>
                                        </p:attrNameLst>
                                      </p:cBhvr>
                                      <p:to>
                                        <p:strVal val="visible"/>
                                      </p:to>
                                    </p:set>
                                  </p:childTnLst>
                                </p:cTn>
                              </p:par>
                            </p:childTnLst>
                          </p:cTn>
                        </p:par>
                        <p:par>
                          <p:cTn id="137" fill="hold">
                            <p:stCondLst>
                              <p:cond delay="21500"/>
                            </p:stCondLst>
                            <p:childTnLst>
                              <p:par>
                                <p:cTn id="138" presetID="22" presetClass="entr" presetSubtype="4" fill="hold" nodeType="afterEffect">
                                  <p:stCondLst>
                                    <p:cond delay="0"/>
                                  </p:stCondLst>
                                  <p:childTnLst>
                                    <p:set>
                                      <p:cBhvr>
                                        <p:cTn id="139" dur="1" fill="hold">
                                          <p:stCondLst>
                                            <p:cond delay="0"/>
                                          </p:stCondLst>
                                        </p:cTn>
                                        <p:tgtEl>
                                          <p:spTgt spid="104"/>
                                        </p:tgtEl>
                                        <p:attrNameLst>
                                          <p:attrName>style.visibility</p:attrName>
                                        </p:attrNameLst>
                                      </p:cBhvr>
                                      <p:to>
                                        <p:strVal val="visible"/>
                                      </p:to>
                                    </p:set>
                                    <p:animEffect transition="in" filter="wipe(down)">
                                      <p:cBhvr>
                                        <p:cTn id="140" dur="500"/>
                                        <p:tgtEl>
                                          <p:spTgt spid="104"/>
                                        </p:tgtEl>
                                      </p:cBhvr>
                                    </p:animEffect>
                                  </p:childTnLst>
                                </p:cTn>
                              </p:par>
                            </p:childTnLst>
                          </p:cTn>
                        </p:par>
                        <p:par>
                          <p:cTn id="141" fill="hold">
                            <p:stCondLst>
                              <p:cond delay="22000"/>
                            </p:stCondLst>
                            <p:childTnLst>
                              <p:par>
                                <p:cTn id="142" presetID="1" presetClass="entr" presetSubtype="0" fill="hold" grpId="0" nodeType="afterEffect">
                                  <p:stCondLst>
                                    <p:cond delay="0"/>
                                  </p:stCondLst>
                                  <p:childTnLst>
                                    <p:set>
                                      <p:cBhvr>
                                        <p:cTn id="143" dur="1" fill="hold">
                                          <p:stCondLst>
                                            <p:cond delay="499"/>
                                          </p:stCondLst>
                                        </p:cTn>
                                        <p:tgtEl>
                                          <p:spTgt spid="105"/>
                                        </p:tgtEl>
                                        <p:attrNameLst>
                                          <p:attrName>style.visibility</p:attrName>
                                        </p:attrNameLst>
                                      </p:cBhvr>
                                      <p:to>
                                        <p:strVal val="visible"/>
                                      </p:to>
                                    </p:set>
                                  </p:childTnLst>
                                </p:cTn>
                              </p:par>
                            </p:childTnLst>
                          </p:cTn>
                        </p:par>
                        <p:par>
                          <p:cTn id="144" fill="hold">
                            <p:stCondLst>
                              <p:cond delay="22500"/>
                            </p:stCondLst>
                            <p:childTnLst>
                              <p:par>
                                <p:cTn id="145" presetID="22" presetClass="entr" presetSubtype="1" fill="hold" nodeType="afterEffect">
                                  <p:stCondLst>
                                    <p:cond delay="0"/>
                                  </p:stCondLst>
                                  <p:childTnLst>
                                    <p:set>
                                      <p:cBhvr>
                                        <p:cTn id="146" dur="1" fill="hold">
                                          <p:stCondLst>
                                            <p:cond delay="0"/>
                                          </p:stCondLst>
                                        </p:cTn>
                                        <p:tgtEl>
                                          <p:spTgt spid="106"/>
                                        </p:tgtEl>
                                        <p:attrNameLst>
                                          <p:attrName>style.visibility</p:attrName>
                                        </p:attrNameLst>
                                      </p:cBhvr>
                                      <p:to>
                                        <p:strVal val="visible"/>
                                      </p:to>
                                    </p:set>
                                    <p:animEffect transition="in" filter="wipe(up)">
                                      <p:cBhvr>
                                        <p:cTn id="147" dur="500"/>
                                        <p:tgtEl>
                                          <p:spTgt spid="106"/>
                                        </p:tgtEl>
                                      </p:cBhvr>
                                    </p:animEffect>
                                  </p:childTnLst>
                                </p:cTn>
                              </p:par>
                            </p:childTnLst>
                          </p:cTn>
                        </p:par>
                        <p:par>
                          <p:cTn id="148" fill="hold">
                            <p:stCondLst>
                              <p:cond delay="23000"/>
                            </p:stCondLst>
                            <p:childTnLst>
                              <p:par>
                                <p:cTn id="149" presetID="1" presetClass="entr" presetSubtype="0" fill="hold" grpId="0" nodeType="afterEffect">
                                  <p:stCondLst>
                                    <p:cond delay="0"/>
                                  </p:stCondLst>
                                  <p:childTnLst>
                                    <p:set>
                                      <p:cBhvr>
                                        <p:cTn id="150" dur="1" fill="hold">
                                          <p:stCondLst>
                                            <p:cond delay="499"/>
                                          </p:stCondLst>
                                        </p:cTn>
                                        <p:tgtEl>
                                          <p:spTgt spid="107"/>
                                        </p:tgtEl>
                                        <p:attrNameLst>
                                          <p:attrName>style.visibility</p:attrName>
                                        </p:attrNameLst>
                                      </p:cBhvr>
                                      <p:to>
                                        <p:strVal val="visible"/>
                                      </p:to>
                                    </p:set>
                                  </p:childTnLst>
                                </p:cTn>
                              </p:par>
                            </p:childTnLst>
                          </p:cTn>
                        </p:par>
                        <p:par>
                          <p:cTn id="151" fill="hold">
                            <p:stCondLst>
                              <p:cond delay="23500"/>
                            </p:stCondLst>
                            <p:childTnLst>
                              <p:par>
                                <p:cTn id="152" presetID="22" presetClass="entr" presetSubtype="4" fill="hold" nodeType="afterEffect">
                                  <p:stCondLst>
                                    <p:cond delay="0"/>
                                  </p:stCondLst>
                                  <p:childTnLst>
                                    <p:set>
                                      <p:cBhvr>
                                        <p:cTn id="153" dur="1" fill="hold">
                                          <p:stCondLst>
                                            <p:cond delay="0"/>
                                          </p:stCondLst>
                                        </p:cTn>
                                        <p:tgtEl>
                                          <p:spTgt spid="108"/>
                                        </p:tgtEl>
                                        <p:attrNameLst>
                                          <p:attrName>style.visibility</p:attrName>
                                        </p:attrNameLst>
                                      </p:cBhvr>
                                      <p:to>
                                        <p:strVal val="visible"/>
                                      </p:to>
                                    </p:set>
                                    <p:animEffect transition="in" filter="wipe(down)">
                                      <p:cBhvr>
                                        <p:cTn id="154" dur="500"/>
                                        <p:tgtEl>
                                          <p:spTgt spid="108"/>
                                        </p:tgtEl>
                                      </p:cBhvr>
                                    </p:animEffect>
                                  </p:childTnLst>
                                </p:cTn>
                              </p:par>
                            </p:childTnLst>
                          </p:cTn>
                        </p:par>
                        <p:par>
                          <p:cTn id="155" fill="hold">
                            <p:stCondLst>
                              <p:cond delay="24000"/>
                            </p:stCondLst>
                            <p:childTnLst>
                              <p:par>
                                <p:cTn id="156" presetID="1" presetClass="entr" presetSubtype="0" fill="hold" grpId="0" nodeType="afterEffect">
                                  <p:stCondLst>
                                    <p:cond delay="0"/>
                                  </p:stCondLst>
                                  <p:childTnLst>
                                    <p:set>
                                      <p:cBhvr>
                                        <p:cTn id="157" dur="1" fill="hold">
                                          <p:stCondLst>
                                            <p:cond delay="499"/>
                                          </p:stCondLst>
                                        </p:cTn>
                                        <p:tgtEl>
                                          <p:spTgt spid="109"/>
                                        </p:tgtEl>
                                        <p:attrNameLst>
                                          <p:attrName>style.visibility</p:attrName>
                                        </p:attrNameLst>
                                      </p:cBhvr>
                                      <p:to>
                                        <p:strVal val="visible"/>
                                      </p:to>
                                    </p:set>
                                  </p:childTnLst>
                                </p:cTn>
                              </p:par>
                            </p:childTnLst>
                          </p:cTn>
                        </p:par>
                        <p:par>
                          <p:cTn id="158" fill="hold">
                            <p:stCondLst>
                              <p:cond delay="24500"/>
                            </p:stCondLst>
                            <p:childTnLst>
                              <p:par>
                                <p:cTn id="159" presetID="22" presetClass="entr" presetSubtype="1" fill="hold" nodeType="afterEffect">
                                  <p:stCondLst>
                                    <p:cond delay="0"/>
                                  </p:stCondLst>
                                  <p:childTnLst>
                                    <p:set>
                                      <p:cBhvr>
                                        <p:cTn id="160" dur="1" fill="hold">
                                          <p:stCondLst>
                                            <p:cond delay="0"/>
                                          </p:stCondLst>
                                        </p:cTn>
                                        <p:tgtEl>
                                          <p:spTgt spid="110"/>
                                        </p:tgtEl>
                                        <p:attrNameLst>
                                          <p:attrName>style.visibility</p:attrName>
                                        </p:attrNameLst>
                                      </p:cBhvr>
                                      <p:to>
                                        <p:strVal val="visible"/>
                                      </p:to>
                                    </p:set>
                                    <p:animEffect transition="in" filter="wipe(up)">
                                      <p:cBhvr>
                                        <p:cTn id="161" dur="500"/>
                                        <p:tgtEl>
                                          <p:spTgt spid="110"/>
                                        </p:tgtEl>
                                      </p:cBhvr>
                                    </p:animEffect>
                                  </p:childTnLst>
                                </p:cTn>
                              </p:par>
                            </p:childTnLst>
                          </p:cTn>
                        </p:par>
                        <p:par>
                          <p:cTn id="162" fill="hold">
                            <p:stCondLst>
                              <p:cond delay="25000"/>
                            </p:stCondLst>
                            <p:childTnLst>
                              <p:par>
                                <p:cTn id="163" presetID="22" presetClass="entr" presetSubtype="1" fill="hold" grpId="0" nodeType="afterEffect">
                                  <p:stCondLst>
                                    <p:cond delay="0"/>
                                  </p:stCondLst>
                                  <p:childTnLst>
                                    <p:set>
                                      <p:cBhvr>
                                        <p:cTn id="164" dur="1" fill="hold">
                                          <p:stCondLst>
                                            <p:cond delay="0"/>
                                          </p:stCondLst>
                                        </p:cTn>
                                        <p:tgtEl>
                                          <p:spTgt spid="111"/>
                                        </p:tgtEl>
                                        <p:attrNameLst>
                                          <p:attrName>style.visibility</p:attrName>
                                        </p:attrNameLst>
                                      </p:cBhvr>
                                      <p:to>
                                        <p:strVal val="visible"/>
                                      </p:to>
                                    </p:set>
                                    <p:animEffect transition="in" filter="wipe(up)">
                                      <p:cBhvr>
                                        <p:cTn id="165" dur="500"/>
                                        <p:tgtEl>
                                          <p:spTgt spid="111"/>
                                        </p:tgtEl>
                                      </p:cBhvr>
                                    </p:animEffect>
                                  </p:childTnLst>
                                </p:cTn>
                              </p:par>
                            </p:childTnLst>
                          </p:cTn>
                        </p:par>
                        <p:par>
                          <p:cTn id="166" fill="hold">
                            <p:stCondLst>
                              <p:cond delay="25500"/>
                            </p:stCondLst>
                            <p:childTnLst>
                              <p:par>
                                <p:cTn id="167" presetID="22" presetClass="entr" presetSubtype="1" fill="hold" nodeType="afterEffect">
                                  <p:stCondLst>
                                    <p:cond delay="0"/>
                                  </p:stCondLst>
                                  <p:childTnLst>
                                    <p:set>
                                      <p:cBhvr>
                                        <p:cTn id="168" dur="1" fill="hold">
                                          <p:stCondLst>
                                            <p:cond delay="0"/>
                                          </p:stCondLst>
                                        </p:cTn>
                                        <p:tgtEl>
                                          <p:spTgt spid="112"/>
                                        </p:tgtEl>
                                        <p:attrNameLst>
                                          <p:attrName>style.visibility</p:attrName>
                                        </p:attrNameLst>
                                      </p:cBhvr>
                                      <p:to>
                                        <p:strVal val="visible"/>
                                      </p:to>
                                    </p:set>
                                    <p:animEffect transition="in" filter="wipe(up)">
                                      <p:cBhvr>
                                        <p:cTn id="169" dur="500"/>
                                        <p:tgtEl>
                                          <p:spTgt spid="112"/>
                                        </p:tgtEl>
                                      </p:cBhvr>
                                    </p:animEffect>
                                  </p:childTnLst>
                                </p:cTn>
                              </p:par>
                            </p:childTnLst>
                          </p:cTn>
                        </p:par>
                        <p:par>
                          <p:cTn id="170" fill="hold">
                            <p:stCondLst>
                              <p:cond delay="26000"/>
                            </p:stCondLst>
                            <p:childTnLst>
                              <p:par>
                                <p:cTn id="171" presetID="22" presetClass="entr" presetSubtype="1" fill="hold" grpId="0" nodeType="afterEffect">
                                  <p:stCondLst>
                                    <p:cond delay="0"/>
                                  </p:stCondLst>
                                  <p:childTnLst>
                                    <p:set>
                                      <p:cBhvr>
                                        <p:cTn id="172" dur="1" fill="hold">
                                          <p:stCondLst>
                                            <p:cond delay="0"/>
                                          </p:stCondLst>
                                        </p:cTn>
                                        <p:tgtEl>
                                          <p:spTgt spid="113"/>
                                        </p:tgtEl>
                                        <p:attrNameLst>
                                          <p:attrName>style.visibility</p:attrName>
                                        </p:attrNameLst>
                                      </p:cBhvr>
                                      <p:to>
                                        <p:strVal val="visible"/>
                                      </p:to>
                                    </p:set>
                                    <p:animEffect transition="in" filter="wipe(up)">
                                      <p:cBhvr>
                                        <p:cTn id="173" dur="500"/>
                                        <p:tgtEl>
                                          <p:spTgt spid="113"/>
                                        </p:tgtEl>
                                      </p:cBhvr>
                                    </p:animEffect>
                                  </p:childTnLst>
                                </p:cTn>
                              </p:par>
                            </p:childTnLst>
                          </p:cTn>
                        </p:par>
                        <p:par>
                          <p:cTn id="174" fill="hold">
                            <p:stCondLst>
                              <p:cond delay="26500"/>
                            </p:stCondLst>
                            <p:childTnLst>
                              <p:par>
                                <p:cTn id="175" presetID="22" presetClass="entr" presetSubtype="1" fill="hold" nodeType="afterEffect">
                                  <p:stCondLst>
                                    <p:cond delay="0"/>
                                  </p:stCondLst>
                                  <p:childTnLst>
                                    <p:set>
                                      <p:cBhvr>
                                        <p:cTn id="176" dur="1" fill="hold">
                                          <p:stCondLst>
                                            <p:cond delay="0"/>
                                          </p:stCondLst>
                                        </p:cTn>
                                        <p:tgtEl>
                                          <p:spTgt spid="114"/>
                                        </p:tgtEl>
                                        <p:attrNameLst>
                                          <p:attrName>style.visibility</p:attrName>
                                        </p:attrNameLst>
                                      </p:cBhvr>
                                      <p:to>
                                        <p:strVal val="visible"/>
                                      </p:to>
                                    </p:set>
                                    <p:animEffect transition="in" filter="wipe(up)">
                                      <p:cBhvr>
                                        <p:cTn id="177" dur="500"/>
                                        <p:tgtEl>
                                          <p:spTgt spid="114"/>
                                        </p:tgtEl>
                                      </p:cBhvr>
                                    </p:animEffect>
                                  </p:childTnLst>
                                </p:cTn>
                              </p:par>
                            </p:childTnLst>
                          </p:cTn>
                        </p:par>
                        <p:par>
                          <p:cTn id="178" fill="hold">
                            <p:stCondLst>
                              <p:cond delay="27000"/>
                            </p:stCondLst>
                            <p:childTnLst>
                              <p:par>
                                <p:cTn id="179" presetID="22" presetClass="entr" presetSubtype="1" fill="hold" grpId="0" nodeType="afterEffect">
                                  <p:stCondLst>
                                    <p:cond delay="0"/>
                                  </p:stCondLst>
                                  <p:childTnLst>
                                    <p:set>
                                      <p:cBhvr>
                                        <p:cTn id="180" dur="1" fill="hold">
                                          <p:stCondLst>
                                            <p:cond delay="0"/>
                                          </p:stCondLst>
                                        </p:cTn>
                                        <p:tgtEl>
                                          <p:spTgt spid="115"/>
                                        </p:tgtEl>
                                        <p:attrNameLst>
                                          <p:attrName>style.visibility</p:attrName>
                                        </p:attrNameLst>
                                      </p:cBhvr>
                                      <p:to>
                                        <p:strVal val="visible"/>
                                      </p:to>
                                    </p:set>
                                    <p:animEffect transition="in" filter="wipe(up)">
                                      <p:cBhvr>
                                        <p:cTn id="181" dur="500"/>
                                        <p:tgtEl>
                                          <p:spTgt spid="115"/>
                                        </p:tgtEl>
                                      </p:cBhvr>
                                    </p:animEffect>
                                  </p:childTnLst>
                                </p:cTn>
                              </p:par>
                            </p:childTnLst>
                          </p:cTn>
                        </p:par>
                        <p:par>
                          <p:cTn id="182" fill="hold">
                            <p:stCondLst>
                              <p:cond delay="27500"/>
                            </p:stCondLst>
                            <p:childTnLst>
                              <p:par>
                                <p:cTn id="183" presetID="22" presetClass="entr" presetSubtype="1" fill="hold" nodeType="afterEffect">
                                  <p:stCondLst>
                                    <p:cond delay="0"/>
                                  </p:stCondLst>
                                  <p:childTnLst>
                                    <p:set>
                                      <p:cBhvr>
                                        <p:cTn id="184" dur="1" fill="hold">
                                          <p:stCondLst>
                                            <p:cond delay="0"/>
                                          </p:stCondLst>
                                        </p:cTn>
                                        <p:tgtEl>
                                          <p:spTgt spid="116"/>
                                        </p:tgtEl>
                                        <p:attrNameLst>
                                          <p:attrName>style.visibility</p:attrName>
                                        </p:attrNameLst>
                                      </p:cBhvr>
                                      <p:to>
                                        <p:strVal val="visible"/>
                                      </p:to>
                                    </p:set>
                                    <p:animEffect transition="in" filter="wipe(up)">
                                      <p:cBhvr>
                                        <p:cTn id="185" dur="500"/>
                                        <p:tgtEl>
                                          <p:spTgt spid="116"/>
                                        </p:tgtEl>
                                      </p:cBhvr>
                                    </p:animEffect>
                                  </p:childTnLst>
                                </p:cTn>
                              </p:par>
                            </p:childTnLst>
                          </p:cTn>
                        </p:par>
                        <p:par>
                          <p:cTn id="186" fill="hold">
                            <p:stCondLst>
                              <p:cond delay="28000"/>
                            </p:stCondLst>
                            <p:childTnLst>
                              <p:par>
                                <p:cTn id="187" presetID="22" presetClass="entr" presetSubtype="1" fill="hold" grpId="0" nodeType="afterEffect">
                                  <p:stCondLst>
                                    <p:cond delay="0"/>
                                  </p:stCondLst>
                                  <p:childTnLst>
                                    <p:set>
                                      <p:cBhvr>
                                        <p:cTn id="188" dur="1" fill="hold">
                                          <p:stCondLst>
                                            <p:cond delay="0"/>
                                          </p:stCondLst>
                                        </p:cTn>
                                        <p:tgtEl>
                                          <p:spTgt spid="117"/>
                                        </p:tgtEl>
                                        <p:attrNameLst>
                                          <p:attrName>style.visibility</p:attrName>
                                        </p:attrNameLst>
                                      </p:cBhvr>
                                      <p:to>
                                        <p:strVal val="visible"/>
                                      </p:to>
                                    </p:set>
                                    <p:animEffect transition="in" filter="wipe(up)">
                                      <p:cBhvr>
                                        <p:cTn id="189" dur="500"/>
                                        <p:tgtEl>
                                          <p:spTgt spid="117"/>
                                        </p:tgtEl>
                                      </p:cBhvr>
                                    </p:animEffect>
                                  </p:childTnLst>
                                </p:cTn>
                              </p:par>
                            </p:childTnLst>
                          </p:cTn>
                        </p:par>
                        <p:par>
                          <p:cTn id="190" fill="hold">
                            <p:stCondLst>
                              <p:cond delay="28500"/>
                            </p:stCondLst>
                            <p:childTnLst>
                              <p:par>
                                <p:cTn id="191" presetID="22" presetClass="entr" presetSubtype="1" fill="hold" nodeType="afterEffect">
                                  <p:stCondLst>
                                    <p:cond delay="0"/>
                                  </p:stCondLst>
                                  <p:childTnLst>
                                    <p:set>
                                      <p:cBhvr>
                                        <p:cTn id="192" dur="1" fill="hold">
                                          <p:stCondLst>
                                            <p:cond delay="0"/>
                                          </p:stCondLst>
                                        </p:cTn>
                                        <p:tgtEl>
                                          <p:spTgt spid="118"/>
                                        </p:tgtEl>
                                        <p:attrNameLst>
                                          <p:attrName>style.visibility</p:attrName>
                                        </p:attrNameLst>
                                      </p:cBhvr>
                                      <p:to>
                                        <p:strVal val="visible"/>
                                      </p:to>
                                    </p:set>
                                    <p:animEffect transition="in" filter="wipe(up)">
                                      <p:cBhvr>
                                        <p:cTn id="193" dur="500"/>
                                        <p:tgtEl>
                                          <p:spTgt spid="118"/>
                                        </p:tgtEl>
                                      </p:cBhvr>
                                    </p:animEffect>
                                  </p:childTnLst>
                                </p:cTn>
                              </p:par>
                            </p:childTnLst>
                          </p:cTn>
                        </p:par>
                        <p:par>
                          <p:cTn id="194" fill="hold">
                            <p:stCondLst>
                              <p:cond delay="29000"/>
                            </p:stCondLst>
                            <p:childTnLst>
                              <p:par>
                                <p:cTn id="195" presetID="22" presetClass="entr" presetSubtype="1" fill="hold" grpId="0" nodeType="afterEffect">
                                  <p:stCondLst>
                                    <p:cond delay="0"/>
                                  </p:stCondLst>
                                  <p:childTnLst>
                                    <p:set>
                                      <p:cBhvr>
                                        <p:cTn id="196" dur="1" fill="hold">
                                          <p:stCondLst>
                                            <p:cond delay="0"/>
                                          </p:stCondLst>
                                        </p:cTn>
                                        <p:tgtEl>
                                          <p:spTgt spid="119"/>
                                        </p:tgtEl>
                                        <p:attrNameLst>
                                          <p:attrName>style.visibility</p:attrName>
                                        </p:attrNameLst>
                                      </p:cBhvr>
                                      <p:to>
                                        <p:strVal val="visible"/>
                                      </p:to>
                                    </p:set>
                                    <p:animEffect transition="in" filter="wipe(up)">
                                      <p:cBhvr>
                                        <p:cTn id="197" dur="500"/>
                                        <p:tgtEl>
                                          <p:spTgt spid="119"/>
                                        </p:tgtEl>
                                      </p:cBhvr>
                                    </p:animEffect>
                                  </p:childTnLst>
                                </p:cTn>
                              </p:par>
                            </p:childTnLst>
                          </p:cTn>
                        </p:par>
                        <p:par>
                          <p:cTn id="198" fill="hold">
                            <p:stCondLst>
                              <p:cond delay="29500"/>
                            </p:stCondLst>
                            <p:childTnLst>
                              <p:par>
                                <p:cTn id="199" presetID="22" presetClass="entr" presetSubtype="1" fill="hold" nodeType="afterEffect">
                                  <p:stCondLst>
                                    <p:cond delay="0"/>
                                  </p:stCondLst>
                                  <p:childTnLst>
                                    <p:set>
                                      <p:cBhvr>
                                        <p:cTn id="200" dur="1" fill="hold">
                                          <p:stCondLst>
                                            <p:cond delay="0"/>
                                          </p:stCondLst>
                                        </p:cTn>
                                        <p:tgtEl>
                                          <p:spTgt spid="159"/>
                                        </p:tgtEl>
                                        <p:attrNameLst>
                                          <p:attrName>style.visibility</p:attrName>
                                        </p:attrNameLst>
                                      </p:cBhvr>
                                      <p:to>
                                        <p:strVal val="visible"/>
                                      </p:to>
                                    </p:set>
                                    <p:animEffect transition="in" filter="wipe(up)">
                                      <p:cBhvr>
                                        <p:cTn id="201" dur="500"/>
                                        <p:tgtEl>
                                          <p:spTgt spid="159"/>
                                        </p:tgtEl>
                                      </p:cBhvr>
                                    </p:animEffect>
                                  </p:childTnLst>
                                </p:cTn>
                              </p:par>
                            </p:childTnLst>
                          </p:cTn>
                        </p:par>
                        <p:par>
                          <p:cTn id="202" fill="hold">
                            <p:stCondLst>
                              <p:cond delay="30000"/>
                            </p:stCondLst>
                            <p:childTnLst>
                              <p:par>
                                <p:cTn id="203" presetID="22" presetClass="entr" presetSubtype="1" fill="hold" grpId="0" nodeType="afterEffect">
                                  <p:stCondLst>
                                    <p:cond delay="0"/>
                                  </p:stCondLst>
                                  <p:childTnLst>
                                    <p:set>
                                      <p:cBhvr>
                                        <p:cTn id="204" dur="1" fill="hold">
                                          <p:stCondLst>
                                            <p:cond delay="0"/>
                                          </p:stCondLst>
                                        </p:cTn>
                                        <p:tgtEl>
                                          <p:spTgt spid="160"/>
                                        </p:tgtEl>
                                        <p:attrNameLst>
                                          <p:attrName>style.visibility</p:attrName>
                                        </p:attrNameLst>
                                      </p:cBhvr>
                                      <p:to>
                                        <p:strVal val="visible"/>
                                      </p:to>
                                    </p:set>
                                    <p:animEffect transition="in" filter="wipe(up)">
                                      <p:cBhvr>
                                        <p:cTn id="205" dur="500"/>
                                        <p:tgtEl>
                                          <p:spTgt spid="1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autoUpdateAnimBg="0"/>
      <p:bldP spid="74" grpId="0" animBg="1" autoUpdateAnimBg="0"/>
      <p:bldP spid="77" grpId="0" animBg="1" autoUpdateAnimBg="0"/>
      <p:bldP spid="79" grpId="0" animBg="1" autoUpdateAnimBg="0"/>
      <p:bldP spid="82" grpId="0" animBg="1" autoUpdateAnimBg="0"/>
      <p:bldP spid="83" grpId="0" animBg="1" autoUpdateAnimBg="0"/>
      <p:bldP spid="85" grpId="0" animBg="1" autoUpdateAnimBg="0"/>
      <p:bldP spid="87" grpId="0" animBg="1" autoUpdateAnimBg="0"/>
      <p:bldP spid="91" grpId="0" animBg="1" autoUpdateAnimBg="0"/>
      <p:bldP spid="93" grpId="0" autoUpdateAnimBg="0"/>
      <p:bldP spid="95" grpId="0" autoUpdateAnimBg="0"/>
      <p:bldP spid="97" grpId="0" autoUpdateAnimBg="0"/>
      <p:bldP spid="99" grpId="0" autoUpdateAnimBg="0"/>
      <p:bldP spid="101" grpId="0" autoUpdateAnimBg="0"/>
      <p:bldP spid="103" grpId="0" autoUpdateAnimBg="0"/>
      <p:bldP spid="105" grpId="0" autoUpdateAnimBg="0"/>
      <p:bldP spid="107" grpId="0" autoUpdateAnimBg="0"/>
      <p:bldP spid="109" grpId="0" autoUpdateAnimBg="0"/>
      <p:bldP spid="111" grpId="0" autoUpdateAnimBg="0"/>
      <p:bldP spid="113" grpId="0" autoUpdateAnimBg="0"/>
      <p:bldP spid="115" grpId="0" autoUpdateAnimBg="0"/>
      <p:bldP spid="117" grpId="0" autoUpdateAnimBg="0"/>
      <p:bldP spid="119" grpId="0" autoUpdateAnimBg="0"/>
      <p:bldP spid="160" grpId="0" autoUpdateAnimBg="0"/>
      <p:bldP spid="161" grpId="0" animBg="1" autoUpdateAnimBg="0"/>
      <p:bldP spid="162"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3.2.1</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软件结构图（</a:t>
            </a:r>
            <a:r>
              <a:rPr lang="en-US" altLang="zh-CN" dirty="0">
                <a:solidFill>
                  <a:srgbClr val="4E8F00"/>
                </a:solidFill>
                <a:effectLst/>
                <a:ea typeface="Microsoft YaHei UI" panose="020B0503020204020204" pitchFamily="34" charset="-122"/>
                <a:sym typeface="微软雅黑" panose="020B0503020204020204" pitchFamily="34" charset="-122"/>
              </a:rPr>
              <a:t>Structure Chart</a:t>
            </a:r>
            <a:r>
              <a:rPr lang="zh-CN" altLang="en-US" dirty="0">
                <a:solidFill>
                  <a:srgbClr val="4E8F00"/>
                </a:solidFill>
                <a:effectLst/>
                <a:ea typeface="Microsoft YaHei UI" panose="020B0503020204020204" pitchFamily="34" charset="-122"/>
                <a:sym typeface="微软雅黑" panose="020B0503020204020204" pitchFamily="34" charset="-122"/>
              </a:rPr>
              <a:t>，简称</a:t>
            </a:r>
            <a:r>
              <a:rPr lang="en-US" altLang="zh-CN" dirty="0">
                <a:solidFill>
                  <a:srgbClr val="4E8F00"/>
                </a:solidFill>
                <a:effectLst/>
                <a:ea typeface="Microsoft YaHei UI" panose="020B0503020204020204" pitchFamily="34" charset="-122"/>
                <a:sym typeface="微软雅黑" panose="020B0503020204020204" pitchFamily="34" charset="-122"/>
              </a:rPr>
              <a:t>SC</a:t>
            </a:r>
            <a:r>
              <a:rPr lang="zh-CN" altLang="en-US" dirty="0">
                <a:solidFill>
                  <a:srgbClr val="4E8F00"/>
                </a:solidFill>
                <a:effectLst/>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grpSp>
        <p:nvGrpSpPr>
          <p:cNvPr id="2" name="组合 1">
            <a:extLst>
              <a:ext uri="{FF2B5EF4-FFF2-40B4-BE49-F238E27FC236}">
                <a16:creationId xmlns:a16="http://schemas.microsoft.com/office/drawing/2014/main" id="{1CE25F68-83DA-2E48-8D7E-598D963C60E2}"/>
              </a:ext>
            </a:extLst>
          </p:cNvPr>
          <p:cNvGrpSpPr/>
          <p:nvPr/>
        </p:nvGrpSpPr>
        <p:grpSpPr>
          <a:xfrm>
            <a:off x="-1" y="1968500"/>
            <a:ext cx="9144000" cy="4660900"/>
            <a:chOff x="-1" y="1968500"/>
            <a:chExt cx="9144000" cy="4660900"/>
          </a:xfrm>
        </p:grpSpPr>
        <p:grpSp>
          <p:nvGrpSpPr>
            <p:cNvPr id="3" name="组合 2">
              <a:extLst>
                <a:ext uri="{FF2B5EF4-FFF2-40B4-BE49-F238E27FC236}">
                  <a16:creationId xmlns:a16="http://schemas.microsoft.com/office/drawing/2014/main" id="{0FEE9681-7F7E-C743-8201-00AB4D019400}"/>
                </a:ext>
              </a:extLst>
            </p:cNvPr>
            <p:cNvGrpSpPr/>
            <p:nvPr/>
          </p:nvGrpSpPr>
          <p:grpSpPr>
            <a:xfrm>
              <a:off x="-1" y="1968500"/>
              <a:ext cx="9144000" cy="4660900"/>
              <a:chOff x="-1" y="1968500"/>
              <a:chExt cx="9144000" cy="4660900"/>
            </a:xfrm>
          </p:grpSpPr>
          <p:sp>
            <p:nvSpPr>
              <p:cNvPr id="71" name="矩形 3">
                <a:extLst>
                  <a:ext uri="{FF2B5EF4-FFF2-40B4-BE49-F238E27FC236}">
                    <a16:creationId xmlns:a16="http://schemas.microsoft.com/office/drawing/2014/main" id="{ECECD1B4-A936-1E4F-A76C-6A2182869C78}"/>
                  </a:ext>
                </a:extLst>
              </p:cNvPr>
              <p:cNvSpPr>
                <a:spLocks noChangeArrowheads="1"/>
              </p:cNvSpPr>
              <p:nvPr/>
            </p:nvSpPr>
            <p:spPr bwMode="auto">
              <a:xfrm>
                <a:off x="-1" y="2236788"/>
                <a:ext cx="9144000" cy="360362"/>
              </a:xfrm>
              <a:prstGeom prst="rect">
                <a:avLst/>
              </a:prstGeom>
              <a:solidFill>
                <a:schemeClr val="bg1"/>
              </a:solidFill>
              <a:ln w="9525" algn="ctr">
                <a:solidFill>
                  <a:schemeClr val="bg1"/>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en-US"/>
              </a:p>
            </p:txBody>
          </p:sp>
          <p:grpSp>
            <p:nvGrpSpPr>
              <p:cNvPr id="72" name="Group 2">
                <a:extLst>
                  <a:ext uri="{FF2B5EF4-FFF2-40B4-BE49-F238E27FC236}">
                    <a16:creationId xmlns:a16="http://schemas.microsoft.com/office/drawing/2014/main" id="{B92DDA50-6AB9-D34E-9F33-556CBAA57FE8}"/>
                  </a:ext>
                </a:extLst>
              </p:cNvPr>
              <p:cNvGrpSpPr>
                <a:grpSpLocks/>
              </p:cNvGrpSpPr>
              <p:nvPr/>
            </p:nvGrpSpPr>
            <p:grpSpPr bwMode="auto">
              <a:xfrm>
                <a:off x="3581399" y="2168525"/>
                <a:ext cx="2362200" cy="533400"/>
                <a:chOff x="2160" y="336"/>
                <a:chExt cx="1488" cy="448"/>
              </a:xfrm>
            </p:grpSpPr>
            <p:sp>
              <p:nvSpPr>
                <p:cNvPr id="73" name="AutoShape 3">
                  <a:extLst>
                    <a:ext uri="{FF2B5EF4-FFF2-40B4-BE49-F238E27FC236}">
                      <a16:creationId xmlns:a16="http://schemas.microsoft.com/office/drawing/2014/main" id="{E4F8B9D3-AE09-E34C-B128-395A4349DE56}"/>
                    </a:ext>
                  </a:extLst>
                </p:cNvPr>
                <p:cNvSpPr>
                  <a:spLocks noChangeArrowheads="1"/>
                </p:cNvSpPr>
                <p:nvPr/>
              </p:nvSpPr>
              <p:spPr bwMode="auto">
                <a:xfrm>
                  <a:off x="2160" y="336"/>
                  <a:ext cx="1488" cy="448"/>
                </a:xfrm>
                <a:prstGeom prst="parallelogram">
                  <a:avLst>
                    <a:gd name="adj" fmla="val 58202"/>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b="1">
                    <a:latin typeface="Times New Roman" panose="02020603050405020304" pitchFamily="18" charset="0"/>
                  </a:endParaRPr>
                </a:p>
              </p:txBody>
            </p:sp>
            <p:sp>
              <p:nvSpPr>
                <p:cNvPr id="74" name="Oval 4">
                  <a:extLst>
                    <a:ext uri="{FF2B5EF4-FFF2-40B4-BE49-F238E27FC236}">
                      <a16:creationId xmlns:a16="http://schemas.microsoft.com/office/drawing/2014/main" id="{EB8588E9-81A6-AD40-BB73-1F3071640BF2}"/>
                    </a:ext>
                  </a:extLst>
                </p:cNvPr>
                <p:cNvSpPr>
                  <a:spLocks noChangeArrowheads="1"/>
                </p:cNvSpPr>
                <p:nvPr/>
              </p:nvSpPr>
              <p:spPr bwMode="auto">
                <a:xfrm>
                  <a:off x="2732" y="448"/>
                  <a:ext cx="267" cy="224"/>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a:latin typeface="Times New Roman" panose="02020603050405020304" pitchFamily="18" charset="0"/>
                    </a:rPr>
                    <a:t>X</a:t>
                  </a:r>
                </a:p>
              </p:txBody>
            </p:sp>
            <p:sp>
              <p:nvSpPr>
                <p:cNvPr id="75" name="Line 5">
                  <a:extLst>
                    <a:ext uri="{FF2B5EF4-FFF2-40B4-BE49-F238E27FC236}">
                      <a16:creationId xmlns:a16="http://schemas.microsoft.com/office/drawing/2014/main" id="{EAFDB812-C3C5-C54C-AAEC-13B941E5C6EE}"/>
                    </a:ext>
                  </a:extLst>
                </p:cNvPr>
                <p:cNvSpPr>
                  <a:spLocks noChangeShapeType="1"/>
                </p:cNvSpPr>
                <p:nvPr/>
              </p:nvSpPr>
              <p:spPr bwMode="auto">
                <a:xfrm>
                  <a:off x="2389" y="560"/>
                  <a:ext cx="343"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6">
                  <a:extLst>
                    <a:ext uri="{FF2B5EF4-FFF2-40B4-BE49-F238E27FC236}">
                      <a16:creationId xmlns:a16="http://schemas.microsoft.com/office/drawing/2014/main" id="{BC1BCB6C-ADC2-7844-8CBD-CE6817FB0180}"/>
                    </a:ext>
                  </a:extLst>
                </p:cNvPr>
                <p:cNvSpPr>
                  <a:spLocks noChangeShapeType="1"/>
                </p:cNvSpPr>
                <p:nvPr/>
              </p:nvSpPr>
              <p:spPr bwMode="auto">
                <a:xfrm rot="-1729346">
                  <a:off x="2961" y="448"/>
                  <a:ext cx="344" cy="1"/>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7">
                  <a:extLst>
                    <a:ext uri="{FF2B5EF4-FFF2-40B4-BE49-F238E27FC236}">
                      <a16:creationId xmlns:a16="http://schemas.microsoft.com/office/drawing/2014/main" id="{9EF219CC-0422-CA4C-8283-77A145E4E334}"/>
                    </a:ext>
                  </a:extLst>
                </p:cNvPr>
                <p:cNvSpPr>
                  <a:spLocks noChangeShapeType="1"/>
                </p:cNvSpPr>
                <p:nvPr/>
              </p:nvSpPr>
              <p:spPr bwMode="auto">
                <a:xfrm rot="1679650">
                  <a:off x="2961" y="635"/>
                  <a:ext cx="34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78" name="Line 8">
                <a:extLst>
                  <a:ext uri="{FF2B5EF4-FFF2-40B4-BE49-F238E27FC236}">
                    <a16:creationId xmlns:a16="http://schemas.microsoft.com/office/drawing/2014/main" id="{58DE4084-FACD-FA43-AAC7-05F1DEFE06DB}"/>
                  </a:ext>
                </a:extLst>
              </p:cNvPr>
              <p:cNvSpPr>
                <a:spLocks noChangeShapeType="1"/>
              </p:cNvSpPr>
              <p:nvPr/>
            </p:nvSpPr>
            <p:spPr bwMode="auto">
              <a:xfrm flipH="1">
                <a:off x="3733799" y="2740025"/>
                <a:ext cx="838200" cy="342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9">
                <a:extLst>
                  <a:ext uri="{FF2B5EF4-FFF2-40B4-BE49-F238E27FC236}">
                    <a16:creationId xmlns:a16="http://schemas.microsoft.com/office/drawing/2014/main" id="{2554B641-9C18-A24E-A228-7391E5898B98}"/>
                  </a:ext>
                </a:extLst>
              </p:cNvPr>
              <p:cNvSpPr>
                <a:spLocks noChangeShapeType="1"/>
              </p:cNvSpPr>
              <p:nvPr/>
            </p:nvSpPr>
            <p:spPr bwMode="auto">
              <a:xfrm>
                <a:off x="4571999" y="2740025"/>
                <a:ext cx="1066800" cy="342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80" name="Group 10">
                <a:extLst>
                  <a:ext uri="{FF2B5EF4-FFF2-40B4-BE49-F238E27FC236}">
                    <a16:creationId xmlns:a16="http://schemas.microsoft.com/office/drawing/2014/main" id="{0C788E85-3D4C-D543-AE51-BB3F687C8F30}"/>
                  </a:ext>
                </a:extLst>
              </p:cNvPr>
              <p:cNvGrpSpPr>
                <a:grpSpLocks/>
              </p:cNvGrpSpPr>
              <p:nvPr/>
            </p:nvGrpSpPr>
            <p:grpSpPr bwMode="auto">
              <a:xfrm>
                <a:off x="3276599" y="3082925"/>
                <a:ext cx="2438400" cy="685800"/>
                <a:chOff x="1584" y="1056"/>
                <a:chExt cx="1968" cy="720"/>
              </a:xfrm>
            </p:grpSpPr>
            <p:sp>
              <p:nvSpPr>
                <p:cNvPr id="81" name="AutoShape 11">
                  <a:extLst>
                    <a:ext uri="{FF2B5EF4-FFF2-40B4-BE49-F238E27FC236}">
                      <a16:creationId xmlns:a16="http://schemas.microsoft.com/office/drawing/2014/main" id="{6CEB524F-9AD2-6E4C-B3F6-07D79D4DC481}"/>
                    </a:ext>
                  </a:extLst>
                </p:cNvPr>
                <p:cNvSpPr>
                  <a:spLocks noChangeArrowheads="1"/>
                </p:cNvSpPr>
                <p:nvPr/>
              </p:nvSpPr>
              <p:spPr bwMode="auto">
                <a:xfrm>
                  <a:off x="1584" y="1056"/>
                  <a:ext cx="1968" cy="720"/>
                </a:xfrm>
                <a:prstGeom prst="parallelogram">
                  <a:avLst>
                    <a:gd name="adj" fmla="val 47897"/>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b="1">
                    <a:latin typeface="Times New Roman" panose="02020603050405020304" pitchFamily="18" charset="0"/>
                  </a:endParaRPr>
                </a:p>
              </p:txBody>
            </p:sp>
            <p:sp>
              <p:nvSpPr>
                <p:cNvPr id="82" name="Line 12">
                  <a:extLst>
                    <a:ext uri="{FF2B5EF4-FFF2-40B4-BE49-F238E27FC236}">
                      <a16:creationId xmlns:a16="http://schemas.microsoft.com/office/drawing/2014/main" id="{E9521B16-FB14-BF46-91AC-00C79D7B4368}"/>
                    </a:ext>
                  </a:extLst>
                </p:cNvPr>
                <p:cNvSpPr>
                  <a:spLocks noChangeShapeType="1"/>
                </p:cNvSpPr>
                <p:nvPr/>
              </p:nvSpPr>
              <p:spPr bwMode="auto">
                <a:xfrm>
                  <a:off x="1776" y="139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Oval 13">
                  <a:extLst>
                    <a:ext uri="{FF2B5EF4-FFF2-40B4-BE49-F238E27FC236}">
                      <a16:creationId xmlns:a16="http://schemas.microsoft.com/office/drawing/2014/main" id="{4AFF8C2D-4249-9F43-B884-5EA8D783181A}"/>
                    </a:ext>
                  </a:extLst>
                </p:cNvPr>
                <p:cNvSpPr>
                  <a:spLocks noChangeArrowheads="1"/>
                </p:cNvSpPr>
                <p:nvPr/>
              </p:nvSpPr>
              <p:spPr bwMode="auto">
                <a:xfrm>
                  <a:off x="2016" y="1248"/>
                  <a:ext cx="336"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en-US">
                      <a:latin typeface="Times New Roman" panose="02020603050405020304" pitchFamily="18" charset="0"/>
                    </a:rPr>
                    <a:t>1</a:t>
                  </a:r>
                  <a:endParaRPr kumimoji="1" lang="en-US" altLang="zh-CN">
                    <a:latin typeface="Times New Roman" panose="02020603050405020304" pitchFamily="18" charset="0"/>
                  </a:endParaRPr>
                </a:p>
              </p:txBody>
            </p:sp>
            <p:sp>
              <p:nvSpPr>
                <p:cNvPr id="84" name="Line 14">
                  <a:extLst>
                    <a:ext uri="{FF2B5EF4-FFF2-40B4-BE49-F238E27FC236}">
                      <a16:creationId xmlns:a16="http://schemas.microsoft.com/office/drawing/2014/main" id="{7AF0814D-137F-F248-927F-7D38C42D4F9F}"/>
                    </a:ext>
                  </a:extLst>
                </p:cNvPr>
                <p:cNvSpPr>
                  <a:spLocks noChangeShapeType="1"/>
                </p:cNvSpPr>
                <p:nvPr/>
              </p:nvSpPr>
              <p:spPr bwMode="auto">
                <a:xfrm flipV="1">
                  <a:off x="2352" y="1200"/>
                  <a:ext cx="240"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5" name="Oval 15">
                  <a:extLst>
                    <a:ext uri="{FF2B5EF4-FFF2-40B4-BE49-F238E27FC236}">
                      <a16:creationId xmlns:a16="http://schemas.microsoft.com/office/drawing/2014/main" id="{ABCE6ADD-8764-A744-8B0E-7687E15444DC}"/>
                    </a:ext>
                  </a:extLst>
                </p:cNvPr>
                <p:cNvSpPr>
                  <a:spLocks noChangeArrowheads="1"/>
                </p:cNvSpPr>
                <p:nvPr/>
              </p:nvSpPr>
              <p:spPr bwMode="auto">
                <a:xfrm>
                  <a:off x="2592" y="1056"/>
                  <a:ext cx="336"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a:latin typeface="Times New Roman" panose="02020603050405020304" pitchFamily="18" charset="0"/>
                    </a:rPr>
                    <a:t>3</a:t>
                  </a:r>
                </a:p>
              </p:txBody>
            </p:sp>
            <p:sp>
              <p:nvSpPr>
                <p:cNvPr id="86" name="Line 16">
                  <a:extLst>
                    <a:ext uri="{FF2B5EF4-FFF2-40B4-BE49-F238E27FC236}">
                      <a16:creationId xmlns:a16="http://schemas.microsoft.com/office/drawing/2014/main" id="{97666C96-7421-F74F-AF31-A7DAF9015306}"/>
                    </a:ext>
                  </a:extLst>
                </p:cNvPr>
                <p:cNvSpPr>
                  <a:spLocks noChangeShapeType="1"/>
                </p:cNvSpPr>
                <p:nvPr/>
              </p:nvSpPr>
              <p:spPr bwMode="auto">
                <a:xfrm>
                  <a:off x="2928" y="1200"/>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7" name="Line 17">
                  <a:extLst>
                    <a:ext uri="{FF2B5EF4-FFF2-40B4-BE49-F238E27FC236}">
                      <a16:creationId xmlns:a16="http://schemas.microsoft.com/office/drawing/2014/main" id="{2975434D-2234-C743-9275-8F27F0862FF0}"/>
                    </a:ext>
                  </a:extLst>
                </p:cNvPr>
                <p:cNvSpPr>
                  <a:spLocks noChangeShapeType="1"/>
                </p:cNvSpPr>
                <p:nvPr/>
              </p:nvSpPr>
              <p:spPr bwMode="auto">
                <a:xfrm>
                  <a:off x="2352" y="1440"/>
                  <a:ext cx="240"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Oval 18">
                  <a:extLst>
                    <a:ext uri="{FF2B5EF4-FFF2-40B4-BE49-F238E27FC236}">
                      <a16:creationId xmlns:a16="http://schemas.microsoft.com/office/drawing/2014/main" id="{0AA59C64-0893-0647-8DD6-A9F48B9B60AE}"/>
                    </a:ext>
                  </a:extLst>
                </p:cNvPr>
                <p:cNvSpPr>
                  <a:spLocks noChangeArrowheads="1"/>
                </p:cNvSpPr>
                <p:nvPr/>
              </p:nvSpPr>
              <p:spPr bwMode="auto">
                <a:xfrm>
                  <a:off x="2592" y="1392"/>
                  <a:ext cx="336"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a:latin typeface="Times New Roman" panose="02020603050405020304" pitchFamily="18" charset="0"/>
                    </a:rPr>
                    <a:t>2</a:t>
                  </a:r>
                </a:p>
              </p:txBody>
            </p:sp>
            <p:sp>
              <p:nvSpPr>
                <p:cNvPr id="89" name="Line 19">
                  <a:extLst>
                    <a:ext uri="{FF2B5EF4-FFF2-40B4-BE49-F238E27FC236}">
                      <a16:creationId xmlns:a16="http://schemas.microsoft.com/office/drawing/2014/main" id="{251ECD98-6F96-954B-B164-9C14D955223A}"/>
                    </a:ext>
                  </a:extLst>
                </p:cNvPr>
                <p:cNvSpPr>
                  <a:spLocks noChangeShapeType="1"/>
                </p:cNvSpPr>
                <p:nvPr/>
              </p:nvSpPr>
              <p:spPr bwMode="auto">
                <a:xfrm>
                  <a:off x="2928" y="1584"/>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90" name="Line 20">
                <a:extLst>
                  <a:ext uri="{FF2B5EF4-FFF2-40B4-BE49-F238E27FC236}">
                    <a16:creationId xmlns:a16="http://schemas.microsoft.com/office/drawing/2014/main" id="{B92E703C-851F-6842-9CC1-DABABB59441E}"/>
                  </a:ext>
                </a:extLst>
              </p:cNvPr>
              <p:cNvSpPr>
                <a:spLocks noChangeShapeType="1"/>
              </p:cNvSpPr>
              <p:nvPr/>
            </p:nvSpPr>
            <p:spPr bwMode="auto">
              <a:xfrm flipH="1">
                <a:off x="2133599" y="3825875"/>
                <a:ext cx="1524000" cy="2857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1" name="Line 21">
                <a:extLst>
                  <a:ext uri="{FF2B5EF4-FFF2-40B4-BE49-F238E27FC236}">
                    <a16:creationId xmlns:a16="http://schemas.microsoft.com/office/drawing/2014/main" id="{FC82E7EB-A15A-4A47-B590-FC78079241B2}"/>
                  </a:ext>
                </a:extLst>
              </p:cNvPr>
              <p:cNvSpPr>
                <a:spLocks noChangeShapeType="1"/>
              </p:cNvSpPr>
              <p:nvPr/>
            </p:nvSpPr>
            <p:spPr bwMode="auto">
              <a:xfrm>
                <a:off x="3657599" y="3825875"/>
                <a:ext cx="533400" cy="2857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2" name="Group 22">
                <a:extLst>
                  <a:ext uri="{FF2B5EF4-FFF2-40B4-BE49-F238E27FC236}">
                    <a16:creationId xmlns:a16="http://schemas.microsoft.com/office/drawing/2014/main" id="{F9AF7BC6-5277-9446-A2FA-08392DC0E6DE}"/>
                  </a:ext>
                </a:extLst>
              </p:cNvPr>
              <p:cNvGrpSpPr>
                <a:grpSpLocks/>
              </p:cNvGrpSpPr>
              <p:nvPr/>
            </p:nvGrpSpPr>
            <p:grpSpPr bwMode="auto">
              <a:xfrm>
                <a:off x="1676399" y="4111625"/>
                <a:ext cx="2514600" cy="742950"/>
                <a:chOff x="288" y="2208"/>
                <a:chExt cx="1968" cy="720"/>
              </a:xfrm>
            </p:grpSpPr>
            <p:sp>
              <p:nvSpPr>
                <p:cNvPr id="93" name="AutoShape 23">
                  <a:extLst>
                    <a:ext uri="{FF2B5EF4-FFF2-40B4-BE49-F238E27FC236}">
                      <a16:creationId xmlns:a16="http://schemas.microsoft.com/office/drawing/2014/main" id="{D42586AD-EF01-7048-B8C0-A578C9AB3D81}"/>
                    </a:ext>
                  </a:extLst>
                </p:cNvPr>
                <p:cNvSpPr>
                  <a:spLocks noChangeArrowheads="1"/>
                </p:cNvSpPr>
                <p:nvPr/>
              </p:nvSpPr>
              <p:spPr bwMode="auto">
                <a:xfrm>
                  <a:off x="288" y="2208"/>
                  <a:ext cx="1968" cy="720"/>
                </a:xfrm>
                <a:prstGeom prst="parallelogram">
                  <a:avLst>
                    <a:gd name="adj" fmla="val 47897"/>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600" b="1">
                    <a:latin typeface="Times New Roman" panose="02020603050405020304" pitchFamily="18" charset="0"/>
                  </a:endParaRPr>
                </a:p>
              </p:txBody>
            </p:sp>
            <p:sp>
              <p:nvSpPr>
                <p:cNvPr id="94" name="Line 24">
                  <a:extLst>
                    <a:ext uri="{FF2B5EF4-FFF2-40B4-BE49-F238E27FC236}">
                      <a16:creationId xmlns:a16="http://schemas.microsoft.com/office/drawing/2014/main" id="{83F1CFB2-5BA5-604C-9703-CB5994E14CF1}"/>
                    </a:ext>
                  </a:extLst>
                </p:cNvPr>
                <p:cNvSpPr>
                  <a:spLocks noChangeShapeType="1"/>
                </p:cNvSpPr>
                <p:nvPr/>
              </p:nvSpPr>
              <p:spPr bwMode="auto">
                <a:xfrm>
                  <a:off x="576" y="273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Oval 25">
                  <a:extLst>
                    <a:ext uri="{FF2B5EF4-FFF2-40B4-BE49-F238E27FC236}">
                      <a16:creationId xmlns:a16="http://schemas.microsoft.com/office/drawing/2014/main" id="{5EECDC99-1E01-3343-B589-66E84AAD8879}"/>
                    </a:ext>
                  </a:extLst>
                </p:cNvPr>
                <p:cNvSpPr>
                  <a:spLocks noChangeArrowheads="1"/>
                </p:cNvSpPr>
                <p:nvPr/>
              </p:nvSpPr>
              <p:spPr bwMode="auto">
                <a:xfrm>
                  <a:off x="81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1.1</a:t>
                  </a:r>
                </a:p>
              </p:txBody>
            </p:sp>
            <p:sp>
              <p:nvSpPr>
                <p:cNvPr id="96" name="Line 26">
                  <a:extLst>
                    <a:ext uri="{FF2B5EF4-FFF2-40B4-BE49-F238E27FC236}">
                      <a16:creationId xmlns:a16="http://schemas.microsoft.com/office/drawing/2014/main" id="{FAF5CD78-2B36-A64D-9528-7C9B31886374}"/>
                    </a:ext>
                  </a:extLst>
                </p:cNvPr>
                <p:cNvSpPr>
                  <a:spLocks noChangeShapeType="1"/>
                </p:cNvSpPr>
                <p:nvPr/>
              </p:nvSpPr>
              <p:spPr bwMode="auto">
                <a:xfrm>
                  <a:off x="110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27">
                  <a:extLst>
                    <a:ext uri="{FF2B5EF4-FFF2-40B4-BE49-F238E27FC236}">
                      <a16:creationId xmlns:a16="http://schemas.microsoft.com/office/drawing/2014/main" id="{5BA3146F-4849-A14A-81B5-04A4AD372887}"/>
                    </a:ext>
                  </a:extLst>
                </p:cNvPr>
                <p:cNvSpPr>
                  <a:spLocks noChangeShapeType="1"/>
                </p:cNvSpPr>
                <p:nvPr/>
              </p:nvSpPr>
              <p:spPr bwMode="auto">
                <a:xfrm flipH="1" flipV="1">
                  <a:off x="864" y="2448"/>
                  <a:ext cx="96"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Oval 28">
                  <a:extLst>
                    <a:ext uri="{FF2B5EF4-FFF2-40B4-BE49-F238E27FC236}">
                      <a16:creationId xmlns:a16="http://schemas.microsoft.com/office/drawing/2014/main" id="{AF7C69AB-1D9A-7D4E-8022-150EDBF7F965}"/>
                    </a:ext>
                  </a:extLst>
                </p:cNvPr>
                <p:cNvSpPr>
                  <a:spLocks noChangeArrowheads="1"/>
                </p:cNvSpPr>
                <p:nvPr/>
              </p:nvSpPr>
              <p:spPr bwMode="auto">
                <a:xfrm>
                  <a:off x="672"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1.2</a:t>
                  </a:r>
                </a:p>
              </p:txBody>
            </p:sp>
            <p:sp>
              <p:nvSpPr>
                <p:cNvPr id="99" name="Oval 29">
                  <a:extLst>
                    <a:ext uri="{FF2B5EF4-FFF2-40B4-BE49-F238E27FC236}">
                      <a16:creationId xmlns:a16="http://schemas.microsoft.com/office/drawing/2014/main" id="{CA8C4F22-2592-D448-A63B-3FA2451BC196}"/>
                    </a:ext>
                  </a:extLst>
                </p:cNvPr>
                <p:cNvSpPr>
                  <a:spLocks noChangeArrowheads="1"/>
                </p:cNvSpPr>
                <p:nvPr/>
              </p:nvSpPr>
              <p:spPr bwMode="auto">
                <a:xfrm>
                  <a:off x="129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1.4</a:t>
                  </a:r>
                </a:p>
              </p:txBody>
            </p:sp>
            <p:sp>
              <p:nvSpPr>
                <p:cNvPr id="100" name="Line 30">
                  <a:extLst>
                    <a:ext uri="{FF2B5EF4-FFF2-40B4-BE49-F238E27FC236}">
                      <a16:creationId xmlns:a16="http://schemas.microsoft.com/office/drawing/2014/main" id="{17FBA774-F572-DA4E-986C-A4752CA9DA9B}"/>
                    </a:ext>
                  </a:extLst>
                </p:cNvPr>
                <p:cNvSpPr>
                  <a:spLocks noChangeShapeType="1"/>
                </p:cNvSpPr>
                <p:nvPr/>
              </p:nvSpPr>
              <p:spPr bwMode="auto">
                <a:xfrm>
                  <a:off x="960"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Oval 31">
                  <a:extLst>
                    <a:ext uri="{FF2B5EF4-FFF2-40B4-BE49-F238E27FC236}">
                      <a16:creationId xmlns:a16="http://schemas.microsoft.com/office/drawing/2014/main" id="{D71A93B8-C6BD-194D-A398-A1832BF52975}"/>
                    </a:ext>
                  </a:extLst>
                </p:cNvPr>
                <p:cNvSpPr>
                  <a:spLocks noChangeArrowheads="1"/>
                </p:cNvSpPr>
                <p:nvPr/>
              </p:nvSpPr>
              <p:spPr bwMode="auto">
                <a:xfrm>
                  <a:off x="1200"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1.3</a:t>
                  </a:r>
                </a:p>
              </p:txBody>
            </p:sp>
            <p:sp>
              <p:nvSpPr>
                <p:cNvPr id="102" name="Line 32">
                  <a:extLst>
                    <a:ext uri="{FF2B5EF4-FFF2-40B4-BE49-F238E27FC236}">
                      <a16:creationId xmlns:a16="http://schemas.microsoft.com/office/drawing/2014/main" id="{54E9B248-BEA6-FB4C-BE4C-5F0BCC833245}"/>
                    </a:ext>
                  </a:extLst>
                </p:cNvPr>
                <p:cNvSpPr>
                  <a:spLocks noChangeShapeType="1"/>
                </p:cNvSpPr>
                <p:nvPr/>
              </p:nvSpPr>
              <p:spPr bwMode="auto">
                <a:xfrm>
                  <a:off x="1488"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 name="Line 33">
                  <a:extLst>
                    <a:ext uri="{FF2B5EF4-FFF2-40B4-BE49-F238E27FC236}">
                      <a16:creationId xmlns:a16="http://schemas.microsoft.com/office/drawing/2014/main" id="{D9BA23B3-3E8F-9C4A-B37F-5FDC8C8DA2E3}"/>
                    </a:ext>
                  </a:extLst>
                </p:cNvPr>
                <p:cNvSpPr>
                  <a:spLocks noChangeShapeType="1"/>
                </p:cNvSpPr>
                <p:nvPr/>
              </p:nvSpPr>
              <p:spPr bwMode="auto">
                <a:xfrm>
                  <a:off x="158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4" name="Line 34">
                <a:extLst>
                  <a:ext uri="{FF2B5EF4-FFF2-40B4-BE49-F238E27FC236}">
                    <a16:creationId xmlns:a16="http://schemas.microsoft.com/office/drawing/2014/main" id="{77F1BFD4-339F-4241-A330-AFF9B531130A}"/>
                  </a:ext>
                </a:extLst>
              </p:cNvPr>
              <p:cNvSpPr>
                <a:spLocks noChangeShapeType="1"/>
              </p:cNvSpPr>
              <p:nvPr/>
            </p:nvSpPr>
            <p:spPr bwMode="auto">
              <a:xfrm>
                <a:off x="4571999" y="3825875"/>
                <a:ext cx="457200" cy="2857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35">
                <a:extLst>
                  <a:ext uri="{FF2B5EF4-FFF2-40B4-BE49-F238E27FC236}">
                    <a16:creationId xmlns:a16="http://schemas.microsoft.com/office/drawing/2014/main" id="{F8E8B91F-4530-5940-A659-BB36E1CD5BA9}"/>
                  </a:ext>
                </a:extLst>
              </p:cNvPr>
              <p:cNvSpPr>
                <a:spLocks noChangeShapeType="1"/>
              </p:cNvSpPr>
              <p:nvPr/>
            </p:nvSpPr>
            <p:spPr bwMode="auto">
              <a:xfrm>
                <a:off x="4571999" y="3825875"/>
                <a:ext cx="2590800" cy="2857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6" name="Group 36">
                <a:extLst>
                  <a:ext uri="{FF2B5EF4-FFF2-40B4-BE49-F238E27FC236}">
                    <a16:creationId xmlns:a16="http://schemas.microsoft.com/office/drawing/2014/main" id="{40551C86-C911-474E-996C-C1CA5EF4E5AE}"/>
                  </a:ext>
                </a:extLst>
              </p:cNvPr>
              <p:cNvGrpSpPr>
                <a:grpSpLocks/>
              </p:cNvGrpSpPr>
              <p:nvPr/>
            </p:nvGrpSpPr>
            <p:grpSpPr bwMode="auto">
              <a:xfrm>
                <a:off x="4571999" y="4111625"/>
                <a:ext cx="2590800" cy="742950"/>
                <a:chOff x="2880" y="2160"/>
                <a:chExt cx="1968" cy="720"/>
              </a:xfrm>
            </p:grpSpPr>
            <p:sp>
              <p:nvSpPr>
                <p:cNvPr id="107" name="AutoShape 37">
                  <a:extLst>
                    <a:ext uri="{FF2B5EF4-FFF2-40B4-BE49-F238E27FC236}">
                      <a16:creationId xmlns:a16="http://schemas.microsoft.com/office/drawing/2014/main" id="{CC0F951B-BDC8-D64B-904D-6BB623E365C5}"/>
                    </a:ext>
                  </a:extLst>
                </p:cNvPr>
                <p:cNvSpPr>
                  <a:spLocks noChangeArrowheads="1"/>
                </p:cNvSpPr>
                <p:nvPr/>
              </p:nvSpPr>
              <p:spPr bwMode="auto">
                <a:xfrm>
                  <a:off x="2880" y="2160"/>
                  <a:ext cx="1968" cy="720"/>
                </a:xfrm>
                <a:prstGeom prst="parallelogram">
                  <a:avLst>
                    <a:gd name="adj" fmla="val 47897"/>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600" b="1">
                    <a:latin typeface="Times New Roman" panose="02020603050405020304" pitchFamily="18" charset="0"/>
                  </a:endParaRPr>
                </a:p>
              </p:txBody>
            </p:sp>
            <p:sp>
              <p:nvSpPr>
                <p:cNvPr id="108" name="Line 38">
                  <a:extLst>
                    <a:ext uri="{FF2B5EF4-FFF2-40B4-BE49-F238E27FC236}">
                      <a16:creationId xmlns:a16="http://schemas.microsoft.com/office/drawing/2014/main" id="{CEDFA090-36FF-044C-A62C-469A11D2CA4D}"/>
                    </a:ext>
                  </a:extLst>
                </p:cNvPr>
                <p:cNvSpPr>
                  <a:spLocks noChangeShapeType="1"/>
                </p:cNvSpPr>
                <p:nvPr/>
              </p:nvSpPr>
              <p:spPr bwMode="auto">
                <a:xfrm flipV="1">
                  <a:off x="3072" y="2640"/>
                  <a:ext cx="384"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Oval 39">
                  <a:extLst>
                    <a:ext uri="{FF2B5EF4-FFF2-40B4-BE49-F238E27FC236}">
                      <a16:creationId xmlns:a16="http://schemas.microsoft.com/office/drawing/2014/main" id="{F1E188D4-FDED-EC4A-A38B-371E6FD1B40E}"/>
                    </a:ext>
                  </a:extLst>
                </p:cNvPr>
                <p:cNvSpPr>
                  <a:spLocks noChangeArrowheads="1"/>
                </p:cNvSpPr>
                <p:nvPr/>
              </p:nvSpPr>
              <p:spPr bwMode="auto">
                <a:xfrm>
                  <a:off x="3408" y="2448"/>
                  <a:ext cx="336" cy="336"/>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2.1</a:t>
                  </a:r>
                </a:p>
              </p:txBody>
            </p:sp>
            <p:sp>
              <p:nvSpPr>
                <p:cNvPr id="110" name="Line 40">
                  <a:extLst>
                    <a:ext uri="{FF2B5EF4-FFF2-40B4-BE49-F238E27FC236}">
                      <a16:creationId xmlns:a16="http://schemas.microsoft.com/office/drawing/2014/main" id="{061B66EA-C776-C448-BBD8-25E464E63290}"/>
                    </a:ext>
                  </a:extLst>
                </p:cNvPr>
                <p:cNvSpPr>
                  <a:spLocks noChangeShapeType="1"/>
                </p:cNvSpPr>
                <p:nvPr/>
              </p:nvSpPr>
              <p:spPr bwMode="auto">
                <a:xfrm flipV="1">
                  <a:off x="3744" y="2448"/>
                  <a:ext cx="336"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Oval 41">
                  <a:extLst>
                    <a:ext uri="{FF2B5EF4-FFF2-40B4-BE49-F238E27FC236}">
                      <a16:creationId xmlns:a16="http://schemas.microsoft.com/office/drawing/2014/main" id="{3FB1F462-1845-4645-B937-CBE74B116FC1}"/>
                    </a:ext>
                  </a:extLst>
                </p:cNvPr>
                <p:cNvSpPr>
                  <a:spLocks noChangeArrowheads="1"/>
                </p:cNvSpPr>
                <p:nvPr/>
              </p:nvSpPr>
              <p:spPr bwMode="auto">
                <a:xfrm>
                  <a:off x="4080" y="2256"/>
                  <a:ext cx="336" cy="336"/>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2.2</a:t>
                  </a:r>
                </a:p>
              </p:txBody>
            </p:sp>
            <p:sp>
              <p:nvSpPr>
                <p:cNvPr id="112" name="Line 42">
                  <a:extLst>
                    <a:ext uri="{FF2B5EF4-FFF2-40B4-BE49-F238E27FC236}">
                      <a16:creationId xmlns:a16="http://schemas.microsoft.com/office/drawing/2014/main" id="{CE472615-572D-2946-9D12-1720ABE104A1}"/>
                    </a:ext>
                  </a:extLst>
                </p:cNvPr>
                <p:cNvSpPr>
                  <a:spLocks noChangeShapeType="1"/>
                </p:cNvSpPr>
                <p:nvPr/>
              </p:nvSpPr>
              <p:spPr bwMode="auto">
                <a:xfrm flipV="1">
                  <a:off x="4416" y="2256"/>
                  <a:ext cx="288"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3" name="Line 43">
                <a:extLst>
                  <a:ext uri="{FF2B5EF4-FFF2-40B4-BE49-F238E27FC236}">
                    <a16:creationId xmlns:a16="http://schemas.microsoft.com/office/drawing/2014/main" id="{24D37C5E-9E8E-1248-9D45-FB63F1A30136}"/>
                  </a:ext>
                </a:extLst>
              </p:cNvPr>
              <p:cNvSpPr>
                <a:spLocks noChangeShapeType="1"/>
              </p:cNvSpPr>
              <p:nvPr/>
            </p:nvSpPr>
            <p:spPr bwMode="auto">
              <a:xfrm flipH="1">
                <a:off x="1142999" y="4911725"/>
                <a:ext cx="1524000" cy="342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44">
                <a:extLst>
                  <a:ext uri="{FF2B5EF4-FFF2-40B4-BE49-F238E27FC236}">
                    <a16:creationId xmlns:a16="http://schemas.microsoft.com/office/drawing/2014/main" id="{5BC1E502-5A0F-E443-ACD5-52D89A484B0A}"/>
                  </a:ext>
                </a:extLst>
              </p:cNvPr>
              <p:cNvSpPr>
                <a:spLocks noChangeShapeType="1"/>
              </p:cNvSpPr>
              <p:nvPr/>
            </p:nvSpPr>
            <p:spPr bwMode="auto">
              <a:xfrm>
                <a:off x="2666999" y="4911725"/>
                <a:ext cx="533400" cy="342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5" name="Group 45">
                <a:extLst>
                  <a:ext uri="{FF2B5EF4-FFF2-40B4-BE49-F238E27FC236}">
                    <a16:creationId xmlns:a16="http://schemas.microsoft.com/office/drawing/2014/main" id="{FC88E5BD-5AC5-3C48-B386-8C238180A2F5}"/>
                  </a:ext>
                </a:extLst>
              </p:cNvPr>
              <p:cNvGrpSpPr>
                <a:grpSpLocks/>
              </p:cNvGrpSpPr>
              <p:nvPr/>
            </p:nvGrpSpPr>
            <p:grpSpPr bwMode="auto">
              <a:xfrm>
                <a:off x="685799" y="5254625"/>
                <a:ext cx="2514600" cy="742950"/>
                <a:chOff x="192" y="3312"/>
                <a:chExt cx="1776" cy="720"/>
              </a:xfrm>
            </p:grpSpPr>
            <p:sp>
              <p:nvSpPr>
                <p:cNvPr id="116" name="AutoShape 46">
                  <a:extLst>
                    <a:ext uri="{FF2B5EF4-FFF2-40B4-BE49-F238E27FC236}">
                      <a16:creationId xmlns:a16="http://schemas.microsoft.com/office/drawing/2014/main" id="{35F5DD14-1874-AB42-B3C0-1ABA04C17F7C}"/>
                    </a:ext>
                  </a:extLst>
                </p:cNvPr>
                <p:cNvSpPr>
                  <a:spLocks noChangeArrowheads="1"/>
                </p:cNvSpPr>
                <p:nvPr/>
              </p:nvSpPr>
              <p:spPr bwMode="auto">
                <a:xfrm>
                  <a:off x="192" y="3312"/>
                  <a:ext cx="1776" cy="720"/>
                </a:xfrm>
                <a:prstGeom prst="parallelogram">
                  <a:avLst>
                    <a:gd name="adj" fmla="val 43224"/>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400" b="1">
                    <a:latin typeface="Times New Roman" panose="02020603050405020304" pitchFamily="18" charset="0"/>
                  </a:endParaRPr>
                </a:p>
              </p:txBody>
            </p:sp>
            <p:sp>
              <p:nvSpPr>
                <p:cNvPr id="117" name="Line 47">
                  <a:extLst>
                    <a:ext uri="{FF2B5EF4-FFF2-40B4-BE49-F238E27FC236}">
                      <a16:creationId xmlns:a16="http://schemas.microsoft.com/office/drawing/2014/main" id="{35067424-2BD8-804B-B686-41EFF02D0126}"/>
                    </a:ext>
                  </a:extLst>
                </p:cNvPr>
                <p:cNvSpPr>
                  <a:spLocks noChangeShapeType="1"/>
                </p:cNvSpPr>
                <p:nvPr/>
              </p:nvSpPr>
              <p:spPr bwMode="auto">
                <a:xfrm flipV="1">
                  <a:off x="384" y="3840"/>
                  <a:ext cx="192"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Oval 48">
                  <a:extLst>
                    <a:ext uri="{FF2B5EF4-FFF2-40B4-BE49-F238E27FC236}">
                      <a16:creationId xmlns:a16="http://schemas.microsoft.com/office/drawing/2014/main" id="{2A28E08A-A65D-2740-A7F5-F567DAEA5988}"/>
                    </a:ext>
                  </a:extLst>
                </p:cNvPr>
                <p:cNvSpPr>
                  <a:spLocks noChangeArrowheads="1"/>
                </p:cNvSpPr>
                <p:nvPr/>
              </p:nvSpPr>
              <p:spPr bwMode="auto">
                <a:xfrm>
                  <a:off x="576" y="3552"/>
                  <a:ext cx="384" cy="384"/>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1.1.1</a:t>
                  </a:r>
                </a:p>
              </p:txBody>
            </p:sp>
            <p:sp>
              <p:nvSpPr>
                <p:cNvPr id="119" name="Line 49">
                  <a:extLst>
                    <a:ext uri="{FF2B5EF4-FFF2-40B4-BE49-F238E27FC236}">
                      <a16:creationId xmlns:a16="http://schemas.microsoft.com/office/drawing/2014/main" id="{8C6B32D2-C712-3B41-AF51-18A0F0058E51}"/>
                    </a:ext>
                  </a:extLst>
                </p:cNvPr>
                <p:cNvSpPr>
                  <a:spLocks noChangeShapeType="1"/>
                </p:cNvSpPr>
                <p:nvPr/>
              </p:nvSpPr>
              <p:spPr bwMode="auto">
                <a:xfrm flipV="1">
                  <a:off x="960" y="3648"/>
                  <a:ext cx="192" cy="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 name="Oval 50">
                  <a:extLst>
                    <a:ext uri="{FF2B5EF4-FFF2-40B4-BE49-F238E27FC236}">
                      <a16:creationId xmlns:a16="http://schemas.microsoft.com/office/drawing/2014/main" id="{BE94ADC9-816E-D640-AA23-A95D535E4F19}"/>
                    </a:ext>
                  </a:extLst>
                </p:cNvPr>
                <p:cNvSpPr>
                  <a:spLocks noChangeArrowheads="1"/>
                </p:cNvSpPr>
                <p:nvPr/>
              </p:nvSpPr>
              <p:spPr bwMode="auto">
                <a:xfrm>
                  <a:off x="1104" y="3408"/>
                  <a:ext cx="384" cy="384"/>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1.1.2</a:t>
                  </a:r>
                </a:p>
              </p:txBody>
            </p:sp>
            <p:sp>
              <p:nvSpPr>
                <p:cNvPr id="160" name="Line 51">
                  <a:extLst>
                    <a:ext uri="{FF2B5EF4-FFF2-40B4-BE49-F238E27FC236}">
                      <a16:creationId xmlns:a16="http://schemas.microsoft.com/office/drawing/2014/main" id="{F9509B47-38F1-764F-8687-74C9621B3B35}"/>
                    </a:ext>
                  </a:extLst>
                </p:cNvPr>
                <p:cNvSpPr>
                  <a:spLocks noChangeShapeType="1"/>
                </p:cNvSpPr>
                <p:nvPr/>
              </p:nvSpPr>
              <p:spPr bwMode="auto">
                <a:xfrm flipV="1">
                  <a:off x="1488" y="3456"/>
                  <a:ext cx="240"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1" name="Group 52">
                <a:extLst>
                  <a:ext uri="{FF2B5EF4-FFF2-40B4-BE49-F238E27FC236}">
                    <a16:creationId xmlns:a16="http://schemas.microsoft.com/office/drawing/2014/main" id="{2C970965-07E4-BC4A-A1EA-4DDBD35B6A0C}"/>
                  </a:ext>
                </a:extLst>
              </p:cNvPr>
              <p:cNvGrpSpPr>
                <a:grpSpLocks/>
              </p:cNvGrpSpPr>
              <p:nvPr/>
            </p:nvGrpSpPr>
            <p:grpSpPr bwMode="auto">
              <a:xfrm>
                <a:off x="3124199" y="5254625"/>
                <a:ext cx="2514600" cy="742950"/>
                <a:chOff x="2016" y="3312"/>
                <a:chExt cx="1776" cy="720"/>
              </a:xfrm>
            </p:grpSpPr>
            <p:sp>
              <p:nvSpPr>
                <p:cNvPr id="162" name="AutoShape 53">
                  <a:extLst>
                    <a:ext uri="{FF2B5EF4-FFF2-40B4-BE49-F238E27FC236}">
                      <a16:creationId xmlns:a16="http://schemas.microsoft.com/office/drawing/2014/main" id="{83D56C94-A6EB-4847-8370-74830729E871}"/>
                    </a:ext>
                  </a:extLst>
                </p:cNvPr>
                <p:cNvSpPr>
                  <a:spLocks noChangeArrowheads="1"/>
                </p:cNvSpPr>
                <p:nvPr/>
              </p:nvSpPr>
              <p:spPr bwMode="auto">
                <a:xfrm>
                  <a:off x="2016" y="3312"/>
                  <a:ext cx="1776" cy="720"/>
                </a:xfrm>
                <a:prstGeom prst="parallelogram">
                  <a:avLst>
                    <a:gd name="adj" fmla="val 43224"/>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400" b="1">
                    <a:latin typeface="Times New Roman" panose="02020603050405020304" pitchFamily="18" charset="0"/>
                  </a:endParaRPr>
                </a:p>
              </p:txBody>
            </p:sp>
            <p:sp>
              <p:nvSpPr>
                <p:cNvPr id="163" name="Oval 54">
                  <a:extLst>
                    <a:ext uri="{FF2B5EF4-FFF2-40B4-BE49-F238E27FC236}">
                      <a16:creationId xmlns:a16="http://schemas.microsoft.com/office/drawing/2014/main" id="{948D084B-13A4-FB41-9BA0-2F01FF94057C}"/>
                    </a:ext>
                  </a:extLst>
                </p:cNvPr>
                <p:cNvSpPr>
                  <a:spLocks noChangeArrowheads="1"/>
                </p:cNvSpPr>
                <p:nvPr/>
              </p:nvSpPr>
              <p:spPr bwMode="auto">
                <a:xfrm>
                  <a:off x="3216" y="3360"/>
                  <a:ext cx="336" cy="336"/>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2.1.3</a:t>
                  </a:r>
                </a:p>
              </p:txBody>
            </p:sp>
            <p:sp>
              <p:nvSpPr>
                <p:cNvPr id="164" name="Oval 55">
                  <a:extLst>
                    <a:ext uri="{FF2B5EF4-FFF2-40B4-BE49-F238E27FC236}">
                      <a16:creationId xmlns:a16="http://schemas.microsoft.com/office/drawing/2014/main" id="{7A973A07-A760-6849-A7D9-F60F6D18DCCB}"/>
                    </a:ext>
                  </a:extLst>
                </p:cNvPr>
                <p:cNvSpPr>
                  <a:spLocks noChangeArrowheads="1"/>
                </p:cNvSpPr>
                <p:nvPr/>
              </p:nvSpPr>
              <p:spPr bwMode="auto">
                <a:xfrm>
                  <a:off x="2736" y="3504"/>
                  <a:ext cx="336" cy="336"/>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2.1.2</a:t>
                  </a:r>
                </a:p>
              </p:txBody>
            </p:sp>
            <p:sp>
              <p:nvSpPr>
                <p:cNvPr id="165" name="Oval 56">
                  <a:extLst>
                    <a:ext uri="{FF2B5EF4-FFF2-40B4-BE49-F238E27FC236}">
                      <a16:creationId xmlns:a16="http://schemas.microsoft.com/office/drawing/2014/main" id="{5CC40E29-2B3F-D148-AE05-9F040EF904B4}"/>
                    </a:ext>
                  </a:extLst>
                </p:cNvPr>
                <p:cNvSpPr>
                  <a:spLocks noChangeArrowheads="1"/>
                </p:cNvSpPr>
                <p:nvPr/>
              </p:nvSpPr>
              <p:spPr bwMode="auto">
                <a:xfrm>
                  <a:off x="2256" y="3696"/>
                  <a:ext cx="336" cy="336"/>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2.1.1</a:t>
                  </a:r>
                </a:p>
              </p:txBody>
            </p:sp>
            <p:sp>
              <p:nvSpPr>
                <p:cNvPr id="166" name="Line 57">
                  <a:extLst>
                    <a:ext uri="{FF2B5EF4-FFF2-40B4-BE49-F238E27FC236}">
                      <a16:creationId xmlns:a16="http://schemas.microsoft.com/office/drawing/2014/main" id="{3BD018F9-157C-084F-8873-0152A28EBFF6}"/>
                    </a:ext>
                  </a:extLst>
                </p:cNvPr>
                <p:cNvSpPr>
                  <a:spLocks noChangeShapeType="1"/>
                </p:cNvSpPr>
                <p:nvPr/>
              </p:nvSpPr>
              <p:spPr bwMode="auto">
                <a:xfrm flipV="1">
                  <a:off x="2064" y="3936"/>
                  <a:ext cx="192" cy="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7" name="Line 58">
                  <a:extLst>
                    <a:ext uri="{FF2B5EF4-FFF2-40B4-BE49-F238E27FC236}">
                      <a16:creationId xmlns:a16="http://schemas.microsoft.com/office/drawing/2014/main" id="{B35B7E6D-3401-FC44-96C4-E04768DA4005}"/>
                    </a:ext>
                  </a:extLst>
                </p:cNvPr>
                <p:cNvSpPr>
                  <a:spLocks noChangeShapeType="1"/>
                </p:cNvSpPr>
                <p:nvPr/>
              </p:nvSpPr>
              <p:spPr bwMode="auto">
                <a:xfrm flipV="1">
                  <a:off x="2592" y="3744"/>
                  <a:ext cx="192" cy="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8" name="Line 59">
                  <a:extLst>
                    <a:ext uri="{FF2B5EF4-FFF2-40B4-BE49-F238E27FC236}">
                      <a16:creationId xmlns:a16="http://schemas.microsoft.com/office/drawing/2014/main" id="{7F759692-89ED-8E49-B4CA-4E0CBA0FF50E}"/>
                    </a:ext>
                  </a:extLst>
                </p:cNvPr>
                <p:cNvSpPr>
                  <a:spLocks noChangeShapeType="1"/>
                </p:cNvSpPr>
                <p:nvPr/>
              </p:nvSpPr>
              <p:spPr bwMode="auto">
                <a:xfrm rot="1042104" flipV="1">
                  <a:off x="3073" y="3544"/>
                  <a:ext cx="144"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60">
                  <a:extLst>
                    <a:ext uri="{FF2B5EF4-FFF2-40B4-BE49-F238E27FC236}">
                      <a16:creationId xmlns:a16="http://schemas.microsoft.com/office/drawing/2014/main" id="{561ACCD5-1F17-5044-B16C-49D23CD1BD67}"/>
                    </a:ext>
                  </a:extLst>
                </p:cNvPr>
                <p:cNvSpPr>
                  <a:spLocks noChangeShapeType="1"/>
                </p:cNvSpPr>
                <p:nvPr/>
              </p:nvSpPr>
              <p:spPr bwMode="auto">
                <a:xfrm flipV="1">
                  <a:off x="3552" y="3360"/>
                  <a:ext cx="144"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70" name="Line 61">
                <a:extLst>
                  <a:ext uri="{FF2B5EF4-FFF2-40B4-BE49-F238E27FC236}">
                    <a16:creationId xmlns:a16="http://schemas.microsoft.com/office/drawing/2014/main" id="{A37648D0-9809-E247-BEBB-3C3DAECE54C3}"/>
                  </a:ext>
                </a:extLst>
              </p:cNvPr>
              <p:cNvSpPr>
                <a:spLocks noChangeShapeType="1"/>
              </p:cNvSpPr>
              <p:nvPr/>
            </p:nvSpPr>
            <p:spPr bwMode="auto">
              <a:xfrm flipH="1">
                <a:off x="3581399" y="4911725"/>
                <a:ext cx="1676400" cy="342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1" name="Line 62">
                <a:extLst>
                  <a:ext uri="{FF2B5EF4-FFF2-40B4-BE49-F238E27FC236}">
                    <a16:creationId xmlns:a16="http://schemas.microsoft.com/office/drawing/2014/main" id="{407E4609-5F9A-C347-A001-4301692CB7EC}"/>
                  </a:ext>
                </a:extLst>
              </p:cNvPr>
              <p:cNvSpPr>
                <a:spLocks noChangeShapeType="1"/>
              </p:cNvSpPr>
              <p:nvPr/>
            </p:nvSpPr>
            <p:spPr bwMode="auto">
              <a:xfrm>
                <a:off x="5257799" y="4911725"/>
                <a:ext cx="381000" cy="34290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 name="Line 63">
                <a:extLst>
                  <a:ext uri="{FF2B5EF4-FFF2-40B4-BE49-F238E27FC236}">
                    <a16:creationId xmlns:a16="http://schemas.microsoft.com/office/drawing/2014/main" id="{1C70F72C-0FDC-214D-B4F5-12B404C56BC4}"/>
                  </a:ext>
                </a:extLst>
              </p:cNvPr>
              <p:cNvSpPr>
                <a:spLocks noChangeShapeType="1"/>
              </p:cNvSpPr>
              <p:nvPr/>
            </p:nvSpPr>
            <p:spPr bwMode="auto">
              <a:xfrm flipH="1">
                <a:off x="6019799" y="4867275"/>
                <a:ext cx="287338" cy="387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64">
                <a:extLst>
                  <a:ext uri="{FF2B5EF4-FFF2-40B4-BE49-F238E27FC236}">
                    <a16:creationId xmlns:a16="http://schemas.microsoft.com/office/drawing/2014/main" id="{38E4D938-1D9E-6D43-B3B4-4D4F334D0D8B}"/>
                  </a:ext>
                </a:extLst>
              </p:cNvPr>
              <p:cNvSpPr>
                <a:spLocks noChangeShapeType="1"/>
              </p:cNvSpPr>
              <p:nvPr/>
            </p:nvSpPr>
            <p:spPr bwMode="auto">
              <a:xfrm>
                <a:off x="6346824" y="4867275"/>
                <a:ext cx="1730375" cy="38735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74" name="Group 65">
                <a:extLst>
                  <a:ext uri="{FF2B5EF4-FFF2-40B4-BE49-F238E27FC236}">
                    <a16:creationId xmlns:a16="http://schemas.microsoft.com/office/drawing/2014/main" id="{E74801E7-F580-484C-90C6-0D736550D90A}"/>
                  </a:ext>
                </a:extLst>
              </p:cNvPr>
              <p:cNvGrpSpPr>
                <a:grpSpLocks/>
              </p:cNvGrpSpPr>
              <p:nvPr/>
            </p:nvGrpSpPr>
            <p:grpSpPr bwMode="auto">
              <a:xfrm>
                <a:off x="5562599" y="5254625"/>
                <a:ext cx="2514600" cy="742950"/>
                <a:chOff x="3792" y="3264"/>
                <a:chExt cx="1776" cy="720"/>
              </a:xfrm>
            </p:grpSpPr>
            <p:sp>
              <p:nvSpPr>
                <p:cNvPr id="175" name="AutoShape 66">
                  <a:extLst>
                    <a:ext uri="{FF2B5EF4-FFF2-40B4-BE49-F238E27FC236}">
                      <a16:creationId xmlns:a16="http://schemas.microsoft.com/office/drawing/2014/main" id="{DAFFA911-F155-494B-9300-F6D91DC1ED32}"/>
                    </a:ext>
                  </a:extLst>
                </p:cNvPr>
                <p:cNvSpPr>
                  <a:spLocks noChangeArrowheads="1"/>
                </p:cNvSpPr>
                <p:nvPr/>
              </p:nvSpPr>
              <p:spPr bwMode="auto">
                <a:xfrm>
                  <a:off x="3792" y="3264"/>
                  <a:ext cx="1776" cy="720"/>
                </a:xfrm>
                <a:prstGeom prst="parallelogram">
                  <a:avLst>
                    <a:gd name="adj" fmla="val 43224"/>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400" b="1">
                    <a:latin typeface="Times New Roman" panose="02020603050405020304" pitchFamily="18" charset="0"/>
                  </a:endParaRPr>
                </a:p>
              </p:txBody>
            </p:sp>
            <p:sp>
              <p:nvSpPr>
                <p:cNvPr id="176" name="Oval 67">
                  <a:extLst>
                    <a:ext uri="{FF2B5EF4-FFF2-40B4-BE49-F238E27FC236}">
                      <a16:creationId xmlns:a16="http://schemas.microsoft.com/office/drawing/2014/main" id="{8C51DEEC-EE6D-D14B-B51B-7226FC99D261}"/>
                    </a:ext>
                  </a:extLst>
                </p:cNvPr>
                <p:cNvSpPr>
                  <a:spLocks noChangeArrowheads="1"/>
                </p:cNvSpPr>
                <p:nvPr/>
              </p:nvSpPr>
              <p:spPr bwMode="auto">
                <a:xfrm>
                  <a:off x="4464" y="3696"/>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2.2.2</a:t>
                  </a:r>
                </a:p>
              </p:txBody>
            </p:sp>
            <p:sp>
              <p:nvSpPr>
                <p:cNvPr id="177" name="Oval 68">
                  <a:extLst>
                    <a:ext uri="{FF2B5EF4-FFF2-40B4-BE49-F238E27FC236}">
                      <a16:creationId xmlns:a16="http://schemas.microsoft.com/office/drawing/2014/main" id="{86802B14-A109-A943-B445-42AC7CDD3015}"/>
                    </a:ext>
                  </a:extLst>
                </p:cNvPr>
                <p:cNvSpPr>
                  <a:spLocks noChangeArrowheads="1"/>
                </p:cNvSpPr>
                <p:nvPr/>
              </p:nvSpPr>
              <p:spPr bwMode="auto">
                <a:xfrm>
                  <a:off x="4704" y="331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2.2.3</a:t>
                  </a:r>
                </a:p>
              </p:txBody>
            </p:sp>
            <p:sp>
              <p:nvSpPr>
                <p:cNvPr id="178" name="Oval 69">
                  <a:extLst>
                    <a:ext uri="{FF2B5EF4-FFF2-40B4-BE49-F238E27FC236}">
                      <a16:creationId xmlns:a16="http://schemas.microsoft.com/office/drawing/2014/main" id="{41DE9BEA-307A-AA47-BDF5-CECCDE1396B0}"/>
                    </a:ext>
                  </a:extLst>
                </p:cNvPr>
                <p:cNvSpPr>
                  <a:spLocks noChangeArrowheads="1"/>
                </p:cNvSpPr>
                <p:nvPr/>
              </p:nvSpPr>
              <p:spPr bwMode="auto">
                <a:xfrm>
                  <a:off x="4080" y="34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400">
                      <a:latin typeface="Times New Roman" panose="02020603050405020304" pitchFamily="18" charset="0"/>
                    </a:rPr>
                    <a:t>2.2.1</a:t>
                  </a:r>
                </a:p>
              </p:txBody>
            </p:sp>
            <p:sp>
              <p:nvSpPr>
                <p:cNvPr id="179" name="Line 70">
                  <a:extLst>
                    <a:ext uri="{FF2B5EF4-FFF2-40B4-BE49-F238E27FC236}">
                      <a16:creationId xmlns:a16="http://schemas.microsoft.com/office/drawing/2014/main" id="{0EBBFEB0-E2F0-5942-8321-F1BC1AB428C9}"/>
                    </a:ext>
                  </a:extLst>
                </p:cNvPr>
                <p:cNvSpPr>
                  <a:spLocks noChangeShapeType="1"/>
                </p:cNvSpPr>
                <p:nvPr/>
              </p:nvSpPr>
              <p:spPr bwMode="auto">
                <a:xfrm flipV="1">
                  <a:off x="3888" y="3648"/>
                  <a:ext cx="240" cy="19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0" name="Line 71">
                  <a:extLst>
                    <a:ext uri="{FF2B5EF4-FFF2-40B4-BE49-F238E27FC236}">
                      <a16:creationId xmlns:a16="http://schemas.microsoft.com/office/drawing/2014/main" id="{83AA57CB-EBE7-B44D-89DB-03DE88997AF9}"/>
                    </a:ext>
                  </a:extLst>
                </p:cNvPr>
                <p:cNvSpPr>
                  <a:spLocks noChangeShapeType="1"/>
                </p:cNvSpPr>
                <p:nvPr/>
              </p:nvSpPr>
              <p:spPr bwMode="auto">
                <a:xfrm flipV="1">
                  <a:off x="4368" y="3504"/>
                  <a:ext cx="336" cy="4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1" name="Line 72">
                  <a:extLst>
                    <a:ext uri="{FF2B5EF4-FFF2-40B4-BE49-F238E27FC236}">
                      <a16:creationId xmlns:a16="http://schemas.microsoft.com/office/drawing/2014/main" id="{E9D4BE1E-CE53-704E-9C14-9B5A4D910F8D}"/>
                    </a:ext>
                  </a:extLst>
                </p:cNvPr>
                <p:cNvSpPr>
                  <a:spLocks noChangeShapeType="1"/>
                </p:cNvSpPr>
                <p:nvPr/>
              </p:nvSpPr>
              <p:spPr bwMode="auto">
                <a:xfrm>
                  <a:off x="4992" y="3456"/>
                  <a:ext cx="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2" name="Line 73">
                  <a:extLst>
                    <a:ext uri="{FF2B5EF4-FFF2-40B4-BE49-F238E27FC236}">
                      <a16:creationId xmlns:a16="http://schemas.microsoft.com/office/drawing/2014/main" id="{EDB0A700-D275-B24D-AFDE-CDDABADFFA92}"/>
                    </a:ext>
                  </a:extLst>
                </p:cNvPr>
                <p:cNvSpPr>
                  <a:spLocks noChangeShapeType="1"/>
                </p:cNvSpPr>
                <p:nvPr/>
              </p:nvSpPr>
              <p:spPr bwMode="auto">
                <a:xfrm>
                  <a:off x="4272" y="3696"/>
                  <a:ext cx="192" cy="96"/>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3" name="Line 74">
                  <a:extLst>
                    <a:ext uri="{FF2B5EF4-FFF2-40B4-BE49-F238E27FC236}">
                      <a16:creationId xmlns:a16="http://schemas.microsoft.com/office/drawing/2014/main" id="{8F9E91A8-7D2B-3D4E-BED3-C889B1A31E35}"/>
                    </a:ext>
                  </a:extLst>
                </p:cNvPr>
                <p:cNvSpPr>
                  <a:spLocks noChangeShapeType="1"/>
                </p:cNvSpPr>
                <p:nvPr/>
              </p:nvSpPr>
              <p:spPr bwMode="auto">
                <a:xfrm flipV="1">
                  <a:off x="4704" y="3552"/>
                  <a:ext cx="144" cy="19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84" name="Text Box 75">
                <a:extLst>
                  <a:ext uri="{FF2B5EF4-FFF2-40B4-BE49-F238E27FC236}">
                    <a16:creationId xmlns:a16="http://schemas.microsoft.com/office/drawing/2014/main" id="{D12605BD-8895-3144-8C7F-D17A54E1BDA3}"/>
                  </a:ext>
                </a:extLst>
              </p:cNvPr>
              <p:cNvSpPr txBox="1">
                <a:spLocks noChangeArrowheads="1"/>
              </p:cNvSpPr>
              <p:nvPr/>
            </p:nvSpPr>
            <p:spPr bwMode="auto">
              <a:xfrm>
                <a:off x="8215312" y="2093913"/>
                <a:ext cx="533400" cy="7064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000" b="1">
                    <a:latin typeface="隶书" pitchFamily="49" charset="-122"/>
                  </a:rPr>
                  <a:t>顶层</a:t>
                </a:r>
                <a:endParaRPr kumimoji="1" lang="zh-CN" altLang="en-US" sz="2000" b="1">
                  <a:latin typeface="Times New Roman" panose="02020603050405020304" pitchFamily="18" charset="0"/>
                </a:endParaRPr>
              </a:p>
            </p:txBody>
          </p:sp>
          <p:sp>
            <p:nvSpPr>
              <p:cNvPr id="185" name="Text Box 76">
                <a:extLst>
                  <a:ext uri="{FF2B5EF4-FFF2-40B4-BE49-F238E27FC236}">
                    <a16:creationId xmlns:a16="http://schemas.microsoft.com/office/drawing/2014/main" id="{473513EB-A780-4C4A-916E-6DC68A633B99}"/>
                  </a:ext>
                </a:extLst>
              </p:cNvPr>
              <p:cNvSpPr txBox="1">
                <a:spLocks noChangeArrowheads="1"/>
              </p:cNvSpPr>
              <p:nvPr/>
            </p:nvSpPr>
            <p:spPr bwMode="auto">
              <a:xfrm>
                <a:off x="8248649" y="3228975"/>
                <a:ext cx="492125" cy="1600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zh-CN" altLang="en-US" sz="2000" b="1">
                    <a:latin typeface="宋体" panose="02010600030101010101" pitchFamily="2" charset="-122"/>
                  </a:rPr>
                  <a:t>中 间 层</a:t>
                </a:r>
              </a:p>
            </p:txBody>
          </p:sp>
          <p:sp>
            <p:nvSpPr>
              <p:cNvPr id="186" name="Text Box 77">
                <a:extLst>
                  <a:ext uri="{FF2B5EF4-FFF2-40B4-BE49-F238E27FC236}">
                    <a16:creationId xmlns:a16="http://schemas.microsoft.com/office/drawing/2014/main" id="{6FC9DF5B-6238-E448-9972-7CA71F5717B4}"/>
                  </a:ext>
                </a:extLst>
              </p:cNvPr>
              <p:cNvSpPr txBox="1">
                <a:spLocks noChangeArrowheads="1"/>
              </p:cNvSpPr>
              <p:nvPr/>
            </p:nvSpPr>
            <p:spPr bwMode="auto">
              <a:xfrm>
                <a:off x="8243887" y="5334000"/>
                <a:ext cx="492125"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zh-CN" altLang="en-US" sz="2000" b="1">
                    <a:latin typeface="宋体" panose="02010600030101010101" pitchFamily="2" charset="-122"/>
                  </a:rPr>
                  <a:t>底层   </a:t>
                </a:r>
              </a:p>
            </p:txBody>
          </p:sp>
          <p:sp>
            <p:nvSpPr>
              <p:cNvPr id="187" name="Text Box 78">
                <a:hlinkHover r:id="" action="ppaction://noaction" highlightClick="1"/>
                <a:extLst>
                  <a:ext uri="{FF2B5EF4-FFF2-40B4-BE49-F238E27FC236}">
                    <a16:creationId xmlns:a16="http://schemas.microsoft.com/office/drawing/2014/main" id="{5382D5E3-29F1-3444-9918-D8D8A72EE869}"/>
                  </a:ext>
                </a:extLst>
              </p:cNvPr>
              <p:cNvSpPr txBox="1">
                <a:spLocks noChangeArrowheads="1"/>
              </p:cNvSpPr>
              <p:nvPr/>
            </p:nvSpPr>
            <p:spPr bwMode="auto">
              <a:xfrm>
                <a:off x="317499" y="2452688"/>
                <a:ext cx="2382838" cy="9239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50000"/>
                  </a:spcBef>
                </a:pPr>
                <a:r>
                  <a:rPr kumimoji="1" lang="zh-CN" altLang="en-US" b="1" dirty="0">
                    <a:latin typeface="幼圆" pitchFamily="49" charset="-122"/>
                    <a:ea typeface="幼圆" pitchFamily="49" charset="-122"/>
                  </a:rPr>
                  <a:t>先全局后局部</a:t>
                </a:r>
                <a:r>
                  <a:rPr kumimoji="1" lang="en-US" altLang="zh-CN" b="1" dirty="0">
                    <a:latin typeface="幼圆" pitchFamily="49" charset="-122"/>
                    <a:ea typeface="幼圆" pitchFamily="49" charset="-122"/>
                  </a:rPr>
                  <a:t>,</a:t>
                </a:r>
                <a:r>
                  <a:rPr kumimoji="1" lang="zh-CN" altLang="en-US" b="1" dirty="0">
                    <a:latin typeface="幼圆" pitchFamily="49" charset="-122"/>
                    <a:ea typeface="幼圆" pitchFamily="49" charset="-122"/>
                  </a:rPr>
                  <a:t>先整体后细节</a:t>
                </a:r>
                <a:r>
                  <a:rPr kumimoji="1" lang="en-US" altLang="zh-CN" b="1" dirty="0">
                    <a:latin typeface="幼圆" pitchFamily="49" charset="-122"/>
                    <a:ea typeface="幼圆" pitchFamily="49" charset="-122"/>
                  </a:rPr>
                  <a:t>,</a:t>
                </a:r>
                <a:r>
                  <a:rPr kumimoji="1" lang="zh-CN" altLang="en-US" b="1" dirty="0">
                    <a:latin typeface="幼圆" pitchFamily="49" charset="-122"/>
                    <a:ea typeface="幼圆" pitchFamily="49" charset="-122"/>
                  </a:rPr>
                  <a:t>先抽象后具体</a:t>
                </a:r>
                <a:endParaRPr kumimoji="1" lang="en-US" altLang="zh-CN" b="1" dirty="0">
                  <a:latin typeface="幼圆" pitchFamily="49" charset="-122"/>
                  <a:ea typeface="幼圆" pitchFamily="49" charset="-122"/>
                </a:endParaRPr>
              </a:p>
            </p:txBody>
          </p:sp>
          <p:sp>
            <p:nvSpPr>
              <p:cNvPr id="188" name="Text Box 79">
                <a:extLst>
                  <a:ext uri="{FF2B5EF4-FFF2-40B4-BE49-F238E27FC236}">
                    <a16:creationId xmlns:a16="http://schemas.microsoft.com/office/drawing/2014/main" id="{D9EC15FC-A75E-C743-8805-27474031DD94}"/>
                  </a:ext>
                </a:extLst>
              </p:cNvPr>
              <p:cNvSpPr txBox="1">
                <a:spLocks noChangeArrowheads="1"/>
              </p:cNvSpPr>
              <p:nvPr/>
            </p:nvSpPr>
            <p:spPr bwMode="auto">
              <a:xfrm>
                <a:off x="6372224" y="2309813"/>
                <a:ext cx="6858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000">
                    <a:latin typeface="Times New Roman" panose="02020603050405020304" pitchFamily="18" charset="0"/>
                  </a:rPr>
                  <a:t>0</a:t>
                </a:r>
                <a:r>
                  <a:rPr kumimoji="1" lang="zh-CN" altLang="en-US" sz="2000">
                    <a:latin typeface="Times New Roman" panose="02020603050405020304" pitchFamily="18" charset="0"/>
                  </a:rPr>
                  <a:t>图</a:t>
                </a:r>
                <a:endParaRPr kumimoji="1" lang="zh-CN" altLang="en-US" sz="2400">
                  <a:latin typeface="Times New Roman" panose="02020603050405020304" pitchFamily="18" charset="0"/>
                </a:endParaRPr>
              </a:p>
            </p:txBody>
          </p:sp>
          <p:sp>
            <p:nvSpPr>
              <p:cNvPr id="189" name="Text Box 80">
                <a:extLst>
                  <a:ext uri="{FF2B5EF4-FFF2-40B4-BE49-F238E27FC236}">
                    <a16:creationId xmlns:a16="http://schemas.microsoft.com/office/drawing/2014/main" id="{DFB8BD26-3A9B-5B47-9748-B41CD7ACF248}"/>
                  </a:ext>
                </a:extLst>
              </p:cNvPr>
              <p:cNvSpPr txBox="1">
                <a:spLocks noChangeArrowheads="1"/>
              </p:cNvSpPr>
              <p:nvPr/>
            </p:nvSpPr>
            <p:spPr bwMode="auto">
              <a:xfrm>
                <a:off x="611187" y="4541838"/>
                <a:ext cx="6858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000">
                    <a:latin typeface="Times New Roman" panose="02020603050405020304" pitchFamily="18" charset="0"/>
                  </a:rPr>
                  <a:t>1</a:t>
                </a:r>
                <a:r>
                  <a:rPr kumimoji="1" lang="zh-CN" altLang="en-US" sz="2000">
                    <a:latin typeface="Times New Roman" panose="02020603050405020304" pitchFamily="18" charset="0"/>
                  </a:rPr>
                  <a:t>图</a:t>
                </a:r>
                <a:endParaRPr kumimoji="1" lang="zh-CN" altLang="en-US" sz="2400">
                  <a:latin typeface="Times New Roman" panose="02020603050405020304" pitchFamily="18" charset="0"/>
                </a:endParaRPr>
              </a:p>
            </p:txBody>
          </p:sp>
          <p:sp>
            <p:nvSpPr>
              <p:cNvPr id="190" name="Text Box 81">
                <a:extLst>
                  <a:ext uri="{FF2B5EF4-FFF2-40B4-BE49-F238E27FC236}">
                    <a16:creationId xmlns:a16="http://schemas.microsoft.com/office/drawing/2014/main" id="{ABA3CA0D-08BC-0347-A8CE-49EFBB28F810}"/>
                  </a:ext>
                </a:extLst>
              </p:cNvPr>
              <p:cNvSpPr txBox="1">
                <a:spLocks noChangeArrowheads="1"/>
              </p:cNvSpPr>
              <p:nvPr/>
            </p:nvSpPr>
            <p:spPr bwMode="auto">
              <a:xfrm>
                <a:off x="7126287" y="4568825"/>
                <a:ext cx="6858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000">
                    <a:latin typeface="Times New Roman" panose="02020603050405020304" pitchFamily="18" charset="0"/>
                  </a:rPr>
                  <a:t>2</a:t>
                </a:r>
                <a:r>
                  <a:rPr kumimoji="1" lang="zh-CN" altLang="en-US" sz="2000">
                    <a:latin typeface="Times New Roman" panose="02020603050405020304" pitchFamily="18" charset="0"/>
                  </a:rPr>
                  <a:t>图</a:t>
                </a:r>
                <a:endParaRPr kumimoji="1" lang="zh-CN" altLang="en-US" sz="2400">
                  <a:latin typeface="Times New Roman" panose="02020603050405020304" pitchFamily="18" charset="0"/>
                </a:endParaRPr>
              </a:p>
            </p:txBody>
          </p:sp>
          <p:sp>
            <p:nvSpPr>
              <p:cNvPr id="191" name="Text Box 82">
                <a:extLst>
                  <a:ext uri="{FF2B5EF4-FFF2-40B4-BE49-F238E27FC236}">
                    <a16:creationId xmlns:a16="http://schemas.microsoft.com/office/drawing/2014/main" id="{7CA48AC7-D3E2-424F-96FC-EC27B454F379}"/>
                  </a:ext>
                </a:extLst>
              </p:cNvPr>
              <p:cNvSpPr txBox="1">
                <a:spLocks noChangeArrowheads="1"/>
              </p:cNvSpPr>
              <p:nvPr/>
            </p:nvSpPr>
            <p:spPr bwMode="auto">
              <a:xfrm>
                <a:off x="1355724" y="6259513"/>
                <a:ext cx="91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rPr>
                  <a:t>1.1</a:t>
                </a:r>
                <a:r>
                  <a:rPr kumimoji="1" lang="zh-CN" altLang="en-US">
                    <a:latin typeface="Times New Roman" panose="02020603050405020304" pitchFamily="18" charset="0"/>
                  </a:rPr>
                  <a:t>图</a:t>
                </a:r>
              </a:p>
            </p:txBody>
          </p:sp>
          <p:sp>
            <p:nvSpPr>
              <p:cNvPr id="192" name="Text Box 83">
                <a:extLst>
                  <a:ext uri="{FF2B5EF4-FFF2-40B4-BE49-F238E27FC236}">
                    <a16:creationId xmlns:a16="http://schemas.microsoft.com/office/drawing/2014/main" id="{18EC0889-0FDE-CA4E-AD68-CC35A3E5C687}"/>
                  </a:ext>
                </a:extLst>
              </p:cNvPr>
              <p:cNvSpPr txBox="1">
                <a:spLocks noChangeArrowheads="1"/>
              </p:cNvSpPr>
              <p:nvPr/>
            </p:nvSpPr>
            <p:spPr bwMode="auto">
              <a:xfrm>
                <a:off x="3813174" y="6202363"/>
                <a:ext cx="990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rPr>
                  <a:t>2.1</a:t>
                </a:r>
                <a:r>
                  <a:rPr kumimoji="1" lang="zh-CN" altLang="en-US">
                    <a:latin typeface="Times New Roman" panose="02020603050405020304" pitchFamily="18" charset="0"/>
                  </a:rPr>
                  <a:t>图</a:t>
                </a:r>
              </a:p>
            </p:txBody>
          </p:sp>
          <p:sp>
            <p:nvSpPr>
              <p:cNvPr id="193" name="Text Box 84">
                <a:extLst>
                  <a:ext uri="{FF2B5EF4-FFF2-40B4-BE49-F238E27FC236}">
                    <a16:creationId xmlns:a16="http://schemas.microsoft.com/office/drawing/2014/main" id="{68CB2B57-EF5E-2249-A170-A97E6650669E}"/>
                  </a:ext>
                </a:extLst>
              </p:cNvPr>
              <p:cNvSpPr txBox="1">
                <a:spLocks noChangeArrowheads="1"/>
              </p:cNvSpPr>
              <p:nvPr/>
            </p:nvSpPr>
            <p:spPr bwMode="auto">
              <a:xfrm>
                <a:off x="6084887" y="6197600"/>
                <a:ext cx="114300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rPr>
                  <a:t>2.2 </a:t>
                </a:r>
                <a:r>
                  <a:rPr kumimoji="1" lang="zh-CN" altLang="en-US">
                    <a:latin typeface="Times New Roman" panose="02020603050405020304" pitchFamily="18" charset="0"/>
                  </a:rPr>
                  <a:t>图</a:t>
                </a:r>
              </a:p>
            </p:txBody>
          </p:sp>
          <p:sp>
            <p:nvSpPr>
              <p:cNvPr id="194" name="Line 87">
                <a:extLst>
                  <a:ext uri="{FF2B5EF4-FFF2-40B4-BE49-F238E27FC236}">
                    <a16:creationId xmlns:a16="http://schemas.microsoft.com/office/drawing/2014/main" id="{975AD3CD-83E0-EC48-8D11-7F0658CCB4BD}"/>
                  </a:ext>
                </a:extLst>
              </p:cNvPr>
              <p:cNvSpPr>
                <a:spLocks noChangeShapeType="1"/>
              </p:cNvSpPr>
              <p:nvPr/>
            </p:nvSpPr>
            <p:spPr bwMode="auto">
              <a:xfrm flipH="1">
                <a:off x="-1" y="2957513"/>
                <a:ext cx="91440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5" name="Line 88">
                <a:extLst>
                  <a:ext uri="{FF2B5EF4-FFF2-40B4-BE49-F238E27FC236}">
                    <a16:creationId xmlns:a16="http://schemas.microsoft.com/office/drawing/2014/main" id="{2322C988-1433-BB4E-9E72-0A9A318BD6F4}"/>
                  </a:ext>
                </a:extLst>
              </p:cNvPr>
              <p:cNvSpPr>
                <a:spLocks noChangeShapeType="1"/>
              </p:cNvSpPr>
              <p:nvPr/>
            </p:nvSpPr>
            <p:spPr bwMode="auto">
              <a:xfrm flipH="1">
                <a:off x="-1" y="5118100"/>
                <a:ext cx="91440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6" name="Rectangle 89">
                <a:extLst>
                  <a:ext uri="{FF2B5EF4-FFF2-40B4-BE49-F238E27FC236}">
                    <a16:creationId xmlns:a16="http://schemas.microsoft.com/office/drawing/2014/main" id="{DB9A5C3D-28C3-AC41-AA1B-A9367ED70428}"/>
                  </a:ext>
                </a:extLst>
              </p:cNvPr>
              <p:cNvSpPr txBox="1">
                <a:spLocks noChangeArrowheads="1"/>
              </p:cNvSpPr>
              <p:nvPr/>
            </p:nvSpPr>
            <p:spPr>
              <a:xfrm>
                <a:off x="323849" y="1968500"/>
                <a:ext cx="2390775" cy="485775"/>
              </a:xfrm>
              <a:prstGeom prst="rect">
                <a:avLst/>
              </a:prstGeom>
              <a:solidFill>
                <a:srgbClr val="FFFF99"/>
              </a:solidFill>
            </p:spPr>
            <p:txBody>
              <a:bodyPr vert="horz" lIns="91440" tIns="45720" rIns="91440" bIns="45720" rtlCol="0" anchor="b">
                <a:normAutofit/>
              </a:bodyPr>
              <a:lstStyle>
                <a:lvl1pPr algn="l" defTabSz="685800" rtl="0" eaLnBrk="1" latinLnBrk="0" hangingPunct="1">
                  <a:spcBef>
                    <a:spcPct val="0"/>
                  </a:spcBef>
                  <a:buNone/>
                  <a:defRPr lang="zh-CN" sz="2550" kern="1200">
                    <a:solidFill>
                      <a:schemeClr val="accent1"/>
                    </a:solidFill>
                    <a:latin typeface="+mj-lt"/>
                    <a:ea typeface="Microsoft YaHei UI" panose="020B0503020204020204" pitchFamily="34" charset="-122"/>
                    <a:cs typeface="+mj-cs"/>
                  </a:defRPr>
                </a:lvl1pPr>
              </a:lstStyle>
              <a:p>
                <a:r>
                  <a:rPr lang="zh-CN" altLang="en-US" sz="2400" b="1" dirty="0">
                    <a:solidFill>
                      <a:schemeClr val="tx2"/>
                    </a:solidFill>
                  </a:rPr>
                  <a:t>分层</a:t>
                </a:r>
                <a:r>
                  <a:rPr lang="en-US" altLang="zh-CN" sz="2400" b="1" dirty="0">
                    <a:solidFill>
                      <a:schemeClr val="tx2"/>
                    </a:solidFill>
                  </a:rPr>
                  <a:t>DFD </a:t>
                </a:r>
                <a:r>
                  <a:rPr lang="zh-CN" altLang="en-US" sz="2400" b="1" dirty="0">
                    <a:solidFill>
                      <a:schemeClr val="tx2"/>
                    </a:solidFill>
                  </a:rPr>
                  <a:t>图</a:t>
                </a:r>
              </a:p>
            </p:txBody>
          </p:sp>
        </p:grpSp>
        <p:sp>
          <p:nvSpPr>
            <p:cNvPr id="120" name="Line 27">
              <a:extLst>
                <a:ext uri="{FF2B5EF4-FFF2-40B4-BE49-F238E27FC236}">
                  <a16:creationId xmlns:a16="http://schemas.microsoft.com/office/drawing/2014/main" id="{DB5A1130-7BEC-2447-830E-CF825A50214F}"/>
                </a:ext>
              </a:extLst>
            </p:cNvPr>
            <p:cNvSpPr>
              <a:spLocks noChangeShapeType="1"/>
            </p:cNvSpPr>
            <p:nvPr/>
          </p:nvSpPr>
          <p:spPr bwMode="auto">
            <a:xfrm flipH="1" flipV="1">
              <a:off x="1252157" y="5377825"/>
              <a:ext cx="122663" cy="14859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32520571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3.2.2</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结构化设计方法</a:t>
            </a:r>
          </a:p>
        </p:txBody>
      </p:sp>
      <p:sp>
        <p:nvSpPr>
          <p:cNvPr id="70" name="Rectangle 7">
            <a:extLst>
              <a:ext uri="{FF2B5EF4-FFF2-40B4-BE49-F238E27FC236}">
                <a16:creationId xmlns:a16="http://schemas.microsoft.com/office/drawing/2014/main" id="{6AAC5EF8-5609-0548-97B6-A4F264C2FB5F}"/>
              </a:ext>
            </a:extLst>
          </p:cNvPr>
          <p:cNvSpPr txBox="1">
            <a:spLocks noChangeArrowheads="1"/>
          </p:cNvSpPr>
          <p:nvPr/>
        </p:nvSpPr>
        <p:spPr>
          <a:xfrm>
            <a:off x="1255308" y="1858132"/>
            <a:ext cx="6688045" cy="412920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rPr>
              <a:t>结构化设计方法是现有的软件设计方法中最成熟，应用最广泛的方法。主要特点是快速、自然和方便</a:t>
            </a:r>
            <a:endParaRPr lang="en-US" altLang="zh-CN" sz="2000" dirty="0">
              <a:solidFill>
                <a:srgbClr val="000000"/>
              </a:solidFill>
              <a:latin typeface="微软雅黑" panose="020B0503020204020204" pitchFamily="34" charset="-122"/>
            </a:endParaRP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依据一定的映射规则，将需求分析阶段得到的数据描述从系统的输入端到输出端所经历的一系列变换或处理的</a:t>
            </a:r>
            <a:r>
              <a:rPr lang="zh-CN" altLang="en-US" sz="2000" dirty="0">
                <a:solidFill>
                  <a:srgbClr val="CC6600"/>
                </a:solidFill>
                <a:latin typeface="微软雅黑" panose="020B0503020204020204" pitchFamily="34" charset="-122"/>
                <a:sym typeface="微软雅黑" panose="020B0503020204020204" pitchFamily="34" charset="-122"/>
              </a:rPr>
              <a:t>数据流图 </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转换</a:t>
            </a:r>
            <a:r>
              <a:rPr lang="zh-CN" altLang="en-US" sz="2000" dirty="0">
                <a:solidFill>
                  <a:srgbClr val="000000"/>
                </a:solidFill>
                <a:latin typeface="微软雅黑" panose="020B0503020204020204" pitchFamily="34" charset="-122"/>
                <a:sym typeface="微软雅黑" panose="020B0503020204020204" pitchFamily="34" charset="-122"/>
              </a:rPr>
              <a:t>为目标系统的 </a:t>
            </a:r>
            <a:r>
              <a:rPr lang="zh-CN" altLang="en-US" sz="2000" dirty="0">
                <a:solidFill>
                  <a:srgbClr val="CC6600"/>
                </a:solidFill>
                <a:latin typeface="微软雅黑" panose="020B0503020204020204" pitchFamily="34" charset="-122"/>
                <a:sym typeface="微软雅黑" panose="020B0503020204020204" pitchFamily="34" charset="-122"/>
              </a:rPr>
              <a:t>结构描述（软件结构图）</a:t>
            </a:r>
            <a:endParaRPr lang="en-US" altLang="zh-CN" sz="2000" dirty="0">
              <a:solidFill>
                <a:srgbClr val="CC6600"/>
              </a:solidFill>
              <a:latin typeface="微软雅黑" panose="020B0503020204020204" pitchFamily="34" charset="-122"/>
              <a:sym typeface="微软雅黑" panose="020B0503020204020204" pitchFamily="34" charset="-122"/>
            </a:endParaRP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数据流图：</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变换型数据流</a:t>
            </a:r>
            <a:r>
              <a:rPr lang="zh-CN" altLang="en-US"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事务型数据流</a:t>
            </a:r>
            <a:r>
              <a:rPr lang="zh-CN" altLang="en-US" sz="2000" dirty="0">
                <a:solidFill>
                  <a:srgbClr val="000000"/>
                </a:solidFill>
                <a:latin typeface="微软雅黑" panose="020B0503020204020204" pitchFamily="34" charset="-122"/>
                <a:sym typeface="微软雅黑" panose="020B0503020204020204" pitchFamily="34" charset="-122"/>
              </a:rPr>
              <a:t>，根据数据流的类型决定</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映射</a:t>
            </a:r>
            <a:r>
              <a:rPr lang="zh-CN" altLang="en-US" sz="2000" dirty="0">
                <a:solidFill>
                  <a:srgbClr val="000000"/>
                </a:solidFill>
                <a:latin typeface="微软雅黑" panose="020B0503020204020204" pitchFamily="34" charset="-122"/>
                <a:sym typeface="微软雅黑" panose="020B0503020204020204" pitchFamily="34" charset="-122"/>
              </a:rPr>
              <a:t>的方法</a:t>
            </a:r>
          </a:p>
        </p:txBody>
      </p:sp>
      <p:grpSp>
        <p:nvGrpSpPr>
          <p:cNvPr id="22" name="Group 22">
            <a:extLst>
              <a:ext uri="{FF2B5EF4-FFF2-40B4-BE49-F238E27FC236}">
                <a16:creationId xmlns:a16="http://schemas.microsoft.com/office/drawing/2014/main" id="{B0940AF2-79CD-A148-866B-1E34C3973A09}"/>
              </a:ext>
            </a:extLst>
          </p:cNvPr>
          <p:cNvGrpSpPr>
            <a:grpSpLocks/>
          </p:cNvGrpSpPr>
          <p:nvPr/>
        </p:nvGrpSpPr>
        <p:grpSpPr bwMode="auto">
          <a:xfrm>
            <a:off x="5800466" y="5244382"/>
            <a:ext cx="2514600" cy="742950"/>
            <a:chOff x="288" y="2208"/>
            <a:chExt cx="1968" cy="720"/>
          </a:xfrm>
        </p:grpSpPr>
        <p:sp>
          <p:nvSpPr>
            <p:cNvPr id="78" name="AutoShape 23">
              <a:extLst>
                <a:ext uri="{FF2B5EF4-FFF2-40B4-BE49-F238E27FC236}">
                  <a16:creationId xmlns:a16="http://schemas.microsoft.com/office/drawing/2014/main" id="{989D9B56-1C38-904D-B702-469566073F46}"/>
                </a:ext>
              </a:extLst>
            </p:cNvPr>
            <p:cNvSpPr>
              <a:spLocks noChangeArrowheads="1"/>
            </p:cNvSpPr>
            <p:nvPr/>
          </p:nvSpPr>
          <p:spPr bwMode="auto">
            <a:xfrm>
              <a:off x="288" y="2208"/>
              <a:ext cx="1968" cy="720"/>
            </a:xfrm>
            <a:prstGeom prst="parallelogram">
              <a:avLst>
                <a:gd name="adj" fmla="val 47897"/>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600" b="1">
                <a:latin typeface="Times New Roman" panose="02020603050405020304" pitchFamily="18" charset="0"/>
              </a:endParaRPr>
            </a:p>
          </p:txBody>
        </p:sp>
        <p:sp>
          <p:nvSpPr>
            <p:cNvPr id="79" name="Line 24">
              <a:extLst>
                <a:ext uri="{FF2B5EF4-FFF2-40B4-BE49-F238E27FC236}">
                  <a16:creationId xmlns:a16="http://schemas.microsoft.com/office/drawing/2014/main" id="{E232AE8C-FDC5-1648-A83D-EAEB568FA79B}"/>
                </a:ext>
              </a:extLst>
            </p:cNvPr>
            <p:cNvSpPr>
              <a:spLocks noChangeShapeType="1"/>
            </p:cNvSpPr>
            <p:nvPr/>
          </p:nvSpPr>
          <p:spPr bwMode="auto">
            <a:xfrm>
              <a:off x="576" y="273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Oval 25">
              <a:extLst>
                <a:ext uri="{FF2B5EF4-FFF2-40B4-BE49-F238E27FC236}">
                  <a16:creationId xmlns:a16="http://schemas.microsoft.com/office/drawing/2014/main" id="{161C2E33-BA98-D24A-B0C4-950D6F1C680D}"/>
                </a:ext>
              </a:extLst>
            </p:cNvPr>
            <p:cNvSpPr>
              <a:spLocks noChangeArrowheads="1"/>
            </p:cNvSpPr>
            <p:nvPr/>
          </p:nvSpPr>
          <p:spPr bwMode="auto">
            <a:xfrm>
              <a:off x="81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1.1</a:t>
              </a:r>
            </a:p>
          </p:txBody>
        </p:sp>
        <p:sp>
          <p:nvSpPr>
            <p:cNvPr id="81" name="Line 26">
              <a:extLst>
                <a:ext uri="{FF2B5EF4-FFF2-40B4-BE49-F238E27FC236}">
                  <a16:creationId xmlns:a16="http://schemas.microsoft.com/office/drawing/2014/main" id="{EBD619B1-2C98-474D-A1DE-F2983514E445}"/>
                </a:ext>
              </a:extLst>
            </p:cNvPr>
            <p:cNvSpPr>
              <a:spLocks noChangeShapeType="1"/>
            </p:cNvSpPr>
            <p:nvPr/>
          </p:nvSpPr>
          <p:spPr bwMode="auto">
            <a:xfrm>
              <a:off x="110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27">
              <a:extLst>
                <a:ext uri="{FF2B5EF4-FFF2-40B4-BE49-F238E27FC236}">
                  <a16:creationId xmlns:a16="http://schemas.microsoft.com/office/drawing/2014/main" id="{EBF27957-19EC-9F42-BC73-B76850B8F4DE}"/>
                </a:ext>
              </a:extLst>
            </p:cNvPr>
            <p:cNvSpPr>
              <a:spLocks noChangeShapeType="1"/>
            </p:cNvSpPr>
            <p:nvPr/>
          </p:nvSpPr>
          <p:spPr bwMode="auto">
            <a:xfrm flipH="1" flipV="1">
              <a:off x="864" y="2448"/>
              <a:ext cx="96"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Oval 28">
              <a:extLst>
                <a:ext uri="{FF2B5EF4-FFF2-40B4-BE49-F238E27FC236}">
                  <a16:creationId xmlns:a16="http://schemas.microsoft.com/office/drawing/2014/main" id="{BE965CED-022F-EF46-BCC1-4B27D8791368}"/>
                </a:ext>
              </a:extLst>
            </p:cNvPr>
            <p:cNvSpPr>
              <a:spLocks noChangeArrowheads="1"/>
            </p:cNvSpPr>
            <p:nvPr/>
          </p:nvSpPr>
          <p:spPr bwMode="auto">
            <a:xfrm>
              <a:off x="672"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1.2</a:t>
              </a:r>
            </a:p>
          </p:txBody>
        </p:sp>
        <p:sp>
          <p:nvSpPr>
            <p:cNvPr id="84" name="Oval 29">
              <a:extLst>
                <a:ext uri="{FF2B5EF4-FFF2-40B4-BE49-F238E27FC236}">
                  <a16:creationId xmlns:a16="http://schemas.microsoft.com/office/drawing/2014/main" id="{FBF6D5CE-DF11-2749-B876-919BAF9530F1}"/>
                </a:ext>
              </a:extLst>
            </p:cNvPr>
            <p:cNvSpPr>
              <a:spLocks noChangeArrowheads="1"/>
            </p:cNvSpPr>
            <p:nvPr/>
          </p:nvSpPr>
          <p:spPr bwMode="auto">
            <a:xfrm>
              <a:off x="129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1.4</a:t>
              </a:r>
            </a:p>
          </p:txBody>
        </p:sp>
        <p:sp>
          <p:nvSpPr>
            <p:cNvPr id="85" name="Line 30">
              <a:extLst>
                <a:ext uri="{FF2B5EF4-FFF2-40B4-BE49-F238E27FC236}">
                  <a16:creationId xmlns:a16="http://schemas.microsoft.com/office/drawing/2014/main" id="{67E00998-B740-1B46-901D-39C82AA3C8E1}"/>
                </a:ext>
              </a:extLst>
            </p:cNvPr>
            <p:cNvSpPr>
              <a:spLocks noChangeShapeType="1"/>
            </p:cNvSpPr>
            <p:nvPr/>
          </p:nvSpPr>
          <p:spPr bwMode="auto">
            <a:xfrm>
              <a:off x="960"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6" name="Oval 31">
              <a:extLst>
                <a:ext uri="{FF2B5EF4-FFF2-40B4-BE49-F238E27FC236}">
                  <a16:creationId xmlns:a16="http://schemas.microsoft.com/office/drawing/2014/main" id="{5743AE31-6D5B-0744-9D54-25A60B8FADF0}"/>
                </a:ext>
              </a:extLst>
            </p:cNvPr>
            <p:cNvSpPr>
              <a:spLocks noChangeArrowheads="1"/>
            </p:cNvSpPr>
            <p:nvPr/>
          </p:nvSpPr>
          <p:spPr bwMode="auto">
            <a:xfrm>
              <a:off x="1200"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1.3</a:t>
              </a:r>
            </a:p>
          </p:txBody>
        </p:sp>
        <p:sp>
          <p:nvSpPr>
            <p:cNvPr id="87" name="Line 32">
              <a:extLst>
                <a:ext uri="{FF2B5EF4-FFF2-40B4-BE49-F238E27FC236}">
                  <a16:creationId xmlns:a16="http://schemas.microsoft.com/office/drawing/2014/main" id="{AD0F5E2A-9940-2F47-BF7D-C1D99383F0C7}"/>
                </a:ext>
              </a:extLst>
            </p:cNvPr>
            <p:cNvSpPr>
              <a:spLocks noChangeShapeType="1"/>
            </p:cNvSpPr>
            <p:nvPr/>
          </p:nvSpPr>
          <p:spPr bwMode="auto">
            <a:xfrm>
              <a:off x="1488"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Line 33">
              <a:extLst>
                <a:ext uri="{FF2B5EF4-FFF2-40B4-BE49-F238E27FC236}">
                  <a16:creationId xmlns:a16="http://schemas.microsoft.com/office/drawing/2014/main" id="{0BF81A5C-C5CD-8043-878A-52F467E19BD4}"/>
                </a:ext>
              </a:extLst>
            </p:cNvPr>
            <p:cNvSpPr>
              <a:spLocks noChangeShapeType="1"/>
            </p:cNvSpPr>
            <p:nvPr/>
          </p:nvSpPr>
          <p:spPr bwMode="auto">
            <a:xfrm>
              <a:off x="158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25990454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1000"/>
                                        <p:tgtEl>
                                          <p:spTgt spid="70"/>
                                        </p:tgtEl>
                                      </p:cBhvr>
                                    </p:animEffect>
                                    <p:anim calcmode="lin" valueType="num">
                                      <p:cBhvr>
                                        <p:cTn id="13" dur="1000" fill="hold"/>
                                        <p:tgtEl>
                                          <p:spTgt spid="70"/>
                                        </p:tgtEl>
                                        <p:attrNameLst>
                                          <p:attrName>ppt_x</p:attrName>
                                        </p:attrNameLst>
                                      </p:cBhvr>
                                      <p:tavLst>
                                        <p:tav tm="0">
                                          <p:val>
                                            <p:strVal val="#ppt_x"/>
                                          </p:val>
                                        </p:tav>
                                        <p:tav tm="100000">
                                          <p:val>
                                            <p:strVal val="#ppt_x"/>
                                          </p:val>
                                        </p:tav>
                                      </p:tavLst>
                                    </p:anim>
                                    <p:anim calcmode="lin" valueType="num">
                                      <p:cBhvr>
                                        <p:cTn id="14" dur="1000" fill="hold"/>
                                        <p:tgtEl>
                                          <p:spTgt spid="70"/>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2" presetClass="entr" presetSubtype="4" fill="hold" nodeType="after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500" fill="hold"/>
                                        <p:tgtEl>
                                          <p:spTgt spid="22"/>
                                        </p:tgtEl>
                                        <p:attrNameLst>
                                          <p:attrName>ppt_x</p:attrName>
                                        </p:attrNameLst>
                                      </p:cBhvr>
                                      <p:tavLst>
                                        <p:tav tm="0">
                                          <p:val>
                                            <p:strVal val="#ppt_x"/>
                                          </p:val>
                                        </p:tav>
                                        <p:tav tm="100000">
                                          <p:val>
                                            <p:strVal val="#ppt_x"/>
                                          </p:val>
                                        </p:tav>
                                      </p:tavLst>
                                    </p:anim>
                                    <p:anim calcmode="lin" valueType="num">
                                      <p:cBhvr additive="base">
                                        <p:cTn id="19"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0" grpId="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3.2.2</a:t>
            </a:r>
            <a:r>
              <a:rPr lang="zh-CN" altLang="en-US" dirty="0">
                <a:solidFill>
                  <a:srgbClr val="4E8F00"/>
                </a:solidFill>
                <a:effectLst/>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结构化设计方法</a:t>
            </a:r>
            <a:endParaRPr lang="zh-CN" altLang="en-US" dirty="0">
              <a:solidFill>
                <a:srgbClr val="4E8F00"/>
              </a:solidFill>
              <a:effectLst/>
              <a:ea typeface="Microsoft YaHei UI" panose="020B0503020204020204" pitchFamily="34" charset="-122"/>
              <a:sym typeface="微软雅黑" panose="020B0503020204020204" pitchFamily="34" charset="-122"/>
            </a:endParaRPr>
          </a:p>
        </p:txBody>
      </p:sp>
      <p:sp>
        <p:nvSpPr>
          <p:cNvPr id="70" name="Rectangle 7">
            <a:extLst>
              <a:ext uri="{FF2B5EF4-FFF2-40B4-BE49-F238E27FC236}">
                <a16:creationId xmlns:a16="http://schemas.microsoft.com/office/drawing/2014/main" id="{6AAC5EF8-5609-0548-97B6-A4F264C2FB5F}"/>
              </a:ext>
            </a:extLst>
          </p:cNvPr>
          <p:cNvSpPr txBox="1">
            <a:spLocks noChangeArrowheads="1"/>
          </p:cNvSpPr>
          <p:nvPr/>
        </p:nvSpPr>
        <p:spPr>
          <a:xfrm>
            <a:off x="1255308" y="1858132"/>
            <a:ext cx="6688045" cy="69399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变换型数据流 </a:t>
            </a:r>
            <a:r>
              <a:rPr lang="en-US" altLang="zh-CN"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latin typeface="微软雅黑" panose="020B0503020204020204" pitchFamily="34" charset="-122"/>
                <a:sym typeface="微软雅黑" panose="020B0503020204020204" pitchFamily="34" charset="-122"/>
              </a:rPr>
              <a:t>变换分析（变换加工）</a:t>
            </a:r>
          </a:p>
        </p:txBody>
      </p:sp>
      <p:grpSp>
        <p:nvGrpSpPr>
          <p:cNvPr id="9" name="组合 8">
            <a:extLst>
              <a:ext uri="{FF2B5EF4-FFF2-40B4-BE49-F238E27FC236}">
                <a16:creationId xmlns:a16="http://schemas.microsoft.com/office/drawing/2014/main" id="{F8EDC304-EBEB-A14A-BF55-9D2E49CFE6FB}"/>
              </a:ext>
            </a:extLst>
          </p:cNvPr>
          <p:cNvGrpSpPr/>
          <p:nvPr/>
        </p:nvGrpSpPr>
        <p:grpSpPr>
          <a:xfrm>
            <a:off x="4365279" y="2912540"/>
            <a:ext cx="3824288" cy="3189462"/>
            <a:chOff x="605321" y="2687044"/>
            <a:chExt cx="3824288" cy="3189462"/>
          </a:xfrm>
        </p:grpSpPr>
        <p:pic>
          <p:nvPicPr>
            <p:cNvPr id="10" name="图片 2" descr="0304">
              <a:extLst>
                <a:ext uri="{FF2B5EF4-FFF2-40B4-BE49-F238E27FC236}">
                  <a16:creationId xmlns:a16="http://schemas.microsoft.com/office/drawing/2014/main" id="{1AF04FCC-3893-1E4A-B9D6-EF0EED7F20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5321" y="2687044"/>
              <a:ext cx="3824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5">
              <a:extLst>
                <a:ext uri="{FF2B5EF4-FFF2-40B4-BE49-F238E27FC236}">
                  <a16:creationId xmlns:a16="http://schemas.microsoft.com/office/drawing/2014/main" id="{9A522FAD-7806-924E-B878-1D7E1119DCC9}"/>
                </a:ext>
              </a:extLst>
            </p:cNvPr>
            <p:cNvSpPr txBox="1">
              <a:spLocks noChangeArrowheads="1"/>
            </p:cNvSpPr>
            <p:nvPr/>
          </p:nvSpPr>
          <p:spPr bwMode="auto">
            <a:xfrm>
              <a:off x="1359634" y="5530257"/>
              <a:ext cx="274658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latin typeface="微软雅黑" panose="020B0503020204020204" pitchFamily="34" charset="-122"/>
                  <a:ea typeface="微软雅黑" panose="020B0503020204020204" pitchFamily="34" charset="-122"/>
                </a:rPr>
                <a:t>变换型数据流</a:t>
              </a:r>
              <a:r>
                <a:rPr lang="zh-CN" altLang="en-US" dirty="0">
                  <a:latin typeface="微软雅黑" panose="020B0503020204020204" pitchFamily="34" charset="-122"/>
                  <a:ea typeface="微软雅黑" panose="020B0503020204020204" pitchFamily="34" charset="-122"/>
                </a:rPr>
                <a:t>（</a:t>
              </a:r>
              <a:r>
                <a:rPr lang="zh-CN" altLang="en-US" dirty="0">
                  <a:solidFill>
                    <a:srgbClr val="CC6600"/>
                  </a:solidFill>
                  <a:latin typeface="微软雅黑" panose="020B0503020204020204" pitchFamily="34" charset="-122"/>
                  <a:ea typeface="微软雅黑" panose="020B0503020204020204" pitchFamily="34" charset="-122"/>
                </a:rPr>
                <a:t>变换流</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 </a:t>
              </a:r>
              <a:endParaRPr kumimoji="1" lang="zh-CN" altLang="en-US" dirty="0">
                <a:latin typeface="微软雅黑" panose="020B0503020204020204" pitchFamily="34" charset="-122"/>
                <a:ea typeface="微软雅黑" panose="020B0503020204020204" pitchFamily="34" charset="-122"/>
              </a:endParaRPr>
            </a:p>
          </p:txBody>
        </p:sp>
      </p:grpSp>
      <p:sp>
        <p:nvSpPr>
          <p:cNvPr id="2" name="矩形 1">
            <a:extLst>
              <a:ext uri="{FF2B5EF4-FFF2-40B4-BE49-F238E27FC236}">
                <a16:creationId xmlns:a16="http://schemas.microsoft.com/office/drawing/2014/main" id="{0DAF09E5-8C63-A849-9802-2249A95A80BA}"/>
              </a:ext>
            </a:extLst>
          </p:cNvPr>
          <p:cNvSpPr/>
          <p:nvPr/>
        </p:nvSpPr>
        <p:spPr>
          <a:xfrm>
            <a:off x="508006" y="2768659"/>
            <a:ext cx="3265599" cy="2133213"/>
          </a:xfrm>
          <a:prstGeom prst="rect">
            <a:avLst/>
          </a:prstGeom>
        </p:spPr>
        <p:txBody>
          <a:bodyPr wrap="square">
            <a:spAutoFit/>
          </a:bodyPr>
          <a:lstStyle/>
          <a:p>
            <a:pPr lvl="1" indent="0">
              <a:lnSpc>
                <a:spcPct val="150000"/>
              </a:lnSpc>
              <a:spcBef>
                <a:spcPct val="20000"/>
              </a:spcBef>
              <a:buNone/>
            </a:pPr>
            <a:r>
              <a:rPr lang="en-US" altLang="zh-CN"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a:t>
            </a:r>
            <a:r>
              <a:rPr lang="zh-CN" altLang="en-US"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这类数据流可看成是对输入数据进行转换而得到输出数据的处理。其特点是：</a:t>
            </a:r>
            <a:r>
              <a:rPr lang="en-US" altLang="zh-CN"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DFD</a:t>
            </a:r>
            <a:r>
              <a:rPr lang="zh-CN" altLang="en-US"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图可以明显分为“输入</a:t>
            </a:r>
            <a:r>
              <a:rPr lang="en-US" altLang="zh-CN"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en-US"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处理</a:t>
            </a:r>
            <a:r>
              <a:rPr lang="en-US" altLang="zh-CN"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en-US"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输出”三部分</a:t>
            </a:r>
            <a:endParaRPr lang="en-US" altLang="zh-CN" dirty="0">
              <a:solidFill>
                <a:srgbClr val="000000"/>
              </a:solidFill>
              <a:latin typeface="Kaiti SC" panose="02010600040101010101" pitchFamily="2" charset="-122"/>
              <a:ea typeface="Kaiti SC" panose="02010600040101010101" pitchFamily="2" charset="-122"/>
            </a:endParaRPr>
          </a:p>
        </p:txBody>
      </p:sp>
      <p:grpSp>
        <p:nvGrpSpPr>
          <p:cNvPr id="15" name="Group 22">
            <a:extLst>
              <a:ext uri="{FF2B5EF4-FFF2-40B4-BE49-F238E27FC236}">
                <a16:creationId xmlns:a16="http://schemas.microsoft.com/office/drawing/2014/main" id="{9AA34637-4250-3C4D-9196-3D15CF4230D2}"/>
              </a:ext>
            </a:extLst>
          </p:cNvPr>
          <p:cNvGrpSpPr>
            <a:grpSpLocks/>
          </p:cNvGrpSpPr>
          <p:nvPr/>
        </p:nvGrpSpPr>
        <p:grpSpPr bwMode="auto">
          <a:xfrm>
            <a:off x="1073823" y="5381031"/>
            <a:ext cx="2514600" cy="742950"/>
            <a:chOff x="288" y="2208"/>
            <a:chExt cx="1968" cy="720"/>
          </a:xfrm>
        </p:grpSpPr>
        <p:sp>
          <p:nvSpPr>
            <p:cNvPr id="16" name="AutoShape 23">
              <a:extLst>
                <a:ext uri="{FF2B5EF4-FFF2-40B4-BE49-F238E27FC236}">
                  <a16:creationId xmlns:a16="http://schemas.microsoft.com/office/drawing/2014/main" id="{0CE00DCB-28F3-804B-83FF-326497E0D15A}"/>
                </a:ext>
              </a:extLst>
            </p:cNvPr>
            <p:cNvSpPr>
              <a:spLocks noChangeArrowheads="1"/>
            </p:cNvSpPr>
            <p:nvPr/>
          </p:nvSpPr>
          <p:spPr bwMode="auto">
            <a:xfrm>
              <a:off x="288" y="2208"/>
              <a:ext cx="1968" cy="720"/>
            </a:xfrm>
            <a:prstGeom prst="parallelogram">
              <a:avLst>
                <a:gd name="adj" fmla="val 47897"/>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600" b="1">
                <a:latin typeface="Times New Roman" panose="02020603050405020304" pitchFamily="18" charset="0"/>
              </a:endParaRPr>
            </a:p>
          </p:txBody>
        </p:sp>
        <p:sp>
          <p:nvSpPr>
            <p:cNvPr id="17" name="Line 24">
              <a:extLst>
                <a:ext uri="{FF2B5EF4-FFF2-40B4-BE49-F238E27FC236}">
                  <a16:creationId xmlns:a16="http://schemas.microsoft.com/office/drawing/2014/main" id="{B8BF2263-A5DE-2B45-864E-24B2C8D2FD9E}"/>
                </a:ext>
              </a:extLst>
            </p:cNvPr>
            <p:cNvSpPr>
              <a:spLocks noChangeShapeType="1"/>
            </p:cNvSpPr>
            <p:nvPr/>
          </p:nvSpPr>
          <p:spPr bwMode="auto">
            <a:xfrm>
              <a:off x="576" y="273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 name="Oval 25">
              <a:extLst>
                <a:ext uri="{FF2B5EF4-FFF2-40B4-BE49-F238E27FC236}">
                  <a16:creationId xmlns:a16="http://schemas.microsoft.com/office/drawing/2014/main" id="{059D2794-16A8-2D44-99F2-BABA22B48550}"/>
                </a:ext>
              </a:extLst>
            </p:cNvPr>
            <p:cNvSpPr>
              <a:spLocks noChangeArrowheads="1"/>
            </p:cNvSpPr>
            <p:nvPr/>
          </p:nvSpPr>
          <p:spPr bwMode="auto">
            <a:xfrm>
              <a:off x="81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1.1</a:t>
              </a:r>
            </a:p>
          </p:txBody>
        </p:sp>
        <p:sp>
          <p:nvSpPr>
            <p:cNvPr id="19" name="Line 26">
              <a:extLst>
                <a:ext uri="{FF2B5EF4-FFF2-40B4-BE49-F238E27FC236}">
                  <a16:creationId xmlns:a16="http://schemas.microsoft.com/office/drawing/2014/main" id="{CD82E5E4-4944-3F4D-8815-F802D536F2BE}"/>
                </a:ext>
              </a:extLst>
            </p:cNvPr>
            <p:cNvSpPr>
              <a:spLocks noChangeShapeType="1"/>
            </p:cNvSpPr>
            <p:nvPr/>
          </p:nvSpPr>
          <p:spPr bwMode="auto">
            <a:xfrm>
              <a:off x="110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Line 27">
              <a:extLst>
                <a:ext uri="{FF2B5EF4-FFF2-40B4-BE49-F238E27FC236}">
                  <a16:creationId xmlns:a16="http://schemas.microsoft.com/office/drawing/2014/main" id="{9D11EB30-5A74-9D42-9BC4-857B1FF1DE67}"/>
                </a:ext>
              </a:extLst>
            </p:cNvPr>
            <p:cNvSpPr>
              <a:spLocks noChangeShapeType="1"/>
            </p:cNvSpPr>
            <p:nvPr/>
          </p:nvSpPr>
          <p:spPr bwMode="auto">
            <a:xfrm flipH="1" flipV="1">
              <a:off x="864" y="2448"/>
              <a:ext cx="96"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Oval 28">
              <a:extLst>
                <a:ext uri="{FF2B5EF4-FFF2-40B4-BE49-F238E27FC236}">
                  <a16:creationId xmlns:a16="http://schemas.microsoft.com/office/drawing/2014/main" id="{80AE5B5C-D217-ED4E-874E-4B527983C22E}"/>
                </a:ext>
              </a:extLst>
            </p:cNvPr>
            <p:cNvSpPr>
              <a:spLocks noChangeArrowheads="1"/>
            </p:cNvSpPr>
            <p:nvPr/>
          </p:nvSpPr>
          <p:spPr bwMode="auto">
            <a:xfrm>
              <a:off x="672"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1.2</a:t>
              </a:r>
            </a:p>
          </p:txBody>
        </p:sp>
        <p:sp>
          <p:nvSpPr>
            <p:cNvPr id="22" name="Oval 29">
              <a:extLst>
                <a:ext uri="{FF2B5EF4-FFF2-40B4-BE49-F238E27FC236}">
                  <a16:creationId xmlns:a16="http://schemas.microsoft.com/office/drawing/2014/main" id="{FA501CA9-A927-A049-99EA-3CC705C1E49E}"/>
                </a:ext>
              </a:extLst>
            </p:cNvPr>
            <p:cNvSpPr>
              <a:spLocks noChangeArrowheads="1"/>
            </p:cNvSpPr>
            <p:nvPr/>
          </p:nvSpPr>
          <p:spPr bwMode="auto">
            <a:xfrm>
              <a:off x="129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1.4</a:t>
              </a:r>
            </a:p>
          </p:txBody>
        </p:sp>
        <p:sp>
          <p:nvSpPr>
            <p:cNvPr id="23" name="Line 30">
              <a:extLst>
                <a:ext uri="{FF2B5EF4-FFF2-40B4-BE49-F238E27FC236}">
                  <a16:creationId xmlns:a16="http://schemas.microsoft.com/office/drawing/2014/main" id="{5BB60F6C-57FB-1B46-B1F8-1BC104AB60A5}"/>
                </a:ext>
              </a:extLst>
            </p:cNvPr>
            <p:cNvSpPr>
              <a:spLocks noChangeShapeType="1"/>
            </p:cNvSpPr>
            <p:nvPr/>
          </p:nvSpPr>
          <p:spPr bwMode="auto">
            <a:xfrm>
              <a:off x="960"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Oval 31">
              <a:extLst>
                <a:ext uri="{FF2B5EF4-FFF2-40B4-BE49-F238E27FC236}">
                  <a16:creationId xmlns:a16="http://schemas.microsoft.com/office/drawing/2014/main" id="{697EB1F1-7BF8-EF4F-BEE5-BB660B1A270F}"/>
                </a:ext>
              </a:extLst>
            </p:cNvPr>
            <p:cNvSpPr>
              <a:spLocks noChangeArrowheads="1"/>
            </p:cNvSpPr>
            <p:nvPr/>
          </p:nvSpPr>
          <p:spPr bwMode="auto">
            <a:xfrm>
              <a:off x="1200"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1.3</a:t>
              </a:r>
            </a:p>
          </p:txBody>
        </p:sp>
        <p:sp>
          <p:nvSpPr>
            <p:cNvPr id="25" name="Line 32">
              <a:extLst>
                <a:ext uri="{FF2B5EF4-FFF2-40B4-BE49-F238E27FC236}">
                  <a16:creationId xmlns:a16="http://schemas.microsoft.com/office/drawing/2014/main" id="{8CE5579A-233C-5C48-BC87-3B7EAEC5D0E6}"/>
                </a:ext>
              </a:extLst>
            </p:cNvPr>
            <p:cNvSpPr>
              <a:spLocks noChangeShapeType="1"/>
            </p:cNvSpPr>
            <p:nvPr/>
          </p:nvSpPr>
          <p:spPr bwMode="auto">
            <a:xfrm>
              <a:off x="1488"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33">
              <a:extLst>
                <a:ext uri="{FF2B5EF4-FFF2-40B4-BE49-F238E27FC236}">
                  <a16:creationId xmlns:a16="http://schemas.microsoft.com/office/drawing/2014/main" id="{694043AC-1BA1-C24B-97EE-9C1F3602504F}"/>
                </a:ext>
              </a:extLst>
            </p:cNvPr>
            <p:cNvSpPr>
              <a:spLocks noChangeShapeType="1"/>
            </p:cNvSpPr>
            <p:nvPr/>
          </p:nvSpPr>
          <p:spPr bwMode="auto">
            <a:xfrm>
              <a:off x="158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18055180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1000"/>
                                        <p:tgtEl>
                                          <p:spTgt spid="70"/>
                                        </p:tgtEl>
                                      </p:cBhvr>
                                    </p:animEffect>
                                    <p:anim calcmode="lin" valueType="num">
                                      <p:cBhvr>
                                        <p:cTn id="8" dur="1000" fill="hold"/>
                                        <p:tgtEl>
                                          <p:spTgt spid="70"/>
                                        </p:tgtEl>
                                        <p:attrNameLst>
                                          <p:attrName>ppt_x</p:attrName>
                                        </p:attrNameLst>
                                      </p:cBhvr>
                                      <p:tavLst>
                                        <p:tav tm="0">
                                          <p:val>
                                            <p:strVal val="#ppt_x"/>
                                          </p:val>
                                        </p:tav>
                                        <p:tav tm="100000">
                                          <p:val>
                                            <p:strVal val="#ppt_x"/>
                                          </p:val>
                                        </p:tav>
                                      </p:tavLst>
                                    </p:anim>
                                    <p:anim calcmode="lin" valueType="num">
                                      <p:cBhvr>
                                        <p:cTn id="9" dur="1000" fill="hold"/>
                                        <p:tgtEl>
                                          <p:spTgt spid="7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2" presetClass="entr" presetSubtype="4"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3.2.2</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结构化设计方法</a:t>
            </a:r>
          </a:p>
        </p:txBody>
      </p:sp>
      <p:grpSp>
        <p:nvGrpSpPr>
          <p:cNvPr id="3" name="组合 2">
            <a:extLst>
              <a:ext uri="{FF2B5EF4-FFF2-40B4-BE49-F238E27FC236}">
                <a16:creationId xmlns:a16="http://schemas.microsoft.com/office/drawing/2014/main" id="{5E7FAC00-E0E1-4E41-B6D2-5C0333AA26D8}"/>
              </a:ext>
            </a:extLst>
          </p:cNvPr>
          <p:cNvGrpSpPr/>
          <p:nvPr/>
        </p:nvGrpSpPr>
        <p:grpSpPr>
          <a:xfrm>
            <a:off x="4667734" y="3042644"/>
            <a:ext cx="3873500" cy="2840212"/>
            <a:chOff x="4667734" y="3042644"/>
            <a:chExt cx="3873500" cy="2840212"/>
          </a:xfrm>
        </p:grpSpPr>
        <p:pic>
          <p:nvPicPr>
            <p:cNvPr id="10" name="图片 3" descr="0305">
              <a:extLst>
                <a:ext uri="{FF2B5EF4-FFF2-40B4-BE49-F238E27FC236}">
                  <a16:creationId xmlns:a16="http://schemas.microsoft.com/office/drawing/2014/main" id="{51448AB5-F8DF-5140-A95A-DD4E38D642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67734" y="3042644"/>
              <a:ext cx="38735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5">
              <a:extLst>
                <a:ext uri="{FF2B5EF4-FFF2-40B4-BE49-F238E27FC236}">
                  <a16:creationId xmlns:a16="http://schemas.microsoft.com/office/drawing/2014/main" id="{FC49539D-CB77-054B-B4F2-A863ABF597D8}"/>
                </a:ext>
              </a:extLst>
            </p:cNvPr>
            <p:cNvSpPr>
              <a:spLocks noChangeArrowheads="1"/>
            </p:cNvSpPr>
            <p:nvPr/>
          </p:nvSpPr>
          <p:spPr bwMode="auto">
            <a:xfrm>
              <a:off x="5582134" y="5536607"/>
              <a:ext cx="2746586"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latin typeface="微软雅黑" panose="020B0503020204020204" pitchFamily="34" charset="-122"/>
                  <a:ea typeface="微软雅黑" panose="020B0503020204020204" pitchFamily="34" charset="-122"/>
                </a:rPr>
                <a:t>事务型数据流</a:t>
              </a:r>
              <a:r>
                <a:rPr lang="zh-CN" altLang="en-US" dirty="0">
                  <a:latin typeface="微软雅黑" panose="020B0503020204020204" pitchFamily="34" charset="-122"/>
                  <a:ea typeface="微软雅黑" panose="020B0503020204020204" pitchFamily="34" charset="-122"/>
                </a:rPr>
                <a:t>（</a:t>
              </a:r>
              <a:r>
                <a:rPr lang="zh-CN" altLang="en-US" dirty="0">
                  <a:solidFill>
                    <a:srgbClr val="CC6600"/>
                  </a:solidFill>
                  <a:latin typeface="微软雅黑" panose="020B0503020204020204" pitchFamily="34" charset="-122"/>
                  <a:ea typeface="微软雅黑" panose="020B0503020204020204" pitchFamily="34" charset="-122"/>
                </a:rPr>
                <a:t>事务流</a:t>
              </a:r>
              <a:r>
                <a:rPr lang="zh-CN" altLang="en-US" dirty="0">
                  <a:latin typeface="微软雅黑" panose="020B0503020204020204" pitchFamily="34" charset="-122"/>
                  <a:ea typeface="微软雅黑" panose="020B0503020204020204" pitchFamily="34" charset="-122"/>
                </a:rPr>
                <a:t>）</a:t>
              </a:r>
              <a:r>
                <a:rPr lang="zh-CN" altLang="zh-CN" dirty="0">
                  <a:latin typeface="微软雅黑" panose="020B0503020204020204" pitchFamily="34" charset="-122"/>
                  <a:ea typeface="微软雅黑" panose="020B0503020204020204" pitchFamily="34" charset="-122"/>
                </a:rPr>
                <a:t> </a:t>
              </a:r>
              <a:endParaRPr lang="zh-CN" altLang="en-US" dirty="0">
                <a:latin typeface="微软雅黑" panose="020B0503020204020204" pitchFamily="34" charset="-122"/>
                <a:ea typeface="微软雅黑" panose="020B0503020204020204" pitchFamily="34" charset="-122"/>
              </a:endParaRPr>
            </a:p>
          </p:txBody>
        </p:sp>
      </p:grpSp>
      <p:sp>
        <p:nvSpPr>
          <p:cNvPr id="16" name="Rectangle 7">
            <a:extLst>
              <a:ext uri="{FF2B5EF4-FFF2-40B4-BE49-F238E27FC236}">
                <a16:creationId xmlns:a16="http://schemas.microsoft.com/office/drawing/2014/main" id="{836ED21E-4C92-484E-A55D-411D25B16B1A}"/>
              </a:ext>
            </a:extLst>
          </p:cNvPr>
          <p:cNvSpPr txBox="1">
            <a:spLocks noChangeArrowheads="1"/>
          </p:cNvSpPr>
          <p:nvPr/>
        </p:nvSpPr>
        <p:spPr>
          <a:xfrm>
            <a:off x="1255308" y="1858132"/>
            <a:ext cx="6688045" cy="69399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事务型数据流 </a:t>
            </a:r>
            <a:r>
              <a:rPr lang="en-US" altLang="zh-CN" sz="2000" dirty="0">
                <a:solidFill>
                  <a:srgbClr val="000000"/>
                </a:solidFill>
                <a:latin typeface="微软雅黑" panose="020B0503020204020204" pitchFamily="34" charset="-122"/>
                <a:sym typeface="微软雅黑" panose="020B0503020204020204" pitchFamily="34" charset="-122"/>
              </a:rPr>
              <a:t>—— </a:t>
            </a:r>
            <a:r>
              <a:rPr lang="zh-CN" altLang="en-US" sz="2000" dirty="0">
                <a:solidFill>
                  <a:srgbClr val="000000"/>
                </a:solidFill>
                <a:latin typeface="微软雅黑" panose="020B0503020204020204" pitchFamily="34" charset="-122"/>
                <a:sym typeface="微软雅黑" panose="020B0503020204020204" pitchFamily="34" charset="-122"/>
              </a:rPr>
              <a:t>事务分析（事务加工）</a:t>
            </a:r>
          </a:p>
          <a:p>
            <a:pPr marL="317500" indent="-317500">
              <a:spcBef>
                <a:spcPct val="20000"/>
              </a:spcBef>
              <a:buFont typeface="Arial" panose="020B0604020202020204" pitchFamily="34" charset="0"/>
              <a:buChar char="•"/>
            </a:pPr>
            <a:endParaRPr lang="zh-CN" altLang="en-US" sz="2000" dirty="0">
              <a:solidFill>
                <a:srgbClr val="000000"/>
              </a:solidFill>
              <a:latin typeface="微软雅黑" panose="020B0503020204020204" pitchFamily="34" charset="-122"/>
              <a:sym typeface="微软雅黑" panose="020B0503020204020204" pitchFamily="34" charset="-122"/>
            </a:endParaRPr>
          </a:p>
        </p:txBody>
      </p:sp>
      <p:sp>
        <p:nvSpPr>
          <p:cNvPr id="17" name="矩形 16">
            <a:extLst>
              <a:ext uri="{FF2B5EF4-FFF2-40B4-BE49-F238E27FC236}">
                <a16:creationId xmlns:a16="http://schemas.microsoft.com/office/drawing/2014/main" id="{3D14877F-E1EB-2644-B0B9-3A1BAC8AACC7}"/>
              </a:ext>
            </a:extLst>
          </p:cNvPr>
          <p:cNvSpPr/>
          <p:nvPr/>
        </p:nvSpPr>
        <p:spPr>
          <a:xfrm>
            <a:off x="508006" y="2781729"/>
            <a:ext cx="3265599" cy="2133213"/>
          </a:xfrm>
          <a:prstGeom prst="rect">
            <a:avLst/>
          </a:prstGeom>
        </p:spPr>
        <p:txBody>
          <a:bodyPr wrap="square">
            <a:spAutoFit/>
          </a:bodyPr>
          <a:lstStyle/>
          <a:p>
            <a:pPr lvl="1" indent="0">
              <a:lnSpc>
                <a:spcPct val="150000"/>
              </a:lnSpc>
              <a:spcBef>
                <a:spcPct val="20000"/>
              </a:spcBef>
              <a:buNone/>
            </a:pPr>
            <a:r>
              <a:rPr lang="en-US" altLang="zh-CN"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a:t>
            </a:r>
            <a:r>
              <a:rPr lang="zh-CN" altLang="en-US"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 这类数据流可看成是对一个数据经过</a:t>
            </a:r>
            <a:r>
              <a:rPr lang="zh-CN" altLang="en-US" dirty="0">
                <a:solidFill>
                  <a:srgbClr val="000000"/>
                </a:solidFill>
                <a:highlight>
                  <a:srgbClr val="FFFF00"/>
                </a:highlight>
                <a:latin typeface="Kaiti SC" panose="02010600040101010101" pitchFamily="2" charset="-122"/>
                <a:ea typeface="Kaiti SC" panose="02010600040101010101" pitchFamily="2" charset="-122"/>
                <a:sym typeface="微软雅黑" panose="020B0503020204020204" pitchFamily="34" charset="-122"/>
              </a:rPr>
              <a:t>某种加工</a:t>
            </a:r>
            <a:r>
              <a:rPr lang="zh-CN" altLang="en-US" dirty="0">
                <a:solidFill>
                  <a:srgbClr val="000000"/>
                </a:solidFill>
                <a:latin typeface="Kaiti SC" panose="02010600040101010101" pitchFamily="2" charset="-122"/>
                <a:ea typeface="Kaiti SC" panose="02010600040101010101" pitchFamily="2" charset="-122"/>
                <a:sym typeface="微软雅黑" panose="020B0503020204020204" pitchFamily="34" charset="-122"/>
              </a:rPr>
              <a:t>（判断数据流类型）后，按加工的结果选择一个输出数据流继续执行的处理</a:t>
            </a:r>
            <a:endParaRPr lang="en-US" altLang="zh-CN" dirty="0">
              <a:solidFill>
                <a:srgbClr val="000000"/>
              </a:solidFill>
              <a:latin typeface="Kaiti SC" panose="02010600040101010101" pitchFamily="2" charset="-122"/>
              <a:ea typeface="Kaiti SC" panose="02010600040101010101" pitchFamily="2" charset="-122"/>
            </a:endParaRPr>
          </a:p>
        </p:txBody>
      </p:sp>
      <p:grpSp>
        <p:nvGrpSpPr>
          <p:cNvPr id="18" name="Group 22">
            <a:extLst>
              <a:ext uri="{FF2B5EF4-FFF2-40B4-BE49-F238E27FC236}">
                <a16:creationId xmlns:a16="http://schemas.microsoft.com/office/drawing/2014/main" id="{DBA3275E-DD11-A54D-BF44-2816E345A60A}"/>
              </a:ext>
            </a:extLst>
          </p:cNvPr>
          <p:cNvGrpSpPr>
            <a:grpSpLocks/>
          </p:cNvGrpSpPr>
          <p:nvPr/>
        </p:nvGrpSpPr>
        <p:grpSpPr bwMode="auto">
          <a:xfrm>
            <a:off x="1073823" y="5381031"/>
            <a:ext cx="2514600" cy="742950"/>
            <a:chOff x="288" y="2208"/>
            <a:chExt cx="1968" cy="720"/>
          </a:xfrm>
        </p:grpSpPr>
        <p:sp>
          <p:nvSpPr>
            <p:cNvPr id="19" name="AutoShape 23">
              <a:extLst>
                <a:ext uri="{FF2B5EF4-FFF2-40B4-BE49-F238E27FC236}">
                  <a16:creationId xmlns:a16="http://schemas.microsoft.com/office/drawing/2014/main" id="{F69ED949-6E98-DD43-B900-1B8F6CEE798E}"/>
                </a:ext>
              </a:extLst>
            </p:cNvPr>
            <p:cNvSpPr>
              <a:spLocks noChangeArrowheads="1"/>
            </p:cNvSpPr>
            <p:nvPr/>
          </p:nvSpPr>
          <p:spPr bwMode="auto">
            <a:xfrm>
              <a:off x="288" y="2208"/>
              <a:ext cx="1968" cy="720"/>
            </a:xfrm>
            <a:prstGeom prst="parallelogram">
              <a:avLst>
                <a:gd name="adj" fmla="val 47897"/>
              </a:avLst>
            </a:prstGeom>
            <a:solidFill>
              <a:srgbClr val="FFFF99"/>
            </a:solidFill>
            <a:ln w="9525">
              <a:miter lim="800000"/>
              <a:headEnd/>
              <a:tailEnd/>
            </a:ln>
            <a:scene3d>
              <a:camera prst="legacyObliqueBottomLeft"/>
              <a:lightRig rig="legacyFlat3" dir="t"/>
            </a:scene3d>
            <a:sp3d extrusionH="430200" prstMaterial="legacyMatte">
              <a:bevelT w="13500" h="13500" prst="angle"/>
              <a:bevelB w="13500" h="13500" prst="angle"/>
              <a:extrusionClr>
                <a:schemeClr val="bg1"/>
              </a:extrusionClr>
              <a:contourClr>
                <a:srgbClr val="FFFF99"/>
              </a:contourClr>
            </a:sp3d>
          </p:spPr>
          <p:txBody>
            <a:bodyPr wrap="none" anchor="ctr">
              <a:flatTx/>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130000"/>
                </a:lnSpc>
                <a:spcBef>
                  <a:spcPct val="20000"/>
                </a:spcBef>
              </a:pPr>
              <a:endParaRPr kumimoji="1" lang="zh-CN" altLang="en-US" sz="1600" b="1">
                <a:latin typeface="Times New Roman" panose="02020603050405020304" pitchFamily="18" charset="0"/>
              </a:endParaRPr>
            </a:p>
          </p:txBody>
        </p:sp>
        <p:sp>
          <p:nvSpPr>
            <p:cNvPr id="20" name="Line 24">
              <a:extLst>
                <a:ext uri="{FF2B5EF4-FFF2-40B4-BE49-F238E27FC236}">
                  <a16:creationId xmlns:a16="http://schemas.microsoft.com/office/drawing/2014/main" id="{9C8AB856-981C-5141-A18B-36A98A348E52}"/>
                </a:ext>
              </a:extLst>
            </p:cNvPr>
            <p:cNvSpPr>
              <a:spLocks noChangeShapeType="1"/>
            </p:cNvSpPr>
            <p:nvPr/>
          </p:nvSpPr>
          <p:spPr bwMode="auto">
            <a:xfrm>
              <a:off x="576" y="2736"/>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Oval 25">
              <a:extLst>
                <a:ext uri="{FF2B5EF4-FFF2-40B4-BE49-F238E27FC236}">
                  <a16:creationId xmlns:a16="http://schemas.microsoft.com/office/drawing/2014/main" id="{CFAB8D46-14C0-BC46-9C35-6C4819F3D783}"/>
                </a:ext>
              </a:extLst>
            </p:cNvPr>
            <p:cNvSpPr>
              <a:spLocks noChangeArrowheads="1"/>
            </p:cNvSpPr>
            <p:nvPr/>
          </p:nvSpPr>
          <p:spPr bwMode="auto">
            <a:xfrm>
              <a:off x="81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1.1</a:t>
              </a:r>
            </a:p>
          </p:txBody>
        </p:sp>
        <p:sp>
          <p:nvSpPr>
            <p:cNvPr id="22" name="Line 26">
              <a:extLst>
                <a:ext uri="{FF2B5EF4-FFF2-40B4-BE49-F238E27FC236}">
                  <a16:creationId xmlns:a16="http://schemas.microsoft.com/office/drawing/2014/main" id="{5742BD1D-C61F-4744-B0B2-B8FCE766F755}"/>
                </a:ext>
              </a:extLst>
            </p:cNvPr>
            <p:cNvSpPr>
              <a:spLocks noChangeShapeType="1"/>
            </p:cNvSpPr>
            <p:nvPr/>
          </p:nvSpPr>
          <p:spPr bwMode="auto">
            <a:xfrm>
              <a:off x="110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7">
              <a:extLst>
                <a:ext uri="{FF2B5EF4-FFF2-40B4-BE49-F238E27FC236}">
                  <a16:creationId xmlns:a16="http://schemas.microsoft.com/office/drawing/2014/main" id="{6F69776A-A295-7443-9A16-6CCE424B65DB}"/>
                </a:ext>
              </a:extLst>
            </p:cNvPr>
            <p:cNvSpPr>
              <a:spLocks noChangeShapeType="1"/>
            </p:cNvSpPr>
            <p:nvPr/>
          </p:nvSpPr>
          <p:spPr bwMode="auto">
            <a:xfrm flipH="1" flipV="1">
              <a:off x="864" y="2448"/>
              <a:ext cx="96"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Oval 28">
              <a:extLst>
                <a:ext uri="{FF2B5EF4-FFF2-40B4-BE49-F238E27FC236}">
                  <a16:creationId xmlns:a16="http://schemas.microsoft.com/office/drawing/2014/main" id="{708E8263-AEBA-4E44-971F-248313B5240A}"/>
                </a:ext>
              </a:extLst>
            </p:cNvPr>
            <p:cNvSpPr>
              <a:spLocks noChangeArrowheads="1"/>
            </p:cNvSpPr>
            <p:nvPr/>
          </p:nvSpPr>
          <p:spPr bwMode="auto">
            <a:xfrm>
              <a:off x="672"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1.2</a:t>
              </a:r>
            </a:p>
          </p:txBody>
        </p:sp>
        <p:sp>
          <p:nvSpPr>
            <p:cNvPr id="25" name="Oval 29">
              <a:extLst>
                <a:ext uri="{FF2B5EF4-FFF2-40B4-BE49-F238E27FC236}">
                  <a16:creationId xmlns:a16="http://schemas.microsoft.com/office/drawing/2014/main" id="{0012C410-70AA-AE47-9943-E4058320861B}"/>
                </a:ext>
              </a:extLst>
            </p:cNvPr>
            <p:cNvSpPr>
              <a:spLocks noChangeArrowheads="1"/>
            </p:cNvSpPr>
            <p:nvPr/>
          </p:nvSpPr>
          <p:spPr bwMode="auto">
            <a:xfrm>
              <a:off x="1296" y="2592"/>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1.4</a:t>
              </a:r>
            </a:p>
          </p:txBody>
        </p:sp>
        <p:sp>
          <p:nvSpPr>
            <p:cNvPr id="26" name="Line 30">
              <a:extLst>
                <a:ext uri="{FF2B5EF4-FFF2-40B4-BE49-F238E27FC236}">
                  <a16:creationId xmlns:a16="http://schemas.microsoft.com/office/drawing/2014/main" id="{D5DEA6BA-470A-E44C-BA35-B834E5677895}"/>
                </a:ext>
              </a:extLst>
            </p:cNvPr>
            <p:cNvSpPr>
              <a:spLocks noChangeShapeType="1"/>
            </p:cNvSpPr>
            <p:nvPr/>
          </p:nvSpPr>
          <p:spPr bwMode="auto">
            <a:xfrm>
              <a:off x="960"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Oval 31">
              <a:extLst>
                <a:ext uri="{FF2B5EF4-FFF2-40B4-BE49-F238E27FC236}">
                  <a16:creationId xmlns:a16="http://schemas.microsoft.com/office/drawing/2014/main" id="{E18FF3A7-A8F9-FC4D-AAD6-319AEE93195B}"/>
                </a:ext>
              </a:extLst>
            </p:cNvPr>
            <p:cNvSpPr>
              <a:spLocks noChangeArrowheads="1"/>
            </p:cNvSpPr>
            <p:nvPr/>
          </p:nvSpPr>
          <p:spPr bwMode="auto">
            <a:xfrm>
              <a:off x="1200" y="2208"/>
              <a:ext cx="288" cy="288"/>
            </a:xfrm>
            <a:prstGeom prst="ellipse">
              <a:avLst/>
            </a:prstGeom>
            <a:solidFill>
              <a:srgbClr val="FFFF99"/>
            </a:solidFill>
            <a:ln w="9525">
              <a:solidFill>
                <a:schemeClr val="accent2"/>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kumimoji="1" lang="en-US" altLang="zh-CN" sz="1600">
                  <a:latin typeface="Times New Roman" panose="02020603050405020304" pitchFamily="18" charset="0"/>
                </a:rPr>
                <a:t>1.3</a:t>
              </a:r>
            </a:p>
          </p:txBody>
        </p:sp>
        <p:sp>
          <p:nvSpPr>
            <p:cNvPr id="28" name="Line 32">
              <a:extLst>
                <a:ext uri="{FF2B5EF4-FFF2-40B4-BE49-F238E27FC236}">
                  <a16:creationId xmlns:a16="http://schemas.microsoft.com/office/drawing/2014/main" id="{0B4D92B7-3775-DE4C-9707-E129A27B6AAC}"/>
                </a:ext>
              </a:extLst>
            </p:cNvPr>
            <p:cNvSpPr>
              <a:spLocks noChangeShapeType="1"/>
            </p:cNvSpPr>
            <p:nvPr/>
          </p:nvSpPr>
          <p:spPr bwMode="auto">
            <a:xfrm>
              <a:off x="1488" y="2352"/>
              <a:ext cx="24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33">
              <a:extLst>
                <a:ext uri="{FF2B5EF4-FFF2-40B4-BE49-F238E27FC236}">
                  <a16:creationId xmlns:a16="http://schemas.microsoft.com/office/drawing/2014/main" id="{E4D472F1-4768-0647-B1B4-BA7C7194DA1C}"/>
                </a:ext>
              </a:extLst>
            </p:cNvPr>
            <p:cNvSpPr>
              <a:spLocks noChangeShapeType="1"/>
            </p:cNvSpPr>
            <p:nvPr/>
          </p:nvSpPr>
          <p:spPr bwMode="auto">
            <a:xfrm>
              <a:off x="1584" y="2736"/>
              <a:ext cx="192"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314013056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2" presetClass="entr" presetSubtype="4"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fill="hold"/>
                                        <p:tgtEl>
                                          <p:spTgt spid="18"/>
                                        </p:tgtEl>
                                        <p:attrNameLst>
                                          <p:attrName>ppt_x</p:attrName>
                                        </p:attrNameLst>
                                      </p:cBhvr>
                                      <p:tavLst>
                                        <p:tav tm="0">
                                          <p:val>
                                            <p:strVal val="#ppt_x"/>
                                          </p:val>
                                        </p:tav>
                                        <p:tav tm="100000">
                                          <p:val>
                                            <p:strVal val="#ppt_x"/>
                                          </p:val>
                                        </p:tav>
                                      </p:tavLst>
                                    </p:anim>
                                    <p:anim calcmode="lin" valueType="num">
                                      <p:cBhvr additive="base">
                                        <p:cTn id="2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变换分析技术</a:t>
            </a:r>
          </a:p>
        </p:txBody>
      </p:sp>
      <p:sp>
        <p:nvSpPr>
          <p:cNvPr id="70" name="Rectangle 7">
            <a:extLst>
              <a:ext uri="{FF2B5EF4-FFF2-40B4-BE49-F238E27FC236}">
                <a16:creationId xmlns:a16="http://schemas.microsoft.com/office/drawing/2014/main" id="{6AAC5EF8-5609-0548-97B6-A4F264C2FB5F}"/>
              </a:ext>
            </a:extLst>
          </p:cNvPr>
          <p:cNvSpPr txBox="1">
            <a:spLocks noChangeArrowheads="1"/>
          </p:cNvSpPr>
          <p:nvPr/>
        </p:nvSpPr>
        <p:spPr>
          <a:xfrm>
            <a:off x="1255308" y="1858132"/>
            <a:ext cx="6688045" cy="412920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是把</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变换型数据流图转化为软件结构图</a:t>
            </a:r>
            <a:r>
              <a:rPr lang="zh-CN" altLang="en-US" sz="2000" dirty="0">
                <a:solidFill>
                  <a:srgbClr val="000000"/>
                </a:solidFill>
                <a:latin typeface="微软雅黑" panose="020B0503020204020204" pitchFamily="34" charset="-122"/>
                <a:sym typeface="微软雅黑" panose="020B0503020204020204" pitchFamily="34" charset="-122"/>
              </a:rPr>
              <a:t>的技术</a:t>
            </a: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变换型数据流图特点是：有明显的“输入</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处理</a:t>
            </a:r>
            <a:r>
              <a:rPr lang="en-US" altLang="zh-CN" sz="2000" dirty="0">
                <a:solidFill>
                  <a:srgbClr val="000000"/>
                </a:solidFill>
                <a:latin typeface="微软雅黑" panose="020B0503020204020204" pitchFamily="34" charset="-122"/>
                <a:sym typeface="微软雅黑" panose="020B0503020204020204" pitchFamily="34" charset="-122"/>
              </a:rPr>
              <a:t>-</a:t>
            </a:r>
            <a:r>
              <a:rPr lang="zh-CN" altLang="en-US" sz="2000" dirty="0">
                <a:solidFill>
                  <a:srgbClr val="000000"/>
                </a:solidFill>
                <a:latin typeface="微软雅黑" panose="020B0503020204020204" pitchFamily="34" charset="-122"/>
                <a:sym typeface="微软雅黑" panose="020B0503020204020204" pitchFamily="34" charset="-122"/>
              </a:rPr>
              <a:t>输出”三部分</a:t>
            </a:r>
          </a:p>
        </p:txBody>
      </p:sp>
      <p:pic>
        <p:nvPicPr>
          <p:cNvPr id="10" name="图片 2" descr="0304">
            <a:extLst>
              <a:ext uri="{FF2B5EF4-FFF2-40B4-BE49-F238E27FC236}">
                <a16:creationId xmlns:a16="http://schemas.microsoft.com/office/drawing/2014/main" id="{CE9CF302-50BC-324F-9155-4F5AE95797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9065" y="3429000"/>
            <a:ext cx="3824288"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60753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确定变换中心及逻辑输入</a:t>
            </a:r>
            <a:r>
              <a:rPr lang="en-US" altLang="zh-CN" sz="2400" dirty="0">
                <a:solidFill>
                  <a:srgbClr val="CC6600"/>
                </a:solidFill>
              </a:rPr>
              <a:t>/</a:t>
            </a:r>
            <a:r>
              <a:rPr lang="zh-CN" altLang="en-US" sz="2400" dirty="0">
                <a:solidFill>
                  <a:srgbClr val="CC6600"/>
                </a:solidFill>
              </a:rPr>
              <a:t>输出</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1421174" y="2598439"/>
            <a:ext cx="6688045" cy="3722848"/>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highlight>
                  <a:srgbClr val="FFFF00"/>
                </a:highlight>
                <a:latin typeface="微软雅黑" panose="020B0503020204020204" pitchFamily="34" charset="-122"/>
              </a:rPr>
              <a:t>变换中心</a:t>
            </a:r>
            <a:r>
              <a:rPr lang="zh-CN" altLang="en-US" sz="1800" dirty="0">
                <a:solidFill>
                  <a:srgbClr val="000000"/>
                </a:solidFill>
                <a:latin typeface="微软雅黑" panose="020B0503020204020204" pitchFamily="34" charset="-122"/>
              </a:rPr>
              <a:t>：描述了系统的</a:t>
            </a:r>
            <a:r>
              <a:rPr lang="zh-CN" altLang="en-US" sz="1800" dirty="0">
                <a:solidFill>
                  <a:srgbClr val="000000"/>
                </a:solidFill>
                <a:highlight>
                  <a:srgbClr val="FFFF00"/>
                </a:highlight>
                <a:latin typeface="微软雅黑" panose="020B0503020204020204" pitchFamily="34" charset="-122"/>
              </a:rPr>
              <a:t>主要功能、特征</a:t>
            </a:r>
            <a:r>
              <a:rPr lang="zh-CN" altLang="en-US" sz="1800" dirty="0">
                <a:solidFill>
                  <a:srgbClr val="000000"/>
                </a:solidFill>
                <a:latin typeface="微软雅黑" panose="020B0503020204020204" pitchFamily="34" charset="-122"/>
              </a:rPr>
              <a:t>。其特点是：输入</a:t>
            </a:r>
            <a:r>
              <a:rPr lang="en-US" altLang="zh-CN" sz="1800" dirty="0">
                <a:solidFill>
                  <a:srgbClr val="000000"/>
                </a:solidFill>
                <a:latin typeface="微软雅黑" panose="020B0503020204020204" pitchFamily="34" charset="-122"/>
              </a:rPr>
              <a:t>/</a:t>
            </a:r>
            <a:r>
              <a:rPr lang="zh-CN" altLang="en-US" sz="1800" dirty="0">
                <a:solidFill>
                  <a:srgbClr val="000000"/>
                </a:solidFill>
                <a:latin typeface="微软雅黑" panose="020B0503020204020204" pitchFamily="34" charset="-122"/>
              </a:rPr>
              <a:t>输出数据流较多，且往往变换中心不止一个</a:t>
            </a:r>
            <a:endParaRPr lang="zh-CN" altLang="en-US" sz="1800" dirty="0">
              <a:solidFill>
                <a:srgbClr val="C00000"/>
              </a:solidFill>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rPr>
              <a:t>逻辑输入</a:t>
            </a:r>
            <a:r>
              <a:rPr lang="en-US" altLang="zh-CN" sz="1800" dirty="0">
                <a:solidFill>
                  <a:srgbClr val="000000"/>
                </a:solidFill>
                <a:latin typeface="微软雅黑" panose="020B0503020204020204" pitchFamily="34" charset="-122"/>
              </a:rPr>
              <a:t>/</a:t>
            </a:r>
            <a:r>
              <a:rPr lang="zh-CN" altLang="en-US" sz="1800" dirty="0">
                <a:solidFill>
                  <a:srgbClr val="000000"/>
                </a:solidFill>
                <a:latin typeface="微软雅黑" panose="020B0503020204020204" pitchFamily="34" charset="-122"/>
              </a:rPr>
              <a:t>输出：是指输入</a:t>
            </a:r>
            <a:r>
              <a:rPr lang="en-US" altLang="zh-CN" sz="1800" dirty="0">
                <a:solidFill>
                  <a:srgbClr val="000000"/>
                </a:solidFill>
                <a:latin typeface="微软雅黑" panose="020B0503020204020204" pitchFamily="34" charset="-122"/>
              </a:rPr>
              <a:t>/</a:t>
            </a:r>
            <a:r>
              <a:rPr lang="zh-CN" altLang="en-US" sz="1800" dirty="0">
                <a:solidFill>
                  <a:srgbClr val="000000"/>
                </a:solidFill>
                <a:latin typeface="微软雅黑" panose="020B0503020204020204" pitchFamily="34" charset="-122"/>
              </a:rPr>
              <a:t>输出变换中心的数据流</a:t>
            </a:r>
            <a:endParaRPr lang="zh-CN" altLang="en-US" sz="1800" dirty="0">
              <a:solidFill>
                <a:srgbClr val="C00000"/>
              </a:solidFill>
              <a:latin typeface="微软雅黑" panose="020B0503020204020204" pitchFamily="34" charset="-122"/>
              <a:sym typeface="微软雅黑" panose="020B0503020204020204" pitchFamily="34" charset="-122"/>
            </a:endParaRPr>
          </a:p>
          <a:p>
            <a:pPr marL="603250" indent="-285750">
              <a:spcBef>
                <a:spcPts val="900"/>
              </a:spcBef>
              <a:buFont typeface="Wingdings" pitchFamily="2" charset="2"/>
              <a:buChar char="p"/>
            </a:pPr>
            <a:r>
              <a:rPr lang="zh-CN" altLang="en-US" sz="1600" dirty="0">
                <a:solidFill>
                  <a:srgbClr val="000000"/>
                </a:solidFill>
                <a:latin typeface="微软雅黑" panose="020B0503020204020204" pitchFamily="34" charset="-122"/>
              </a:rPr>
              <a:t>输入流 </a:t>
            </a:r>
            <a:r>
              <a:rPr lang="en-US" altLang="zh-CN" sz="1600" dirty="0">
                <a:solidFill>
                  <a:srgbClr val="000000"/>
                </a:solidFill>
                <a:latin typeface="微软雅黑" panose="020B0503020204020204" pitchFamily="34" charset="-122"/>
              </a:rPr>
              <a:t>— </a:t>
            </a:r>
            <a:r>
              <a:rPr lang="zh-CN" altLang="en-US" sz="1600" dirty="0">
                <a:solidFill>
                  <a:srgbClr val="000000"/>
                </a:solidFill>
                <a:latin typeface="微软雅黑" panose="020B0503020204020204" pitchFamily="34" charset="-122"/>
              </a:rPr>
              <a:t>是把物理输入转换为逻辑输入的数据流</a:t>
            </a:r>
            <a:endParaRPr lang="en-US" altLang="zh-CN" sz="1600" dirty="0">
              <a:solidFill>
                <a:srgbClr val="000000"/>
              </a:solidFill>
              <a:latin typeface="微软雅黑" panose="020B0503020204020204" pitchFamily="34" charset="-122"/>
              <a:sym typeface="微软雅黑" panose="020B0503020204020204" pitchFamily="34" charset="-122"/>
            </a:endParaRPr>
          </a:p>
          <a:p>
            <a:pPr marL="603250" indent="-285750">
              <a:spcBef>
                <a:spcPts val="900"/>
              </a:spcBef>
              <a:buFont typeface="Wingdings" pitchFamily="2" charset="2"/>
              <a:buChar char="p"/>
            </a:pPr>
            <a:r>
              <a:rPr lang="zh-CN" altLang="en-US" sz="1600" dirty="0">
                <a:solidFill>
                  <a:srgbClr val="000000"/>
                </a:solidFill>
                <a:latin typeface="微软雅黑" panose="020B0503020204020204" pitchFamily="34" charset="-122"/>
              </a:rPr>
              <a:t>输出流 </a:t>
            </a:r>
            <a:r>
              <a:rPr lang="en-US" altLang="zh-CN" sz="1600" dirty="0">
                <a:solidFill>
                  <a:srgbClr val="000000"/>
                </a:solidFill>
                <a:latin typeface="微软雅黑" panose="020B0503020204020204" pitchFamily="34" charset="-122"/>
              </a:rPr>
              <a:t>— </a:t>
            </a:r>
            <a:r>
              <a:rPr lang="zh-CN" altLang="en-US" sz="1600" dirty="0">
                <a:solidFill>
                  <a:srgbClr val="000000"/>
                </a:solidFill>
                <a:latin typeface="微软雅黑" panose="020B0503020204020204" pitchFamily="34" charset="-122"/>
              </a:rPr>
              <a:t>是将逻辑输出转换为物理输出的数据流</a:t>
            </a:r>
          </a:p>
        </p:txBody>
      </p:sp>
    </p:spTree>
    <p:extLst>
      <p:ext uri="{BB962C8B-B14F-4D97-AF65-F5344CB8AC3E}">
        <p14:creationId xmlns:p14="http://schemas.microsoft.com/office/powerpoint/2010/main" val="241806128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500" dirty="0">
                <a:solidFill>
                  <a:srgbClr val="CC6600"/>
                </a:solidFill>
              </a:rPr>
              <a:t>进行一级分解，设计上层模块</a:t>
            </a:r>
            <a:endParaRPr lang="zh-CN" altLang="en-US" sz="25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1421174" y="2598439"/>
            <a:ext cx="6688045" cy="3722848"/>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为每个输入设计一个输入模块，为每个输出设计一个输出模块，同时为每个主加工设计一个处理模块</a:t>
            </a:r>
            <a:endParaRPr lang="zh-CN" altLang="en-US" sz="1800" dirty="0">
              <a:solidFill>
                <a:srgbClr val="C00000"/>
              </a:solidFill>
              <a:latin typeface="微软雅黑" panose="020B0503020204020204" pitchFamily="34" charset="-122"/>
              <a:sym typeface="微软雅黑" panose="020B0503020204020204" pitchFamily="34" charset="-122"/>
            </a:endParaRPr>
          </a:p>
        </p:txBody>
      </p:sp>
      <p:sp>
        <p:nvSpPr>
          <p:cNvPr id="11" name="Line 3">
            <a:extLst>
              <a:ext uri="{FF2B5EF4-FFF2-40B4-BE49-F238E27FC236}">
                <a16:creationId xmlns:a16="http://schemas.microsoft.com/office/drawing/2014/main" id="{739C28A2-3AD0-DC41-A8D8-1891EC982A12}"/>
              </a:ext>
            </a:extLst>
          </p:cNvPr>
          <p:cNvSpPr>
            <a:spLocks noChangeShapeType="1"/>
          </p:cNvSpPr>
          <p:nvPr/>
        </p:nvSpPr>
        <p:spPr bwMode="auto">
          <a:xfrm>
            <a:off x="4537690" y="5137295"/>
            <a:ext cx="228600" cy="427038"/>
          </a:xfrm>
          <a:prstGeom prst="line">
            <a:avLst/>
          </a:prstGeom>
          <a:noFill/>
          <a:ln w="28575">
            <a:solidFill>
              <a:srgbClr val="000000"/>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15" name="Group 4">
            <a:extLst>
              <a:ext uri="{FF2B5EF4-FFF2-40B4-BE49-F238E27FC236}">
                <a16:creationId xmlns:a16="http://schemas.microsoft.com/office/drawing/2014/main" id="{0A49A236-C1F8-DD4A-814B-472A44B4672F}"/>
              </a:ext>
            </a:extLst>
          </p:cNvPr>
          <p:cNvGrpSpPr>
            <a:grpSpLocks/>
          </p:cNvGrpSpPr>
          <p:nvPr/>
        </p:nvGrpSpPr>
        <p:grpSpPr bwMode="auto">
          <a:xfrm>
            <a:off x="1261090" y="3730770"/>
            <a:ext cx="3962400" cy="2066925"/>
            <a:chOff x="576" y="2607"/>
            <a:chExt cx="2496" cy="1302"/>
          </a:xfrm>
        </p:grpSpPr>
        <p:sp>
          <p:nvSpPr>
            <p:cNvPr id="16" name="Text Box 5">
              <a:extLst>
                <a:ext uri="{FF2B5EF4-FFF2-40B4-BE49-F238E27FC236}">
                  <a16:creationId xmlns:a16="http://schemas.microsoft.com/office/drawing/2014/main" id="{B9554067-FEF4-2E47-B3E2-C9D12535A0F5}"/>
                </a:ext>
              </a:extLst>
            </p:cNvPr>
            <p:cNvSpPr txBox="1">
              <a:spLocks noChangeArrowheads="1"/>
            </p:cNvSpPr>
            <p:nvPr/>
          </p:nvSpPr>
          <p:spPr bwMode="auto">
            <a:xfrm>
              <a:off x="2544" y="3696"/>
              <a:ext cx="52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F</a:t>
              </a:r>
            </a:p>
          </p:txBody>
        </p:sp>
        <p:sp>
          <p:nvSpPr>
            <p:cNvPr id="17" name="Text Box 6">
              <a:extLst>
                <a:ext uri="{FF2B5EF4-FFF2-40B4-BE49-F238E27FC236}">
                  <a16:creationId xmlns:a16="http://schemas.microsoft.com/office/drawing/2014/main" id="{40A7DB9C-6CD5-B044-9644-B3C53C1AC688}"/>
                </a:ext>
              </a:extLst>
            </p:cNvPr>
            <p:cNvSpPr txBox="1">
              <a:spLocks noChangeArrowheads="1"/>
            </p:cNvSpPr>
            <p:nvPr/>
          </p:nvSpPr>
          <p:spPr bwMode="auto">
            <a:xfrm>
              <a:off x="1799" y="2607"/>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D</a:t>
              </a:r>
            </a:p>
          </p:txBody>
        </p:sp>
        <p:sp>
          <p:nvSpPr>
            <p:cNvPr id="18" name="Text Box 7">
              <a:extLst>
                <a:ext uri="{FF2B5EF4-FFF2-40B4-BE49-F238E27FC236}">
                  <a16:creationId xmlns:a16="http://schemas.microsoft.com/office/drawing/2014/main" id="{D2CEAF15-3BB2-034A-AE96-92B487724676}"/>
                </a:ext>
              </a:extLst>
            </p:cNvPr>
            <p:cNvSpPr txBox="1">
              <a:spLocks noChangeArrowheads="1"/>
            </p:cNvSpPr>
            <p:nvPr/>
          </p:nvSpPr>
          <p:spPr bwMode="auto">
            <a:xfrm>
              <a:off x="1200" y="2607"/>
              <a:ext cx="3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C</a:t>
              </a:r>
            </a:p>
          </p:txBody>
        </p:sp>
        <p:sp>
          <p:nvSpPr>
            <p:cNvPr id="19" name="Oval 8">
              <a:extLst>
                <a:ext uri="{FF2B5EF4-FFF2-40B4-BE49-F238E27FC236}">
                  <a16:creationId xmlns:a16="http://schemas.microsoft.com/office/drawing/2014/main" id="{207BBA89-FF49-2C4E-BE7A-9DB9771F4566}"/>
                </a:ext>
              </a:extLst>
            </p:cNvPr>
            <p:cNvSpPr>
              <a:spLocks noChangeArrowheads="1"/>
            </p:cNvSpPr>
            <p:nvPr/>
          </p:nvSpPr>
          <p:spPr bwMode="auto">
            <a:xfrm>
              <a:off x="1440" y="2607"/>
              <a:ext cx="336" cy="358"/>
            </a:xfrm>
            <a:prstGeom prst="ellipse">
              <a:avLst/>
            </a:prstGeom>
            <a:solidFill>
              <a:srgbClr val="FFFFCC"/>
            </a:solidFill>
            <a:ln w="9525">
              <a:solidFill>
                <a:srgbClr val="CC0066"/>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000000"/>
                  </a:solidFill>
                </a:rPr>
                <a:t>中心</a:t>
              </a:r>
            </a:p>
            <a:p>
              <a:pPr algn="ctr" eaLnBrk="1" hangingPunct="1"/>
              <a:r>
                <a:rPr lang="zh-CN" altLang="en-US" sz="1600">
                  <a:solidFill>
                    <a:srgbClr val="000000"/>
                  </a:solidFill>
                </a:rPr>
                <a:t>加工</a:t>
              </a:r>
            </a:p>
          </p:txBody>
        </p:sp>
        <p:sp>
          <p:nvSpPr>
            <p:cNvPr id="20" name="Oval 9">
              <a:extLst>
                <a:ext uri="{FF2B5EF4-FFF2-40B4-BE49-F238E27FC236}">
                  <a16:creationId xmlns:a16="http://schemas.microsoft.com/office/drawing/2014/main" id="{593B5DD7-D1C8-0B46-B082-FCE142519944}"/>
                </a:ext>
              </a:extLst>
            </p:cNvPr>
            <p:cNvSpPr>
              <a:spLocks noChangeArrowheads="1"/>
            </p:cNvSpPr>
            <p:nvPr/>
          </p:nvSpPr>
          <p:spPr bwMode="auto">
            <a:xfrm>
              <a:off x="912" y="2607"/>
              <a:ext cx="336" cy="358"/>
            </a:xfrm>
            <a:prstGeom prst="ellipse">
              <a:avLst/>
            </a:prstGeom>
            <a:solidFill>
              <a:srgbClr val="FFFFCC"/>
            </a:solidFill>
            <a:ln w="9525">
              <a:solidFill>
                <a:srgbClr val="CC0066"/>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600">
                  <a:solidFill>
                    <a:srgbClr val="000000"/>
                  </a:solidFill>
                </a:rPr>
                <a:t>号</a:t>
              </a:r>
            </a:p>
            <a:p>
              <a:pPr algn="ctr" eaLnBrk="1" hangingPunct="1"/>
              <a:r>
                <a:rPr lang="zh-CN" altLang="en-US" sz="1600">
                  <a:solidFill>
                    <a:srgbClr val="000000"/>
                  </a:solidFill>
                </a:rPr>
                <a:t>加工</a:t>
              </a:r>
            </a:p>
          </p:txBody>
        </p:sp>
        <p:sp>
          <p:nvSpPr>
            <p:cNvPr id="21" name="Oval 10">
              <a:extLst>
                <a:ext uri="{FF2B5EF4-FFF2-40B4-BE49-F238E27FC236}">
                  <a16:creationId xmlns:a16="http://schemas.microsoft.com/office/drawing/2014/main" id="{030A9429-2447-6047-BADA-300B626D5185}"/>
                </a:ext>
              </a:extLst>
            </p:cNvPr>
            <p:cNvSpPr>
              <a:spLocks noChangeArrowheads="1"/>
            </p:cNvSpPr>
            <p:nvPr/>
          </p:nvSpPr>
          <p:spPr bwMode="auto">
            <a:xfrm>
              <a:off x="1968" y="2607"/>
              <a:ext cx="336" cy="358"/>
            </a:xfrm>
            <a:prstGeom prst="ellipse">
              <a:avLst/>
            </a:prstGeom>
            <a:solidFill>
              <a:srgbClr val="FFFFCC"/>
            </a:solidFill>
            <a:ln w="9525">
              <a:solidFill>
                <a:srgbClr val="CC0066"/>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600">
                  <a:solidFill>
                    <a:srgbClr val="000000"/>
                  </a:solidFill>
                </a:rPr>
                <a:t>号</a:t>
              </a:r>
            </a:p>
            <a:p>
              <a:pPr algn="ctr" eaLnBrk="1" hangingPunct="1"/>
              <a:r>
                <a:rPr lang="zh-CN" altLang="en-US" sz="1600">
                  <a:solidFill>
                    <a:srgbClr val="000000"/>
                  </a:solidFill>
                </a:rPr>
                <a:t>加工</a:t>
              </a:r>
            </a:p>
          </p:txBody>
        </p:sp>
        <p:sp>
          <p:nvSpPr>
            <p:cNvPr id="22" name="Oval 11">
              <a:extLst>
                <a:ext uri="{FF2B5EF4-FFF2-40B4-BE49-F238E27FC236}">
                  <a16:creationId xmlns:a16="http://schemas.microsoft.com/office/drawing/2014/main" id="{40EC3ACF-C528-9E4E-AA71-27352B35F37A}"/>
                </a:ext>
              </a:extLst>
            </p:cNvPr>
            <p:cNvSpPr>
              <a:spLocks noChangeArrowheads="1"/>
            </p:cNvSpPr>
            <p:nvPr/>
          </p:nvSpPr>
          <p:spPr bwMode="auto">
            <a:xfrm>
              <a:off x="624" y="3189"/>
              <a:ext cx="336" cy="358"/>
            </a:xfrm>
            <a:prstGeom prst="ellipse">
              <a:avLst/>
            </a:prstGeom>
            <a:solidFill>
              <a:srgbClr val="FFFFCC"/>
            </a:solidFill>
            <a:ln w="9525">
              <a:solidFill>
                <a:srgbClr val="CC0066"/>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600">
                  <a:solidFill>
                    <a:srgbClr val="000000"/>
                  </a:solidFill>
                </a:rPr>
                <a:t>号</a:t>
              </a:r>
            </a:p>
            <a:p>
              <a:pPr algn="ctr" eaLnBrk="1" hangingPunct="1"/>
              <a:r>
                <a:rPr lang="zh-CN" altLang="en-US" sz="1600">
                  <a:solidFill>
                    <a:srgbClr val="000000"/>
                  </a:solidFill>
                </a:rPr>
                <a:t>加工</a:t>
              </a:r>
            </a:p>
          </p:txBody>
        </p:sp>
        <p:sp>
          <p:nvSpPr>
            <p:cNvPr id="23" name="Oval 12">
              <a:extLst>
                <a:ext uri="{FF2B5EF4-FFF2-40B4-BE49-F238E27FC236}">
                  <a16:creationId xmlns:a16="http://schemas.microsoft.com/office/drawing/2014/main" id="{809B5661-CFB5-7341-B770-F92C32396941}"/>
                </a:ext>
              </a:extLst>
            </p:cNvPr>
            <p:cNvSpPr>
              <a:spLocks noChangeArrowheads="1"/>
            </p:cNvSpPr>
            <p:nvPr/>
          </p:nvSpPr>
          <p:spPr bwMode="auto">
            <a:xfrm>
              <a:off x="2352" y="3189"/>
              <a:ext cx="336" cy="358"/>
            </a:xfrm>
            <a:prstGeom prst="ellipse">
              <a:avLst/>
            </a:prstGeom>
            <a:solidFill>
              <a:srgbClr val="FFFFCC"/>
            </a:solidFill>
            <a:ln w="9525">
              <a:solidFill>
                <a:srgbClr val="CC0066"/>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600">
                  <a:solidFill>
                    <a:srgbClr val="000000"/>
                  </a:solidFill>
                </a:rPr>
                <a:t>号</a:t>
              </a:r>
            </a:p>
            <a:p>
              <a:pPr algn="ctr" eaLnBrk="1" hangingPunct="1"/>
              <a:r>
                <a:rPr lang="zh-CN" altLang="en-US" sz="1600">
                  <a:solidFill>
                    <a:srgbClr val="000000"/>
                  </a:solidFill>
                </a:rPr>
                <a:t>加工</a:t>
              </a:r>
            </a:p>
          </p:txBody>
        </p:sp>
        <p:sp>
          <p:nvSpPr>
            <p:cNvPr id="24" name="Line 13">
              <a:extLst>
                <a:ext uri="{FF2B5EF4-FFF2-40B4-BE49-F238E27FC236}">
                  <a16:creationId xmlns:a16="http://schemas.microsoft.com/office/drawing/2014/main" id="{10E337B8-CED6-B84E-8CFC-3BA47230549F}"/>
                </a:ext>
              </a:extLst>
            </p:cNvPr>
            <p:cNvSpPr>
              <a:spLocks noChangeShapeType="1"/>
            </p:cNvSpPr>
            <p:nvPr/>
          </p:nvSpPr>
          <p:spPr bwMode="auto">
            <a:xfrm flipV="1">
              <a:off x="576" y="3547"/>
              <a:ext cx="144" cy="358"/>
            </a:xfrm>
            <a:prstGeom prst="line">
              <a:avLst/>
            </a:prstGeom>
            <a:noFill/>
            <a:ln w="28575">
              <a:solidFill>
                <a:srgbClr val="000000"/>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5" name="Line 14">
              <a:extLst>
                <a:ext uri="{FF2B5EF4-FFF2-40B4-BE49-F238E27FC236}">
                  <a16:creationId xmlns:a16="http://schemas.microsoft.com/office/drawing/2014/main" id="{8E660C53-ECF9-3B41-B406-B781925FD361}"/>
                </a:ext>
              </a:extLst>
            </p:cNvPr>
            <p:cNvSpPr>
              <a:spLocks noChangeShapeType="1"/>
            </p:cNvSpPr>
            <p:nvPr/>
          </p:nvSpPr>
          <p:spPr bwMode="auto">
            <a:xfrm flipV="1">
              <a:off x="864" y="2965"/>
              <a:ext cx="144" cy="224"/>
            </a:xfrm>
            <a:prstGeom prst="line">
              <a:avLst/>
            </a:prstGeom>
            <a:noFill/>
            <a:ln w="28575">
              <a:solidFill>
                <a:srgbClr val="000000"/>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6" name="Line 15">
              <a:extLst>
                <a:ext uri="{FF2B5EF4-FFF2-40B4-BE49-F238E27FC236}">
                  <a16:creationId xmlns:a16="http://schemas.microsoft.com/office/drawing/2014/main" id="{1FFD7B40-ACBD-934C-8C62-F5455F6232EF}"/>
                </a:ext>
              </a:extLst>
            </p:cNvPr>
            <p:cNvSpPr>
              <a:spLocks noChangeShapeType="1"/>
            </p:cNvSpPr>
            <p:nvPr/>
          </p:nvSpPr>
          <p:spPr bwMode="auto">
            <a:xfrm flipV="1">
              <a:off x="1248" y="2786"/>
              <a:ext cx="192" cy="1"/>
            </a:xfrm>
            <a:prstGeom prst="line">
              <a:avLst/>
            </a:prstGeom>
            <a:noFill/>
            <a:ln w="28575">
              <a:solidFill>
                <a:srgbClr val="000000"/>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7" name="Line 16">
              <a:extLst>
                <a:ext uri="{FF2B5EF4-FFF2-40B4-BE49-F238E27FC236}">
                  <a16:creationId xmlns:a16="http://schemas.microsoft.com/office/drawing/2014/main" id="{C8FCBD59-ED7C-2842-A8BF-F6C0A7EEA442}"/>
                </a:ext>
              </a:extLst>
            </p:cNvPr>
            <p:cNvSpPr>
              <a:spLocks noChangeShapeType="1"/>
            </p:cNvSpPr>
            <p:nvPr/>
          </p:nvSpPr>
          <p:spPr bwMode="auto">
            <a:xfrm>
              <a:off x="1776" y="2786"/>
              <a:ext cx="192" cy="1"/>
            </a:xfrm>
            <a:prstGeom prst="line">
              <a:avLst/>
            </a:prstGeom>
            <a:noFill/>
            <a:ln w="28575">
              <a:solidFill>
                <a:srgbClr val="000000"/>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8" name="Line 17">
              <a:extLst>
                <a:ext uri="{FF2B5EF4-FFF2-40B4-BE49-F238E27FC236}">
                  <a16:creationId xmlns:a16="http://schemas.microsoft.com/office/drawing/2014/main" id="{9B5B3EAD-ED45-E948-AD0F-538B44864062}"/>
                </a:ext>
              </a:extLst>
            </p:cNvPr>
            <p:cNvSpPr>
              <a:spLocks noChangeShapeType="1"/>
            </p:cNvSpPr>
            <p:nvPr/>
          </p:nvSpPr>
          <p:spPr bwMode="auto">
            <a:xfrm>
              <a:off x="2252" y="2913"/>
              <a:ext cx="268" cy="303"/>
            </a:xfrm>
            <a:prstGeom prst="line">
              <a:avLst/>
            </a:prstGeom>
            <a:noFill/>
            <a:ln w="28575">
              <a:solidFill>
                <a:srgbClr val="000000"/>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9" name="Text Box 18">
              <a:extLst>
                <a:ext uri="{FF2B5EF4-FFF2-40B4-BE49-F238E27FC236}">
                  <a16:creationId xmlns:a16="http://schemas.microsoft.com/office/drawing/2014/main" id="{44ADFBC7-D7CE-B04D-AE3E-4A88DE68E5E9}"/>
                </a:ext>
              </a:extLst>
            </p:cNvPr>
            <p:cNvSpPr txBox="1">
              <a:spLocks noChangeArrowheads="1"/>
            </p:cNvSpPr>
            <p:nvPr/>
          </p:nvSpPr>
          <p:spPr bwMode="auto">
            <a:xfrm>
              <a:off x="624" y="3637"/>
              <a:ext cx="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sp>
          <p:nvSpPr>
            <p:cNvPr id="30" name="Text Box 19">
              <a:extLst>
                <a:ext uri="{FF2B5EF4-FFF2-40B4-BE49-F238E27FC236}">
                  <a16:creationId xmlns:a16="http://schemas.microsoft.com/office/drawing/2014/main" id="{3C323933-B278-C640-B42F-4A2F6A76B925}"/>
                </a:ext>
              </a:extLst>
            </p:cNvPr>
            <p:cNvSpPr txBox="1">
              <a:spLocks noChangeArrowheads="1"/>
            </p:cNvSpPr>
            <p:nvPr/>
          </p:nvSpPr>
          <p:spPr bwMode="auto">
            <a:xfrm>
              <a:off x="768" y="2946"/>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sp>
          <p:nvSpPr>
            <p:cNvPr id="31" name="Text Box 20">
              <a:extLst>
                <a:ext uri="{FF2B5EF4-FFF2-40B4-BE49-F238E27FC236}">
                  <a16:creationId xmlns:a16="http://schemas.microsoft.com/office/drawing/2014/main" id="{BDB8EDC5-24E5-6242-9ABC-65955841C0E3}"/>
                </a:ext>
              </a:extLst>
            </p:cNvPr>
            <p:cNvSpPr txBox="1">
              <a:spLocks noChangeArrowheads="1"/>
            </p:cNvSpPr>
            <p:nvPr/>
          </p:nvSpPr>
          <p:spPr bwMode="auto">
            <a:xfrm>
              <a:off x="2365" y="2873"/>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E</a:t>
              </a:r>
            </a:p>
          </p:txBody>
        </p:sp>
      </p:grpSp>
      <p:sp>
        <p:nvSpPr>
          <p:cNvPr id="32" name="Line 21">
            <a:extLst>
              <a:ext uri="{FF2B5EF4-FFF2-40B4-BE49-F238E27FC236}">
                <a16:creationId xmlns:a16="http://schemas.microsoft.com/office/drawing/2014/main" id="{9CA1EDBE-F158-BB4C-830E-A951231E82CB}"/>
              </a:ext>
            </a:extLst>
          </p:cNvPr>
          <p:cNvSpPr>
            <a:spLocks noChangeShapeType="1"/>
          </p:cNvSpPr>
          <p:nvPr/>
        </p:nvSpPr>
        <p:spPr bwMode="auto">
          <a:xfrm>
            <a:off x="2556490" y="3502170"/>
            <a:ext cx="1587" cy="1492250"/>
          </a:xfrm>
          <a:prstGeom prst="line">
            <a:avLst/>
          </a:prstGeom>
          <a:noFill/>
          <a:ln w="9525">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3" name="Line 22">
            <a:extLst>
              <a:ext uri="{FF2B5EF4-FFF2-40B4-BE49-F238E27FC236}">
                <a16:creationId xmlns:a16="http://schemas.microsoft.com/office/drawing/2014/main" id="{C13380AA-F6DA-E24A-BCF6-707A93B5070F}"/>
              </a:ext>
            </a:extLst>
          </p:cNvPr>
          <p:cNvSpPr>
            <a:spLocks noChangeShapeType="1"/>
          </p:cNvSpPr>
          <p:nvPr/>
        </p:nvSpPr>
        <p:spPr bwMode="auto">
          <a:xfrm>
            <a:off x="3243877" y="3502170"/>
            <a:ext cx="1588" cy="1492250"/>
          </a:xfrm>
          <a:prstGeom prst="line">
            <a:avLst/>
          </a:prstGeom>
          <a:noFill/>
          <a:ln w="9525">
            <a:solidFill>
              <a:schemeClr val="tx1"/>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4" name="Text Box 23">
            <a:extLst>
              <a:ext uri="{FF2B5EF4-FFF2-40B4-BE49-F238E27FC236}">
                <a16:creationId xmlns:a16="http://schemas.microsoft.com/office/drawing/2014/main" id="{8EB36927-6221-A54D-A3F1-892635781F9A}"/>
              </a:ext>
            </a:extLst>
          </p:cNvPr>
          <p:cNvSpPr txBox="1">
            <a:spLocks noChangeArrowheads="1"/>
          </p:cNvSpPr>
          <p:nvPr/>
        </p:nvSpPr>
        <p:spPr bwMode="auto">
          <a:xfrm>
            <a:off x="1794490" y="4645170"/>
            <a:ext cx="685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35" name="Text Box 24">
            <a:extLst>
              <a:ext uri="{FF2B5EF4-FFF2-40B4-BE49-F238E27FC236}">
                <a16:creationId xmlns:a16="http://schemas.microsoft.com/office/drawing/2014/main" id="{AE2E1113-F5FC-B044-96A6-D5E1E13A6790}"/>
              </a:ext>
            </a:extLst>
          </p:cNvPr>
          <p:cNvSpPr txBox="1">
            <a:spLocks noChangeArrowheads="1"/>
          </p:cNvSpPr>
          <p:nvPr/>
        </p:nvSpPr>
        <p:spPr bwMode="auto">
          <a:xfrm>
            <a:off x="2536880" y="5422973"/>
            <a:ext cx="9906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solidFill>
                  <a:srgbClr val="000000"/>
                </a:solidFill>
              </a:rPr>
              <a:t>转换流</a:t>
            </a:r>
            <a:endParaRPr lang="zh-CN" altLang="en-US" sz="1600" dirty="0">
              <a:solidFill>
                <a:srgbClr val="000000"/>
              </a:solidFill>
            </a:endParaRPr>
          </a:p>
        </p:txBody>
      </p:sp>
      <p:sp>
        <p:nvSpPr>
          <p:cNvPr id="36" name="Text Box 25">
            <a:extLst>
              <a:ext uri="{FF2B5EF4-FFF2-40B4-BE49-F238E27FC236}">
                <a16:creationId xmlns:a16="http://schemas.microsoft.com/office/drawing/2014/main" id="{825A4C1F-3C45-784E-8CEE-34CFFC2A7FE9}"/>
              </a:ext>
            </a:extLst>
          </p:cNvPr>
          <p:cNvSpPr txBox="1">
            <a:spLocks noChangeArrowheads="1"/>
          </p:cNvSpPr>
          <p:nvPr/>
        </p:nvSpPr>
        <p:spPr bwMode="auto">
          <a:xfrm>
            <a:off x="3547090" y="4645170"/>
            <a:ext cx="1066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37" name="Line 26">
            <a:extLst>
              <a:ext uri="{FF2B5EF4-FFF2-40B4-BE49-F238E27FC236}">
                <a16:creationId xmlns:a16="http://schemas.microsoft.com/office/drawing/2014/main" id="{20840F87-CACB-654D-8E9B-7B4F06047478}"/>
              </a:ext>
            </a:extLst>
          </p:cNvPr>
          <p:cNvSpPr>
            <a:spLocks noChangeShapeType="1"/>
          </p:cNvSpPr>
          <p:nvPr/>
        </p:nvSpPr>
        <p:spPr bwMode="auto">
          <a:xfrm>
            <a:off x="2556490" y="3502170"/>
            <a:ext cx="1587" cy="1492250"/>
          </a:xfrm>
          <a:prstGeom prst="line">
            <a:avLst/>
          </a:prstGeom>
          <a:noFill/>
          <a:ln w="9525">
            <a:solidFill>
              <a:srgbClr val="000000"/>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8" name="Line 27">
            <a:extLst>
              <a:ext uri="{FF2B5EF4-FFF2-40B4-BE49-F238E27FC236}">
                <a16:creationId xmlns:a16="http://schemas.microsoft.com/office/drawing/2014/main" id="{01045A76-68A6-6D4B-8E3B-4FCA777A0A97}"/>
              </a:ext>
            </a:extLst>
          </p:cNvPr>
          <p:cNvSpPr>
            <a:spLocks noChangeShapeType="1"/>
          </p:cNvSpPr>
          <p:nvPr/>
        </p:nvSpPr>
        <p:spPr bwMode="auto">
          <a:xfrm>
            <a:off x="3242290" y="3502170"/>
            <a:ext cx="1587" cy="1492250"/>
          </a:xfrm>
          <a:prstGeom prst="line">
            <a:avLst/>
          </a:prstGeom>
          <a:noFill/>
          <a:ln w="9525">
            <a:solidFill>
              <a:srgbClr val="000000"/>
            </a:solidFill>
            <a:prstDash val="sysDot"/>
            <a:round/>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9" name="Text Box 28">
            <a:extLst>
              <a:ext uri="{FF2B5EF4-FFF2-40B4-BE49-F238E27FC236}">
                <a16:creationId xmlns:a16="http://schemas.microsoft.com/office/drawing/2014/main" id="{82F1EEE5-AAE2-DB43-9E34-FE20F0C1F2AC}"/>
              </a:ext>
            </a:extLst>
          </p:cNvPr>
          <p:cNvSpPr txBox="1">
            <a:spLocks noChangeArrowheads="1"/>
          </p:cNvSpPr>
          <p:nvPr/>
        </p:nvSpPr>
        <p:spPr bwMode="auto">
          <a:xfrm>
            <a:off x="1794490" y="4645170"/>
            <a:ext cx="685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41" name="Text Box 30">
            <a:extLst>
              <a:ext uri="{FF2B5EF4-FFF2-40B4-BE49-F238E27FC236}">
                <a16:creationId xmlns:a16="http://schemas.microsoft.com/office/drawing/2014/main" id="{F2E843F4-7627-FA4F-A19E-8F7FF04CF1C1}"/>
              </a:ext>
            </a:extLst>
          </p:cNvPr>
          <p:cNvSpPr txBox="1">
            <a:spLocks noChangeArrowheads="1"/>
          </p:cNvSpPr>
          <p:nvPr/>
        </p:nvSpPr>
        <p:spPr bwMode="auto">
          <a:xfrm>
            <a:off x="3547090" y="4645170"/>
            <a:ext cx="10668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42" name="Rectangle 32">
            <a:extLst>
              <a:ext uri="{FF2B5EF4-FFF2-40B4-BE49-F238E27FC236}">
                <a16:creationId xmlns:a16="http://schemas.microsoft.com/office/drawing/2014/main" id="{607F1514-ECC0-A042-9387-6095313B6EE4}"/>
              </a:ext>
            </a:extLst>
          </p:cNvPr>
          <p:cNvSpPr>
            <a:spLocks noChangeArrowheads="1"/>
          </p:cNvSpPr>
          <p:nvPr/>
        </p:nvSpPr>
        <p:spPr bwMode="auto">
          <a:xfrm>
            <a:off x="6689714" y="3472362"/>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a:t>
            </a:r>
          </a:p>
        </p:txBody>
      </p:sp>
      <p:sp>
        <p:nvSpPr>
          <p:cNvPr id="60" name="Rectangle 50">
            <a:extLst>
              <a:ext uri="{FF2B5EF4-FFF2-40B4-BE49-F238E27FC236}">
                <a16:creationId xmlns:a16="http://schemas.microsoft.com/office/drawing/2014/main" id="{6B1DEFB6-628E-2E41-ADFC-5559B3CCC0A2}"/>
              </a:ext>
            </a:extLst>
          </p:cNvPr>
          <p:cNvSpPr>
            <a:spLocks noChangeArrowheads="1"/>
          </p:cNvSpPr>
          <p:nvPr/>
        </p:nvSpPr>
        <p:spPr bwMode="auto">
          <a:xfrm>
            <a:off x="5775314" y="4456708"/>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CI</a:t>
            </a:r>
          </a:p>
        </p:txBody>
      </p:sp>
      <p:sp>
        <p:nvSpPr>
          <p:cNvPr id="61" name="Rectangle 51">
            <a:extLst>
              <a:ext uri="{FF2B5EF4-FFF2-40B4-BE49-F238E27FC236}">
                <a16:creationId xmlns:a16="http://schemas.microsoft.com/office/drawing/2014/main" id="{02344547-A520-114B-A565-8D416EA82F4D}"/>
              </a:ext>
            </a:extLst>
          </p:cNvPr>
          <p:cNvSpPr>
            <a:spLocks noChangeArrowheads="1"/>
          </p:cNvSpPr>
          <p:nvPr/>
        </p:nvSpPr>
        <p:spPr bwMode="auto">
          <a:xfrm>
            <a:off x="6765914" y="445081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CT</a:t>
            </a:r>
          </a:p>
        </p:txBody>
      </p:sp>
      <p:sp>
        <p:nvSpPr>
          <p:cNvPr id="62" name="Rectangle 52">
            <a:extLst>
              <a:ext uri="{FF2B5EF4-FFF2-40B4-BE49-F238E27FC236}">
                <a16:creationId xmlns:a16="http://schemas.microsoft.com/office/drawing/2014/main" id="{6C85CBA9-43A7-2047-B29E-456E03C3CE4B}"/>
              </a:ext>
            </a:extLst>
          </p:cNvPr>
          <p:cNvSpPr>
            <a:spLocks noChangeArrowheads="1"/>
          </p:cNvSpPr>
          <p:nvPr/>
        </p:nvSpPr>
        <p:spPr bwMode="auto">
          <a:xfrm>
            <a:off x="7756514" y="4450214"/>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CO</a:t>
            </a:r>
          </a:p>
        </p:txBody>
      </p:sp>
      <p:sp>
        <p:nvSpPr>
          <p:cNvPr id="63" name="Text Box 55">
            <a:extLst>
              <a:ext uri="{FF2B5EF4-FFF2-40B4-BE49-F238E27FC236}">
                <a16:creationId xmlns:a16="http://schemas.microsoft.com/office/drawing/2014/main" id="{8E49DA30-4927-5440-938A-91DAEB5D0411}"/>
              </a:ext>
            </a:extLst>
          </p:cNvPr>
          <p:cNvSpPr txBox="1">
            <a:spLocks noChangeArrowheads="1"/>
          </p:cNvSpPr>
          <p:nvPr/>
        </p:nvSpPr>
        <p:spPr bwMode="auto">
          <a:xfrm>
            <a:off x="3373251" y="6052194"/>
            <a:ext cx="25908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dirty="0">
                <a:solidFill>
                  <a:srgbClr val="000000"/>
                </a:solidFill>
                <a:latin typeface="微软雅黑" panose="020B0503020204020204" pitchFamily="34" charset="-122"/>
                <a:ea typeface="微软雅黑" panose="020B0503020204020204" pitchFamily="34" charset="-122"/>
              </a:rPr>
              <a:t>变换分析技术</a:t>
            </a:r>
          </a:p>
        </p:txBody>
      </p:sp>
      <p:sp>
        <p:nvSpPr>
          <p:cNvPr id="58" name="Text Box 24">
            <a:extLst>
              <a:ext uri="{FF2B5EF4-FFF2-40B4-BE49-F238E27FC236}">
                <a16:creationId xmlns:a16="http://schemas.microsoft.com/office/drawing/2014/main" id="{B45405DB-29EE-564B-A227-89B7115FFC9A}"/>
              </a:ext>
            </a:extLst>
          </p:cNvPr>
          <p:cNvSpPr txBox="1">
            <a:spLocks noChangeArrowheads="1"/>
          </p:cNvSpPr>
          <p:nvPr/>
        </p:nvSpPr>
        <p:spPr bwMode="auto">
          <a:xfrm>
            <a:off x="6244355" y="5050672"/>
            <a:ext cx="2106610" cy="13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en-US" altLang="zh-CN" sz="1400" dirty="0">
                <a:solidFill>
                  <a:srgbClr val="000000"/>
                </a:solidFill>
              </a:rPr>
              <a:t>M</a:t>
            </a:r>
            <a:r>
              <a:rPr lang="zh-CN" altLang="en-US" sz="1400" dirty="0">
                <a:solidFill>
                  <a:srgbClr val="000000"/>
                </a:solidFill>
              </a:rPr>
              <a:t>：中心加工模块</a:t>
            </a:r>
            <a:endParaRPr lang="en-US" altLang="zh-CN" sz="1400" dirty="0">
              <a:solidFill>
                <a:srgbClr val="000000"/>
              </a:solidFill>
            </a:endParaRPr>
          </a:p>
          <a:p>
            <a:pPr eaLnBrk="1" hangingPunct="1">
              <a:lnSpc>
                <a:spcPct val="150000"/>
              </a:lnSpc>
            </a:pPr>
            <a:r>
              <a:rPr lang="en-US" altLang="zh-CN" sz="1400" dirty="0">
                <a:solidFill>
                  <a:srgbClr val="000000"/>
                </a:solidFill>
              </a:rPr>
              <a:t>CI</a:t>
            </a:r>
            <a:r>
              <a:rPr lang="zh-CN" altLang="en-US" sz="1400" dirty="0">
                <a:solidFill>
                  <a:srgbClr val="000000"/>
                </a:solidFill>
              </a:rPr>
              <a:t>：</a:t>
            </a:r>
            <a:r>
              <a:rPr lang="en-US" altLang="zh-CN" sz="1400" dirty="0">
                <a:solidFill>
                  <a:srgbClr val="000000"/>
                </a:solidFill>
              </a:rPr>
              <a:t>C</a:t>
            </a:r>
            <a:r>
              <a:rPr lang="zh-CN" altLang="en-US" sz="1400" dirty="0">
                <a:solidFill>
                  <a:srgbClr val="000000"/>
                </a:solidFill>
              </a:rPr>
              <a:t>数据流输入模块</a:t>
            </a:r>
            <a:endParaRPr lang="en-US" altLang="zh-CN" sz="1400" dirty="0">
              <a:solidFill>
                <a:srgbClr val="000000"/>
              </a:solidFill>
            </a:endParaRPr>
          </a:p>
          <a:p>
            <a:pPr eaLnBrk="1" hangingPunct="1">
              <a:lnSpc>
                <a:spcPct val="150000"/>
              </a:lnSpc>
            </a:pPr>
            <a:r>
              <a:rPr lang="en-US" altLang="zh-CN" sz="1400" dirty="0">
                <a:solidFill>
                  <a:srgbClr val="000000"/>
                </a:solidFill>
              </a:rPr>
              <a:t>CT</a:t>
            </a:r>
            <a:r>
              <a:rPr lang="zh-CN" altLang="en-US" sz="1400" dirty="0">
                <a:solidFill>
                  <a:srgbClr val="000000"/>
                </a:solidFill>
              </a:rPr>
              <a:t>：</a:t>
            </a:r>
            <a:r>
              <a:rPr lang="en-US" altLang="zh-CN" sz="1400" dirty="0">
                <a:solidFill>
                  <a:srgbClr val="000000"/>
                </a:solidFill>
              </a:rPr>
              <a:t>C</a:t>
            </a:r>
            <a:r>
              <a:rPr lang="zh-CN" altLang="en-US" sz="1400" dirty="0">
                <a:solidFill>
                  <a:srgbClr val="000000"/>
                </a:solidFill>
              </a:rPr>
              <a:t>数据流处理模块</a:t>
            </a:r>
            <a:r>
              <a:rPr lang="en-US" altLang="zh-CN" sz="1400" dirty="0">
                <a:solidFill>
                  <a:srgbClr val="000000"/>
                </a:solidFill>
              </a:rPr>
              <a:t>CO</a:t>
            </a:r>
            <a:r>
              <a:rPr lang="zh-CN" altLang="en-US" sz="1400" dirty="0">
                <a:solidFill>
                  <a:srgbClr val="000000"/>
                </a:solidFill>
              </a:rPr>
              <a:t>：</a:t>
            </a:r>
            <a:r>
              <a:rPr lang="en-US" altLang="zh-CN" sz="1400" dirty="0">
                <a:solidFill>
                  <a:srgbClr val="000000"/>
                </a:solidFill>
              </a:rPr>
              <a:t>C</a:t>
            </a:r>
            <a:r>
              <a:rPr lang="zh-CN" altLang="en-US" sz="1400" dirty="0">
                <a:solidFill>
                  <a:srgbClr val="000000"/>
                </a:solidFill>
              </a:rPr>
              <a:t>数据流输出模块</a:t>
            </a:r>
          </a:p>
        </p:txBody>
      </p:sp>
      <p:sp>
        <p:nvSpPr>
          <p:cNvPr id="59" name="Line 34">
            <a:extLst>
              <a:ext uri="{FF2B5EF4-FFF2-40B4-BE49-F238E27FC236}">
                <a16:creationId xmlns:a16="http://schemas.microsoft.com/office/drawing/2014/main" id="{89DF02BB-F43A-4E4D-87AD-DD04753AADAB}"/>
              </a:ext>
            </a:extLst>
          </p:cNvPr>
          <p:cNvSpPr>
            <a:spLocks noChangeShapeType="1"/>
          </p:cNvSpPr>
          <p:nvPr/>
        </p:nvSpPr>
        <p:spPr bwMode="auto">
          <a:xfrm flipH="1">
            <a:off x="6269171" y="3769252"/>
            <a:ext cx="596453"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4" name="Line 35">
            <a:extLst>
              <a:ext uri="{FF2B5EF4-FFF2-40B4-BE49-F238E27FC236}">
                <a16:creationId xmlns:a16="http://schemas.microsoft.com/office/drawing/2014/main" id="{97C33CA3-B9D9-2848-AC2B-AB7F9A4A62A9}"/>
              </a:ext>
            </a:extLst>
          </p:cNvPr>
          <p:cNvSpPr>
            <a:spLocks noChangeShapeType="1"/>
          </p:cNvSpPr>
          <p:nvPr/>
        </p:nvSpPr>
        <p:spPr bwMode="auto">
          <a:xfrm>
            <a:off x="7107371" y="3769252"/>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38">
            <a:extLst>
              <a:ext uri="{FF2B5EF4-FFF2-40B4-BE49-F238E27FC236}">
                <a16:creationId xmlns:a16="http://schemas.microsoft.com/office/drawing/2014/main" id="{05B96880-CBD9-9949-A5BF-903429FB11C7}"/>
              </a:ext>
            </a:extLst>
          </p:cNvPr>
          <p:cNvSpPr>
            <a:spLocks noChangeShapeType="1"/>
          </p:cNvSpPr>
          <p:nvPr/>
        </p:nvSpPr>
        <p:spPr bwMode="auto">
          <a:xfrm>
            <a:off x="7412171" y="3769252"/>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6" name="Line 39">
            <a:extLst>
              <a:ext uri="{FF2B5EF4-FFF2-40B4-BE49-F238E27FC236}">
                <a16:creationId xmlns:a16="http://schemas.microsoft.com/office/drawing/2014/main" id="{81DB3255-A12C-F64B-A6A6-069E0B8C5CDB}"/>
              </a:ext>
            </a:extLst>
          </p:cNvPr>
          <p:cNvSpPr>
            <a:spLocks noChangeShapeType="1"/>
          </p:cNvSpPr>
          <p:nvPr/>
        </p:nvSpPr>
        <p:spPr bwMode="auto">
          <a:xfrm flipV="1">
            <a:off x="6244355" y="3845452"/>
            <a:ext cx="405816" cy="453643"/>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7" name="Line 40">
            <a:extLst>
              <a:ext uri="{FF2B5EF4-FFF2-40B4-BE49-F238E27FC236}">
                <a16:creationId xmlns:a16="http://schemas.microsoft.com/office/drawing/2014/main" id="{EF053884-5935-5343-B65B-112685E3F7C7}"/>
              </a:ext>
            </a:extLst>
          </p:cNvPr>
          <p:cNvSpPr>
            <a:spLocks noChangeShapeType="1"/>
          </p:cNvSpPr>
          <p:nvPr/>
        </p:nvSpPr>
        <p:spPr bwMode="auto">
          <a:xfrm>
            <a:off x="7031171" y="3845452"/>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8" name="Line 41">
            <a:extLst>
              <a:ext uri="{FF2B5EF4-FFF2-40B4-BE49-F238E27FC236}">
                <a16:creationId xmlns:a16="http://schemas.microsoft.com/office/drawing/2014/main" id="{BC65907B-472E-1949-B513-E42FBDB7BAE1}"/>
              </a:ext>
            </a:extLst>
          </p:cNvPr>
          <p:cNvSpPr>
            <a:spLocks noChangeShapeType="1"/>
          </p:cNvSpPr>
          <p:nvPr/>
        </p:nvSpPr>
        <p:spPr bwMode="auto">
          <a:xfrm flipV="1">
            <a:off x="7183571" y="3845452"/>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9" name="Line 42">
            <a:extLst>
              <a:ext uri="{FF2B5EF4-FFF2-40B4-BE49-F238E27FC236}">
                <a16:creationId xmlns:a16="http://schemas.microsoft.com/office/drawing/2014/main" id="{7125FD81-1D98-6C42-8AD0-E9DE22FCFF1B}"/>
              </a:ext>
            </a:extLst>
          </p:cNvPr>
          <p:cNvSpPr>
            <a:spLocks noChangeShapeType="1"/>
          </p:cNvSpPr>
          <p:nvPr/>
        </p:nvSpPr>
        <p:spPr bwMode="auto">
          <a:xfrm>
            <a:off x="7640771" y="3845452"/>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0" name="Text Box 43">
            <a:extLst>
              <a:ext uri="{FF2B5EF4-FFF2-40B4-BE49-F238E27FC236}">
                <a16:creationId xmlns:a16="http://schemas.microsoft.com/office/drawing/2014/main" id="{5FBBB88E-F19A-2B48-AB3B-FE5498F5BEE7}"/>
              </a:ext>
            </a:extLst>
          </p:cNvPr>
          <p:cNvSpPr txBox="1">
            <a:spLocks noChangeArrowheads="1"/>
          </p:cNvSpPr>
          <p:nvPr/>
        </p:nvSpPr>
        <p:spPr bwMode="auto">
          <a:xfrm>
            <a:off x="6192971" y="3769252"/>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71" name="Text Box 44">
            <a:extLst>
              <a:ext uri="{FF2B5EF4-FFF2-40B4-BE49-F238E27FC236}">
                <a16:creationId xmlns:a16="http://schemas.microsoft.com/office/drawing/2014/main" id="{818170AB-05E8-6047-8560-8320B8AACA80}"/>
              </a:ext>
            </a:extLst>
          </p:cNvPr>
          <p:cNvSpPr txBox="1">
            <a:spLocks noChangeArrowheads="1"/>
          </p:cNvSpPr>
          <p:nvPr/>
        </p:nvSpPr>
        <p:spPr bwMode="auto">
          <a:xfrm>
            <a:off x="6726371" y="3845452"/>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72" name="Text Box 45">
            <a:extLst>
              <a:ext uri="{FF2B5EF4-FFF2-40B4-BE49-F238E27FC236}">
                <a16:creationId xmlns:a16="http://schemas.microsoft.com/office/drawing/2014/main" id="{C2F9CDE8-B161-3F44-9E96-7336DE0A404A}"/>
              </a:ext>
            </a:extLst>
          </p:cNvPr>
          <p:cNvSpPr txBox="1">
            <a:spLocks noChangeArrowheads="1"/>
          </p:cNvSpPr>
          <p:nvPr/>
        </p:nvSpPr>
        <p:spPr bwMode="auto">
          <a:xfrm>
            <a:off x="7793171" y="3702577"/>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D</a:t>
            </a:r>
          </a:p>
        </p:txBody>
      </p:sp>
      <p:sp>
        <p:nvSpPr>
          <p:cNvPr id="73" name="Text Box 46">
            <a:extLst>
              <a:ext uri="{FF2B5EF4-FFF2-40B4-BE49-F238E27FC236}">
                <a16:creationId xmlns:a16="http://schemas.microsoft.com/office/drawing/2014/main" id="{0FBBE20D-F056-A946-833C-CCD2DC1C3CA3}"/>
              </a:ext>
            </a:extLst>
          </p:cNvPr>
          <p:cNvSpPr txBox="1">
            <a:spLocks noChangeArrowheads="1"/>
          </p:cNvSpPr>
          <p:nvPr/>
        </p:nvSpPr>
        <p:spPr bwMode="auto">
          <a:xfrm>
            <a:off x="7183571" y="3845452"/>
            <a:ext cx="15240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D</a:t>
            </a:r>
          </a:p>
        </p:txBody>
      </p:sp>
    </p:spTree>
    <p:extLst>
      <p:ext uri="{BB962C8B-B14F-4D97-AF65-F5344CB8AC3E}">
        <p14:creationId xmlns:p14="http://schemas.microsoft.com/office/powerpoint/2010/main" val="9954822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circle(out)">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up)">
                                      <p:cBhvr>
                                        <p:cTn id="12" dur="500"/>
                                        <p:tgtEl>
                                          <p:spTgt spid="59"/>
                                        </p:tgtEl>
                                      </p:cBhvr>
                                    </p:animEffect>
                                  </p:childTnLst>
                                </p:cTn>
                              </p:par>
                            </p:childTnLst>
                          </p:cTn>
                        </p:par>
                        <p:par>
                          <p:cTn id="13" fill="hold">
                            <p:stCondLst>
                              <p:cond delay="500"/>
                            </p:stCondLst>
                            <p:childTnLst>
                              <p:par>
                                <p:cTn id="14" presetID="1" presetClass="entr" presetSubtype="0" fill="hold" grpId="0" nodeType="afterEffect">
                                  <p:stCondLst>
                                    <p:cond delay="500"/>
                                  </p:stCondLst>
                                  <p:childTnLst>
                                    <p:set>
                                      <p:cBhvr>
                                        <p:cTn id="15" dur="1" fill="hold">
                                          <p:stCondLst>
                                            <p:cond delay="0"/>
                                          </p:stCondLst>
                                        </p:cTn>
                                        <p:tgtEl>
                                          <p:spTgt spid="60"/>
                                        </p:tgtEl>
                                        <p:attrNameLst>
                                          <p:attrName>style.visibility</p:attrName>
                                        </p:attrNameLst>
                                      </p:cBhvr>
                                      <p:to>
                                        <p:strVal val="visible"/>
                                      </p:to>
                                    </p:set>
                                  </p:childTnLst>
                                </p:cTn>
                              </p:par>
                            </p:childTnLst>
                          </p:cTn>
                        </p:par>
                        <p:par>
                          <p:cTn id="16" fill="hold">
                            <p:stCondLst>
                              <p:cond delay="1000"/>
                            </p:stCondLst>
                            <p:childTnLst>
                              <p:par>
                                <p:cTn id="17" presetID="22" presetClass="entr" presetSubtype="1" fill="hold" nodeType="afterEffect">
                                  <p:stCondLst>
                                    <p:cond delay="0"/>
                                  </p:stCondLst>
                                  <p:childTnLst>
                                    <p:set>
                                      <p:cBhvr>
                                        <p:cTn id="18" dur="1" fill="hold">
                                          <p:stCondLst>
                                            <p:cond delay="0"/>
                                          </p:stCondLst>
                                        </p:cTn>
                                        <p:tgtEl>
                                          <p:spTgt spid="64"/>
                                        </p:tgtEl>
                                        <p:attrNameLst>
                                          <p:attrName>style.visibility</p:attrName>
                                        </p:attrNameLst>
                                      </p:cBhvr>
                                      <p:to>
                                        <p:strVal val="visible"/>
                                      </p:to>
                                    </p:set>
                                    <p:animEffect transition="in" filter="wipe(up)">
                                      <p:cBhvr>
                                        <p:cTn id="19" dur="500"/>
                                        <p:tgtEl>
                                          <p:spTgt spid="64"/>
                                        </p:tgtEl>
                                      </p:cBhvr>
                                    </p:animEffect>
                                  </p:childTnLst>
                                </p:cTn>
                              </p:par>
                            </p:childTnLst>
                          </p:cTn>
                        </p:par>
                        <p:par>
                          <p:cTn id="20" fill="hold">
                            <p:stCondLst>
                              <p:cond delay="1500"/>
                            </p:stCondLst>
                            <p:childTnLst>
                              <p:par>
                                <p:cTn id="21" presetID="1" presetClass="entr" presetSubtype="0" fill="hold" grpId="0" nodeType="afterEffect">
                                  <p:stCondLst>
                                    <p:cond delay="500"/>
                                  </p:stCondLst>
                                  <p:childTnLst>
                                    <p:set>
                                      <p:cBhvr>
                                        <p:cTn id="22" dur="1" fill="hold">
                                          <p:stCondLst>
                                            <p:cond delay="0"/>
                                          </p:stCondLst>
                                        </p:cTn>
                                        <p:tgtEl>
                                          <p:spTgt spid="61"/>
                                        </p:tgtEl>
                                        <p:attrNameLst>
                                          <p:attrName>style.visibility</p:attrName>
                                        </p:attrNameLst>
                                      </p:cBhvr>
                                      <p:to>
                                        <p:strVal val="visible"/>
                                      </p:to>
                                    </p:set>
                                  </p:childTnLst>
                                </p:cTn>
                              </p:par>
                            </p:childTnLst>
                          </p:cTn>
                        </p:par>
                        <p:par>
                          <p:cTn id="23" fill="hold">
                            <p:stCondLst>
                              <p:cond delay="2000"/>
                            </p:stCondLst>
                            <p:childTnLst>
                              <p:par>
                                <p:cTn id="24" presetID="22" presetClass="entr" presetSubtype="1" fill="hold" nodeType="after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wipe(up)">
                                      <p:cBhvr>
                                        <p:cTn id="26" dur="500"/>
                                        <p:tgtEl>
                                          <p:spTgt spid="65"/>
                                        </p:tgtEl>
                                      </p:cBhvr>
                                    </p:animEffect>
                                  </p:childTnLst>
                                </p:cTn>
                              </p:par>
                            </p:childTnLst>
                          </p:cTn>
                        </p:par>
                        <p:par>
                          <p:cTn id="27" fill="hold">
                            <p:stCondLst>
                              <p:cond delay="2500"/>
                            </p:stCondLst>
                            <p:childTnLst>
                              <p:par>
                                <p:cTn id="28" presetID="1" presetClass="entr" presetSubtype="0" fill="hold" grpId="0" nodeType="afterEffect">
                                  <p:stCondLst>
                                    <p:cond delay="500"/>
                                  </p:stCondLst>
                                  <p:childTnLst>
                                    <p:set>
                                      <p:cBhvr>
                                        <p:cTn id="29" dur="1" fill="hold">
                                          <p:stCondLst>
                                            <p:cond delay="0"/>
                                          </p:stCondLst>
                                        </p:cTn>
                                        <p:tgtEl>
                                          <p:spTgt spid="62"/>
                                        </p:tgtEl>
                                        <p:attrNameLst>
                                          <p:attrName>style.visibility</p:attrName>
                                        </p:attrNameLst>
                                      </p:cBhvr>
                                      <p:to>
                                        <p:strVal val="visible"/>
                                      </p:to>
                                    </p:set>
                                  </p:childTnLst>
                                </p:cTn>
                              </p:par>
                            </p:childTnLst>
                          </p:cTn>
                        </p:par>
                        <p:par>
                          <p:cTn id="30" fill="hold">
                            <p:stCondLst>
                              <p:cond delay="3000"/>
                            </p:stCondLst>
                            <p:childTnLst>
                              <p:par>
                                <p:cTn id="31" presetID="22" presetClass="entr" presetSubtype="4" fill="hold" nodeType="afterEffect">
                                  <p:stCondLst>
                                    <p:cond delay="0"/>
                                  </p:stCondLst>
                                  <p:childTnLst>
                                    <p:set>
                                      <p:cBhvr>
                                        <p:cTn id="32" dur="1" fill="hold">
                                          <p:stCondLst>
                                            <p:cond delay="0"/>
                                          </p:stCondLst>
                                        </p:cTn>
                                        <p:tgtEl>
                                          <p:spTgt spid="66"/>
                                        </p:tgtEl>
                                        <p:attrNameLst>
                                          <p:attrName>style.visibility</p:attrName>
                                        </p:attrNameLst>
                                      </p:cBhvr>
                                      <p:to>
                                        <p:strVal val="visible"/>
                                      </p:to>
                                    </p:set>
                                    <p:animEffect transition="in" filter="wipe(down)">
                                      <p:cBhvr>
                                        <p:cTn id="33" dur="500"/>
                                        <p:tgtEl>
                                          <p:spTgt spid="66"/>
                                        </p:tgtEl>
                                      </p:cBhvr>
                                    </p:animEffect>
                                  </p:childTnLst>
                                </p:cTn>
                              </p:par>
                            </p:childTnLst>
                          </p:cTn>
                        </p:par>
                        <p:par>
                          <p:cTn id="34" fill="hold">
                            <p:stCondLst>
                              <p:cond delay="3500"/>
                            </p:stCondLst>
                            <p:childTnLst>
                              <p:par>
                                <p:cTn id="35" presetID="9" presetClass="entr" presetSubtype="0" fill="hold" grpId="0" nodeType="afterEffect">
                                  <p:stCondLst>
                                    <p:cond delay="0"/>
                                  </p:stCondLst>
                                  <p:childTnLst>
                                    <p:set>
                                      <p:cBhvr>
                                        <p:cTn id="36" dur="1" fill="hold">
                                          <p:stCondLst>
                                            <p:cond delay="0"/>
                                          </p:stCondLst>
                                        </p:cTn>
                                        <p:tgtEl>
                                          <p:spTgt spid="70"/>
                                        </p:tgtEl>
                                        <p:attrNameLst>
                                          <p:attrName>style.visibility</p:attrName>
                                        </p:attrNameLst>
                                      </p:cBhvr>
                                      <p:to>
                                        <p:strVal val="visible"/>
                                      </p:to>
                                    </p:set>
                                    <p:animEffect transition="in" filter="dissolve">
                                      <p:cBhvr>
                                        <p:cTn id="37" dur="500"/>
                                        <p:tgtEl>
                                          <p:spTgt spid="70"/>
                                        </p:tgtEl>
                                      </p:cBhvr>
                                    </p:animEffect>
                                  </p:childTnLst>
                                </p:cTn>
                              </p:par>
                            </p:childTnLst>
                          </p:cTn>
                        </p:par>
                        <p:par>
                          <p:cTn id="38" fill="hold">
                            <p:stCondLst>
                              <p:cond delay="4000"/>
                            </p:stCondLst>
                            <p:childTnLst>
                              <p:par>
                                <p:cTn id="39" presetID="22" presetClass="entr" presetSubtype="1" fill="hold" nodeType="afterEffect">
                                  <p:stCondLst>
                                    <p:cond delay="0"/>
                                  </p:stCondLst>
                                  <p:childTnLst>
                                    <p:set>
                                      <p:cBhvr>
                                        <p:cTn id="40" dur="1" fill="hold">
                                          <p:stCondLst>
                                            <p:cond delay="0"/>
                                          </p:stCondLst>
                                        </p:cTn>
                                        <p:tgtEl>
                                          <p:spTgt spid="67"/>
                                        </p:tgtEl>
                                        <p:attrNameLst>
                                          <p:attrName>style.visibility</p:attrName>
                                        </p:attrNameLst>
                                      </p:cBhvr>
                                      <p:to>
                                        <p:strVal val="visible"/>
                                      </p:to>
                                    </p:set>
                                    <p:animEffect transition="in" filter="wipe(up)">
                                      <p:cBhvr>
                                        <p:cTn id="41" dur="500"/>
                                        <p:tgtEl>
                                          <p:spTgt spid="67"/>
                                        </p:tgtEl>
                                      </p:cBhvr>
                                    </p:animEffect>
                                  </p:childTnLst>
                                </p:cTn>
                              </p:par>
                            </p:childTnLst>
                          </p:cTn>
                        </p:par>
                        <p:par>
                          <p:cTn id="42" fill="hold">
                            <p:stCondLst>
                              <p:cond delay="4500"/>
                            </p:stCondLst>
                            <p:childTnLst>
                              <p:par>
                                <p:cTn id="43" presetID="9" presetClass="entr" presetSubtype="0"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dissolve">
                                      <p:cBhvr>
                                        <p:cTn id="45" dur="500"/>
                                        <p:tgtEl>
                                          <p:spTgt spid="71"/>
                                        </p:tgtEl>
                                      </p:cBhvr>
                                    </p:animEffect>
                                  </p:childTnLst>
                                </p:cTn>
                              </p:par>
                            </p:childTnLst>
                          </p:cTn>
                        </p:par>
                        <p:par>
                          <p:cTn id="46" fill="hold">
                            <p:stCondLst>
                              <p:cond delay="5000"/>
                            </p:stCondLst>
                            <p:childTnLst>
                              <p:par>
                                <p:cTn id="47" presetID="22" presetClass="entr" presetSubtype="4"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down)">
                                      <p:cBhvr>
                                        <p:cTn id="49" dur="500"/>
                                        <p:tgtEl>
                                          <p:spTgt spid="68"/>
                                        </p:tgtEl>
                                      </p:cBhvr>
                                    </p:animEffect>
                                  </p:childTnLst>
                                </p:cTn>
                              </p:par>
                            </p:childTnLst>
                          </p:cTn>
                        </p:par>
                        <p:par>
                          <p:cTn id="50" fill="hold">
                            <p:stCondLst>
                              <p:cond delay="5500"/>
                            </p:stCondLst>
                            <p:childTnLst>
                              <p:par>
                                <p:cTn id="51" presetID="9" presetClass="entr" presetSubtype="0" fill="hold" grpId="0" nodeType="afterEffect">
                                  <p:stCondLst>
                                    <p:cond delay="0"/>
                                  </p:stCondLst>
                                  <p:childTnLst>
                                    <p:set>
                                      <p:cBhvr>
                                        <p:cTn id="52" dur="1" fill="hold">
                                          <p:stCondLst>
                                            <p:cond delay="0"/>
                                          </p:stCondLst>
                                        </p:cTn>
                                        <p:tgtEl>
                                          <p:spTgt spid="73"/>
                                        </p:tgtEl>
                                        <p:attrNameLst>
                                          <p:attrName>style.visibility</p:attrName>
                                        </p:attrNameLst>
                                      </p:cBhvr>
                                      <p:to>
                                        <p:strVal val="visible"/>
                                      </p:to>
                                    </p:set>
                                    <p:animEffect transition="in" filter="dissolve">
                                      <p:cBhvr>
                                        <p:cTn id="53" dur="500"/>
                                        <p:tgtEl>
                                          <p:spTgt spid="73"/>
                                        </p:tgtEl>
                                      </p:cBhvr>
                                    </p:animEffect>
                                  </p:childTnLst>
                                </p:cTn>
                              </p:par>
                            </p:childTnLst>
                          </p:cTn>
                        </p:par>
                        <p:par>
                          <p:cTn id="54" fill="hold">
                            <p:stCondLst>
                              <p:cond delay="6000"/>
                            </p:stCondLst>
                            <p:childTnLst>
                              <p:par>
                                <p:cTn id="55" presetID="22" presetClass="entr" presetSubtype="1" fill="hold" nodeType="after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wipe(up)">
                                      <p:cBhvr>
                                        <p:cTn id="57" dur="500"/>
                                        <p:tgtEl>
                                          <p:spTgt spid="69"/>
                                        </p:tgtEl>
                                      </p:cBhvr>
                                    </p:animEffect>
                                  </p:childTnLst>
                                </p:cTn>
                              </p:par>
                            </p:childTnLst>
                          </p:cTn>
                        </p:par>
                        <p:par>
                          <p:cTn id="58" fill="hold">
                            <p:stCondLst>
                              <p:cond delay="6500"/>
                            </p:stCondLst>
                            <p:childTnLst>
                              <p:par>
                                <p:cTn id="59" presetID="9" presetClass="entr" presetSubtype="0" fill="hold" grpId="0" nodeType="afterEffect">
                                  <p:stCondLst>
                                    <p:cond delay="0"/>
                                  </p:stCondLst>
                                  <p:childTnLst>
                                    <p:set>
                                      <p:cBhvr>
                                        <p:cTn id="60" dur="1" fill="hold">
                                          <p:stCondLst>
                                            <p:cond delay="0"/>
                                          </p:stCondLst>
                                        </p:cTn>
                                        <p:tgtEl>
                                          <p:spTgt spid="72"/>
                                        </p:tgtEl>
                                        <p:attrNameLst>
                                          <p:attrName>style.visibility</p:attrName>
                                        </p:attrNameLst>
                                      </p:cBhvr>
                                      <p:to>
                                        <p:strVal val="visible"/>
                                      </p:to>
                                    </p:set>
                                    <p:animEffect transition="in" filter="dissolve">
                                      <p:cBhvr>
                                        <p:cTn id="61" dur="500"/>
                                        <p:tgtEl>
                                          <p:spTgt spid="72"/>
                                        </p:tgtEl>
                                      </p:cBhvr>
                                    </p:animEffect>
                                  </p:childTnLst>
                                </p:cTn>
                              </p:par>
                            </p:childTnLst>
                          </p:cTn>
                        </p:par>
                        <p:par>
                          <p:cTn id="62" fill="hold">
                            <p:stCondLst>
                              <p:cond delay="7000"/>
                            </p:stCondLst>
                            <p:childTnLst>
                              <p:par>
                                <p:cTn id="63" presetID="12" presetClass="entr" presetSubtype="4" fill="hold" grpId="0" nodeType="afterEffect">
                                  <p:stCondLst>
                                    <p:cond delay="0"/>
                                  </p:stCondLst>
                                  <p:childTnLst>
                                    <p:set>
                                      <p:cBhvr>
                                        <p:cTn id="64" dur="1" fill="hold">
                                          <p:stCondLst>
                                            <p:cond delay="0"/>
                                          </p:stCondLst>
                                        </p:cTn>
                                        <p:tgtEl>
                                          <p:spTgt spid="58"/>
                                        </p:tgtEl>
                                        <p:attrNameLst>
                                          <p:attrName>style.visibility</p:attrName>
                                        </p:attrNameLst>
                                      </p:cBhvr>
                                      <p:to>
                                        <p:strVal val="visible"/>
                                      </p:to>
                                    </p:set>
                                    <p:anim calcmode="lin" valueType="num">
                                      <p:cBhvr additive="base">
                                        <p:cTn id="65" dur="500"/>
                                        <p:tgtEl>
                                          <p:spTgt spid="58"/>
                                        </p:tgtEl>
                                        <p:attrNameLst>
                                          <p:attrName>ppt_y</p:attrName>
                                        </p:attrNameLst>
                                      </p:cBhvr>
                                      <p:tavLst>
                                        <p:tav tm="0">
                                          <p:val>
                                            <p:strVal val="#ppt_y+#ppt_h*1.125000"/>
                                          </p:val>
                                        </p:tav>
                                        <p:tav tm="100000">
                                          <p:val>
                                            <p:strVal val="#ppt_y"/>
                                          </p:val>
                                        </p:tav>
                                      </p:tavLst>
                                    </p:anim>
                                    <p:animEffect transition="in" filter="wipe(up)">
                                      <p:cBhvr>
                                        <p:cTn id="6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60" grpId="0" animBg="1"/>
      <p:bldP spid="61" grpId="0" animBg="1"/>
      <p:bldP spid="62" grpId="0" animBg="1"/>
      <p:bldP spid="58" grpId="0"/>
      <p:bldP spid="70" grpId="0" autoUpdateAnimBg="0"/>
      <p:bldP spid="71" grpId="0" autoUpdateAnimBg="0"/>
      <p:bldP spid="72" grpId="0" autoUpdateAnimBg="0"/>
      <p:bldP spid="73"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3</a:t>
            </a:r>
            <a:r>
              <a:rPr lang="zh-CN" altLang="en-US" sz="2400" dirty="0">
                <a:solidFill>
                  <a:srgbClr val="CC6600"/>
                </a:solidFill>
              </a:rPr>
              <a:t> </a:t>
            </a:r>
            <a:r>
              <a:rPr lang="zh-CN" altLang="en-US" sz="2600" dirty="0">
                <a:solidFill>
                  <a:srgbClr val="CC6600"/>
                </a:solidFill>
                <a:sym typeface="微软雅黑" panose="020B0503020204020204" pitchFamily="34" charset="-122"/>
              </a:rPr>
              <a:t>进行二级分解，设计中下层模块</a:t>
            </a: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1421174" y="2598439"/>
            <a:ext cx="6688045" cy="3722848"/>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这一步的工作是自顶向下，逐步细化，为第一层的每一个输入模块、输出模块、处理模块设计它们的从属模块，设计下层模块的顺序一般从设计输入模块的下层开始</a:t>
            </a:r>
            <a:endParaRPr lang="zh-CN" altLang="en-US" sz="1800" dirty="0">
              <a:solidFill>
                <a:srgbClr val="C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28054054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49</a:t>
            </a:fld>
            <a:endParaRPr lang="zh-CN" altLang="en-US"/>
          </a:p>
        </p:txBody>
      </p:sp>
      <p:sp>
        <p:nvSpPr>
          <p:cNvPr id="62" name="Line 52">
            <a:extLst>
              <a:ext uri="{FF2B5EF4-FFF2-40B4-BE49-F238E27FC236}">
                <a16:creationId xmlns:a16="http://schemas.microsoft.com/office/drawing/2014/main" id="{E35E62B0-3EBA-7648-BEBF-57EBC57FB794}"/>
              </a:ext>
            </a:extLst>
          </p:cNvPr>
          <p:cNvSpPr>
            <a:spLocks noChangeShapeType="1"/>
          </p:cNvSpPr>
          <p:nvPr/>
        </p:nvSpPr>
        <p:spPr bwMode="auto">
          <a:xfrm>
            <a:off x="-1436279" y="4159250"/>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55">
            <a:extLst>
              <a:ext uri="{FF2B5EF4-FFF2-40B4-BE49-F238E27FC236}">
                <a16:creationId xmlns:a16="http://schemas.microsoft.com/office/drawing/2014/main" id="{75D55032-34AF-7247-BE7E-E1FBC4353E31}"/>
              </a:ext>
            </a:extLst>
          </p:cNvPr>
          <p:cNvSpPr>
            <a:spLocks noChangeShapeType="1"/>
          </p:cNvSpPr>
          <p:nvPr/>
        </p:nvSpPr>
        <p:spPr bwMode="auto">
          <a:xfrm flipV="1">
            <a:off x="-1645553" y="4083047"/>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79" name="Group 69">
            <a:extLst>
              <a:ext uri="{FF2B5EF4-FFF2-40B4-BE49-F238E27FC236}">
                <a16:creationId xmlns:a16="http://schemas.microsoft.com/office/drawing/2014/main" id="{3B7822EC-F9BE-E34E-A533-1BB05DD7816B}"/>
              </a:ext>
            </a:extLst>
          </p:cNvPr>
          <p:cNvGrpSpPr>
            <a:grpSpLocks/>
          </p:cNvGrpSpPr>
          <p:nvPr/>
        </p:nvGrpSpPr>
        <p:grpSpPr bwMode="auto">
          <a:xfrm>
            <a:off x="394299" y="1138237"/>
            <a:ext cx="3746500" cy="2290763"/>
            <a:chOff x="192" y="1980"/>
            <a:chExt cx="2360" cy="1443"/>
          </a:xfrm>
        </p:grpSpPr>
        <p:sp>
          <p:nvSpPr>
            <p:cNvPr id="80" name="Text Box 70">
              <a:extLst>
                <a:ext uri="{FF2B5EF4-FFF2-40B4-BE49-F238E27FC236}">
                  <a16:creationId xmlns:a16="http://schemas.microsoft.com/office/drawing/2014/main" id="{77F7069A-C116-704D-AD56-5D5D4C0E444D}"/>
                </a:ext>
              </a:extLst>
            </p:cNvPr>
            <p:cNvSpPr txBox="1">
              <a:spLocks noChangeArrowheads="1"/>
            </p:cNvSpPr>
            <p:nvPr/>
          </p:nvSpPr>
          <p:spPr bwMode="auto">
            <a:xfrm>
              <a:off x="1584" y="2161"/>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81" name="Text Box 71">
              <a:extLst>
                <a:ext uri="{FF2B5EF4-FFF2-40B4-BE49-F238E27FC236}">
                  <a16:creationId xmlns:a16="http://schemas.microsoft.com/office/drawing/2014/main" id="{DB686199-2098-0049-A335-43EA854294C9}"/>
                </a:ext>
              </a:extLst>
            </p:cNvPr>
            <p:cNvSpPr txBox="1">
              <a:spLocks noChangeArrowheads="1"/>
            </p:cNvSpPr>
            <p:nvPr/>
          </p:nvSpPr>
          <p:spPr bwMode="auto">
            <a:xfrm>
              <a:off x="959" y="2160"/>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82" name="Oval 72">
              <a:extLst>
                <a:ext uri="{FF2B5EF4-FFF2-40B4-BE49-F238E27FC236}">
                  <a16:creationId xmlns:a16="http://schemas.microsoft.com/office/drawing/2014/main" id="{A47F8271-B29F-5A4B-8941-324965FB19DB}"/>
                </a:ext>
              </a:extLst>
            </p:cNvPr>
            <p:cNvSpPr>
              <a:spLocks noChangeArrowheads="1"/>
            </p:cNvSpPr>
            <p:nvPr/>
          </p:nvSpPr>
          <p:spPr bwMode="auto">
            <a:xfrm>
              <a:off x="1208" y="2186"/>
              <a:ext cx="364" cy="37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000000"/>
                  </a:solidFill>
                </a:rPr>
                <a:t>中心</a:t>
              </a:r>
            </a:p>
            <a:p>
              <a:pPr algn="ctr" eaLnBrk="1" hangingPunct="1"/>
              <a:r>
                <a:rPr lang="zh-CN" altLang="en-US" sz="1400">
                  <a:solidFill>
                    <a:srgbClr val="000000"/>
                  </a:solidFill>
                </a:rPr>
                <a:t>加工</a:t>
              </a:r>
            </a:p>
          </p:txBody>
        </p:sp>
        <p:sp>
          <p:nvSpPr>
            <p:cNvPr id="83" name="Oval 73">
              <a:extLst>
                <a:ext uri="{FF2B5EF4-FFF2-40B4-BE49-F238E27FC236}">
                  <a16:creationId xmlns:a16="http://schemas.microsoft.com/office/drawing/2014/main" id="{4A8DC9E1-CAFB-0848-A287-B0B0BF5FE85B}"/>
                </a:ext>
              </a:extLst>
            </p:cNvPr>
            <p:cNvSpPr>
              <a:spLocks noChangeArrowheads="1"/>
            </p:cNvSpPr>
            <p:nvPr/>
          </p:nvSpPr>
          <p:spPr bwMode="auto">
            <a:xfrm>
              <a:off x="625" y="2168"/>
              <a:ext cx="391" cy="396"/>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400">
                  <a:solidFill>
                    <a:srgbClr val="000000"/>
                  </a:solidFill>
                </a:rPr>
                <a:t>号</a:t>
              </a:r>
            </a:p>
            <a:p>
              <a:pPr algn="ctr" eaLnBrk="1" hangingPunct="1"/>
              <a:r>
                <a:rPr lang="zh-CN" altLang="en-US" sz="1400">
                  <a:solidFill>
                    <a:srgbClr val="000000"/>
                  </a:solidFill>
                </a:rPr>
                <a:t>加工</a:t>
              </a:r>
            </a:p>
          </p:txBody>
        </p:sp>
        <p:sp>
          <p:nvSpPr>
            <p:cNvPr id="84" name="Oval 74">
              <a:extLst>
                <a:ext uri="{FF2B5EF4-FFF2-40B4-BE49-F238E27FC236}">
                  <a16:creationId xmlns:a16="http://schemas.microsoft.com/office/drawing/2014/main" id="{1EE2104F-BA5C-0D4F-BA74-AD64784166C8}"/>
                </a:ext>
              </a:extLst>
            </p:cNvPr>
            <p:cNvSpPr>
              <a:spLocks noChangeArrowheads="1"/>
            </p:cNvSpPr>
            <p:nvPr/>
          </p:nvSpPr>
          <p:spPr bwMode="auto">
            <a:xfrm>
              <a:off x="1736" y="2187"/>
              <a:ext cx="383" cy="387"/>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400">
                  <a:solidFill>
                    <a:srgbClr val="000000"/>
                  </a:solidFill>
                </a:rPr>
                <a:t>号</a:t>
              </a:r>
            </a:p>
            <a:p>
              <a:pPr algn="ctr" eaLnBrk="1" hangingPunct="1"/>
              <a:r>
                <a:rPr lang="zh-CN" altLang="en-US" sz="1400">
                  <a:solidFill>
                    <a:srgbClr val="000000"/>
                  </a:solidFill>
                </a:rPr>
                <a:t>加工</a:t>
              </a:r>
            </a:p>
          </p:txBody>
        </p:sp>
        <p:sp>
          <p:nvSpPr>
            <p:cNvPr id="85" name="Oval 75">
              <a:extLst>
                <a:ext uri="{FF2B5EF4-FFF2-40B4-BE49-F238E27FC236}">
                  <a16:creationId xmlns:a16="http://schemas.microsoft.com/office/drawing/2014/main" id="{D015A4B5-D96F-604E-9DCE-F6FB01F5CA50}"/>
                </a:ext>
              </a:extLst>
            </p:cNvPr>
            <p:cNvSpPr>
              <a:spLocks noChangeArrowheads="1"/>
            </p:cNvSpPr>
            <p:nvPr/>
          </p:nvSpPr>
          <p:spPr bwMode="auto">
            <a:xfrm>
              <a:off x="347" y="2735"/>
              <a:ext cx="373" cy="36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400">
                  <a:solidFill>
                    <a:srgbClr val="000000"/>
                  </a:solidFill>
                </a:rPr>
                <a:t>号</a:t>
              </a:r>
            </a:p>
            <a:p>
              <a:pPr algn="ctr" eaLnBrk="1" hangingPunct="1"/>
              <a:r>
                <a:rPr lang="zh-CN" altLang="en-US" sz="1400">
                  <a:solidFill>
                    <a:srgbClr val="000000"/>
                  </a:solidFill>
                </a:rPr>
                <a:t>加工</a:t>
              </a:r>
            </a:p>
          </p:txBody>
        </p:sp>
        <p:sp>
          <p:nvSpPr>
            <p:cNvPr id="86" name="Oval 76">
              <a:extLst>
                <a:ext uri="{FF2B5EF4-FFF2-40B4-BE49-F238E27FC236}">
                  <a16:creationId xmlns:a16="http://schemas.microsoft.com/office/drawing/2014/main" id="{CF0163F9-1127-C74F-BDE8-5F35FEFAC7FB}"/>
                </a:ext>
              </a:extLst>
            </p:cNvPr>
            <p:cNvSpPr>
              <a:spLocks noChangeArrowheads="1"/>
            </p:cNvSpPr>
            <p:nvPr/>
          </p:nvSpPr>
          <p:spPr bwMode="auto">
            <a:xfrm>
              <a:off x="2112" y="2726"/>
              <a:ext cx="363" cy="36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400">
                  <a:solidFill>
                    <a:srgbClr val="000000"/>
                  </a:solidFill>
                </a:rPr>
                <a:t>号</a:t>
              </a:r>
            </a:p>
            <a:p>
              <a:pPr algn="ctr" eaLnBrk="1" hangingPunct="1"/>
              <a:r>
                <a:rPr lang="zh-CN" altLang="en-US" sz="1400">
                  <a:solidFill>
                    <a:srgbClr val="000000"/>
                  </a:solidFill>
                </a:rPr>
                <a:t>加工</a:t>
              </a:r>
            </a:p>
          </p:txBody>
        </p:sp>
        <p:sp>
          <p:nvSpPr>
            <p:cNvPr id="87" name="Line 77">
              <a:extLst>
                <a:ext uri="{FF2B5EF4-FFF2-40B4-BE49-F238E27FC236}">
                  <a16:creationId xmlns:a16="http://schemas.microsoft.com/office/drawing/2014/main" id="{D09AEDB1-93BD-A544-B077-793BB6B8E27D}"/>
                </a:ext>
              </a:extLst>
            </p:cNvPr>
            <p:cNvSpPr>
              <a:spLocks noChangeShapeType="1"/>
            </p:cNvSpPr>
            <p:nvPr/>
          </p:nvSpPr>
          <p:spPr bwMode="auto">
            <a:xfrm flipV="1">
              <a:off x="344" y="3099"/>
              <a:ext cx="144" cy="324"/>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8" name="Line 78">
              <a:extLst>
                <a:ext uri="{FF2B5EF4-FFF2-40B4-BE49-F238E27FC236}">
                  <a16:creationId xmlns:a16="http://schemas.microsoft.com/office/drawing/2014/main" id="{30276866-66CE-3941-8A4D-487BC994DF7F}"/>
                </a:ext>
              </a:extLst>
            </p:cNvPr>
            <p:cNvSpPr>
              <a:spLocks noChangeShapeType="1"/>
            </p:cNvSpPr>
            <p:nvPr/>
          </p:nvSpPr>
          <p:spPr bwMode="auto">
            <a:xfrm flipV="1">
              <a:off x="632" y="2546"/>
              <a:ext cx="144" cy="20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9" name="Line 79">
              <a:extLst>
                <a:ext uri="{FF2B5EF4-FFF2-40B4-BE49-F238E27FC236}">
                  <a16:creationId xmlns:a16="http://schemas.microsoft.com/office/drawing/2014/main" id="{55C5C1DA-7592-AE47-B25B-4CAEAC404FFF}"/>
                </a:ext>
              </a:extLst>
            </p:cNvPr>
            <p:cNvSpPr>
              <a:spLocks noChangeShapeType="1"/>
            </p:cNvSpPr>
            <p:nvPr/>
          </p:nvSpPr>
          <p:spPr bwMode="auto">
            <a:xfrm flipV="1">
              <a:off x="1016"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0" name="Line 80">
              <a:extLst>
                <a:ext uri="{FF2B5EF4-FFF2-40B4-BE49-F238E27FC236}">
                  <a16:creationId xmlns:a16="http://schemas.microsoft.com/office/drawing/2014/main" id="{2A68E39C-AC4B-DF49-AE8A-DE719F6D5764}"/>
                </a:ext>
              </a:extLst>
            </p:cNvPr>
            <p:cNvSpPr>
              <a:spLocks noChangeShapeType="1"/>
            </p:cNvSpPr>
            <p:nvPr/>
          </p:nvSpPr>
          <p:spPr bwMode="auto">
            <a:xfrm>
              <a:off x="1544"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1" name="Line 81">
              <a:extLst>
                <a:ext uri="{FF2B5EF4-FFF2-40B4-BE49-F238E27FC236}">
                  <a16:creationId xmlns:a16="http://schemas.microsoft.com/office/drawing/2014/main" id="{F4155678-C31D-1949-8DDB-031368C364D4}"/>
                </a:ext>
              </a:extLst>
            </p:cNvPr>
            <p:cNvSpPr>
              <a:spLocks noChangeShapeType="1"/>
            </p:cNvSpPr>
            <p:nvPr/>
          </p:nvSpPr>
          <p:spPr bwMode="auto">
            <a:xfrm>
              <a:off x="2053" y="2525"/>
              <a:ext cx="211" cy="22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2" name="Line 82">
              <a:extLst>
                <a:ext uri="{FF2B5EF4-FFF2-40B4-BE49-F238E27FC236}">
                  <a16:creationId xmlns:a16="http://schemas.microsoft.com/office/drawing/2014/main" id="{C31F76D7-050D-A64A-824F-3D2D25585D13}"/>
                </a:ext>
              </a:extLst>
            </p:cNvPr>
            <p:cNvSpPr>
              <a:spLocks noChangeShapeType="1"/>
            </p:cNvSpPr>
            <p:nvPr/>
          </p:nvSpPr>
          <p:spPr bwMode="auto">
            <a:xfrm>
              <a:off x="2408" y="3032"/>
              <a:ext cx="144" cy="24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Text Box 83">
              <a:extLst>
                <a:ext uri="{FF2B5EF4-FFF2-40B4-BE49-F238E27FC236}">
                  <a16:creationId xmlns:a16="http://schemas.microsoft.com/office/drawing/2014/main" id="{DA936906-0FAB-5342-8A77-B4816A573375}"/>
                </a:ext>
              </a:extLst>
            </p:cNvPr>
            <p:cNvSpPr txBox="1">
              <a:spLocks noChangeArrowheads="1"/>
            </p:cNvSpPr>
            <p:nvPr/>
          </p:nvSpPr>
          <p:spPr bwMode="auto">
            <a:xfrm>
              <a:off x="192" y="3069"/>
              <a:ext cx="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sp>
          <p:nvSpPr>
            <p:cNvPr id="94" name="Text Box 84">
              <a:extLst>
                <a:ext uri="{FF2B5EF4-FFF2-40B4-BE49-F238E27FC236}">
                  <a16:creationId xmlns:a16="http://schemas.microsoft.com/office/drawing/2014/main" id="{079C8CDD-C866-AE4A-8DC1-529D262A9E0D}"/>
                </a:ext>
              </a:extLst>
            </p:cNvPr>
            <p:cNvSpPr txBox="1">
              <a:spLocks noChangeArrowheads="1"/>
            </p:cNvSpPr>
            <p:nvPr/>
          </p:nvSpPr>
          <p:spPr bwMode="auto">
            <a:xfrm>
              <a:off x="511" y="2530"/>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sp>
          <p:nvSpPr>
            <p:cNvPr id="95" name="Text Box 85">
              <a:extLst>
                <a:ext uri="{FF2B5EF4-FFF2-40B4-BE49-F238E27FC236}">
                  <a16:creationId xmlns:a16="http://schemas.microsoft.com/office/drawing/2014/main" id="{264CC830-67AA-4D42-9881-497054AF0E38}"/>
                </a:ext>
              </a:extLst>
            </p:cNvPr>
            <p:cNvSpPr txBox="1">
              <a:spLocks noChangeArrowheads="1"/>
            </p:cNvSpPr>
            <p:nvPr/>
          </p:nvSpPr>
          <p:spPr bwMode="auto">
            <a:xfrm>
              <a:off x="2072" y="2464"/>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   E</a:t>
              </a:r>
            </a:p>
          </p:txBody>
        </p:sp>
        <p:sp>
          <p:nvSpPr>
            <p:cNvPr id="96" name="Line 86">
              <a:extLst>
                <a:ext uri="{FF2B5EF4-FFF2-40B4-BE49-F238E27FC236}">
                  <a16:creationId xmlns:a16="http://schemas.microsoft.com/office/drawing/2014/main" id="{DEBBF766-9A37-2B46-ABB0-7ECFBAB3B827}"/>
                </a:ext>
              </a:extLst>
            </p:cNvPr>
            <p:cNvSpPr>
              <a:spLocks noChangeShapeType="1"/>
            </p:cNvSpPr>
            <p:nvPr/>
          </p:nvSpPr>
          <p:spPr bwMode="auto">
            <a:xfrm>
              <a:off x="1112"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Line 87">
              <a:extLst>
                <a:ext uri="{FF2B5EF4-FFF2-40B4-BE49-F238E27FC236}">
                  <a16:creationId xmlns:a16="http://schemas.microsoft.com/office/drawing/2014/main" id="{5565EAAD-24ED-4442-AF6E-E38AC2BE6484}"/>
                </a:ext>
              </a:extLst>
            </p:cNvPr>
            <p:cNvSpPr>
              <a:spLocks noChangeShapeType="1"/>
            </p:cNvSpPr>
            <p:nvPr/>
          </p:nvSpPr>
          <p:spPr bwMode="auto">
            <a:xfrm>
              <a:off x="1640"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8" name="Text Box 88">
              <a:extLst>
                <a:ext uri="{FF2B5EF4-FFF2-40B4-BE49-F238E27FC236}">
                  <a16:creationId xmlns:a16="http://schemas.microsoft.com/office/drawing/2014/main" id="{35CBC7EF-C675-574E-832F-199F8F73EDCA}"/>
                </a:ext>
              </a:extLst>
            </p:cNvPr>
            <p:cNvSpPr txBox="1">
              <a:spLocks noChangeArrowheads="1"/>
            </p:cNvSpPr>
            <p:nvPr/>
          </p:nvSpPr>
          <p:spPr bwMode="auto">
            <a:xfrm>
              <a:off x="632" y="2707"/>
              <a:ext cx="4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99" name="Text Box 89">
              <a:extLst>
                <a:ext uri="{FF2B5EF4-FFF2-40B4-BE49-F238E27FC236}">
                  <a16:creationId xmlns:a16="http://schemas.microsoft.com/office/drawing/2014/main" id="{D31DEED7-FC72-6344-8406-AE7F0DEF2B27}"/>
                </a:ext>
              </a:extLst>
            </p:cNvPr>
            <p:cNvSpPr txBox="1">
              <a:spLocks noChangeArrowheads="1"/>
            </p:cNvSpPr>
            <p:nvPr/>
          </p:nvSpPr>
          <p:spPr bwMode="auto">
            <a:xfrm>
              <a:off x="1111" y="2627"/>
              <a:ext cx="6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sp>
          <p:nvSpPr>
            <p:cNvPr id="100" name="Text Box 90">
              <a:extLst>
                <a:ext uri="{FF2B5EF4-FFF2-40B4-BE49-F238E27FC236}">
                  <a16:creationId xmlns:a16="http://schemas.microsoft.com/office/drawing/2014/main" id="{92983689-0966-4F4E-BC34-4053FCE60AC3}"/>
                </a:ext>
              </a:extLst>
            </p:cNvPr>
            <p:cNvSpPr txBox="1">
              <a:spLocks noChangeArrowheads="1"/>
            </p:cNvSpPr>
            <p:nvPr/>
          </p:nvSpPr>
          <p:spPr bwMode="auto">
            <a:xfrm>
              <a:off x="1784" y="2707"/>
              <a:ext cx="67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101" name="Line 91">
              <a:extLst>
                <a:ext uri="{FF2B5EF4-FFF2-40B4-BE49-F238E27FC236}">
                  <a16:creationId xmlns:a16="http://schemas.microsoft.com/office/drawing/2014/main" id="{09228FD7-E66F-364C-9FDD-57FA3EE35C55}"/>
                </a:ext>
              </a:extLst>
            </p:cNvPr>
            <p:cNvSpPr>
              <a:spLocks noChangeShapeType="1"/>
            </p:cNvSpPr>
            <p:nvPr/>
          </p:nvSpPr>
          <p:spPr bwMode="auto">
            <a:xfrm>
              <a:off x="1112"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2" name="Line 92">
              <a:extLst>
                <a:ext uri="{FF2B5EF4-FFF2-40B4-BE49-F238E27FC236}">
                  <a16:creationId xmlns:a16="http://schemas.microsoft.com/office/drawing/2014/main" id="{A370ABB3-8DA3-9444-A97C-FD1AA57078F6}"/>
                </a:ext>
              </a:extLst>
            </p:cNvPr>
            <p:cNvSpPr>
              <a:spLocks noChangeShapeType="1"/>
            </p:cNvSpPr>
            <p:nvPr/>
          </p:nvSpPr>
          <p:spPr bwMode="auto">
            <a:xfrm>
              <a:off x="1640"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3" name="Text Box 93">
              <a:extLst>
                <a:ext uri="{FF2B5EF4-FFF2-40B4-BE49-F238E27FC236}">
                  <a16:creationId xmlns:a16="http://schemas.microsoft.com/office/drawing/2014/main" id="{AADB14AF-6FB9-4C45-A438-C7DC0F518C4E}"/>
                </a:ext>
              </a:extLst>
            </p:cNvPr>
            <p:cNvSpPr txBox="1">
              <a:spLocks noChangeArrowheads="1"/>
            </p:cNvSpPr>
            <p:nvPr/>
          </p:nvSpPr>
          <p:spPr bwMode="auto">
            <a:xfrm>
              <a:off x="1112" y="2627"/>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grpSp>
      <p:sp>
        <p:nvSpPr>
          <p:cNvPr id="133" name="Text Box 129">
            <a:extLst>
              <a:ext uri="{FF2B5EF4-FFF2-40B4-BE49-F238E27FC236}">
                <a16:creationId xmlns:a16="http://schemas.microsoft.com/office/drawing/2014/main" id="{8AD1640C-0184-B444-AA7A-F4B74835BE6D}"/>
              </a:ext>
            </a:extLst>
          </p:cNvPr>
          <p:cNvSpPr txBox="1">
            <a:spLocks noChangeArrowheads="1"/>
          </p:cNvSpPr>
          <p:nvPr/>
        </p:nvSpPr>
        <p:spPr bwMode="auto">
          <a:xfrm>
            <a:off x="4041361" y="2720181"/>
            <a:ext cx="5524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F</a:t>
            </a:r>
          </a:p>
        </p:txBody>
      </p:sp>
      <p:sp>
        <p:nvSpPr>
          <p:cNvPr id="146" name="Rectangle 32">
            <a:extLst>
              <a:ext uri="{FF2B5EF4-FFF2-40B4-BE49-F238E27FC236}">
                <a16:creationId xmlns:a16="http://schemas.microsoft.com/office/drawing/2014/main" id="{EDA2F51B-DE7F-A244-A7F6-9B866E446E51}"/>
              </a:ext>
            </a:extLst>
          </p:cNvPr>
          <p:cNvSpPr>
            <a:spLocks noChangeArrowheads="1"/>
          </p:cNvSpPr>
          <p:nvPr/>
        </p:nvSpPr>
        <p:spPr bwMode="auto">
          <a:xfrm>
            <a:off x="5334008" y="2762250"/>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a:t>
            </a:r>
          </a:p>
        </p:txBody>
      </p:sp>
      <p:sp>
        <p:nvSpPr>
          <p:cNvPr id="147" name="Rectangle 33">
            <a:extLst>
              <a:ext uri="{FF2B5EF4-FFF2-40B4-BE49-F238E27FC236}">
                <a16:creationId xmlns:a16="http://schemas.microsoft.com/office/drawing/2014/main" id="{542018A6-1A6A-E243-96D0-78505FE52A15}"/>
              </a:ext>
            </a:extLst>
          </p:cNvPr>
          <p:cNvSpPr>
            <a:spLocks noChangeArrowheads="1"/>
          </p:cNvSpPr>
          <p:nvPr/>
        </p:nvSpPr>
        <p:spPr bwMode="auto">
          <a:xfrm>
            <a:off x="4419608" y="3752850"/>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148" name="Line 34">
            <a:extLst>
              <a:ext uri="{FF2B5EF4-FFF2-40B4-BE49-F238E27FC236}">
                <a16:creationId xmlns:a16="http://schemas.microsoft.com/office/drawing/2014/main" id="{35408EA3-823B-9042-9A2C-C66DB7B0AE67}"/>
              </a:ext>
            </a:extLst>
          </p:cNvPr>
          <p:cNvSpPr>
            <a:spLocks noChangeShapeType="1"/>
          </p:cNvSpPr>
          <p:nvPr/>
        </p:nvSpPr>
        <p:spPr bwMode="auto">
          <a:xfrm flipH="1">
            <a:off x="4876808" y="306705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9" name="Line 35">
            <a:extLst>
              <a:ext uri="{FF2B5EF4-FFF2-40B4-BE49-F238E27FC236}">
                <a16:creationId xmlns:a16="http://schemas.microsoft.com/office/drawing/2014/main" id="{C5E9BB64-75C3-9B4F-99DF-5ECFDCF68F2B}"/>
              </a:ext>
            </a:extLst>
          </p:cNvPr>
          <p:cNvSpPr>
            <a:spLocks noChangeShapeType="1"/>
          </p:cNvSpPr>
          <p:nvPr/>
        </p:nvSpPr>
        <p:spPr bwMode="auto">
          <a:xfrm>
            <a:off x="5715008" y="3067050"/>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0" name="Rectangle 37">
            <a:extLst>
              <a:ext uri="{FF2B5EF4-FFF2-40B4-BE49-F238E27FC236}">
                <a16:creationId xmlns:a16="http://schemas.microsoft.com/office/drawing/2014/main" id="{5D7AD310-A36B-F844-87D8-55ED618B2424}"/>
              </a:ext>
            </a:extLst>
          </p:cNvPr>
          <p:cNvSpPr>
            <a:spLocks noChangeArrowheads="1"/>
          </p:cNvSpPr>
          <p:nvPr/>
        </p:nvSpPr>
        <p:spPr bwMode="auto">
          <a:xfrm>
            <a:off x="6400808" y="3752850"/>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151" name="Line 38">
            <a:extLst>
              <a:ext uri="{FF2B5EF4-FFF2-40B4-BE49-F238E27FC236}">
                <a16:creationId xmlns:a16="http://schemas.microsoft.com/office/drawing/2014/main" id="{C5B4EC0D-11F9-624B-95FB-73F31311C602}"/>
              </a:ext>
            </a:extLst>
          </p:cNvPr>
          <p:cNvSpPr>
            <a:spLocks noChangeShapeType="1"/>
          </p:cNvSpPr>
          <p:nvPr/>
        </p:nvSpPr>
        <p:spPr bwMode="auto">
          <a:xfrm>
            <a:off x="6019808" y="306705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2" name="Line 39">
            <a:extLst>
              <a:ext uri="{FF2B5EF4-FFF2-40B4-BE49-F238E27FC236}">
                <a16:creationId xmlns:a16="http://schemas.microsoft.com/office/drawing/2014/main" id="{2EC31753-3710-8047-BC0C-732B8E10D16D}"/>
              </a:ext>
            </a:extLst>
          </p:cNvPr>
          <p:cNvSpPr>
            <a:spLocks noChangeShapeType="1"/>
          </p:cNvSpPr>
          <p:nvPr/>
        </p:nvSpPr>
        <p:spPr bwMode="auto">
          <a:xfrm flipV="1">
            <a:off x="4800608" y="3143250"/>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3" name="Line 40">
            <a:extLst>
              <a:ext uri="{FF2B5EF4-FFF2-40B4-BE49-F238E27FC236}">
                <a16:creationId xmlns:a16="http://schemas.microsoft.com/office/drawing/2014/main" id="{AAA79129-1C8B-F248-9C7B-BA6B1D2FF35A}"/>
              </a:ext>
            </a:extLst>
          </p:cNvPr>
          <p:cNvSpPr>
            <a:spLocks noChangeShapeType="1"/>
          </p:cNvSpPr>
          <p:nvPr/>
        </p:nvSpPr>
        <p:spPr bwMode="auto">
          <a:xfrm>
            <a:off x="5638808" y="314325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4" name="Line 41">
            <a:extLst>
              <a:ext uri="{FF2B5EF4-FFF2-40B4-BE49-F238E27FC236}">
                <a16:creationId xmlns:a16="http://schemas.microsoft.com/office/drawing/2014/main" id="{47FF64BF-8113-744E-BDFC-AA7086A231C5}"/>
              </a:ext>
            </a:extLst>
          </p:cNvPr>
          <p:cNvSpPr>
            <a:spLocks noChangeShapeType="1"/>
          </p:cNvSpPr>
          <p:nvPr/>
        </p:nvSpPr>
        <p:spPr bwMode="auto">
          <a:xfrm flipV="1">
            <a:off x="5791208" y="314325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5" name="Line 42">
            <a:extLst>
              <a:ext uri="{FF2B5EF4-FFF2-40B4-BE49-F238E27FC236}">
                <a16:creationId xmlns:a16="http://schemas.microsoft.com/office/drawing/2014/main" id="{550C3B49-9FC1-F044-B447-8FCB52A49188}"/>
              </a:ext>
            </a:extLst>
          </p:cNvPr>
          <p:cNvSpPr>
            <a:spLocks noChangeShapeType="1"/>
          </p:cNvSpPr>
          <p:nvPr/>
        </p:nvSpPr>
        <p:spPr bwMode="auto">
          <a:xfrm>
            <a:off x="6248408" y="3143250"/>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6" name="Text Box 43">
            <a:extLst>
              <a:ext uri="{FF2B5EF4-FFF2-40B4-BE49-F238E27FC236}">
                <a16:creationId xmlns:a16="http://schemas.microsoft.com/office/drawing/2014/main" id="{6BBA9B61-8232-0847-81D0-2F1B36B13EC0}"/>
              </a:ext>
            </a:extLst>
          </p:cNvPr>
          <p:cNvSpPr txBox="1">
            <a:spLocks noChangeArrowheads="1"/>
          </p:cNvSpPr>
          <p:nvPr/>
        </p:nvSpPr>
        <p:spPr bwMode="auto">
          <a:xfrm>
            <a:off x="4800608" y="3067050"/>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57" name="Text Box 44">
            <a:extLst>
              <a:ext uri="{FF2B5EF4-FFF2-40B4-BE49-F238E27FC236}">
                <a16:creationId xmlns:a16="http://schemas.microsoft.com/office/drawing/2014/main" id="{7E9C963B-B3DD-C240-8B72-B69CE26BAC17}"/>
              </a:ext>
            </a:extLst>
          </p:cNvPr>
          <p:cNvSpPr txBox="1">
            <a:spLocks noChangeArrowheads="1"/>
          </p:cNvSpPr>
          <p:nvPr/>
        </p:nvSpPr>
        <p:spPr bwMode="auto">
          <a:xfrm>
            <a:off x="5334008" y="3143250"/>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58" name="Text Box 45">
            <a:extLst>
              <a:ext uri="{FF2B5EF4-FFF2-40B4-BE49-F238E27FC236}">
                <a16:creationId xmlns:a16="http://schemas.microsoft.com/office/drawing/2014/main" id="{01DDE09C-B41C-0A4A-8A66-3930A5511E19}"/>
              </a:ext>
            </a:extLst>
          </p:cNvPr>
          <p:cNvSpPr txBox="1">
            <a:spLocks noChangeArrowheads="1"/>
          </p:cNvSpPr>
          <p:nvPr/>
        </p:nvSpPr>
        <p:spPr bwMode="auto">
          <a:xfrm>
            <a:off x="6400808" y="3000375"/>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59" name="Text Box 46">
            <a:extLst>
              <a:ext uri="{FF2B5EF4-FFF2-40B4-BE49-F238E27FC236}">
                <a16:creationId xmlns:a16="http://schemas.microsoft.com/office/drawing/2014/main" id="{FBA5FF40-1805-9D4E-8850-31664B41E069}"/>
              </a:ext>
            </a:extLst>
          </p:cNvPr>
          <p:cNvSpPr txBox="1">
            <a:spLocks noChangeArrowheads="1"/>
          </p:cNvSpPr>
          <p:nvPr/>
        </p:nvSpPr>
        <p:spPr bwMode="auto">
          <a:xfrm>
            <a:off x="5811442" y="3149814"/>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61" name="Rectangle 50">
            <a:extLst>
              <a:ext uri="{FF2B5EF4-FFF2-40B4-BE49-F238E27FC236}">
                <a16:creationId xmlns:a16="http://schemas.microsoft.com/office/drawing/2014/main" id="{40B50E42-69A7-3247-AA33-3C2157031953}"/>
              </a:ext>
            </a:extLst>
          </p:cNvPr>
          <p:cNvSpPr>
            <a:spLocks noChangeArrowheads="1"/>
          </p:cNvSpPr>
          <p:nvPr/>
        </p:nvSpPr>
        <p:spPr bwMode="auto">
          <a:xfrm>
            <a:off x="4419608" y="375285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CI</a:t>
            </a:r>
          </a:p>
        </p:txBody>
      </p:sp>
      <p:sp>
        <p:nvSpPr>
          <p:cNvPr id="162" name="Rectangle 51">
            <a:extLst>
              <a:ext uri="{FF2B5EF4-FFF2-40B4-BE49-F238E27FC236}">
                <a16:creationId xmlns:a16="http://schemas.microsoft.com/office/drawing/2014/main" id="{5749E3A3-EF1E-C340-8DCF-3E8EF0DB1746}"/>
              </a:ext>
            </a:extLst>
          </p:cNvPr>
          <p:cNvSpPr>
            <a:spLocks noChangeArrowheads="1"/>
          </p:cNvSpPr>
          <p:nvPr/>
        </p:nvSpPr>
        <p:spPr bwMode="auto">
          <a:xfrm>
            <a:off x="5410208" y="373380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CT</a:t>
            </a:r>
          </a:p>
        </p:txBody>
      </p:sp>
      <p:sp>
        <p:nvSpPr>
          <p:cNvPr id="163" name="Rectangle 52">
            <a:extLst>
              <a:ext uri="{FF2B5EF4-FFF2-40B4-BE49-F238E27FC236}">
                <a16:creationId xmlns:a16="http://schemas.microsoft.com/office/drawing/2014/main" id="{F5C22F5A-3AAF-454F-AAE2-B2BFD7ABAEB6}"/>
              </a:ext>
            </a:extLst>
          </p:cNvPr>
          <p:cNvSpPr>
            <a:spLocks noChangeArrowheads="1"/>
          </p:cNvSpPr>
          <p:nvPr/>
        </p:nvSpPr>
        <p:spPr bwMode="auto">
          <a:xfrm>
            <a:off x="6400808" y="3752850"/>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CO</a:t>
            </a:r>
          </a:p>
        </p:txBody>
      </p:sp>
      <p:sp>
        <p:nvSpPr>
          <p:cNvPr id="182" name="Rectangle 32">
            <a:extLst>
              <a:ext uri="{FF2B5EF4-FFF2-40B4-BE49-F238E27FC236}">
                <a16:creationId xmlns:a16="http://schemas.microsoft.com/office/drawing/2014/main" id="{2B170E40-AD24-1541-BDB8-71859CEAA5A6}"/>
              </a:ext>
            </a:extLst>
          </p:cNvPr>
          <p:cNvSpPr>
            <a:spLocks noChangeArrowheads="1"/>
          </p:cNvSpPr>
          <p:nvPr/>
        </p:nvSpPr>
        <p:spPr bwMode="auto">
          <a:xfrm>
            <a:off x="3625893" y="4348540"/>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M(2)</a:t>
            </a:r>
          </a:p>
        </p:txBody>
      </p:sp>
      <p:sp>
        <p:nvSpPr>
          <p:cNvPr id="183" name="Rectangle 33">
            <a:extLst>
              <a:ext uri="{FF2B5EF4-FFF2-40B4-BE49-F238E27FC236}">
                <a16:creationId xmlns:a16="http://schemas.microsoft.com/office/drawing/2014/main" id="{312FCA9A-0396-3A4C-9448-14CA4DE0D478}"/>
              </a:ext>
            </a:extLst>
          </p:cNvPr>
          <p:cNvSpPr>
            <a:spLocks noChangeArrowheads="1"/>
          </p:cNvSpPr>
          <p:nvPr/>
        </p:nvSpPr>
        <p:spPr bwMode="auto">
          <a:xfrm>
            <a:off x="2711493" y="5339140"/>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184" name="Line 34">
            <a:extLst>
              <a:ext uri="{FF2B5EF4-FFF2-40B4-BE49-F238E27FC236}">
                <a16:creationId xmlns:a16="http://schemas.microsoft.com/office/drawing/2014/main" id="{7782671D-9940-A448-AB51-794B47177E16}"/>
              </a:ext>
            </a:extLst>
          </p:cNvPr>
          <p:cNvSpPr>
            <a:spLocks noChangeShapeType="1"/>
          </p:cNvSpPr>
          <p:nvPr/>
        </p:nvSpPr>
        <p:spPr bwMode="auto">
          <a:xfrm flipH="1">
            <a:off x="3168693" y="465334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5" name="Line 35">
            <a:extLst>
              <a:ext uri="{FF2B5EF4-FFF2-40B4-BE49-F238E27FC236}">
                <a16:creationId xmlns:a16="http://schemas.microsoft.com/office/drawing/2014/main" id="{436B4938-924E-9946-82A8-D069BDA9699E}"/>
              </a:ext>
            </a:extLst>
          </p:cNvPr>
          <p:cNvSpPr>
            <a:spLocks noChangeShapeType="1"/>
          </p:cNvSpPr>
          <p:nvPr/>
        </p:nvSpPr>
        <p:spPr bwMode="auto">
          <a:xfrm>
            <a:off x="4006893" y="4653340"/>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6" name="Rectangle 37">
            <a:extLst>
              <a:ext uri="{FF2B5EF4-FFF2-40B4-BE49-F238E27FC236}">
                <a16:creationId xmlns:a16="http://schemas.microsoft.com/office/drawing/2014/main" id="{E0F3FB60-2CD5-C64E-B4A5-244EC9E2EC56}"/>
              </a:ext>
            </a:extLst>
          </p:cNvPr>
          <p:cNvSpPr>
            <a:spLocks noChangeArrowheads="1"/>
          </p:cNvSpPr>
          <p:nvPr/>
        </p:nvSpPr>
        <p:spPr bwMode="auto">
          <a:xfrm>
            <a:off x="4692693" y="5339140"/>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187" name="Line 38">
            <a:extLst>
              <a:ext uri="{FF2B5EF4-FFF2-40B4-BE49-F238E27FC236}">
                <a16:creationId xmlns:a16="http://schemas.microsoft.com/office/drawing/2014/main" id="{EF7C34E8-5A6B-7F49-B38C-32B7C3EFC099}"/>
              </a:ext>
            </a:extLst>
          </p:cNvPr>
          <p:cNvSpPr>
            <a:spLocks noChangeShapeType="1"/>
          </p:cNvSpPr>
          <p:nvPr/>
        </p:nvSpPr>
        <p:spPr bwMode="auto">
          <a:xfrm>
            <a:off x="4311693" y="465334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8" name="Line 39">
            <a:extLst>
              <a:ext uri="{FF2B5EF4-FFF2-40B4-BE49-F238E27FC236}">
                <a16:creationId xmlns:a16="http://schemas.microsoft.com/office/drawing/2014/main" id="{70A5750C-AAA0-324D-B748-16C7A1C475CD}"/>
              </a:ext>
            </a:extLst>
          </p:cNvPr>
          <p:cNvSpPr>
            <a:spLocks noChangeShapeType="1"/>
          </p:cNvSpPr>
          <p:nvPr/>
        </p:nvSpPr>
        <p:spPr bwMode="auto">
          <a:xfrm flipV="1">
            <a:off x="3092493" y="4729540"/>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9" name="Line 40">
            <a:extLst>
              <a:ext uri="{FF2B5EF4-FFF2-40B4-BE49-F238E27FC236}">
                <a16:creationId xmlns:a16="http://schemas.microsoft.com/office/drawing/2014/main" id="{EDDD7FDF-3511-AE41-BEBA-1C136A466BEB}"/>
              </a:ext>
            </a:extLst>
          </p:cNvPr>
          <p:cNvSpPr>
            <a:spLocks noChangeShapeType="1"/>
          </p:cNvSpPr>
          <p:nvPr/>
        </p:nvSpPr>
        <p:spPr bwMode="auto">
          <a:xfrm>
            <a:off x="3930693" y="472954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0" name="Line 41">
            <a:extLst>
              <a:ext uri="{FF2B5EF4-FFF2-40B4-BE49-F238E27FC236}">
                <a16:creationId xmlns:a16="http://schemas.microsoft.com/office/drawing/2014/main" id="{AFEB2810-50C7-D844-A9BE-EBE41BC926D1}"/>
              </a:ext>
            </a:extLst>
          </p:cNvPr>
          <p:cNvSpPr>
            <a:spLocks noChangeShapeType="1"/>
          </p:cNvSpPr>
          <p:nvPr/>
        </p:nvSpPr>
        <p:spPr bwMode="auto">
          <a:xfrm flipV="1">
            <a:off x="4083093" y="472954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1" name="Line 42">
            <a:extLst>
              <a:ext uri="{FF2B5EF4-FFF2-40B4-BE49-F238E27FC236}">
                <a16:creationId xmlns:a16="http://schemas.microsoft.com/office/drawing/2014/main" id="{D600D40D-6C5A-7144-97FA-8359135329D1}"/>
              </a:ext>
            </a:extLst>
          </p:cNvPr>
          <p:cNvSpPr>
            <a:spLocks noChangeShapeType="1"/>
          </p:cNvSpPr>
          <p:nvPr/>
        </p:nvSpPr>
        <p:spPr bwMode="auto">
          <a:xfrm>
            <a:off x="4540293" y="4729540"/>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2" name="Text Box 43">
            <a:extLst>
              <a:ext uri="{FF2B5EF4-FFF2-40B4-BE49-F238E27FC236}">
                <a16:creationId xmlns:a16="http://schemas.microsoft.com/office/drawing/2014/main" id="{34D65745-3C6D-0144-B21B-914A62321234}"/>
              </a:ext>
            </a:extLst>
          </p:cNvPr>
          <p:cNvSpPr txBox="1">
            <a:spLocks noChangeArrowheads="1"/>
          </p:cNvSpPr>
          <p:nvPr/>
        </p:nvSpPr>
        <p:spPr bwMode="auto">
          <a:xfrm>
            <a:off x="3092493" y="4653340"/>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3" name="Text Box 44">
            <a:extLst>
              <a:ext uri="{FF2B5EF4-FFF2-40B4-BE49-F238E27FC236}">
                <a16:creationId xmlns:a16="http://schemas.microsoft.com/office/drawing/2014/main" id="{1F845529-02DE-5344-BF55-64603EDCFB71}"/>
              </a:ext>
            </a:extLst>
          </p:cNvPr>
          <p:cNvSpPr txBox="1">
            <a:spLocks noChangeArrowheads="1"/>
          </p:cNvSpPr>
          <p:nvPr/>
        </p:nvSpPr>
        <p:spPr bwMode="auto">
          <a:xfrm>
            <a:off x="3625893" y="4729540"/>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4" name="Text Box 45">
            <a:extLst>
              <a:ext uri="{FF2B5EF4-FFF2-40B4-BE49-F238E27FC236}">
                <a16:creationId xmlns:a16="http://schemas.microsoft.com/office/drawing/2014/main" id="{B60E5758-0342-6849-A7CD-C58935F4EFD8}"/>
              </a:ext>
            </a:extLst>
          </p:cNvPr>
          <p:cNvSpPr txBox="1">
            <a:spLocks noChangeArrowheads="1"/>
          </p:cNvSpPr>
          <p:nvPr/>
        </p:nvSpPr>
        <p:spPr bwMode="auto">
          <a:xfrm>
            <a:off x="4692693" y="4586665"/>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95" name="Text Box 46">
            <a:extLst>
              <a:ext uri="{FF2B5EF4-FFF2-40B4-BE49-F238E27FC236}">
                <a16:creationId xmlns:a16="http://schemas.microsoft.com/office/drawing/2014/main" id="{70FFCB42-BEE9-E04F-A2B8-EBFAC8C3F6D7}"/>
              </a:ext>
            </a:extLst>
          </p:cNvPr>
          <p:cNvSpPr txBox="1">
            <a:spLocks noChangeArrowheads="1"/>
          </p:cNvSpPr>
          <p:nvPr/>
        </p:nvSpPr>
        <p:spPr bwMode="auto">
          <a:xfrm>
            <a:off x="4103327" y="4736104"/>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96" name="Rectangle 50">
            <a:extLst>
              <a:ext uri="{FF2B5EF4-FFF2-40B4-BE49-F238E27FC236}">
                <a16:creationId xmlns:a16="http://schemas.microsoft.com/office/drawing/2014/main" id="{B59291D9-E482-B04C-961A-04F933684FC6}"/>
              </a:ext>
            </a:extLst>
          </p:cNvPr>
          <p:cNvSpPr>
            <a:spLocks noChangeArrowheads="1"/>
          </p:cNvSpPr>
          <p:nvPr/>
        </p:nvSpPr>
        <p:spPr bwMode="auto">
          <a:xfrm>
            <a:off x="2711493" y="533914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BI</a:t>
            </a:r>
          </a:p>
        </p:txBody>
      </p:sp>
      <p:sp>
        <p:nvSpPr>
          <p:cNvPr id="197" name="Rectangle 51">
            <a:extLst>
              <a:ext uri="{FF2B5EF4-FFF2-40B4-BE49-F238E27FC236}">
                <a16:creationId xmlns:a16="http://schemas.microsoft.com/office/drawing/2014/main" id="{06639E37-70E5-694F-9092-A7DD83BC3F7B}"/>
              </a:ext>
            </a:extLst>
          </p:cNvPr>
          <p:cNvSpPr>
            <a:spLocks noChangeArrowheads="1"/>
          </p:cNvSpPr>
          <p:nvPr/>
        </p:nvSpPr>
        <p:spPr bwMode="auto">
          <a:xfrm>
            <a:off x="3702093" y="532009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BT</a:t>
            </a:r>
          </a:p>
        </p:txBody>
      </p:sp>
      <p:sp>
        <p:nvSpPr>
          <p:cNvPr id="198" name="Rectangle 52">
            <a:extLst>
              <a:ext uri="{FF2B5EF4-FFF2-40B4-BE49-F238E27FC236}">
                <a16:creationId xmlns:a16="http://schemas.microsoft.com/office/drawing/2014/main" id="{8A4CC3E6-A3C6-8648-A811-0499063EF286}"/>
              </a:ext>
            </a:extLst>
          </p:cNvPr>
          <p:cNvSpPr>
            <a:spLocks noChangeArrowheads="1"/>
          </p:cNvSpPr>
          <p:nvPr/>
        </p:nvSpPr>
        <p:spPr bwMode="auto">
          <a:xfrm>
            <a:off x="4692693" y="5339140"/>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BO</a:t>
            </a:r>
          </a:p>
        </p:txBody>
      </p:sp>
      <p:sp>
        <p:nvSpPr>
          <p:cNvPr id="199" name="Rectangle 32">
            <a:extLst>
              <a:ext uri="{FF2B5EF4-FFF2-40B4-BE49-F238E27FC236}">
                <a16:creationId xmlns:a16="http://schemas.microsoft.com/office/drawing/2014/main" id="{1AEBBD28-ADBE-8C43-9363-530E2D3273CA}"/>
              </a:ext>
            </a:extLst>
          </p:cNvPr>
          <p:cNvSpPr>
            <a:spLocks noChangeArrowheads="1"/>
          </p:cNvSpPr>
          <p:nvPr/>
        </p:nvSpPr>
        <p:spPr bwMode="auto">
          <a:xfrm>
            <a:off x="7010400" y="434393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M(3)</a:t>
            </a:r>
          </a:p>
        </p:txBody>
      </p:sp>
      <p:sp>
        <p:nvSpPr>
          <p:cNvPr id="200" name="Rectangle 33">
            <a:extLst>
              <a:ext uri="{FF2B5EF4-FFF2-40B4-BE49-F238E27FC236}">
                <a16:creationId xmlns:a16="http://schemas.microsoft.com/office/drawing/2014/main" id="{2B977474-043C-AB4D-A597-52741F68A8B5}"/>
              </a:ext>
            </a:extLst>
          </p:cNvPr>
          <p:cNvSpPr>
            <a:spLocks noChangeArrowheads="1"/>
          </p:cNvSpPr>
          <p:nvPr/>
        </p:nvSpPr>
        <p:spPr bwMode="auto">
          <a:xfrm>
            <a:off x="6096000" y="5334531"/>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201" name="Line 34">
            <a:extLst>
              <a:ext uri="{FF2B5EF4-FFF2-40B4-BE49-F238E27FC236}">
                <a16:creationId xmlns:a16="http://schemas.microsoft.com/office/drawing/2014/main" id="{7BEE53DA-D277-FF41-BE98-29DFC8E56C8F}"/>
              </a:ext>
            </a:extLst>
          </p:cNvPr>
          <p:cNvSpPr>
            <a:spLocks noChangeShapeType="1"/>
          </p:cNvSpPr>
          <p:nvPr/>
        </p:nvSpPr>
        <p:spPr bwMode="auto">
          <a:xfrm flipH="1">
            <a:off x="6553200" y="4648731"/>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2" name="Line 35">
            <a:extLst>
              <a:ext uri="{FF2B5EF4-FFF2-40B4-BE49-F238E27FC236}">
                <a16:creationId xmlns:a16="http://schemas.microsoft.com/office/drawing/2014/main" id="{BCF3761C-C22A-B94B-BC33-5AA5E836D544}"/>
              </a:ext>
            </a:extLst>
          </p:cNvPr>
          <p:cNvSpPr>
            <a:spLocks noChangeShapeType="1"/>
          </p:cNvSpPr>
          <p:nvPr/>
        </p:nvSpPr>
        <p:spPr bwMode="auto">
          <a:xfrm>
            <a:off x="7391400" y="464873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3" name="Rectangle 37">
            <a:extLst>
              <a:ext uri="{FF2B5EF4-FFF2-40B4-BE49-F238E27FC236}">
                <a16:creationId xmlns:a16="http://schemas.microsoft.com/office/drawing/2014/main" id="{CDC806D2-4E69-314B-B80F-8D2FCED16AF8}"/>
              </a:ext>
            </a:extLst>
          </p:cNvPr>
          <p:cNvSpPr>
            <a:spLocks noChangeArrowheads="1"/>
          </p:cNvSpPr>
          <p:nvPr/>
        </p:nvSpPr>
        <p:spPr bwMode="auto">
          <a:xfrm>
            <a:off x="8077200" y="5334531"/>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204" name="Line 38">
            <a:extLst>
              <a:ext uri="{FF2B5EF4-FFF2-40B4-BE49-F238E27FC236}">
                <a16:creationId xmlns:a16="http://schemas.microsoft.com/office/drawing/2014/main" id="{09A147C2-7FF2-3740-9E47-AF7148BBF773}"/>
              </a:ext>
            </a:extLst>
          </p:cNvPr>
          <p:cNvSpPr>
            <a:spLocks noChangeShapeType="1"/>
          </p:cNvSpPr>
          <p:nvPr/>
        </p:nvSpPr>
        <p:spPr bwMode="auto">
          <a:xfrm>
            <a:off x="7696200" y="4648731"/>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5" name="Line 39">
            <a:extLst>
              <a:ext uri="{FF2B5EF4-FFF2-40B4-BE49-F238E27FC236}">
                <a16:creationId xmlns:a16="http://schemas.microsoft.com/office/drawing/2014/main" id="{4B4F2F87-19E3-EF47-AD7C-E797A4C3D954}"/>
              </a:ext>
            </a:extLst>
          </p:cNvPr>
          <p:cNvSpPr>
            <a:spLocks noChangeShapeType="1"/>
          </p:cNvSpPr>
          <p:nvPr/>
        </p:nvSpPr>
        <p:spPr bwMode="auto">
          <a:xfrm flipV="1">
            <a:off x="6477000" y="4724931"/>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6" name="Line 40">
            <a:extLst>
              <a:ext uri="{FF2B5EF4-FFF2-40B4-BE49-F238E27FC236}">
                <a16:creationId xmlns:a16="http://schemas.microsoft.com/office/drawing/2014/main" id="{1E90EAB6-98DB-744F-B00E-0C0B2F8E946F}"/>
              </a:ext>
            </a:extLst>
          </p:cNvPr>
          <p:cNvSpPr>
            <a:spLocks noChangeShapeType="1"/>
          </p:cNvSpPr>
          <p:nvPr/>
        </p:nvSpPr>
        <p:spPr bwMode="auto">
          <a:xfrm>
            <a:off x="7315200" y="472493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7" name="Line 41">
            <a:extLst>
              <a:ext uri="{FF2B5EF4-FFF2-40B4-BE49-F238E27FC236}">
                <a16:creationId xmlns:a16="http://schemas.microsoft.com/office/drawing/2014/main" id="{75BEBC5A-33EB-7446-9786-C4323C09EA20}"/>
              </a:ext>
            </a:extLst>
          </p:cNvPr>
          <p:cNvSpPr>
            <a:spLocks noChangeShapeType="1"/>
          </p:cNvSpPr>
          <p:nvPr/>
        </p:nvSpPr>
        <p:spPr bwMode="auto">
          <a:xfrm flipV="1">
            <a:off x="7467600" y="472493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8" name="Line 42">
            <a:extLst>
              <a:ext uri="{FF2B5EF4-FFF2-40B4-BE49-F238E27FC236}">
                <a16:creationId xmlns:a16="http://schemas.microsoft.com/office/drawing/2014/main" id="{7778F3EB-EE4E-294D-AAA0-179CEA11F3A5}"/>
              </a:ext>
            </a:extLst>
          </p:cNvPr>
          <p:cNvSpPr>
            <a:spLocks noChangeShapeType="1"/>
          </p:cNvSpPr>
          <p:nvPr/>
        </p:nvSpPr>
        <p:spPr bwMode="auto">
          <a:xfrm>
            <a:off x="7924800" y="4724931"/>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9" name="Text Box 43">
            <a:extLst>
              <a:ext uri="{FF2B5EF4-FFF2-40B4-BE49-F238E27FC236}">
                <a16:creationId xmlns:a16="http://schemas.microsoft.com/office/drawing/2014/main" id="{023FAB26-2DA7-434C-B756-00F9D4B4E913}"/>
              </a:ext>
            </a:extLst>
          </p:cNvPr>
          <p:cNvSpPr txBox="1">
            <a:spLocks noChangeArrowheads="1"/>
          </p:cNvSpPr>
          <p:nvPr/>
        </p:nvSpPr>
        <p:spPr bwMode="auto">
          <a:xfrm>
            <a:off x="6477000" y="4648731"/>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210" name="Text Box 44">
            <a:extLst>
              <a:ext uri="{FF2B5EF4-FFF2-40B4-BE49-F238E27FC236}">
                <a16:creationId xmlns:a16="http://schemas.microsoft.com/office/drawing/2014/main" id="{F0DA5C63-32ED-B844-99D0-18A86F16705D}"/>
              </a:ext>
            </a:extLst>
          </p:cNvPr>
          <p:cNvSpPr txBox="1">
            <a:spLocks noChangeArrowheads="1"/>
          </p:cNvSpPr>
          <p:nvPr/>
        </p:nvSpPr>
        <p:spPr bwMode="auto">
          <a:xfrm>
            <a:off x="7010400" y="472493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211" name="Text Box 45">
            <a:extLst>
              <a:ext uri="{FF2B5EF4-FFF2-40B4-BE49-F238E27FC236}">
                <a16:creationId xmlns:a16="http://schemas.microsoft.com/office/drawing/2014/main" id="{CEEE30BE-CBA1-1E42-8F8E-59041565753A}"/>
              </a:ext>
            </a:extLst>
          </p:cNvPr>
          <p:cNvSpPr txBox="1">
            <a:spLocks noChangeArrowheads="1"/>
          </p:cNvSpPr>
          <p:nvPr/>
        </p:nvSpPr>
        <p:spPr bwMode="auto">
          <a:xfrm>
            <a:off x="8077200" y="4582056"/>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12" name="Text Box 46">
            <a:extLst>
              <a:ext uri="{FF2B5EF4-FFF2-40B4-BE49-F238E27FC236}">
                <a16:creationId xmlns:a16="http://schemas.microsoft.com/office/drawing/2014/main" id="{77F31583-67AE-6748-99DE-458FEE0FC7CE}"/>
              </a:ext>
            </a:extLst>
          </p:cNvPr>
          <p:cNvSpPr txBox="1">
            <a:spLocks noChangeArrowheads="1"/>
          </p:cNvSpPr>
          <p:nvPr/>
        </p:nvSpPr>
        <p:spPr bwMode="auto">
          <a:xfrm>
            <a:off x="7487834" y="473149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13" name="Rectangle 50">
            <a:extLst>
              <a:ext uri="{FF2B5EF4-FFF2-40B4-BE49-F238E27FC236}">
                <a16:creationId xmlns:a16="http://schemas.microsoft.com/office/drawing/2014/main" id="{357ED049-7D7A-8147-B3A8-47EEFE83CB6C}"/>
              </a:ext>
            </a:extLst>
          </p:cNvPr>
          <p:cNvSpPr>
            <a:spLocks noChangeArrowheads="1"/>
          </p:cNvSpPr>
          <p:nvPr/>
        </p:nvSpPr>
        <p:spPr bwMode="auto">
          <a:xfrm>
            <a:off x="6096000" y="533453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DI</a:t>
            </a:r>
          </a:p>
        </p:txBody>
      </p:sp>
      <p:sp>
        <p:nvSpPr>
          <p:cNvPr id="214" name="Rectangle 51">
            <a:extLst>
              <a:ext uri="{FF2B5EF4-FFF2-40B4-BE49-F238E27FC236}">
                <a16:creationId xmlns:a16="http://schemas.microsoft.com/office/drawing/2014/main" id="{CF480EEE-2725-AA41-8F4A-5F78EA3F64D8}"/>
              </a:ext>
            </a:extLst>
          </p:cNvPr>
          <p:cNvSpPr>
            <a:spLocks noChangeArrowheads="1"/>
          </p:cNvSpPr>
          <p:nvPr/>
        </p:nvSpPr>
        <p:spPr bwMode="auto">
          <a:xfrm>
            <a:off x="7086600" y="531548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DT</a:t>
            </a:r>
          </a:p>
        </p:txBody>
      </p:sp>
      <p:sp>
        <p:nvSpPr>
          <p:cNvPr id="215" name="Rectangle 52">
            <a:extLst>
              <a:ext uri="{FF2B5EF4-FFF2-40B4-BE49-F238E27FC236}">
                <a16:creationId xmlns:a16="http://schemas.microsoft.com/office/drawing/2014/main" id="{47BF7C60-B0DF-8441-AFFD-15684EAE2459}"/>
              </a:ext>
            </a:extLst>
          </p:cNvPr>
          <p:cNvSpPr>
            <a:spLocks noChangeArrowheads="1"/>
          </p:cNvSpPr>
          <p:nvPr/>
        </p:nvSpPr>
        <p:spPr bwMode="auto">
          <a:xfrm>
            <a:off x="8077200" y="5334531"/>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DO</a:t>
            </a:r>
          </a:p>
        </p:txBody>
      </p:sp>
    </p:spTree>
    <p:extLst>
      <p:ext uri="{BB962C8B-B14F-4D97-AF65-F5344CB8AC3E}">
        <p14:creationId xmlns:p14="http://schemas.microsoft.com/office/powerpoint/2010/main" val="91293955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50</a:t>
            </a:fld>
            <a:endParaRPr lang="zh-CN" altLang="en-US"/>
          </a:p>
        </p:txBody>
      </p:sp>
      <p:sp>
        <p:nvSpPr>
          <p:cNvPr id="62" name="Line 52">
            <a:extLst>
              <a:ext uri="{FF2B5EF4-FFF2-40B4-BE49-F238E27FC236}">
                <a16:creationId xmlns:a16="http://schemas.microsoft.com/office/drawing/2014/main" id="{E35E62B0-3EBA-7648-BEBF-57EBC57FB794}"/>
              </a:ext>
            </a:extLst>
          </p:cNvPr>
          <p:cNvSpPr>
            <a:spLocks noChangeShapeType="1"/>
          </p:cNvSpPr>
          <p:nvPr/>
        </p:nvSpPr>
        <p:spPr bwMode="auto">
          <a:xfrm>
            <a:off x="-1436279" y="4159250"/>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55">
            <a:extLst>
              <a:ext uri="{FF2B5EF4-FFF2-40B4-BE49-F238E27FC236}">
                <a16:creationId xmlns:a16="http://schemas.microsoft.com/office/drawing/2014/main" id="{75D55032-34AF-7247-BE7E-E1FBC4353E31}"/>
              </a:ext>
            </a:extLst>
          </p:cNvPr>
          <p:cNvSpPr>
            <a:spLocks noChangeShapeType="1"/>
          </p:cNvSpPr>
          <p:nvPr/>
        </p:nvSpPr>
        <p:spPr bwMode="auto">
          <a:xfrm flipV="1">
            <a:off x="-1645553" y="4083047"/>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79" name="Group 69">
            <a:extLst>
              <a:ext uri="{FF2B5EF4-FFF2-40B4-BE49-F238E27FC236}">
                <a16:creationId xmlns:a16="http://schemas.microsoft.com/office/drawing/2014/main" id="{3B7822EC-F9BE-E34E-A533-1BB05DD7816B}"/>
              </a:ext>
            </a:extLst>
          </p:cNvPr>
          <p:cNvGrpSpPr>
            <a:grpSpLocks/>
          </p:cNvGrpSpPr>
          <p:nvPr/>
        </p:nvGrpSpPr>
        <p:grpSpPr bwMode="auto">
          <a:xfrm>
            <a:off x="394299" y="1138237"/>
            <a:ext cx="3746500" cy="2290763"/>
            <a:chOff x="192" y="1980"/>
            <a:chExt cx="2360" cy="1443"/>
          </a:xfrm>
        </p:grpSpPr>
        <p:sp>
          <p:nvSpPr>
            <p:cNvPr id="80" name="Text Box 70">
              <a:extLst>
                <a:ext uri="{FF2B5EF4-FFF2-40B4-BE49-F238E27FC236}">
                  <a16:creationId xmlns:a16="http://schemas.microsoft.com/office/drawing/2014/main" id="{77F7069A-C116-704D-AD56-5D5D4C0E444D}"/>
                </a:ext>
              </a:extLst>
            </p:cNvPr>
            <p:cNvSpPr txBox="1">
              <a:spLocks noChangeArrowheads="1"/>
            </p:cNvSpPr>
            <p:nvPr/>
          </p:nvSpPr>
          <p:spPr bwMode="auto">
            <a:xfrm>
              <a:off x="1584" y="2161"/>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81" name="Text Box 71">
              <a:extLst>
                <a:ext uri="{FF2B5EF4-FFF2-40B4-BE49-F238E27FC236}">
                  <a16:creationId xmlns:a16="http://schemas.microsoft.com/office/drawing/2014/main" id="{DB686199-2098-0049-A335-43EA854294C9}"/>
                </a:ext>
              </a:extLst>
            </p:cNvPr>
            <p:cNvSpPr txBox="1">
              <a:spLocks noChangeArrowheads="1"/>
            </p:cNvSpPr>
            <p:nvPr/>
          </p:nvSpPr>
          <p:spPr bwMode="auto">
            <a:xfrm>
              <a:off x="959" y="2160"/>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82" name="Oval 72">
              <a:extLst>
                <a:ext uri="{FF2B5EF4-FFF2-40B4-BE49-F238E27FC236}">
                  <a16:creationId xmlns:a16="http://schemas.microsoft.com/office/drawing/2014/main" id="{A47F8271-B29F-5A4B-8941-324965FB19DB}"/>
                </a:ext>
              </a:extLst>
            </p:cNvPr>
            <p:cNvSpPr>
              <a:spLocks noChangeArrowheads="1"/>
            </p:cNvSpPr>
            <p:nvPr/>
          </p:nvSpPr>
          <p:spPr bwMode="auto">
            <a:xfrm>
              <a:off x="1208" y="2186"/>
              <a:ext cx="364" cy="37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000000"/>
                  </a:solidFill>
                </a:rPr>
                <a:t>中心</a:t>
              </a:r>
            </a:p>
            <a:p>
              <a:pPr algn="ctr" eaLnBrk="1" hangingPunct="1"/>
              <a:r>
                <a:rPr lang="zh-CN" altLang="en-US" sz="1400">
                  <a:solidFill>
                    <a:srgbClr val="000000"/>
                  </a:solidFill>
                </a:rPr>
                <a:t>加工</a:t>
              </a:r>
            </a:p>
          </p:txBody>
        </p:sp>
        <p:sp>
          <p:nvSpPr>
            <p:cNvPr id="83" name="Oval 73">
              <a:extLst>
                <a:ext uri="{FF2B5EF4-FFF2-40B4-BE49-F238E27FC236}">
                  <a16:creationId xmlns:a16="http://schemas.microsoft.com/office/drawing/2014/main" id="{4A8DC9E1-CAFB-0848-A287-B0B0BF5FE85B}"/>
                </a:ext>
              </a:extLst>
            </p:cNvPr>
            <p:cNvSpPr>
              <a:spLocks noChangeArrowheads="1"/>
            </p:cNvSpPr>
            <p:nvPr/>
          </p:nvSpPr>
          <p:spPr bwMode="auto">
            <a:xfrm>
              <a:off x="625" y="2168"/>
              <a:ext cx="391" cy="396"/>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400">
                  <a:solidFill>
                    <a:srgbClr val="000000"/>
                  </a:solidFill>
                </a:rPr>
                <a:t>号</a:t>
              </a:r>
            </a:p>
            <a:p>
              <a:pPr algn="ctr" eaLnBrk="1" hangingPunct="1"/>
              <a:r>
                <a:rPr lang="zh-CN" altLang="en-US" sz="1400">
                  <a:solidFill>
                    <a:srgbClr val="000000"/>
                  </a:solidFill>
                </a:rPr>
                <a:t>加工</a:t>
              </a:r>
            </a:p>
          </p:txBody>
        </p:sp>
        <p:sp>
          <p:nvSpPr>
            <p:cNvPr id="84" name="Oval 74">
              <a:extLst>
                <a:ext uri="{FF2B5EF4-FFF2-40B4-BE49-F238E27FC236}">
                  <a16:creationId xmlns:a16="http://schemas.microsoft.com/office/drawing/2014/main" id="{1EE2104F-BA5C-0D4F-BA74-AD64784166C8}"/>
                </a:ext>
              </a:extLst>
            </p:cNvPr>
            <p:cNvSpPr>
              <a:spLocks noChangeArrowheads="1"/>
            </p:cNvSpPr>
            <p:nvPr/>
          </p:nvSpPr>
          <p:spPr bwMode="auto">
            <a:xfrm>
              <a:off x="1736" y="2187"/>
              <a:ext cx="383" cy="387"/>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400">
                  <a:solidFill>
                    <a:srgbClr val="000000"/>
                  </a:solidFill>
                </a:rPr>
                <a:t>号</a:t>
              </a:r>
            </a:p>
            <a:p>
              <a:pPr algn="ctr" eaLnBrk="1" hangingPunct="1"/>
              <a:r>
                <a:rPr lang="zh-CN" altLang="en-US" sz="1400">
                  <a:solidFill>
                    <a:srgbClr val="000000"/>
                  </a:solidFill>
                </a:rPr>
                <a:t>加工</a:t>
              </a:r>
            </a:p>
          </p:txBody>
        </p:sp>
        <p:sp>
          <p:nvSpPr>
            <p:cNvPr id="85" name="Oval 75">
              <a:extLst>
                <a:ext uri="{FF2B5EF4-FFF2-40B4-BE49-F238E27FC236}">
                  <a16:creationId xmlns:a16="http://schemas.microsoft.com/office/drawing/2014/main" id="{D015A4B5-D96F-604E-9DCE-F6FB01F5CA50}"/>
                </a:ext>
              </a:extLst>
            </p:cNvPr>
            <p:cNvSpPr>
              <a:spLocks noChangeArrowheads="1"/>
            </p:cNvSpPr>
            <p:nvPr/>
          </p:nvSpPr>
          <p:spPr bwMode="auto">
            <a:xfrm>
              <a:off x="347" y="2735"/>
              <a:ext cx="373" cy="36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400">
                  <a:solidFill>
                    <a:srgbClr val="000000"/>
                  </a:solidFill>
                </a:rPr>
                <a:t>号</a:t>
              </a:r>
            </a:p>
            <a:p>
              <a:pPr algn="ctr" eaLnBrk="1" hangingPunct="1"/>
              <a:r>
                <a:rPr lang="zh-CN" altLang="en-US" sz="1400">
                  <a:solidFill>
                    <a:srgbClr val="000000"/>
                  </a:solidFill>
                </a:rPr>
                <a:t>加工</a:t>
              </a:r>
            </a:p>
          </p:txBody>
        </p:sp>
        <p:sp>
          <p:nvSpPr>
            <p:cNvPr id="86" name="Oval 76">
              <a:extLst>
                <a:ext uri="{FF2B5EF4-FFF2-40B4-BE49-F238E27FC236}">
                  <a16:creationId xmlns:a16="http://schemas.microsoft.com/office/drawing/2014/main" id="{CF0163F9-1127-C74F-BDE8-5F35FEFAC7FB}"/>
                </a:ext>
              </a:extLst>
            </p:cNvPr>
            <p:cNvSpPr>
              <a:spLocks noChangeArrowheads="1"/>
            </p:cNvSpPr>
            <p:nvPr/>
          </p:nvSpPr>
          <p:spPr bwMode="auto">
            <a:xfrm>
              <a:off x="2112" y="2726"/>
              <a:ext cx="363" cy="36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400">
                  <a:solidFill>
                    <a:srgbClr val="000000"/>
                  </a:solidFill>
                </a:rPr>
                <a:t>号</a:t>
              </a:r>
            </a:p>
            <a:p>
              <a:pPr algn="ctr" eaLnBrk="1" hangingPunct="1"/>
              <a:r>
                <a:rPr lang="zh-CN" altLang="en-US" sz="1400">
                  <a:solidFill>
                    <a:srgbClr val="000000"/>
                  </a:solidFill>
                </a:rPr>
                <a:t>加工</a:t>
              </a:r>
            </a:p>
          </p:txBody>
        </p:sp>
        <p:sp>
          <p:nvSpPr>
            <p:cNvPr id="87" name="Line 77">
              <a:extLst>
                <a:ext uri="{FF2B5EF4-FFF2-40B4-BE49-F238E27FC236}">
                  <a16:creationId xmlns:a16="http://schemas.microsoft.com/office/drawing/2014/main" id="{D09AEDB1-93BD-A544-B077-793BB6B8E27D}"/>
                </a:ext>
              </a:extLst>
            </p:cNvPr>
            <p:cNvSpPr>
              <a:spLocks noChangeShapeType="1"/>
            </p:cNvSpPr>
            <p:nvPr/>
          </p:nvSpPr>
          <p:spPr bwMode="auto">
            <a:xfrm flipV="1">
              <a:off x="344" y="3099"/>
              <a:ext cx="144" cy="324"/>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8" name="Line 78">
              <a:extLst>
                <a:ext uri="{FF2B5EF4-FFF2-40B4-BE49-F238E27FC236}">
                  <a16:creationId xmlns:a16="http://schemas.microsoft.com/office/drawing/2014/main" id="{30276866-66CE-3941-8A4D-487BC994DF7F}"/>
                </a:ext>
              </a:extLst>
            </p:cNvPr>
            <p:cNvSpPr>
              <a:spLocks noChangeShapeType="1"/>
            </p:cNvSpPr>
            <p:nvPr/>
          </p:nvSpPr>
          <p:spPr bwMode="auto">
            <a:xfrm flipV="1">
              <a:off x="632" y="2546"/>
              <a:ext cx="144" cy="20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9" name="Line 79">
              <a:extLst>
                <a:ext uri="{FF2B5EF4-FFF2-40B4-BE49-F238E27FC236}">
                  <a16:creationId xmlns:a16="http://schemas.microsoft.com/office/drawing/2014/main" id="{55C5C1DA-7592-AE47-B25B-4CAEAC404FFF}"/>
                </a:ext>
              </a:extLst>
            </p:cNvPr>
            <p:cNvSpPr>
              <a:spLocks noChangeShapeType="1"/>
            </p:cNvSpPr>
            <p:nvPr/>
          </p:nvSpPr>
          <p:spPr bwMode="auto">
            <a:xfrm flipV="1">
              <a:off x="1016"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0" name="Line 80">
              <a:extLst>
                <a:ext uri="{FF2B5EF4-FFF2-40B4-BE49-F238E27FC236}">
                  <a16:creationId xmlns:a16="http://schemas.microsoft.com/office/drawing/2014/main" id="{2A68E39C-AC4B-DF49-AE8A-DE719F6D5764}"/>
                </a:ext>
              </a:extLst>
            </p:cNvPr>
            <p:cNvSpPr>
              <a:spLocks noChangeShapeType="1"/>
            </p:cNvSpPr>
            <p:nvPr/>
          </p:nvSpPr>
          <p:spPr bwMode="auto">
            <a:xfrm>
              <a:off x="1544"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1" name="Line 81">
              <a:extLst>
                <a:ext uri="{FF2B5EF4-FFF2-40B4-BE49-F238E27FC236}">
                  <a16:creationId xmlns:a16="http://schemas.microsoft.com/office/drawing/2014/main" id="{F4155678-C31D-1949-8DDB-031368C364D4}"/>
                </a:ext>
              </a:extLst>
            </p:cNvPr>
            <p:cNvSpPr>
              <a:spLocks noChangeShapeType="1"/>
            </p:cNvSpPr>
            <p:nvPr/>
          </p:nvSpPr>
          <p:spPr bwMode="auto">
            <a:xfrm>
              <a:off x="2053" y="2525"/>
              <a:ext cx="211" cy="22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2" name="Line 82">
              <a:extLst>
                <a:ext uri="{FF2B5EF4-FFF2-40B4-BE49-F238E27FC236}">
                  <a16:creationId xmlns:a16="http://schemas.microsoft.com/office/drawing/2014/main" id="{C31F76D7-050D-A64A-824F-3D2D25585D13}"/>
                </a:ext>
              </a:extLst>
            </p:cNvPr>
            <p:cNvSpPr>
              <a:spLocks noChangeShapeType="1"/>
            </p:cNvSpPr>
            <p:nvPr/>
          </p:nvSpPr>
          <p:spPr bwMode="auto">
            <a:xfrm>
              <a:off x="2408" y="3032"/>
              <a:ext cx="144" cy="24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Text Box 83">
              <a:extLst>
                <a:ext uri="{FF2B5EF4-FFF2-40B4-BE49-F238E27FC236}">
                  <a16:creationId xmlns:a16="http://schemas.microsoft.com/office/drawing/2014/main" id="{DA936906-0FAB-5342-8A77-B4816A573375}"/>
                </a:ext>
              </a:extLst>
            </p:cNvPr>
            <p:cNvSpPr txBox="1">
              <a:spLocks noChangeArrowheads="1"/>
            </p:cNvSpPr>
            <p:nvPr/>
          </p:nvSpPr>
          <p:spPr bwMode="auto">
            <a:xfrm>
              <a:off x="192" y="3069"/>
              <a:ext cx="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sp>
          <p:nvSpPr>
            <p:cNvPr id="94" name="Text Box 84">
              <a:extLst>
                <a:ext uri="{FF2B5EF4-FFF2-40B4-BE49-F238E27FC236}">
                  <a16:creationId xmlns:a16="http://schemas.microsoft.com/office/drawing/2014/main" id="{079C8CDD-C866-AE4A-8DC1-529D262A9E0D}"/>
                </a:ext>
              </a:extLst>
            </p:cNvPr>
            <p:cNvSpPr txBox="1">
              <a:spLocks noChangeArrowheads="1"/>
            </p:cNvSpPr>
            <p:nvPr/>
          </p:nvSpPr>
          <p:spPr bwMode="auto">
            <a:xfrm>
              <a:off x="511" y="2530"/>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sp>
          <p:nvSpPr>
            <p:cNvPr id="95" name="Text Box 85">
              <a:extLst>
                <a:ext uri="{FF2B5EF4-FFF2-40B4-BE49-F238E27FC236}">
                  <a16:creationId xmlns:a16="http://schemas.microsoft.com/office/drawing/2014/main" id="{264CC830-67AA-4D42-9881-497054AF0E38}"/>
                </a:ext>
              </a:extLst>
            </p:cNvPr>
            <p:cNvSpPr txBox="1">
              <a:spLocks noChangeArrowheads="1"/>
            </p:cNvSpPr>
            <p:nvPr/>
          </p:nvSpPr>
          <p:spPr bwMode="auto">
            <a:xfrm>
              <a:off x="2072" y="2464"/>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   E</a:t>
              </a:r>
            </a:p>
          </p:txBody>
        </p:sp>
        <p:sp>
          <p:nvSpPr>
            <p:cNvPr id="96" name="Line 86">
              <a:extLst>
                <a:ext uri="{FF2B5EF4-FFF2-40B4-BE49-F238E27FC236}">
                  <a16:creationId xmlns:a16="http://schemas.microsoft.com/office/drawing/2014/main" id="{DEBBF766-9A37-2B46-ABB0-7ECFBAB3B827}"/>
                </a:ext>
              </a:extLst>
            </p:cNvPr>
            <p:cNvSpPr>
              <a:spLocks noChangeShapeType="1"/>
            </p:cNvSpPr>
            <p:nvPr/>
          </p:nvSpPr>
          <p:spPr bwMode="auto">
            <a:xfrm>
              <a:off x="1112"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Line 87">
              <a:extLst>
                <a:ext uri="{FF2B5EF4-FFF2-40B4-BE49-F238E27FC236}">
                  <a16:creationId xmlns:a16="http://schemas.microsoft.com/office/drawing/2014/main" id="{5565EAAD-24ED-4442-AF6E-E38AC2BE6484}"/>
                </a:ext>
              </a:extLst>
            </p:cNvPr>
            <p:cNvSpPr>
              <a:spLocks noChangeShapeType="1"/>
            </p:cNvSpPr>
            <p:nvPr/>
          </p:nvSpPr>
          <p:spPr bwMode="auto">
            <a:xfrm>
              <a:off x="1640"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8" name="Text Box 88">
              <a:extLst>
                <a:ext uri="{FF2B5EF4-FFF2-40B4-BE49-F238E27FC236}">
                  <a16:creationId xmlns:a16="http://schemas.microsoft.com/office/drawing/2014/main" id="{35CBC7EF-C675-574E-832F-199F8F73EDCA}"/>
                </a:ext>
              </a:extLst>
            </p:cNvPr>
            <p:cNvSpPr txBox="1">
              <a:spLocks noChangeArrowheads="1"/>
            </p:cNvSpPr>
            <p:nvPr/>
          </p:nvSpPr>
          <p:spPr bwMode="auto">
            <a:xfrm>
              <a:off x="632" y="2707"/>
              <a:ext cx="4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99" name="Text Box 89">
              <a:extLst>
                <a:ext uri="{FF2B5EF4-FFF2-40B4-BE49-F238E27FC236}">
                  <a16:creationId xmlns:a16="http://schemas.microsoft.com/office/drawing/2014/main" id="{D31DEED7-FC72-6344-8406-AE7F0DEF2B27}"/>
                </a:ext>
              </a:extLst>
            </p:cNvPr>
            <p:cNvSpPr txBox="1">
              <a:spLocks noChangeArrowheads="1"/>
            </p:cNvSpPr>
            <p:nvPr/>
          </p:nvSpPr>
          <p:spPr bwMode="auto">
            <a:xfrm>
              <a:off x="1111" y="2627"/>
              <a:ext cx="6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sp>
          <p:nvSpPr>
            <p:cNvPr id="100" name="Text Box 90">
              <a:extLst>
                <a:ext uri="{FF2B5EF4-FFF2-40B4-BE49-F238E27FC236}">
                  <a16:creationId xmlns:a16="http://schemas.microsoft.com/office/drawing/2014/main" id="{92983689-0966-4F4E-BC34-4053FCE60AC3}"/>
                </a:ext>
              </a:extLst>
            </p:cNvPr>
            <p:cNvSpPr txBox="1">
              <a:spLocks noChangeArrowheads="1"/>
            </p:cNvSpPr>
            <p:nvPr/>
          </p:nvSpPr>
          <p:spPr bwMode="auto">
            <a:xfrm>
              <a:off x="1784" y="2707"/>
              <a:ext cx="67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101" name="Line 91">
              <a:extLst>
                <a:ext uri="{FF2B5EF4-FFF2-40B4-BE49-F238E27FC236}">
                  <a16:creationId xmlns:a16="http://schemas.microsoft.com/office/drawing/2014/main" id="{09228FD7-E66F-364C-9FDD-57FA3EE35C55}"/>
                </a:ext>
              </a:extLst>
            </p:cNvPr>
            <p:cNvSpPr>
              <a:spLocks noChangeShapeType="1"/>
            </p:cNvSpPr>
            <p:nvPr/>
          </p:nvSpPr>
          <p:spPr bwMode="auto">
            <a:xfrm>
              <a:off x="1112"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2" name="Line 92">
              <a:extLst>
                <a:ext uri="{FF2B5EF4-FFF2-40B4-BE49-F238E27FC236}">
                  <a16:creationId xmlns:a16="http://schemas.microsoft.com/office/drawing/2014/main" id="{A370ABB3-8DA3-9444-A97C-FD1AA57078F6}"/>
                </a:ext>
              </a:extLst>
            </p:cNvPr>
            <p:cNvSpPr>
              <a:spLocks noChangeShapeType="1"/>
            </p:cNvSpPr>
            <p:nvPr/>
          </p:nvSpPr>
          <p:spPr bwMode="auto">
            <a:xfrm>
              <a:off x="1640"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3" name="Text Box 93">
              <a:extLst>
                <a:ext uri="{FF2B5EF4-FFF2-40B4-BE49-F238E27FC236}">
                  <a16:creationId xmlns:a16="http://schemas.microsoft.com/office/drawing/2014/main" id="{AADB14AF-6FB9-4C45-A438-C7DC0F518C4E}"/>
                </a:ext>
              </a:extLst>
            </p:cNvPr>
            <p:cNvSpPr txBox="1">
              <a:spLocks noChangeArrowheads="1"/>
            </p:cNvSpPr>
            <p:nvPr/>
          </p:nvSpPr>
          <p:spPr bwMode="auto">
            <a:xfrm>
              <a:off x="1112" y="2627"/>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grpSp>
      <p:sp>
        <p:nvSpPr>
          <p:cNvPr id="133" name="Text Box 129">
            <a:extLst>
              <a:ext uri="{FF2B5EF4-FFF2-40B4-BE49-F238E27FC236}">
                <a16:creationId xmlns:a16="http://schemas.microsoft.com/office/drawing/2014/main" id="{8AD1640C-0184-B444-AA7A-F4B74835BE6D}"/>
              </a:ext>
            </a:extLst>
          </p:cNvPr>
          <p:cNvSpPr txBox="1">
            <a:spLocks noChangeArrowheads="1"/>
          </p:cNvSpPr>
          <p:nvPr/>
        </p:nvSpPr>
        <p:spPr bwMode="auto">
          <a:xfrm>
            <a:off x="4041361" y="2720181"/>
            <a:ext cx="5524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F</a:t>
            </a:r>
          </a:p>
        </p:txBody>
      </p:sp>
      <p:sp>
        <p:nvSpPr>
          <p:cNvPr id="146" name="Rectangle 32">
            <a:extLst>
              <a:ext uri="{FF2B5EF4-FFF2-40B4-BE49-F238E27FC236}">
                <a16:creationId xmlns:a16="http://schemas.microsoft.com/office/drawing/2014/main" id="{EDA2F51B-DE7F-A244-A7F6-9B866E446E51}"/>
              </a:ext>
            </a:extLst>
          </p:cNvPr>
          <p:cNvSpPr>
            <a:spLocks noChangeArrowheads="1"/>
          </p:cNvSpPr>
          <p:nvPr/>
        </p:nvSpPr>
        <p:spPr bwMode="auto">
          <a:xfrm>
            <a:off x="5334008" y="2762250"/>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a:t>
            </a:r>
          </a:p>
        </p:txBody>
      </p:sp>
      <p:sp>
        <p:nvSpPr>
          <p:cNvPr id="148" name="Line 34">
            <a:extLst>
              <a:ext uri="{FF2B5EF4-FFF2-40B4-BE49-F238E27FC236}">
                <a16:creationId xmlns:a16="http://schemas.microsoft.com/office/drawing/2014/main" id="{35408EA3-823B-9042-9A2C-C66DB7B0AE67}"/>
              </a:ext>
            </a:extLst>
          </p:cNvPr>
          <p:cNvSpPr>
            <a:spLocks noChangeShapeType="1"/>
          </p:cNvSpPr>
          <p:nvPr/>
        </p:nvSpPr>
        <p:spPr bwMode="auto">
          <a:xfrm flipH="1">
            <a:off x="4876808" y="306705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9" name="Line 35">
            <a:extLst>
              <a:ext uri="{FF2B5EF4-FFF2-40B4-BE49-F238E27FC236}">
                <a16:creationId xmlns:a16="http://schemas.microsoft.com/office/drawing/2014/main" id="{C5E9BB64-75C3-9B4F-99DF-5ECFDCF68F2B}"/>
              </a:ext>
            </a:extLst>
          </p:cNvPr>
          <p:cNvSpPr>
            <a:spLocks noChangeShapeType="1"/>
          </p:cNvSpPr>
          <p:nvPr/>
        </p:nvSpPr>
        <p:spPr bwMode="auto">
          <a:xfrm>
            <a:off x="5715008" y="3067050"/>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1" name="Line 38">
            <a:extLst>
              <a:ext uri="{FF2B5EF4-FFF2-40B4-BE49-F238E27FC236}">
                <a16:creationId xmlns:a16="http://schemas.microsoft.com/office/drawing/2014/main" id="{C5B4EC0D-11F9-624B-95FB-73F31311C602}"/>
              </a:ext>
            </a:extLst>
          </p:cNvPr>
          <p:cNvSpPr>
            <a:spLocks noChangeShapeType="1"/>
          </p:cNvSpPr>
          <p:nvPr/>
        </p:nvSpPr>
        <p:spPr bwMode="auto">
          <a:xfrm>
            <a:off x="6019808" y="306705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2" name="Line 39">
            <a:extLst>
              <a:ext uri="{FF2B5EF4-FFF2-40B4-BE49-F238E27FC236}">
                <a16:creationId xmlns:a16="http://schemas.microsoft.com/office/drawing/2014/main" id="{2EC31753-3710-8047-BC0C-732B8E10D16D}"/>
              </a:ext>
            </a:extLst>
          </p:cNvPr>
          <p:cNvSpPr>
            <a:spLocks noChangeShapeType="1"/>
          </p:cNvSpPr>
          <p:nvPr/>
        </p:nvSpPr>
        <p:spPr bwMode="auto">
          <a:xfrm flipV="1">
            <a:off x="4800608" y="3143250"/>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3" name="Line 40">
            <a:extLst>
              <a:ext uri="{FF2B5EF4-FFF2-40B4-BE49-F238E27FC236}">
                <a16:creationId xmlns:a16="http://schemas.microsoft.com/office/drawing/2014/main" id="{AAA79129-1C8B-F248-9C7B-BA6B1D2FF35A}"/>
              </a:ext>
            </a:extLst>
          </p:cNvPr>
          <p:cNvSpPr>
            <a:spLocks noChangeShapeType="1"/>
          </p:cNvSpPr>
          <p:nvPr/>
        </p:nvSpPr>
        <p:spPr bwMode="auto">
          <a:xfrm>
            <a:off x="5638808" y="314325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4" name="Line 41">
            <a:extLst>
              <a:ext uri="{FF2B5EF4-FFF2-40B4-BE49-F238E27FC236}">
                <a16:creationId xmlns:a16="http://schemas.microsoft.com/office/drawing/2014/main" id="{47FF64BF-8113-744E-BDFC-AA7086A231C5}"/>
              </a:ext>
            </a:extLst>
          </p:cNvPr>
          <p:cNvSpPr>
            <a:spLocks noChangeShapeType="1"/>
          </p:cNvSpPr>
          <p:nvPr/>
        </p:nvSpPr>
        <p:spPr bwMode="auto">
          <a:xfrm flipV="1">
            <a:off x="5791208" y="314325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5" name="Line 42">
            <a:extLst>
              <a:ext uri="{FF2B5EF4-FFF2-40B4-BE49-F238E27FC236}">
                <a16:creationId xmlns:a16="http://schemas.microsoft.com/office/drawing/2014/main" id="{550C3B49-9FC1-F044-B447-8FCB52A49188}"/>
              </a:ext>
            </a:extLst>
          </p:cNvPr>
          <p:cNvSpPr>
            <a:spLocks noChangeShapeType="1"/>
          </p:cNvSpPr>
          <p:nvPr/>
        </p:nvSpPr>
        <p:spPr bwMode="auto">
          <a:xfrm>
            <a:off x="6248408" y="3143250"/>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6" name="Text Box 43">
            <a:extLst>
              <a:ext uri="{FF2B5EF4-FFF2-40B4-BE49-F238E27FC236}">
                <a16:creationId xmlns:a16="http://schemas.microsoft.com/office/drawing/2014/main" id="{6BBA9B61-8232-0847-81D0-2F1B36B13EC0}"/>
              </a:ext>
            </a:extLst>
          </p:cNvPr>
          <p:cNvSpPr txBox="1">
            <a:spLocks noChangeArrowheads="1"/>
          </p:cNvSpPr>
          <p:nvPr/>
        </p:nvSpPr>
        <p:spPr bwMode="auto">
          <a:xfrm>
            <a:off x="4800608" y="3067050"/>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57" name="Text Box 44">
            <a:extLst>
              <a:ext uri="{FF2B5EF4-FFF2-40B4-BE49-F238E27FC236}">
                <a16:creationId xmlns:a16="http://schemas.microsoft.com/office/drawing/2014/main" id="{7E9C963B-B3DD-C240-8B72-B69CE26BAC17}"/>
              </a:ext>
            </a:extLst>
          </p:cNvPr>
          <p:cNvSpPr txBox="1">
            <a:spLocks noChangeArrowheads="1"/>
          </p:cNvSpPr>
          <p:nvPr/>
        </p:nvSpPr>
        <p:spPr bwMode="auto">
          <a:xfrm>
            <a:off x="5334008" y="3143250"/>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58" name="Text Box 45">
            <a:extLst>
              <a:ext uri="{FF2B5EF4-FFF2-40B4-BE49-F238E27FC236}">
                <a16:creationId xmlns:a16="http://schemas.microsoft.com/office/drawing/2014/main" id="{01DDE09C-B41C-0A4A-8A66-3930A5511E19}"/>
              </a:ext>
            </a:extLst>
          </p:cNvPr>
          <p:cNvSpPr txBox="1">
            <a:spLocks noChangeArrowheads="1"/>
          </p:cNvSpPr>
          <p:nvPr/>
        </p:nvSpPr>
        <p:spPr bwMode="auto">
          <a:xfrm>
            <a:off x="6400808" y="3000375"/>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59" name="Text Box 46">
            <a:extLst>
              <a:ext uri="{FF2B5EF4-FFF2-40B4-BE49-F238E27FC236}">
                <a16:creationId xmlns:a16="http://schemas.microsoft.com/office/drawing/2014/main" id="{FBA5FF40-1805-9D4E-8850-31664B41E069}"/>
              </a:ext>
            </a:extLst>
          </p:cNvPr>
          <p:cNvSpPr txBox="1">
            <a:spLocks noChangeArrowheads="1"/>
          </p:cNvSpPr>
          <p:nvPr/>
        </p:nvSpPr>
        <p:spPr bwMode="auto">
          <a:xfrm>
            <a:off x="5811442" y="3149814"/>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62" name="Rectangle 51">
            <a:extLst>
              <a:ext uri="{FF2B5EF4-FFF2-40B4-BE49-F238E27FC236}">
                <a16:creationId xmlns:a16="http://schemas.microsoft.com/office/drawing/2014/main" id="{5749E3A3-EF1E-C340-8DCF-3E8EF0DB1746}"/>
              </a:ext>
            </a:extLst>
          </p:cNvPr>
          <p:cNvSpPr>
            <a:spLocks noChangeArrowheads="1"/>
          </p:cNvSpPr>
          <p:nvPr/>
        </p:nvSpPr>
        <p:spPr bwMode="auto">
          <a:xfrm>
            <a:off x="5410208" y="373380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CT</a:t>
            </a:r>
          </a:p>
        </p:txBody>
      </p:sp>
      <p:sp>
        <p:nvSpPr>
          <p:cNvPr id="182" name="Rectangle 32">
            <a:extLst>
              <a:ext uri="{FF2B5EF4-FFF2-40B4-BE49-F238E27FC236}">
                <a16:creationId xmlns:a16="http://schemas.microsoft.com/office/drawing/2014/main" id="{2B170E40-AD24-1541-BDB8-71859CEAA5A6}"/>
              </a:ext>
            </a:extLst>
          </p:cNvPr>
          <p:cNvSpPr>
            <a:spLocks noChangeArrowheads="1"/>
          </p:cNvSpPr>
          <p:nvPr/>
        </p:nvSpPr>
        <p:spPr bwMode="auto">
          <a:xfrm>
            <a:off x="4328040" y="3745969"/>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M(2)</a:t>
            </a:r>
          </a:p>
        </p:txBody>
      </p:sp>
      <p:sp>
        <p:nvSpPr>
          <p:cNvPr id="183" name="Rectangle 33">
            <a:extLst>
              <a:ext uri="{FF2B5EF4-FFF2-40B4-BE49-F238E27FC236}">
                <a16:creationId xmlns:a16="http://schemas.microsoft.com/office/drawing/2014/main" id="{312FCA9A-0396-3A4C-9448-14CA4DE0D478}"/>
              </a:ext>
            </a:extLst>
          </p:cNvPr>
          <p:cNvSpPr>
            <a:spLocks noChangeArrowheads="1"/>
          </p:cNvSpPr>
          <p:nvPr/>
        </p:nvSpPr>
        <p:spPr bwMode="auto">
          <a:xfrm>
            <a:off x="3413640" y="4736569"/>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184" name="Line 34">
            <a:extLst>
              <a:ext uri="{FF2B5EF4-FFF2-40B4-BE49-F238E27FC236}">
                <a16:creationId xmlns:a16="http://schemas.microsoft.com/office/drawing/2014/main" id="{7782671D-9940-A448-AB51-794B47177E16}"/>
              </a:ext>
            </a:extLst>
          </p:cNvPr>
          <p:cNvSpPr>
            <a:spLocks noChangeShapeType="1"/>
          </p:cNvSpPr>
          <p:nvPr/>
        </p:nvSpPr>
        <p:spPr bwMode="auto">
          <a:xfrm flipH="1">
            <a:off x="3870840" y="4050769"/>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5" name="Line 35">
            <a:extLst>
              <a:ext uri="{FF2B5EF4-FFF2-40B4-BE49-F238E27FC236}">
                <a16:creationId xmlns:a16="http://schemas.microsoft.com/office/drawing/2014/main" id="{436B4938-924E-9946-82A8-D069BDA9699E}"/>
              </a:ext>
            </a:extLst>
          </p:cNvPr>
          <p:cNvSpPr>
            <a:spLocks noChangeShapeType="1"/>
          </p:cNvSpPr>
          <p:nvPr/>
        </p:nvSpPr>
        <p:spPr bwMode="auto">
          <a:xfrm>
            <a:off x="4709040" y="4050769"/>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8" name="Line 39">
            <a:extLst>
              <a:ext uri="{FF2B5EF4-FFF2-40B4-BE49-F238E27FC236}">
                <a16:creationId xmlns:a16="http://schemas.microsoft.com/office/drawing/2014/main" id="{70A5750C-AAA0-324D-B748-16C7A1C475CD}"/>
              </a:ext>
            </a:extLst>
          </p:cNvPr>
          <p:cNvSpPr>
            <a:spLocks noChangeShapeType="1"/>
          </p:cNvSpPr>
          <p:nvPr/>
        </p:nvSpPr>
        <p:spPr bwMode="auto">
          <a:xfrm flipV="1">
            <a:off x="3794640" y="4126969"/>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9" name="Line 40">
            <a:extLst>
              <a:ext uri="{FF2B5EF4-FFF2-40B4-BE49-F238E27FC236}">
                <a16:creationId xmlns:a16="http://schemas.microsoft.com/office/drawing/2014/main" id="{EDDD7FDF-3511-AE41-BEBA-1C136A466BEB}"/>
              </a:ext>
            </a:extLst>
          </p:cNvPr>
          <p:cNvSpPr>
            <a:spLocks noChangeShapeType="1"/>
          </p:cNvSpPr>
          <p:nvPr/>
        </p:nvSpPr>
        <p:spPr bwMode="auto">
          <a:xfrm>
            <a:off x="4632840" y="412696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0" name="Line 41">
            <a:extLst>
              <a:ext uri="{FF2B5EF4-FFF2-40B4-BE49-F238E27FC236}">
                <a16:creationId xmlns:a16="http://schemas.microsoft.com/office/drawing/2014/main" id="{AFEB2810-50C7-D844-A9BE-EBE41BC926D1}"/>
              </a:ext>
            </a:extLst>
          </p:cNvPr>
          <p:cNvSpPr>
            <a:spLocks noChangeShapeType="1"/>
          </p:cNvSpPr>
          <p:nvPr/>
        </p:nvSpPr>
        <p:spPr bwMode="auto">
          <a:xfrm flipV="1">
            <a:off x="4785240" y="412696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2" name="Text Box 43">
            <a:extLst>
              <a:ext uri="{FF2B5EF4-FFF2-40B4-BE49-F238E27FC236}">
                <a16:creationId xmlns:a16="http://schemas.microsoft.com/office/drawing/2014/main" id="{34D65745-3C6D-0144-B21B-914A62321234}"/>
              </a:ext>
            </a:extLst>
          </p:cNvPr>
          <p:cNvSpPr txBox="1">
            <a:spLocks noChangeArrowheads="1"/>
          </p:cNvSpPr>
          <p:nvPr/>
        </p:nvSpPr>
        <p:spPr bwMode="auto">
          <a:xfrm>
            <a:off x="3794640" y="4050769"/>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3" name="Text Box 44">
            <a:extLst>
              <a:ext uri="{FF2B5EF4-FFF2-40B4-BE49-F238E27FC236}">
                <a16:creationId xmlns:a16="http://schemas.microsoft.com/office/drawing/2014/main" id="{1F845529-02DE-5344-BF55-64603EDCFB71}"/>
              </a:ext>
            </a:extLst>
          </p:cNvPr>
          <p:cNvSpPr txBox="1">
            <a:spLocks noChangeArrowheads="1"/>
          </p:cNvSpPr>
          <p:nvPr/>
        </p:nvSpPr>
        <p:spPr bwMode="auto">
          <a:xfrm>
            <a:off x="4328040" y="4126969"/>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5" name="Text Box 46">
            <a:extLst>
              <a:ext uri="{FF2B5EF4-FFF2-40B4-BE49-F238E27FC236}">
                <a16:creationId xmlns:a16="http://schemas.microsoft.com/office/drawing/2014/main" id="{70FFCB42-BEE9-E04F-A2B8-EBFAC8C3F6D7}"/>
              </a:ext>
            </a:extLst>
          </p:cNvPr>
          <p:cNvSpPr txBox="1">
            <a:spLocks noChangeArrowheads="1"/>
          </p:cNvSpPr>
          <p:nvPr/>
        </p:nvSpPr>
        <p:spPr bwMode="auto">
          <a:xfrm>
            <a:off x="4805474" y="4133533"/>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96" name="Rectangle 50">
            <a:extLst>
              <a:ext uri="{FF2B5EF4-FFF2-40B4-BE49-F238E27FC236}">
                <a16:creationId xmlns:a16="http://schemas.microsoft.com/office/drawing/2014/main" id="{B59291D9-E482-B04C-961A-04F933684FC6}"/>
              </a:ext>
            </a:extLst>
          </p:cNvPr>
          <p:cNvSpPr>
            <a:spLocks noChangeArrowheads="1"/>
          </p:cNvSpPr>
          <p:nvPr/>
        </p:nvSpPr>
        <p:spPr bwMode="auto">
          <a:xfrm>
            <a:off x="3413640" y="473656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BI</a:t>
            </a:r>
          </a:p>
        </p:txBody>
      </p:sp>
      <p:sp>
        <p:nvSpPr>
          <p:cNvPr id="197" name="Rectangle 51">
            <a:extLst>
              <a:ext uri="{FF2B5EF4-FFF2-40B4-BE49-F238E27FC236}">
                <a16:creationId xmlns:a16="http://schemas.microsoft.com/office/drawing/2014/main" id="{06639E37-70E5-694F-9092-A7DD83BC3F7B}"/>
              </a:ext>
            </a:extLst>
          </p:cNvPr>
          <p:cNvSpPr>
            <a:spLocks noChangeArrowheads="1"/>
          </p:cNvSpPr>
          <p:nvPr/>
        </p:nvSpPr>
        <p:spPr bwMode="auto">
          <a:xfrm>
            <a:off x="4404240" y="471751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BT</a:t>
            </a:r>
          </a:p>
        </p:txBody>
      </p:sp>
      <p:sp>
        <p:nvSpPr>
          <p:cNvPr id="199" name="Rectangle 32">
            <a:extLst>
              <a:ext uri="{FF2B5EF4-FFF2-40B4-BE49-F238E27FC236}">
                <a16:creationId xmlns:a16="http://schemas.microsoft.com/office/drawing/2014/main" id="{1AEBBD28-ADBE-8C43-9363-530E2D3273CA}"/>
              </a:ext>
            </a:extLst>
          </p:cNvPr>
          <p:cNvSpPr>
            <a:spLocks noChangeArrowheads="1"/>
          </p:cNvSpPr>
          <p:nvPr/>
        </p:nvSpPr>
        <p:spPr bwMode="auto">
          <a:xfrm>
            <a:off x="6339976" y="374386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M(3)</a:t>
            </a:r>
          </a:p>
        </p:txBody>
      </p:sp>
      <p:sp>
        <p:nvSpPr>
          <p:cNvPr id="202" name="Line 35">
            <a:extLst>
              <a:ext uri="{FF2B5EF4-FFF2-40B4-BE49-F238E27FC236}">
                <a16:creationId xmlns:a16="http://schemas.microsoft.com/office/drawing/2014/main" id="{BCF3761C-C22A-B94B-BC33-5AA5E836D544}"/>
              </a:ext>
            </a:extLst>
          </p:cNvPr>
          <p:cNvSpPr>
            <a:spLocks noChangeShapeType="1"/>
          </p:cNvSpPr>
          <p:nvPr/>
        </p:nvSpPr>
        <p:spPr bwMode="auto">
          <a:xfrm>
            <a:off x="6720976" y="404866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3" name="Rectangle 37">
            <a:extLst>
              <a:ext uri="{FF2B5EF4-FFF2-40B4-BE49-F238E27FC236}">
                <a16:creationId xmlns:a16="http://schemas.microsoft.com/office/drawing/2014/main" id="{CDC806D2-4E69-314B-B80F-8D2FCED16AF8}"/>
              </a:ext>
            </a:extLst>
          </p:cNvPr>
          <p:cNvSpPr>
            <a:spLocks noChangeArrowheads="1"/>
          </p:cNvSpPr>
          <p:nvPr/>
        </p:nvSpPr>
        <p:spPr bwMode="auto">
          <a:xfrm>
            <a:off x="7406776" y="4734461"/>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204" name="Line 38">
            <a:extLst>
              <a:ext uri="{FF2B5EF4-FFF2-40B4-BE49-F238E27FC236}">
                <a16:creationId xmlns:a16="http://schemas.microsoft.com/office/drawing/2014/main" id="{09A147C2-7FF2-3740-9E47-AF7148BBF773}"/>
              </a:ext>
            </a:extLst>
          </p:cNvPr>
          <p:cNvSpPr>
            <a:spLocks noChangeShapeType="1"/>
          </p:cNvSpPr>
          <p:nvPr/>
        </p:nvSpPr>
        <p:spPr bwMode="auto">
          <a:xfrm>
            <a:off x="7025776" y="4048661"/>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6" name="Line 40">
            <a:extLst>
              <a:ext uri="{FF2B5EF4-FFF2-40B4-BE49-F238E27FC236}">
                <a16:creationId xmlns:a16="http://schemas.microsoft.com/office/drawing/2014/main" id="{1E90EAB6-98DB-744F-B00E-0C0B2F8E946F}"/>
              </a:ext>
            </a:extLst>
          </p:cNvPr>
          <p:cNvSpPr>
            <a:spLocks noChangeShapeType="1"/>
          </p:cNvSpPr>
          <p:nvPr/>
        </p:nvSpPr>
        <p:spPr bwMode="auto">
          <a:xfrm>
            <a:off x="6644776" y="412486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7" name="Line 41">
            <a:extLst>
              <a:ext uri="{FF2B5EF4-FFF2-40B4-BE49-F238E27FC236}">
                <a16:creationId xmlns:a16="http://schemas.microsoft.com/office/drawing/2014/main" id="{75BEBC5A-33EB-7446-9786-C4323C09EA20}"/>
              </a:ext>
            </a:extLst>
          </p:cNvPr>
          <p:cNvSpPr>
            <a:spLocks noChangeShapeType="1"/>
          </p:cNvSpPr>
          <p:nvPr/>
        </p:nvSpPr>
        <p:spPr bwMode="auto">
          <a:xfrm flipV="1">
            <a:off x="6797176" y="412486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8" name="Line 42">
            <a:extLst>
              <a:ext uri="{FF2B5EF4-FFF2-40B4-BE49-F238E27FC236}">
                <a16:creationId xmlns:a16="http://schemas.microsoft.com/office/drawing/2014/main" id="{7778F3EB-EE4E-294D-AAA0-179CEA11F3A5}"/>
              </a:ext>
            </a:extLst>
          </p:cNvPr>
          <p:cNvSpPr>
            <a:spLocks noChangeShapeType="1"/>
          </p:cNvSpPr>
          <p:nvPr/>
        </p:nvSpPr>
        <p:spPr bwMode="auto">
          <a:xfrm>
            <a:off x="7254376" y="4124861"/>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10" name="Text Box 44">
            <a:extLst>
              <a:ext uri="{FF2B5EF4-FFF2-40B4-BE49-F238E27FC236}">
                <a16:creationId xmlns:a16="http://schemas.microsoft.com/office/drawing/2014/main" id="{F0DA5C63-32ED-B844-99D0-18A86F16705D}"/>
              </a:ext>
            </a:extLst>
          </p:cNvPr>
          <p:cNvSpPr txBox="1">
            <a:spLocks noChangeArrowheads="1"/>
          </p:cNvSpPr>
          <p:nvPr/>
        </p:nvSpPr>
        <p:spPr bwMode="auto">
          <a:xfrm>
            <a:off x="6339976" y="412486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211" name="Text Box 45">
            <a:extLst>
              <a:ext uri="{FF2B5EF4-FFF2-40B4-BE49-F238E27FC236}">
                <a16:creationId xmlns:a16="http://schemas.microsoft.com/office/drawing/2014/main" id="{CEEE30BE-CBA1-1E42-8F8E-59041565753A}"/>
              </a:ext>
            </a:extLst>
          </p:cNvPr>
          <p:cNvSpPr txBox="1">
            <a:spLocks noChangeArrowheads="1"/>
          </p:cNvSpPr>
          <p:nvPr/>
        </p:nvSpPr>
        <p:spPr bwMode="auto">
          <a:xfrm>
            <a:off x="7406776" y="3981986"/>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12" name="Text Box 46">
            <a:extLst>
              <a:ext uri="{FF2B5EF4-FFF2-40B4-BE49-F238E27FC236}">
                <a16:creationId xmlns:a16="http://schemas.microsoft.com/office/drawing/2014/main" id="{77F31583-67AE-6748-99DE-458FEE0FC7CE}"/>
              </a:ext>
            </a:extLst>
          </p:cNvPr>
          <p:cNvSpPr txBox="1">
            <a:spLocks noChangeArrowheads="1"/>
          </p:cNvSpPr>
          <p:nvPr/>
        </p:nvSpPr>
        <p:spPr bwMode="auto">
          <a:xfrm>
            <a:off x="6817410" y="413142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14" name="Rectangle 51">
            <a:extLst>
              <a:ext uri="{FF2B5EF4-FFF2-40B4-BE49-F238E27FC236}">
                <a16:creationId xmlns:a16="http://schemas.microsoft.com/office/drawing/2014/main" id="{CF480EEE-2725-AA41-8F4A-5F78EA3F64D8}"/>
              </a:ext>
            </a:extLst>
          </p:cNvPr>
          <p:cNvSpPr>
            <a:spLocks noChangeArrowheads="1"/>
          </p:cNvSpPr>
          <p:nvPr/>
        </p:nvSpPr>
        <p:spPr bwMode="auto">
          <a:xfrm>
            <a:off x="6416176" y="471541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DT</a:t>
            </a:r>
          </a:p>
        </p:txBody>
      </p:sp>
      <p:sp>
        <p:nvSpPr>
          <p:cNvPr id="215" name="Rectangle 52">
            <a:extLst>
              <a:ext uri="{FF2B5EF4-FFF2-40B4-BE49-F238E27FC236}">
                <a16:creationId xmlns:a16="http://schemas.microsoft.com/office/drawing/2014/main" id="{47BF7C60-B0DF-8441-AFFD-15684EAE2459}"/>
              </a:ext>
            </a:extLst>
          </p:cNvPr>
          <p:cNvSpPr>
            <a:spLocks noChangeArrowheads="1"/>
          </p:cNvSpPr>
          <p:nvPr/>
        </p:nvSpPr>
        <p:spPr bwMode="auto">
          <a:xfrm>
            <a:off x="7406776" y="4734461"/>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DO</a:t>
            </a:r>
          </a:p>
        </p:txBody>
      </p:sp>
    </p:spTree>
    <p:extLst>
      <p:ext uri="{BB962C8B-B14F-4D97-AF65-F5344CB8AC3E}">
        <p14:creationId xmlns:p14="http://schemas.microsoft.com/office/powerpoint/2010/main" val="30997967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51</a:t>
            </a:fld>
            <a:endParaRPr lang="zh-CN" altLang="en-US"/>
          </a:p>
        </p:txBody>
      </p:sp>
      <p:sp>
        <p:nvSpPr>
          <p:cNvPr id="62" name="Line 52">
            <a:extLst>
              <a:ext uri="{FF2B5EF4-FFF2-40B4-BE49-F238E27FC236}">
                <a16:creationId xmlns:a16="http://schemas.microsoft.com/office/drawing/2014/main" id="{E35E62B0-3EBA-7648-BEBF-57EBC57FB794}"/>
              </a:ext>
            </a:extLst>
          </p:cNvPr>
          <p:cNvSpPr>
            <a:spLocks noChangeShapeType="1"/>
          </p:cNvSpPr>
          <p:nvPr/>
        </p:nvSpPr>
        <p:spPr bwMode="auto">
          <a:xfrm>
            <a:off x="-1436279" y="4159250"/>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55">
            <a:extLst>
              <a:ext uri="{FF2B5EF4-FFF2-40B4-BE49-F238E27FC236}">
                <a16:creationId xmlns:a16="http://schemas.microsoft.com/office/drawing/2014/main" id="{75D55032-34AF-7247-BE7E-E1FBC4353E31}"/>
              </a:ext>
            </a:extLst>
          </p:cNvPr>
          <p:cNvSpPr>
            <a:spLocks noChangeShapeType="1"/>
          </p:cNvSpPr>
          <p:nvPr/>
        </p:nvSpPr>
        <p:spPr bwMode="auto">
          <a:xfrm flipV="1">
            <a:off x="-1645553" y="4083047"/>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79" name="Group 69">
            <a:extLst>
              <a:ext uri="{FF2B5EF4-FFF2-40B4-BE49-F238E27FC236}">
                <a16:creationId xmlns:a16="http://schemas.microsoft.com/office/drawing/2014/main" id="{3B7822EC-F9BE-E34E-A533-1BB05DD7816B}"/>
              </a:ext>
            </a:extLst>
          </p:cNvPr>
          <p:cNvGrpSpPr>
            <a:grpSpLocks/>
          </p:cNvGrpSpPr>
          <p:nvPr/>
        </p:nvGrpSpPr>
        <p:grpSpPr bwMode="auto">
          <a:xfrm>
            <a:off x="394299" y="1138237"/>
            <a:ext cx="3746500" cy="2290763"/>
            <a:chOff x="192" y="1980"/>
            <a:chExt cx="2360" cy="1443"/>
          </a:xfrm>
        </p:grpSpPr>
        <p:sp>
          <p:nvSpPr>
            <p:cNvPr id="80" name="Text Box 70">
              <a:extLst>
                <a:ext uri="{FF2B5EF4-FFF2-40B4-BE49-F238E27FC236}">
                  <a16:creationId xmlns:a16="http://schemas.microsoft.com/office/drawing/2014/main" id="{77F7069A-C116-704D-AD56-5D5D4C0E444D}"/>
                </a:ext>
              </a:extLst>
            </p:cNvPr>
            <p:cNvSpPr txBox="1">
              <a:spLocks noChangeArrowheads="1"/>
            </p:cNvSpPr>
            <p:nvPr/>
          </p:nvSpPr>
          <p:spPr bwMode="auto">
            <a:xfrm>
              <a:off x="1584" y="2161"/>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81" name="Text Box 71">
              <a:extLst>
                <a:ext uri="{FF2B5EF4-FFF2-40B4-BE49-F238E27FC236}">
                  <a16:creationId xmlns:a16="http://schemas.microsoft.com/office/drawing/2014/main" id="{DB686199-2098-0049-A335-43EA854294C9}"/>
                </a:ext>
              </a:extLst>
            </p:cNvPr>
            <p:cNvSpPr txBox="1">
              <a:spLocks noChangeArrowheads="1"/>
            </p:cNvSpPr>
            <p:nvPr/>
          </p:nvSpPr>
          <p:spPr bwMode="auto">
            <a:xfrm>
              <a:off x="959" y="2160"/>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82" name="Oval 72">
              <a:extLst>
                <a:ext uri="{FF2B5EF4-FFF2-40B4-BE49-F238E27FC236}">
                  <a16:creationId xmlns:a16="http://schemas.microsoft.com/office/drawing/2014/main" id="{A47F8271-B29F-5A4B-8941-324965FB19DB}"/>
                </a:ext>
              </a:extLst>
            </p:cNvPr>
            <p:cNvSpPr>
              <a:spLocks noChangeArrowheads="1"/>
            </p:cNvSpPr>
            <p:nvPr/>
          </p:nvSpPr>
          <p:spPr bwMode="auto">
            <a:xfrm>
              <a:off x="1208" y="2186"/>
              <a:ext cx="364" cy="37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000000"/>
                  </a:solidFill>
                </a:rPr>
                <a:t>中心</a:t>
              </a:r>
            </a:p>
            <a:p>
              <a:pPr algn="ctr" eaLnBrk="1" hangingPunct="1"/>
              <a:r>
                <a:rPr lang="zh-CN" altLang="en-US" sz="1400">
                  <a:solidFill>
                    <a:srgbClr val="000000"/>
                  </a:solidFill>
                </a:rPr>
                <a:t>加工</a:t>
              </a:r>
            </a:p>
          </p:txBody>
        </p:sp>
        <p:sp>
          <p:nvSpPr>
            <p:cNvPr id="83" name="Oval 73">
              <a:extLst>
                <a:ext uri="{FF2B5EF4-FFF2-40B4-BE49-F238E27FC236}">
                  <a16:creationId xmlns:a16="http://schemas.microsoft.com/office/drawing/2014/main" id="{4A8DC9E1-CAFB-0848-A287-B0B0BF5FE85B}"/>
                </a:ext>
              </a:extLst>
            </p:cNvPr>
            <p:cNvSpPr>
              <a:spLocks noChangeArrowheads="1"/>
            </p:cNvSpPr>
            <p:nvPr/>
          </p:nvSpPr>
          <p:spPr bwMode="auto">
            <a:xfrm>
              <a:off x="625" y="2168"/>
              <a:ext cx="391" cy="396"/>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400">
                  <a:solidFill>
                    <a:srgbClr val="000000"/>
                  </a:solidFill>
                </a:rPr>
                <a:t>号</a:t>
              </a:r>
            </a:p>
            <a:p>
              <a:pPr algn="ctr" eaLnBrk="1" hangingPunct="1"/>
              <a:r>
                <a:rPr lang="zh-CN" altLang="en-US" sz="1400">
                  <a:solidFill>
                    <a:srgbClr val="000000"/>
                  </a:solidFill>
                </a:rPr>
                <a:t>加工</a:t>
              </a:r>
            </a:p>
          </p:txBody>
        </p:sp>
        <p:sp>
          <p:nvSpPr>
            <p:cNvPr id="84" name="Oval 74">
              <a:extLst>
                <a:ext uri="{FF2B5EF4-FFF2-40B4-BE49-F238E27FC236}">
                  <a16:creationId xmlns:a16="http://schemas.microsoft.com/office/drawing/2014/main" id="{1EE2104F-BA5C-0D4F-BA74-AD64784166C8}"/>
                </a:ext>
              </a:extLst>
            </p:cNvPr>
            <p:cNvSpPr>
              <a:spLocks noChangeArrowheads="1"/>
            </p:cNvSpPr>
            <p:nvPr/>
          </p:nvSpPr>
          <p:spPr bwMode="auto">
            <a:xfrm>
              <a:off x="1736" y="2187"/>
              <a:ext cx="383" cy="387"/>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400">
                  <a:solidFill>
                    <a:srgbClr val="000000"/>
                  </a:solidFill>
                </a:rPr>
                <a:t>号</a:t>
              </a:r>
            </a:p>
            <a:p>
              <a:pPr algn="ctr" eaLnBrk="1" hangingPunct="1"/>
              <a:r>
                <a:rPr lang="zh-CN" altLang="en-US" sz="1400">
                  <a:solidFill>
                    <a:srgbClr val="000000"/>
                  </a:solidFill>
                </a:rPr>
                <a:t>加工</a:t>
              </a:r>
            </a:p>
          </p:txBody>
        </p:sp>
        <p:sp>
          <p:nvSpPr>
            <p:cNvPr id="85" name="Oval 75">
              <a:extLst>
                <a:ext uri="{FF2B5EF4-FFF2-40B4-BE49-F238E27FC236}">
                  <a16:creationId xmlns:a16="http://schemas.microsoft.com/office/drawing/2014/main" id="{D015A4B5-D96F-604E-9DCE-F6FB01F5CA50}"/>
                </a:ext>
              </a:extLst>
            </p:cNvPr>
            <p:cNvSpPr>
              <a:spLocks noChangeArrowheads="1"/>
            </p:cNvSpPr>
            <p:nvPr/>
          </p:nvSpPr>
          <p:spPr bwMode="auto">
            <a:xfrm>
              <a:off x="347" y="2735"/>
              <a:ext cx="373" cy="36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400">
                  <a:solidFill>
                    <a:srgbClr val="000000"/>
                  </a:solidFill>
                </a:rPr>
                <a:t>号</a:t>
              </a:r>
            </a:p>
            <a:p>
              <a:pPr algn="ctr" eaLnBrk="1" hangingPunct="1"/>
              <a:r>
                <a:rPr lang="zh-CN" altLang="en-US" sz="1400">
                  <a:solidFill>
                    <a:srgbClr val="000000"/>
                  </a:solidFill>
                </a:rPr>
                <a:t>加工</a:t>
              </a:r>
            </a:p>
          </p:txBody>
        </p:sp>
        <p:sp>
          <p:nvSpPr>
            <p:cNvPr id="86" name="Oval 76">
              <a:extLst>
                <a:ext uri="{FF2B5EF4-FFF2-40B4-BE49-F238E27FC236}">
                  <a16:creationId xmlns:a16="http://schemas.microsoft.com/office/drawing/2014/main" id="{CF0163F9-1127-C74F-BDE8-5F35FEFAC7FB}"/>
                </a:ext>
              </a:extLst>
            </p:cNvPr>
            <p:cNvSpPr>
              <a:spLocks noChangeArrowheads="1"/>
            </p:cNvSpPr>
            <p:nvPr/>
          </p:nvSpPr>
          <p:spPr bwMode="auto">
            <a:xfrm>
              <a:off x="2112" y="2726"/>
              <a:ext cx="363" cy="36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400">
                  <a:solidFill>
                    <a:srgbClr val="000000"/>
                  </a:solidFill>
                </a:rPr>
                <a:t>号</a:t>
              </a:r>
            </a:p>
            <a:p>
              <a:pPr algn="ctr" eaLnBrk="1" hangingPunct="1"/>
              <a:r>
                <a:rPr lang="zh-CN" altLang="en-US" sz="1400">
                  <a:solidFill>
                    <a:srgbClr val="000000"/>
                  </a:solidFill>
                </a:rPr>
                <a:t>加工</a:t>
              </a:r>
            </a:p>
          </p:txBody>
        </p:sp>
        <p:sp>
          <p:nvSpPr>
            <p:cNvPr id="87" name="Line 77">
              <a:extLst>
                <a:ext uri="{FF2B5EF4-FFF2-40B4-BE49-F238E27FC236}">
                  <a16:creationId xmlns:a16="http://schemas.microsoft.com/office/drawing/2014/main" id="{D09AEDB1-93BD-A544-B077-793BB6B8E27D}"/>
                </a:ext>
              </a:extLst>
            </p:cNvPr>
            <p:cNvSpPr>
              <a:spLocks noChangeShapeType="1"/>
            </p:cNvSpPr>
            <p:nvPr/>
          </p:nvSpPr>
          <p:spPr bwMode="auto">
            <a:xfrm flipV="1">
              <a:off x="344" y="3099"/>
              <a:ext cx="144" cy="324"/>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8" name="Line 78">
              <a:extLst>
                <a:ext uri="{FF2B5EF4-FFF2-40B4-BE49-F238E27FC236}">
                  <a16:creationId xmlns:a16="http://schemas.microsoft.com/office/drawing/2014/main" id="{30276866-66CE-3941-8A4D-487BC994DF7F}"/>
                </a:ext>
              </a:extLst>
            </p:cNvPr>
            <p:cNvSpPr>
              <a:spLocks noChangeShapeType="1"/>
            </p:cNvSpPr>
            <p:nvPr/>
          </p:nvSpPr>
          <p:spPr bwMode="auto">
            <a:xfrm flipV="1">
              <a:off x="632" y="2546"/>
              <a:ext cx="144" cy="20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9" name="Line 79">
              <a:extLst>
                <a:ext uri="{FF2B5EF4-FFF2-40B4-BE49-F238E27FC236}">
                  <a16:creationId xmlns:a16="http://schemas.microsoft.com/office/drawing/2014/main" id="{55C5C1DA-7592-AE47-B25B-4CAEAC404FFF}"/>
                </a:ext>
              </a:extLst>
            </p:cNvPr>
            <p:cNvSpPr>
              <a:spLocks noChangeShapeType="1"/>
            </p:cNvSpPr>
            <p:nvPr/>
          </p:nvSpPr>
          <p:spPr bwMode="auto">
            <a:xfrm flipV="1">
              <a:off x="1016"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0" name="Line 80">
              <a:extLst>
                <a:ext uri="{FF2B5EF4-FFF2-40B4-BE49-F238E27FC236}">
                  <a16:creationId xmlns:a16="http://schemas.microsoft.com/office/drawing/2014/main" id="{2A68E39C-AC4B-DF49-AE8A-DE719F6D5764}"/>
                </a:ext>
              </a:extLst>
            </p:cNvPr>
            <p:cNvSpPr>
              <a:spLocks noChangeShapeType="1"/>
            </p:cNvSpPr>
            <p:nvPr/>
          </p:nvSpPr>
          <p:spPr bwMode="auto">
            <a:xfrm>
              <a:off x="1544"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1" name="Line 81">
              <a:extLst>
                <a:ext uri="{FF2B5EF4-FFF2-40B4-BE49-F238E27FC236}">
                  <a16:creationId xmlns:a16="http://schemas.microsoft.com/office/drawing/2014/main" id="{F4155678-C31D-1949-8DDB-031368C364D4}"/>
                </a:ext>
              </a:extLst>
            </p:cNvPr>
            <p:cNvSpPr>
              <a:spLocks noChangeShapeType="1"/>
            </p:cNvSpPr>
            <p:nvPr/>
          </p:nvSpPr>
          <p:spPr bwMode="auto">
            <a:xfrm>
              <a:off x="2053" y="2525"/>
              <a:ext cx="211" cy="22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2" name="Line 82">
              <a:extLst>
                <a:ext uri="{FF2B5EF4-FFF2-40B4-BE49-F238E27FC236}">
                  <a16:creationId xmlns:a16="http://schemas.microsoft.com/office/drawing/2014/main" id="{C31F76D7-050D-A64A-824F-3D2D25585D13}"/>
                </a:ext>
              </a:extLst>
            </p:cNvPr>
            <p:cNvSpPr>
              <a:spLocks noChangeShapeType="1"/>
            </p:cNvSpPr>
            <p:nvPr/>
          </p:nvSpPr>
          <p:spPr bwMode="auto">
            <a:xfrm>
              <a:off x="2408" y="3032"/>
              <a:ext cx="144" cy="24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Text Box 83">
              <a:extLst>
                <a:ext uri="{FF2B5EF4-FFF2-40B4-BE49-F238E27FC236}">
                  <a16:creationId xmlns:a16="http://schemas.microsoft.com/office/drawing/2014/main" id="{DA936906-0FAB-5342-8A77-B4816A573375}"/>
                </a:ext>
              </a:extLst>
            </p:cNvPr>
            <p:cNvSpPr txBox="1">
              <a:spLocks noChangeArrowheads="1"/>
            </p:cNvSpPr>
            <p:nvPr/>
          </p:nvSpPr>
          <p:spPr bwMode="auto">
            <a:xfrm>
              <a:off x="192" y="3069"/>
              <a:ext cx="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sp>
          <p:nvSpPr>
            <p:cNvPr id="94" name="Text Box 84">
              <a:extLst>
                <a:ext uri="{FF2B5EF4-FFF2-40B4-BE49-F238E27FC236}">
                  <a16:creationId xmlns:a16="http://schemas.microsoft.com/office/drawing/2014/main" id="{079C8CDD-C866-AE4A-8DC1-529D262A9E0D}"/>
                </a:ext>
              </a:extLst>
            </p:cNvPr>
            <p:cNvSpPr txBox="1">
              <a:spLocks noChangeArrowheads="1"/>
            </p:cNvSpPr>
            <p:nvPr/>
          </p:nvSpPr>
          <p:spPr bwMode="auto">
            <a:xfrm>
              <a:off x="511" y="2530"/>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sp>
          <p:nvSpPr>
            <p:cNvPr id="95" name="Text Box 85">
              <a:extLst>
                <a:ext uri="{FF2B5EF4-FFF2-40B4-BE49-F238E27FC236}">
                  <a16:creationId xmlns:a16="http://schemas.microsoft.com/office/drawing/2014/main" id="{264CC830-67AA-4D42-9881-497054AF0E38}"/>
                </a:ext>
              </a:extLst>
            </p:cNvPr>
            <p:cNvSpPr txBox="1">
              <a:spLocks noChangeArrowheads="1"/>
            </p:cNvSpPr>
            <p:nvPr/>
          </p:nvSpPr>
          <p:spPr bwMode="auto">
            <a:xfrm>
              <a:off x="2072" y="2464"/>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   E</a:t>
              </a:r>
            </a:p>
          </p:txBody>
        </p:sp>
        <p:sp>
          <p:nvSpPr>
            <p:cNvPr id="96" name="Line 86">
              <a:extLst>
                <a:ext uri="{FF2B5EF4-FFF2-40B4-BE49-F238E27FC236}">
                  <a16:creationId xmlns:a16="http://schemas.microsoft.com/office/drawing/2014/main" id="{DEBBF766-9A37-2B46-ABB0-7ECFBAB3B827}"/>
                </a:ext>
              </a:extLst>
            </p:cNvPr>
            <p:cNvSpPr>
              <a:spLocks noChangeShapeType="1"/>
            </p:cNvSpPr>
            <p:nvPr/>
          </p:nvSpPr>
          <p:spPr bwMode="auto">
            <a:xfrm>
              <a:off x="1112"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Line 87">
              <a:extLst>
                <a:ext uri="{FF2B5EF4-FFF2-40B4-BE49-F238E27FC236}">
                  <a16:creationId xmlns:a16="http://schemas.microsoft.com/office/drawing/2014/main" id="{5565EAAD-24ED-4442-AF6E-E38AC2BE6484}"/>
                </a:ext>
              </a:extLst>
            </p:cNvPr>
            <p:cNvSpPr>
              <a:spLocks noChangeShapeType="1"/>
            </p:cNvSpPr>
            <p:nvPr/>
          </p:nvSpPr>
          <p:spPr bwMode="auto">
            <a:xfrm>
              <a:off x="1640"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8" name="Text Box 88">
              <a:extLst>
                <a:ext uri="{FF2B5EF4-FFF2-40B4-BE49-F238E27FC236}">
                  <a16:creationId xmlns:a16="http://schemas.microsoft.com/office/drawing/2014/main" id="{35CBC7EF-C675-574E-832F-199F8F73EDCA}"/>
                </a:ext>
              </a:extLst>
            </p:cNvPr>
            <p:cNvSpPr txBox="1">
              <a:spLocks noChangeArrowheads="1"/>
            </p:cNvSpPr>
            <p:nvPr/>
          </p:nvSpPr>
          <p:spPr bwMode="auto">
            <a:xfrm>
              <a:off x="632" y="2707"/>
              <a:ext cx="4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99" name="Text Box 89">
              <a:extLst>
                <a:ext uri="{FF2B5EF4-FFF2-40B4-BE49-F238E27FC236}">
                  <a16:creationId xmlns:a16="http://schemas.microsoft.com/office/drawing/2014/main" id="{D31DEED7-FC72-6344-8406-AE7F0DEF2B27}"/>
                </a:ext>
              </a:extLst>
            </p:cNvPr>
            <p:cNvSpPr txBox="1">
              <a:spLocks noChangeArrowheads="1"/>
            </p:cNvSpPr>
            <p:nvPr/>
          </p:nvSpPr>
          <p:spPr bwMode="auto">
            <a:xfrm>
              <a:off x="1111" y="2627"/>
              <a:ext cx="6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sp>
          <p:nvSpPr>
            <p:cNvPr id="100" name="Text Box 90">
              <a:extLst>
                <a:ext uri="{FF2B5EF4-FFF2-40B4-BE49-F238E27FC236}">
                  <a16:creationId xmlns:a16="http://schemas.microsoft.com/office/drawing/2014/main" id="{92983689-0966-4F4E-BC34-4053FCE60AC3}"/>
                </a:ext>
              </a:extLst>
            </p:cNvPr>
            <p:cNvSpPr txBox="1">
              <a:spLocks noChangeArrowheads="1"/>
            </p:cNvSpPr>
            <p:nvPr/>
          </p:nvSpPr>
          <p:spPr bwMode="auto">
            <a:xfrm>
              <a:off x="1784" y="2707"/>
              <a:ext cx="67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101" name="Line 91">
              <a:extLst>
                <a:ext uri="{FF2B5EF4-FFF2-40B4-BE49-F238E27FC236}">
                  <a16:creationId xmlns:a16="http://schemas.microsoft.com/office/drawing/2014/main" id="{09228FD7-E66F-364C-9FDD-57FA3EE35C55}"/>
                </a:ext>
              </a:extLst>
            </p:cNvPr>
            <p:cNvSpPr>
              <a:spLocks noChangeShapeType="1"/>
            </p:cNvSpPr>
            <p:nvPr/>
          </p:nvSpPr>
          <p:spPr bwMode="auto">
            <a:xfrm>
              <a:off x="1112"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2" name="Line 92">
              <a:extLst>
                <a:ext uri="{FF2B5EF4-FFF2-40B4-BE49-F238E27FC236}">
                  <a16:creationId xmlns:a16="http://schemas.microsoft.com/office/drawing/2014/main" id="{A370ABB3-8DA3-9444-A97C-FD1AA57078F6}"/>
                </a:ext>
              </a:extLst>
            </p:cNvPr>
            <p:cNvSpPr>
              <a:spLocks noChangeShapeType="1"/>
            </p:cNvSpPr>
            <p:nvPr/>
          </p:nvSpPr>
          <p:spPr bwMode="auto">
            <a:xfrm>
              <a:off x="1640"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3" name="Text Box 93">
              <a:extLst>
                <a:ext uri="{FF2B5EF4-FFF2-40B4-BE49-F238E27FC236}">
                  <a16:creationId xmlns:a16="http://schemas.microsoft.com/office/drawing/2014/main" id="{AADB14AF-6FB9-4C45-A438-C7DC0F518C4E}"/>
                </a:ext>
              </a:extLst>
            </p:cNvPr>
            <p:cNvSpPr txBox="1">
              <a:spLocks noChangeArrowheads="1"/>
            </p:cNvSpPr>
            <p:nvPr/>
          </p:nvSpPr>
          <p:spPr bwMode="auto">
            <a:xfrm>
              <a:off x="1112" y="2627"/>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grpSp>
      <p:sp>
        <p:nvSpPr>
          <p:cNvPr id="133" name="Text Box 129">
            <a:extLst>
              <a:ext uri="{FF2B5EF4-FFF2-40B4-BE49-F238E27FC236}">
                <a16:creationId xmlns:a16="http://schemas.microsoft.com/office/drawing/2014/main" id="{8AD1640C-0184-B444-AA7A-F4B74835BE6D}"/>
              </a:ext>
            </a:extLst>
          </p:cNvPr>
          <p:cNvSpPr txBox="1">
            <a:spLocks noChangeArrowheads="1"/>
          </p:cNvSpPr>
          <p:nvPr/>
        </p:nvSpPr>
        <p:spPr bwMode="auto">
          <a:xfrm>
            <a:off x="4041361" y="2720181"/>
            <a:ext cx="5524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F</a:t>
            </a:r>
          </a:p>
        </p:txBody>
      </p:sp>
      <p:sp>
        <p:nvSpPr>
          <p:cNvPr id="146" name="Rectangle 32">
            <a:extLst>
              <a:ext uri="{FF2B5EF4-FFF2-40B4-BE49-F238E27FC236}">
                <a16:creationId xmlns:a16="http://schemas.microsoft.com/office/drawing/2014/main" id="{EDA2F51B-DE7F-A244-A7F6-9B866E446E51}"/>
              </a:ext>
            </a:extLst>
          </p:cNvPr>
          <p:cNvSpPr>
            <a:spLocks noChangeArrowheads="1"/>
          </p:cNvSpPr>
          <p:nvPr/>
        </p:nvSpPr>
        <p:spPr bwMode="auto">
          <a:xfrm>
            <a:off x="5334008" y="2762250"/>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a:t>
            </a:r>
          </a:p>
        </p:txBody>
      </p:sp>
      <p:sp>
        <p:nvSpPr>
          <p:cNvPr id="148" name="Line 34">
            <a:extLst>
              <a:ext uri="{FF2B5EF4-FFF2-40B4-BE49-F238E27FC236}">
                <a16:creationId xmlns:a16="http://schemas.microsoft.com/office/drawing/2014/main" id="{35408EA3-823B-9042-9A2C-C66DB7B0AE67}"/>
              </a:ext>
            </a:extLst>
          </p:cNvPr>
          <p:cNvSpPr>
            <a:spLocks noChangeShapeType="1"/>
          </p:cNvSpPr>
          <p:nvPr/>
        </p:nvSpPr>
        <p:spPr bwMode="auto">
          <a:xfrm flipH="1">
            <a:off x="4876808" y="306705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9" name="Line 35">
            <a:extLst>
              <a:ext uri="{FF2B5EF4-FFF2-40B4-BE49-F238E27FC236}">
                <a16:creationId xmlns:a16="http://schemas.microsoft.com/office/drawing/2014/main" id="{C5E9BB64-75C3-9B4F-99DF-5ECFDCF68F2B}"/>
              </a:ext>
            </a:extLst>
          </p:cNvPr>
          <p:cNvSpPr>
            <a:spLocks noChangeShapeType="1"/>
          </p:cNvSpPr>
          <p:nvPr/>
        </p:nvSpPr>
        <p:spPr bwMode="auto">
          <a:xfrm>
            <a:off x="5715008" y="3067050"/>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1" name="Line 38">
            <a:extLst>
              <a:ext uri="{FF2B5EF4-FFF2-40B4-BE49-F238E27FC236}">
                <a16:creationId xmlns:a16="http://schemas.microsoft.com/office/drawing/2014/main" id="{C5B4EC0D-11F9-624B-95FB-73F31311C602}"/>
              </a:ext>
            </a:extLst>
          </p:cNvPr>
          <p:cNvSpPr>
            <a:spLocks noChangeShapeType="1"/>
          </p:cNvSpPr>
          <p:nvPr/>
        </p:nvSpPr>
        <p:spPr bwMode="auto">
          <a:xfrm>
            <a:off x="6019808" y="306705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2" name="Line 39">
            <a:extLst>
              <a:ext uri="{FF2B5EF4-FFF2-40B4-BE49-F238E27FC236}">
                <a16:creationId xmlns:a16="http://schemas.microsoft.com/office/drawing/2014/main" id="{2EC31753-3710-8047-BC0C-732B8E10D16D}"/>
              </a:ext>
            </a:extLst>
          </p:cNvPr>
          <p:cNvSpPr>
            <a:spLocks noChangeShapeType="1"/>
          </p:cNvSpPr>
          <p:nvPr/>
        </p:nvSpPr>
        <p:spPr bwMode="auto">
          <a:xfrm flipV="1">
            <a:off x="4800608" y="3143250"/>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3" name="Line 40">
            <a:extLst>
              <a:ext uri="{FF2B5EF4-FFF2-40B4-BE49-F238E27FC236}">
                <a16:creationId xmlns:a16="http://schemas.microsoft.com/office/drawing/2014/main" id="{AAA79129-1C8B-F248-9C7B-BA6B1D2FF35A}"/>
              </a:ext>
            </a:extLst>
          </p:cNvPr>
          <p:cNvSpPr>
            <a:spLocks noChangeShapeType="1"/>
          </p:cNvSpPr>
          <p:nvPr/>
        </p:nvSpPr>
        <p:spPr bwMode="auto">
          <a:xfrm>
            <a:off x="5638808" y="314325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4" name="Line 41">
            <a:extLst>
              <a:ext uri="{FF2B5EF4-FFF2-40B4-BE49-F238E27FC236}">
                <a16:creationId xmlns:a16="http://schemas.microsoft.com/office/drawing/2014/main" id="{47FF64BF-8113-744E-BDFC-AA7086A231C5}"/>
              </a:ext>
            </a:extLst>
          </p:cNvPr>
          <p:cNvSpPr>
            <a:spLocks noChangeShapeType="1"/>
          </p:cNvSpPr>
          <p:nvPr/>
        </p:nvSpPr>
        <p:spPr bwMode="auto">
          <a:xfrm flipV="1">
            <a:off x="5791208" y="314325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5" name="Line 42">
            <a:extLst>
              <a:ext uri="{FF2B5EF4-FFF2-40B4-BE49-F238E27FC236}">
                <a16:creationId xmlns:a16="http://schemas.microsoft.com/office/drawing/2014/main" id="{550C3B49-9FC1-F044-B447-8FCB52A49188}"/>
              </a:ext>
            </a:extLst>
          </p:cNvPr>
          <p:cNvSpPr>
            <a:spLocks noChangeShapeType="1"/>
          </p:cNvSpPr>
          <p:nvPr/>
        </p:nvSpPr>
        <p:spPr bwMode="auto">
          <a:xfrm>
            <a:off x="6248408" y="3143250"/>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6" name="Text Box 43">
            <a:extLst>
              <a:ext uri="{FF2B5EF4-FFF2-40B4-BE49-F238E27FC236}">
                <a16:creationId xmlns:a16="http://schemas.microsoft.com/office/drawing/2014/main" id="{6BBA9B61-8232-0847-81D0-2F1B36B13EC0}"/>
              </a:ext>
            </a:extLst>
          </p:cNvPr>
          <p:cNvSpPr txBox="1">
            <a:spLocks noChangeArrowheads="1"/>
          </p:cNvSpPr>
          <p:nvPr/>
        </p:nvSpPr>
        <p:spPr bwMode="auto">
          <a:xfrm>
            <a:off x="4800608" y="3067050"/>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57" name="Text Box 44">
            <a:extLst>
              <a:ext uri="{FF2B5EF4-FFF2-40B4-BE49-F238E27FC236}">
                <a16:creationId xmlns:a16="http://schemas.microsoft.com/office/drawing/2014/main" id="{7E9C963B-B3DD-C240-8B72-B69CE26BAC17}"/>
              </a:ext>
            </a:extLst>
          </p:cNvPr>
          <p:cNvSpPr txBox="1">
            <a:spLocks noChangeArrowheads="1"/>
          </p:cNvSpPr>
          <p:nvPr/>
        </p:nvSpPr>
        <p:spPr bwMode="auto">
          <a:xfrm>
            <a:off x="5334008" y="3143250"/>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58" name="Text Box 45">
            <a:extLst>
              <a:ext uri="{FF2B5EF4-FFF2-40B4-BE49-F238E27FC236}">
                <a16:creationId xmlns:a16="http://schemas.microsoft.com/office/drawing/2014/main" id="{01DDE09C-B41C-0A4A-8A66-3930A5511E19}"/>
              </a:ext>
            </a:extLst>
          </p:cNvPr>
          <p:cNvSpPr txBox="1">
            <a:spLocks noChangeArrowheads="1"/>
          </p:cNvSpPr>
          <p:nvPr/>
        </p:nvSpPr>
        <p:spPr bwMode="auto">
          <a:xfrm>
            <a:off x="6400808" y="3000375"/>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59" name="Text Box 46">
            <a:extLst>
              <a:ext uri="{FF2B5EF4-FFF2-40B4-BE49-F238E27FC236}">
                <a16:creationId xmlns:a16="http://schemas.microsoft.com/office/drawing/2014/main" id="{FBA5FF40-1805-9D4E-8850-31664B41E069}"/>
              </a:ext>
            </a:extLst>
          </p:cNvPr>
          <p:cNvSpPr txBox="1">
            <a:spLocks noChangeArrowheads="1"/>
          </p:cNvSpPr>
          <p:nvPr/>
        </p:nvSpPr>
        <p:spPr bwMode="auto">
          <a:xfrm>
            <a:off x="5811442" y="3149814"/>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62" name="Rectangle 51">
            <a:extLst>
              <a:ext uri="{FF2B5EF4-FFF2-40B4-BE49-F238E27FC236}">
                <a16:creationId xmlns:a16="http://schemas.microsoft.com/office/drawing/2014/main" id="{5749E3A3-EF1E-C340-8DCF-3E8EF0DB1746}"/>
              </a:ext>
            </a:extLst>
          </p:cNvPr>
          <p:cNvSpPr>
            <a:spLocks noChangeArrowheads="1"/>
          </p:cNvSpPr>
          <p:nvPr/>
        </p:nvSpPr>
        <p:spPr bwMode="auto">
          <a:xfrm>
            <a:off x="5410208" y="373380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CT</a:t>
            </a:r>
          </a:p>
        </p:txBody>
      </p:sp>
      <p:sp>
        <p:nvSpPr>
          <p:cNvPr id="182" name="Rectangle 32">
            <a:extLst>
              <a:ext uri="{FF2B5EF4-FFF2-40B4-BE49-F238E27FC236}">
                <a16:creationId xmlns:a16="http://schemas.microsoft.com/office/drawing/2014/main" id="{2B170E40-AD24-1541-BDB8-71859CEAA5A6}"/>
              </a:ext>
            </a:extLst>
          </p:cNvPr>
          <p:cNvSpPr>
            <a:spLocks noChangeArrowheads="1"/>
          </p:cNvSpPr>
          <p:nvPr/>
        </p:nvSpPr>
        <p:spPr bwMode="auto">
          <a:xfrm>
            <a:off x="4328040" y="3745969"/>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M(2)</a:t>
            </a:r>
          </a:p>
        </p:txBody>
      </p:sp>
      <p:sp>
        <p:nvSpPr>
          <p:cNvPr id="184" name="Line 34">
            <a:extLst>
              <a:ext uri="{FF2B5EF4-FFF2-40B4-BE49-F238E27FC236}">
                <a16:creationId xmlns:a16="http://schemas.microsoft.com/office/drawing/2014/main" id="{7782671D-9940-A448-AB51-794B47177E16}"/>
              </a:ext>
            </a:extLst>
          </p:cNvPr>
          <p:cNvSpPr>
            <a:spLocks noChangeShapeType="1"/>
          </p:cNvSpPr>
          <p:nvPr/>
        </p:nvSpPr>
        <p:spPr bwMode="auto">
          <a:xfrm flipH="1">
            <a:off x="3870840" y="4050769"/>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5" name="Line 35">
            <a:extLst>
              <a:ext uri="{FF2B5EF4-FFF2-40B4-BE49-F238E27FC236}">
                <a16:creationId xmlns:a16="http://schemas.microsoft.com/office/drawing/2014/main" id="{436B4938-924E-9946-82A8-D069BDA9699E}"/>
              </a:ext>
            </a:extLst>
          </p:cNvPr>
          <p:cNvSpPr>
            <a:spLocks noChangeShapeType="1"/>
          </p:cNvSpPr>
          <p:nvPr/>
        </p:nvSpPr>
        <p:spPr bwMode="auto">
          <a:xfrm>
            <a:off x="4709040" y="4050769"/>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8" name="Line 39">
            <a:extLst>
              <a:ext uri="{FF2B5EF4-FFF2-40B4-BE49-F238E27FC236}">
                <a16:creationId xmlns:a16="http://schemas.microsoft.com/office/drawing/2014/main" id="{70A5750C-AAA0-324D-B748-16C7A1C475CD}"/>
              </a:ext>
            </a:extLst>
          </p:cNvPr>
          <p:cNvSpPr>
            <a:spLocks noChangeShapeType="1"/>
          </p:cNvSpPr>
          <p:nvPr/>
        </p:nvSpPr>
        <p:spPr bwMode="auto">
          <a:xfrm flipV="1">
            <a:off x="3794640" y="4126969"/>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9" name="Line 40">
            <a:extLst>
              <a:ext uri="{FF2B5EF4-FFF2-40B4-BE49-F238E27FC236}">
                <a16:creationId xmlns:a16="http://schemas.microsoft.com/office/drawing/2014/main" id="{EDDD7FDF-3511-AE41-BEBA-1C136A466BEB}"/>
              </a:ext>
            </a:extLst>
          </p:cNvPr>
          <p:cNvSpPr>
            <a:spLocks noChangeShapeType="1"/>
          </p:cNvSpPr>
          <p:nvPr/>
        </p:nvSpPr>
        <p:spPr bwMode="auto">
          <a:xfrm>
            <a:off x="4632840" y="412696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0" name="Line 41">
            <a:extLst>
              <a:ext uri="{FF2B5EF4-FFF2-40B4-BE49-F238E27FC236}">
                <a16:creationId xmlns:a16="http://schemas.microsoft.com/office/drawing/2014/main" id="{AFEB2810-50C7-D844-A9BE-EBE41BC926D1}"/>
              </a:ext>
            </a:extLst>
          </p:cNvPr>
          <p:cNvSpPr>
            <a:spLocks noChangeShapeType="1"/>
          </p:cNvSpPr>
          <p:nvPr/>
        </p:nvSpPr>
        <p:spPr bwMode="auto">
          <a:xfrm flipV="1">
            <a:off x="4785240" y="412696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2" name="Text Box 43">
            <a:extLst>
              <a:ext uri="{FF2B5EF4-FFF2-40B4-BE49-F238E27FC236}">
                <a16:creationId xmlns:a16="http://schemas.microsoft.com/office/drawing/2014/main" id="{34D65745-3C6D-0144-B21B-914A62321234}"/>
              </a:ext>
            </a:extLst>
          </p:cNvPr>
          <p:cNvSpPr txBox="1">
            <a:spLocks noChangeArrowheads="1"/>
          </p:cNvSpPr>
          <p:nvPr/>
        </p:nvSpPr>
        <p:spPr bwMode="auto">
          <a:xfrm>
            <a:off x="3794640" y="4050769"/>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3" name="Text Box 44">
            <a:extLst>
              <a:ext uri="{FF2B5EF4-FFF2-40B4-BE49-F238E27FC236}">
                <a16:creationId xmlns:a16="http://schemas.microsoft.com/office/drawing/2014/main" id="{1F845529-02DE-5344-BF55-64603EDCFB71}"/>
              </a:ext>
            </a:extLst>
          </p:cNvPr>
          <p:cNvSpPr txBox="1">
            <a:spLocks noChangeArrowheads="1"/>
          </p:cNvSpPr>
          <p:nvPr/>
        </p:nvSpPr>
        <p:spPr bwMode="auto">
          <a:xfrm>
            <a:off x="4328040" y="4126969"/>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5" name="Text Box 46">
            <a:extLst>
              <a:ext uri="{FF2B5EF4-FFF2-40B4-BE49-F238E27FC236}">
                <a16:creationId xmlns:a16="http://schemas.microsoft.com/office/drawing/2014/main" id="{70FFCB42-BEE9-E04F-A2B8-EBFAC8C3F6D7}"/>
              </a:ext>
            </a:extLst>
          </p:cNvPr>
          <p:cNvSpPr txBox="1">
            <a:spLocks noChangeArrowheads="1"/>
          </p:cNvSpPr>
          <p:nvPr/>
        </p:nvSpPr>
        <p:spPr bwMode="auto">
          <a:xfrm>
            <a:off x="4805474" y="4133533"/>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97" name="Rectangle 51">
            <a:extLst>
              <a:ext uri="{FF2B5EF4-FFF2-40B4-BE49-F238E27FC236}">
                <a16:creationId xmlns:a16="http://schemas.microsoft.com/office/drawing/2014/main" id="{06639E37-70E5-694F-9092-A7DD83BC3F7B}"/>
              </a:ext>
            </a:extLst>
          </p:cNvPr>
          <p:cNvSpPr>
            <a:spLocks noChangeArrowheads="1"/>
          </p:cNvSpPr>
          <p:nvPr/>
        </p:nvSpPr>
        <p:spPr bwMode="auto">
          <a:xfrm>
            <a:off x="4404240" y="471751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BT</a:t>
            </a:r>
          </a:p>
        </p:txBody>
      </p:sp>
      <p:sp>
        <p:nvSpPr>
          <p:cNvPr id="199" name="Rectangle 32">
            <a:extLst>
              <a:ext uri="{FF2B5EF4-FFF2-40B4-BE49-F238E27FC236}">
                <a16:creationId xmlns:a16="http://schemas.microsoft.com/office/drawing/2014/main" id="{1AEBBD28-ADBE-8C43-9363-530E2D3273CA}"/>
              </a:ext>
            </a:extLst>
          </p:cNvPr>
          <p:cNvSpPr>
            <a:spLocks noChangeArrowheads="1"/>
          </p:cNvSpPr>
          <p:nvPr/>
        </p:nvSpPr>
        <p:spPr bwMode="auto">
          <a:xfrm>
            <a:off x="6339976" y="374386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M(3)</a:t>
            </a:r>
          </a:p>
        </p:txBody>
      </p:sp>
      <p:sp>
        <p:nvSpPr>
          <p:cNvPr id="202" name="Line 35">
            <a:extLst>
              <a:ext uri="{FF2B5EF4-FFF2-40B4-BE49-F238E27FC236}">
                <a16:creationId xmlns:a16="http://schemas.microsoft.com/office/drawing/2014/main" id="{BCF3761C-C22A-B94B-BC33-5AA5E836D544}"/>
              </a:ext>
            </a:extLst>
          </p:cNvPr>
          <p:cNvSpPr>
            <a:spLocks noChangeShapeType="1"/>
          </p:cNvSpPr>
          <p:nvPr/>
        </p:nvSpPr>
        <p:spPr bwMode="auto">
          <a:xfrm>
            <a:off x="6720976" y="404866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4" name="Line 38">
            <a:extLst>
              <a:ext uri="{FF2B5EF4-FFF2-40B4-BE49-F238E27FC236}">
                <a16:creationId xmlns:a16="http://schemas.microsoft.com/office/drawing/2014/main" id="{09A147C2-7FF2-3740-9E47-AF7148BBF773}"/>
              </a:ext>
            </a:extLst>
          </p:cNvPr>
          <p:cNvSpPr>
            <a:spLocks noChangeShapeType="1"/>
          </p:cNvSpPr>
          <p:nvPr/>
        </p:nvSpPr>
        <p:spPr bwMode="auto">
          <a:xfrm>
            <a:off x="7025776" y="4048661"/>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6" name="Line 40">
            <a:extLst>
              <a:ext uri="{FF2B5EF4-FFF2-40B4-BE49-F238E27FC236}">
                <a16:creationId xmlns:a16="http://schemas.microsoft.com/office/drawing/2014/main" id="{1E90EAB6-98DB-744F-B00E-0C0B2F8E946F}"/>
              </a:ext>
            </a:extLst>
          </p:cNvPr>
          <p:cNvSpPr>
            <a:spLocks noChangeShapeType="1"/>
          </p:cNvSpPr>
          <p:nvPr/>
        </p:nvSpPr>
        <p:spPr bwMode="auto">
          <a:xfrm>
            <a:off x="6644776" y="412486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7" name="Line 41">
            <a:extLst>
              <a:ext uri="{FF2B5EF4-FFF2-40B4-BE49-F238E27FC236}">
                <a16:creationId xmlns:a16="http://schemas.microsoft.com/office/drawing/2014/main" id="{75BEBC5A-33EB-7446-9786-C4323C09EA20}"/>
              </a:ext>
            </a:extLst>
          </p:cNvPr>
          <p:cNvSpPr>
            <a:spLocks noChangeShapeType="1"/>
          </p:cNvSpPr>
          <p:nvPr/>
        </p:nvSpPr>
        <p:spPr bwMode="auto">
          <a:xfrm flipV="1">
            <a:off x="6797176" y="412486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8" name="Line 42">
            <a:extLst>
              <a:ext uri="{FF2B5EF4-FFF2-40B4-BE49-F238E27FC236}">
                <a16:creationId xmlns:a16="http://schemas.microsoft.com/office/drawing/2014/main" id="{7778F3EB-EE4E-294D-AAA0-179CEA11F3A5}"/>
              </a:ext>
            </a:extLst>
          </p:cNvPr>
          <p:cNvSpPr>
            <a:spLocks noChangeShapeType="1"/>
          </p:cNvSpPr>
          <p:nvPr/>
        </p:nvSpPr>
        <p:spPr bwMode="auto">
          <a:xfrm>
            <a:off x="7254376" y="4124861"/>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10" name="Text Box 44">
            <a:extLst>
              <a:ext uri="{FF2B5EF4-FFF2-40B4-BE49-F238E27FC236}">
                <a16:creationId xmlns:a16="http://schemas.microsoft.com/office/drawing/2014/main" id="{F0DA5C63-32ED-B844-99D0-18A86F16705D}"/>
              </a:ext>
            </a:extLst>
          </p:cNvPr>
          <p:cNvSpPr txBox="1">
            <a:spLocks noChangeArrowheads="1"/>
          </p:cNvSpPr>
          <p:nvPr/>
        </p:nvSpPr>
        <p:spPr bwMode="auto">
          <a:xfrm>
            <a:off x="6339976" y="412486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211" name="Text Box 45">
            <a:extLst>
              <a:ext uri="{FF2B5EF4-FFF2-40B4-BE49-F238E27FC236}">
                <a16:creationId xmlns:a16="http://schemas.microsoft.com/office/drawing/2014/main" id="{CEEE30BE-CBA1-1E42-8F8E-59041565753A}"/>
              </a:ext>
            </a:extLst>
          </p:cNvPr>
          <p:cNvSpPr txBox="1">
            <a:spLocks noChangeArrowheads="1"/>
          </p:cNvSpPr>
          <p:nvPr/>
        </p:nvSpPr>
        <p:spPr bwMode="auto">
          <a:xfrm>
            <a:off x="7406776" y="3981986"/>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12" name="Text Box 46">
            <a:extLst>
              <a:ext uri="{FF2B5EF4-FFF2-40B4-BE49-F238E27FC236}">
                <a16:creationId xmlns:a16="http://schemas.microsoft.com/office/drawing/2014/main" id="{77F31583-67AE-6748-99DE-458FEE0FC7CE}"/>
              </a:ext>
            </a:extLst>
          </p:cNvPr>
          <p:cNvSpPr txBox="1">
            <a:spLocks noChangeArrowheads="1"/>
          </p:cNvSpPr>
          <p:nvPr/>
        </p:nvSpPr>
        <p:spPr bwMode="auto">
          <a:xfrm>
            <a:off x="6817410" y="413142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14" name="Rectangle 51">
            <a:extLst>
              <a:ext uri="{FF2B5EF4-FFF2-40B4-BE49-F238E27FC236}">
                <a16:creationId xmlns:a16="http://schemas.microsoft.com/office/drawing/2014/main" id="{CF480EEE-2725-AA41-8F4A-5F78EA3F64D8}"/>
              </a:ext>
            </a:extLst>
          </p:cNvPr>
          <p:cNvSpPr>
            <a:spLocks noChangeArrowheads="1"/>
          </p:cNvSpPr>
          <p:nvPr/>
        </p:nvSpPr>
        <p:spPr bwMode="auto">
          <a:xfrm>
            <a:off x="6416176" y="471541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DT</a:t>
            </a:r>
          </a:p>
        </p:txBody>
      </p:sp>
      <p:sp>
        <p:nvSpPr>
          <p:cNvPr id="71" name="Rectangle 32">
            <a:extLst>
              <a:ext uri="{FF2B5EF4-FFF2-40B4-BE49-F238E27FC236}">
                <a16:creationId xmlns:a16="http://schemas.microsoft.com/office/drawing/2014/main" id="{2C5BEF4F-A31C-9A46-83EB-1BF1D74C41C3}"/>
              </a:ext>
            </a:extLst>
          </p:cNvPr>
          <p:cNvSpPr>
            <a:spLocks noChangeArrowheads="1"/>
          </p:cNvSpPr>
          <p:nvPr/>
        </p:nvSpPr>
        <p:spPr bwMode="auto">
          <a:xfrm>
            <a:off x="3317170" y="4729589"/>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M(1)</a:t>
            </a:r>
          </a:p>
        </p:txBody>
      </p:sp>
      <p:sp>
        <p:nvSpPr>
          <p:cNvPr id="72" name="Rectangle 33">
            <a:extLst>
              <a:ext uri="{FF2B5EF4-FFF2-40B4-BE49-F238E27FC236}">
                <a16:creationId xmlns:a16="http://schemas.microsoft.com/office/drawing/2014/main" id="{8CF407CA-E305-FD41-A1C8-B49B2A0B60D3}"/>
              </a:ext>
            </a:extLst>
          </p:cNvPr>
          <p:cNvSpPr>
            <a:spLocks noChangeArrowheads="1"/>
          </p:cNvSpPr>
          <p:nvPr/>
        </p:nvSpPr>
        <p:spPr bwMode="auto">
          <a:xfrm>
            <a:off x="2402770" y="5720189"/>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73" name="Line 34">
            <a:extLst>
              <a:ext uri="{FF2B5EF4-FFF2-40B4-BE49-F238E27FC236}">
                <a16:creationId xmlns:a16="http://schemas.microsoft.com/office/drawing/2014/main" id="{9C19DFBD-3FA4-D840-BBAC-4E42F1A9DBEB}"/>
              </a:ext>
            </a:extLst>
          </p:cNvPr>
          <p:cNvSpPr>
            <a:spLocks noChangeShapeType="1"/>
          </p:cNvSpPr>
          <p:nvPr/>
        </p:nvSpPr>
        <p:spPr bwMode="auto">
          <a:xfrm flipH="1">
            <a:off x="2859970" y="5034389"/>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4" name="Line 35">
            <a:extLst>
              <a:ext uri="{FF2B5EF4-FFF2-40B4-BE49-F238E27FC236}">
                <a16:creationId xmlns:a16="http://schemas.microsoft.com/office/drawing/2014/main" id="{65222DF6-2D1D-9B46-B1E5-6E8BF266FFBF}"/>
              </a:ext>
            </a:extLst>
          </p:cNvPr>
          <p:cNvSpPr>
            <a:spLocks noChangeShapeType="1"/>
          </p:cNvSpPr>
          <p:nvPr/>
        </p:nvSpPr>
        <p:spPr bwMode="auto">
          <a:xfrm>
            <a:off x="3698170" y="5034389"/>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5" name="Line 39">
            <a:extLst>
              <a:ext uri="{FF2B5EF4-FFF2-40B4-BE49-F238E27FC236}">
                <a16:creationId xmlns:a16="http://schemas.microsoft.com/office/drawing/2014/main" id="{6572E505-A2F0-1744-951B-413D5683499C}"/>
              </a:ext>
            </a:extLst>
          </p:cNvPr>
          <p:cNvSpPr>
            <a:spLocks noChangeShapeType="1"/>
          </p:cNvSpPr>
          <p:nvPr/>
        </p:nvSpPr>
        <p:spPr bwMode="auto">
          <a:xfrm flipV="1">
            <a:off x="2783770" y="5110589"/>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6" name="Line 40">
            <a:extLst>
              <a:ext uri="{FF2B5EF4-FFF2-40B4-BE49-F238E27FC236}">
                <a16:creationId xmlns:a16="http://schemas.microsoft.com/office/drawing/2014/main" id="{BD23AC5B-3F23-8147-A525-2A2B28D1DC35}"/>
              </a:ext>
            </a:extLst>
          </p:cNvPr>
          <p:cNvSpPr>
            <a:spLocks noChangeShapeType="1"/>
          </p:cNvSpPr>
          <p:nvPr/>
        </p:nvSpPr>
        <p:spPr bwMode="auto">
          <a:xfrm>
            <a:off x="3621970" y="511058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7" name="Line 41">
            <a:extLst>
              <a:ext uri="{FF2B5EF4-FFF2-40B4-BE49-F238E27FC236}">
                <a16:creationId xmlns:a16="http://schemas.microsoft.com/office/drawing/2014/main" id="{0D0D1232-2384-6E44-9320-D2B4ED4E24A8}"/>
              </a:ext>
            </a:extLst>
          </p:cNvPr>
          <p:cNvSpPr>
            <a:spLocks noChangeShapeType="1"/>
          </p:cNvSpPr>
          <p:nvPr/>
        </p:nvSpPr>
        <p:spPr bwMode="auto">
          <a:xfrm flipV="1">
            <a:off x="3774370" y="511058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8" name="Text Box 43">
            <a:extLst>
              <a:ext uri="{FF2B5EF4-FFF2-40B4-BE49-F238E27FC236}">
                <a16:creationId xmlns:a16="http://schemas.microsoft.com/office/drawing/2014/main" id="{AA4D7165-E017-1E44-8855-6DF877EE5E40}"/>
              </a:ext>
            </a:extLst>
          </p:cNvPr>
          <p:cNvSpPr txBox="1">
            <a:spLocks noChangeArrowheads="1"/>
          </p:cNvSpPr>
          <p:nvPr/>
        </p:nvSpPr>
        <p:spPr bwMode="auto">
          <a:xfrm>
            <a:off x="2783770" y="5034389"/>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A</a:t>
            </a:r>
          </a:p>
        </p:txBody>
      </p:sp>
      <p:sp>
        <p:nvSpPr>
          <p:cNvPr id="104" name="Text Box 44">
            <a:extLst>
              <a:ext uri="{FF2B5EF4-FFF2-40B4-BE49-F238E27FC236}">
                <a16:creationId xmlns:a16="http://schemas.microsoft.com/office/drawing/2014/main" id="{EDA1AB7E-654A-D340-816E-55180FFB126B}"/>
              </a:ext>
            </a:extLst>
          </p:cNvPr>
          <p:cNvSpPr txBox="1">
            <a:spLocks noChangeArrowheads="1"/>
          </p:cNvSpPr>
          <p:nvPr/>
        </p:nvSpPr>
        <p:spPr bwMode="auto">
          <a:xfrm>
            <a:off x="3317170" y="5110589"/>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A</a:t>
            </a:r>
          </a:p>
        </p:txBody>
      </p:sp>
      <p:sp>
        <p:nvSpPr>
          <p:cNvPr id="105" name="Text Box 46">
            <a:extLst>
              <a:ext uri="{FF2B5EF4-FFF2-40B4-BE49-F238E27FC236}">
                <a16:creationId xmlns:a16="http://schemas.microsoft.com/office/drawing/2014/main" id="{D1C9F168-0794-D542-8D0D-84BDC534BD41}"/>
              </a:ext>
            </a:extLst>
          </p:cNvPr>
          <p:cNvSpPr txBox="1">
            <a:spLocks noChangeArrowheads="1"/>
          </p:cNvSpPr>
          <p:nvPr/>
        </p:nvSpPr>
        <p:spPr bwMode="auto">
          <a:xfrm>
            <a:off x="3794604" y="5117153"/>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06" name="Rectangle 50">
            <a:extLst>
              <a:ext uri="{FF2B5EF4-FFF2-40B4-BE49-F238E27FC236}">
                <a16:creationId xmlns:a16="http://schemas.microsoft.com/office/drawing/2014/main" id="{87E6B074-626D-9349-9DAE-D9CDADF9223C}"/>
              </a:ext>
            </a:extLst>
          </p:cNvPr>
          <p:cNvSpPr>
            <a:spLocks noChangeArrowheads="1"/>
          </p:cNvSpPr>
          <p:nvPr/>
        </p:nvSpPr>
        <p:spPr bwMode="auto">
          <a:xfrm>
            <a:off x="2402770" y="572018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AI</a:t>
            </a:r>
          </a:p>
        </p:txBody>
      </p:sp>
      <p:sp>
        <p:nvSpPr>
          <p:cNvPr id="107" name="Rectangle 51">
            <a:extLst>
              <a:ext uri="{FF2B5EF4-FFF2-40B4-BE49-F238E27FC236}">
                <a16:creationId xmlns:a16="http://schemas.microsoft.com/office/drawing/2014/main" id="{27BC80C3-C988-634B-91DD-6C77D1DFD587}"/>
              </a:ext>
            </a:extLst>
          </p:cNvPr>
          <p:cNvSpPr>
            <a:spLocks noChangeArrowheads="1"/>
          </p:cNvSpPr>
          <p:nvPr/>
        </p:nvSpPr>
        <p:spPr bwMode="auto">
          <a:xfrm>
            <a:off x="3393370" y="570113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AT</a:t>
            </a:r>
          </a:p>
        </p:txBody>
      </p:sp>
      <p:sp>
        <p:nvSpPr>
          <p:cNvPr id="108" name="Rectangle 32">
            <a:extLst>
              <a:ext uri="{FF2B5EF4-FFF2-40B4-BE49-F238E27FC236}">
                <a16:creationId xmlns:a16="http://schemas.microsoft.com/office/drawing/2014/main" id="{EBE898AE-006E-C04F-8569-96EF20002EF5}"/>
              </a:ext>
            </a:extLst>
          </p:cNvPr>
          <p:cNvSpPr>
            <a:spLocks noChangeArrowheads="1"/>
          </p:cNvSpPr>
          <p:nvPr/>
        </p:nvSpPr>
        <p:spPr bwMode="auto">
          <a:xfrm>
            <a:off x="7292476" y="4729430"/>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M(4)</a:t>
            </a:r>
          </a:p>
        </p:txBody>
      </p:sp>
      <p:sp>
        <p:nvSpPr>
          <p:cNvPr id="109" name="Line 35">
            <a:extLst>
              <a:ext uri="{FF2B5EF4-FFF2-40B4-BE49-F238E27FC236}">
                <a16:creationId xmlns:a16="http://schemas.microsoft.com/office/drawing/2014/main" id="{5114C3C5-2BE6-1F4C-AD6B-E06907661927}"/>
              </a:ext>
            </a:extLst>
          </p:cNvPr>
          <p:cNvSpPr>
            <a:spLocks noChangeShapeType="1"/>
          </p:cNvSpPr>
          <p:nvPr/>
        </p:nvSpPr>
        <p:spPr bwMode="auto">
          <a:xfrm>
            <a:off x="7673476" y="5034230"/>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0" name="Rectangle 37">
            <a:extLst>
              <a:ext uri="{FF2B5EF4-FFF2-40B4-BE49-F238E27FC236}">
                <a16:creationId xmlns:a16="http://schemas.microsoft.com/office/drawing/2014/main" id="{015E8290-3FBB-3C48-9FFD-419EDA528916}"/>
              </a:ext>
            </a:extLst>
          </p:cNvPr>
          <p:cNvSpPr>
            <a:spLocks noChangeArrowheads="1"/>
          </p:cNvSpPr>
          <p:nvPr/>
        </p:nvSpPr>
        <p:spPr bwMode="auto">
          <a:xfrm>
            <a:off x="8359276" y="5720030"/>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111" name="Line 38">
            <a:extLst>
              <a:ext uri="{FF2B5EF4-FFF2-40B4-BE49-F238E27FC236}">
                <a16:creationId xmlns:a16="http://schemas.microsoft.com/office/drawing/2014/main" id="{D04F510C-32C3-AD47-AD30-F39B6A230F3D}"/>
              </a:ext>
            </a:extLst>
          </p:cNvPr>
          <p:cNvSpPr>
            <a:spLocks noChangeShapeType="1"/>
          </p:cNvSpPr>
          <p:nvPr/>
        </p:nvSpPr>
        <p:spPr bwMode="auto">
          <a:xfrm>
            <a:off x="7978276" y="5034230"/>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2" name="Line 40">
            <a:extLst>
              <a:ext uri="{FF2B5EF4-FFF2-40B4-BE49-F238E27FC236}">
                <a16:creationId xmlns:a16="http://schemas.microsoft.com/office/drawing/2014/main" id="{802FDB34-B2CE-5842-824B-03E76CF60E85}"/>
              </a:ext>
            </a:extLst>
          </p:cNvPr>
          <p:cNvSpPr>
            <a:spLocks noChangeShapeType="1"/>
          </p:cNvSpPr>
          <p:nvPr/>
        </p:nvSpPr>
        <p:spPr bwMode="auto">
          <a:xfrm>
            <a:off x="7597276" y="511043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3" name="Line 41">
            <a:extLst>
              <a:ext uri="{FF2B5EF4-FFF2-40B4-BE49-F238E27FC236}">
                <a16:creationId xmlns:a16="http://schemas.microsoft.com/office/drawing/2014/main" id="{0CAAE87C-892D-4543-9A65-7F3D29B352CE}"/>
              </a:ext>
            </a:extLst>
          </p:cNvPr>
          <p:cNvSpPr>
            <a:spLocks noChangeShapeType="1"/>
          </p:cNvSpPr>
          <p:nvPr/>
        </p:nvSpPr>
        <p:spPr bwMode="auto">
          <a:xfrm flipV="1">
            <a:off x="7749676" y="5110430"/>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4" name="Line 42">
            <a:extLst>
              <a:ext uri="{FF2B5EF4-FFF2-40B4-BE49-F238E27FC236}">
                <a16:creationId xmlns:a16="http://schemas.microsoft.com/office/drawing/2014/main" id="{24AD3BB7-2486-2D41-AAFF-9E492B6D12AB}"/>
              </a:ext>
            </a:extLst>
          </p:cNvPr>
          <p:cNvSpPr>
            <a:spLocks noChangeShapeType="1"/>
          </p:cNvSpPr>
          <p:nvPr/>
        </p:nvSpPr>
        <p:spPr bwMode="auto">
          <a:xfrm>
            <a:off x="8206876" y="5110430"/>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5" name="Text Box 44">
            <a:extLst>
              <a:ext uri="{FF2B5EF4-FFF2-40B4-BE49-F238E27FC236}">
                <a16:creationId xmlns:a16="http://schemas.microsoft.com/office/drawing/2014/main" id="{47A4BB6A-C8A3-1A40-9200-63DC61507564}"/>
              </a:ext>
            </a:extLst>
          </p:cNvPr>
          <p:cNvSpPr txBox="1">
            <a:spLocks noChangeArrowheads="1"/>
          </p:cNvSpPr>
          <p:nvPr/>
        </p:nvSpPr>
        <p:spPr bwMode="auto">
          <a:xfrm>
            <a:off x="7292476" y="5110430"/>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116" name="Text Box 45">
            <a:extLst>
              <a:ext uri="{FF2B5EF4-FFF2-40B4-BE49-F238E27FC236}">
                <a16:creationId xmlns:a16="http://schemas.microsoft.com/office/drawing/2014/main" id="{5A068AB6-F959-3941-B2F6-FE82E8BC8A36}"/>
              </a:ext>
            </a:extLst>
          </p:cNvPr>
          <p:cNvSpPr txBox="1">
            <a:spLocks noChangeArrowheads="1"/>
          </p:cNvSpPr>
          <p:nvPr/>
        </p:nvSpPr>
        <p:spPr bwMode="auto">
          <a:xfrm>
            <a:off x="8359276" y="4967555"/>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F</a:t>
            </a:r>
          </a:p>
        </p:txBody>
      </p:sp>
      <p:sp>
        <p:nvSpPr>
          <p:cNvPr id="117" name="Text Box 46">
            <a:extLst>
              <a:ext uri="{FF2B5EF4-FFF2-40B4-BE49-F238E27FC236}">
                <a16:creationId xmlns:a16="http://schemas.microsoft.com/office/drawing/2014/main" id="{1085C814-D327-5D44-ACB6-C511A72AEE06}"/>
              </a:ext>
            </a:extLst>
          </p:cNvPr>
          <p:cNvSpPr txBox="1">
            <a:spLocks noChangeArrowheads="1"/>
          </p:cNvSpPr>
          <p:nvPr/>
        </p:nvSpPr>
        <p:spPr bwMode="auto">
          <a:xfrm>
            <a:off x="7769910" y="5116994"/>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F</a:t>
            </a:r>
          </a:p>
        </p:txBody>
      </p:sp>
      <p:sp>
        <p:nvSpPr>
          <p:cNvPr id="118" name="Rectangle 51">
            <a:extLst>
              <a:ext uri="{FF2B5EF4-FFF2-40B4-BE49-F238E27FC236}">
                <a16:creationId xmlns:a16="http://schemas.microsoft.com/office/drawing/2014/main" id="{468FC827-226F-C145-B8EE-1CF6BA2A4CFF}"/>
              </a:ext>
            </a:extLst>
          </p:cNvPr>
          <p:cNvSpPr>
            <a:spLocks noChangeArrowheads="1"/>
          </p:cNvSpPr>
          <p:nvPr/>
        </p:nvSpPr>
        <p:spPr bwMode="auto">
          <a:xfrm>
            <a:off x="7368676" y="5700980"/>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ET</a:t>
            </a:r>
          </a:p>
        </p:txBody>
      </p:sp>
      <p:sp>
        <p:nvSpPr>
          <p:cNvPr id="119" name="Rectangle 52">
            <a:extLst>
              <a:ext uri="{FF2B5EF4-FFF2-40B4-BE49-F238E27FC236}">
                <a16:creationId xmlns:a16="http://schemas.microsoft.com/office/drawing/2014/main" id="{63C9E22D-375E-9442-9A06-859D352B5ED3}"/>
              </a:ext>
            </a:extLst>
          </p:cNvPr>
          <p:cNvSpPr>
            <a:spLocks noChangeArrowheads="1"/>
          </p:cNvSpPr>
          <p:nvPr/>
        </p:nvSpPr>
        <p:spPr bwMode="auto">
          <a:xfrm>
            <a:off x="8359276" y="5720030"/>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EO</a:t>
            </a:r>
          </a:p>
        </p:txBody>
      </p:sp>
    </p:spTree>
    <p:extLst>
      <p:ext uri="{BB962C8B-B14F-4D97-AF65-F5344CB8AC3E}">
        <p14:creationId xmlns:p14="http://schemas.microsoft.com/office/powerpoint/2010/main" val="133642968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52</a:t>
            </a:fld>
            <a:endParaRPr lang="zh-CN" altLang="en-US"/>
          </a:p>
        </p:txBody>
      </p:sp>
      <p:sp>
        <p:nvSpPr>
          <p:cNvPr id="62" name="Line 52">
            <a:extLst>
              <a:ext uri="{FF2B5EF4-FFF2-40B4-BE49-F238E27FC236}">
                <a16:creationId xmlns:a16="http://schemas.microsoft.com/office/drawing/2014/main" id="{E35E62B0-3EBA-7648-BEBF-57EBC57FB794}"/>
              </a:ext>
            </a:extLst>
          </p:cNvPr>
          <p:cNvSpPr>
            <a:spLocks noChangeShapeType="1"/>
          </p:cNvSpPr>
          <p:nvPr/>
        </p:nvSpPr>
        <p:spPr bwMode="auto">
          <a:xfrm>
            <a:off x="-1436279" y="4159250"/>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55">
            <a:extLst>
              <a:ext uri="{FF2B5EF4-FFF2-40B4-BE49-F238E27FC236}">
                <a16:creationId xmlns:a16="http://schemas.microsoft.com/office/drawing/2014/main" id="{75D55032-34AF-7247-BE7E-E1FBC4353E31}"/>
              </a:ext>
            </a:extLst>
          </p:cNvPr>
          <p:cNvSpPr>
            <a:spLocks noChangeShapeType="1"/>
          </p:cNvSpPr>
          <p:nvPr/>
        </p:nvSpPr>
        <p:spPr bwMode="auto">
          <a:xfrm flipV="1">
            <a:off x="-1645553" y="4083047"/>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79" name="Group 69">
            <a:extLst>
              <a:ext uri="{FF2B5EF4-FFF2-40B4-BE49-F238E27FC236}">
                <a16:creationId xmlns:a16="http://schemas.microsoft.com/office/drawing/2014/main" id="{3B7822EC-F9BE-E34E-A533-1BB05DD7816B}"/>
              </a:ext>
            </a:extLst>
          </p:cNvPr>
          <p:cNvGrpSpPr>
            <a:grpSpLocks/>
          </p:cNvGrpSpPr>
          <p:nvPr/>
        </p:nvGrpSpPr>
        <p:grpSpPr bwMode="auto">
          <a:xfrm>
            <a:off x="394299" y="1138237"/>
            <a:ext cx="3746500" cy="2290763"/>
            <a:chOff x="192" y="1980"/>
            <a:chExt cx="2360" cy="1443"/>
          </a:xfrm>
        </p:grpSpPr>
        <p:sp>
          <p:nvSpPr>
            <p:cNvPr id="80" name="Text Box 70">
              <a:extLst>
                <a:ext uri="{FF2B5EF4-FFF2-40B4-BE49-F238E27FC236}">
                  <a16:creationId xmlns:a16="http://schemas.microsoft.com/office/drawing/2014/main" id="{77F7069A-C116-704D-AD56-5D5D4C0E444D}"/>
                </a:ext>
              </a:extLst>
            </p:cNvPr>
            <p:cNvSpPr txBox="1">
              <a:spLocks noChangeArrowheads="1"/>
            </p:cNvSpPr>
            <p:nvPr/>
          </p:nvSpPr>
          <p:spPr bwMode="auto">
            <a:xfrm>
              <a:off x="1584" y="2161"/>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81" name="Text Box 71">
              <a:extLst>
                <a:ext uri="{FF2B5EF4-FFF2-40B4-BE49-F238E27FC236}">
                  <a16:creationId xmlns:a16="http://schemas.microsoft.com/office/drawing/2014/main" id="{DB686199-2098-0049-A335-43EA854294C9}"/>
                </a:ext>
              </a:extLst>
            </p:cNvPr>
            <p:cNvSpPr txBox="1">
              <a:spLocks noChangeArrowheads="1"/>
            </p:cNvSpPr>
            <p:nvPr/>
          </p:nvSpPr>
          <p:spPr bwMode="auto">
            <a:xfrm>
              <a:off x="959" y="2160"/>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82" name="Oval 72">
              <a:extLst>
                <a:ext uri="{FF2B5EF4-FFF2-40B4-BE49-F238E27FC236}">
                  <a16:creationId xmlns:a16="http://schemas.microsoft.com/office/drawing/2014/main" id="{A47F8271-B29F-5A4B-8941-324965FB19DB}"/>
                </a:ext>
              </a:extLst>
            </p:cNvPr>
            <p:cNvSpPr>
              <a:spLocks noChangeArrowheads="1"/>
            </p:cNvSpPr>
            <p:nvPr/>
          </p:nvSpPr>
          <p:spPr bwMode="auto">
            <a:xfrm>
              <a:off x="1208" y="2186"/>
              <a:ext cx="364" cy="37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000000"/>
                  </a:solidFill>
                </a:rPr>
                <a:t>中心</a:t>
              </a:r>
            </a:p>
            <a:p>
              <a:pPr algn="ctr" eaLnBrk="1" hangingPunct="1"/>
              <a:r>
                <a:rPr lang="zh-CN" altLang="en-US" sz="1400">
                  <a:solidFill>
                    <a:srgbClr val="000000"/>
                  </a:solidFill>
                </a:rPr>
                <a:t>加工</a:t>
              </a:r>
            </a:p>
          </p:txBody>
        </p:sp>
        <p:sp>
          <p:nvSpPr>
            <p:cNvPr id="83" name="Oval 73">
              <a:extLst>
                <a:ext uri="{FF2B5EF4-FFF2-40B4-BE49-F238E27FC236}">
                  <a16:creationId xmlns:a16="http://schemas.microsoft.com/office/drawing/2014/main" id="{4A8DC9E1-CAFB-0848-A287-B0B0BF5FE85B}"/>
                </a:ext>
              </a:extLst>
            </p:cNvPr>
            <p:cNvSpPr>
              <a:spLocks noChangeArrowheads="1"/>
            </p:cNvSpPr>
            <p:nvPr/>
          </p:nvSpPr>
          <p:spPr bwMode="auto">
            <a:xfrm>
              <a:off x="625" y="2168"/>
              <a:ext cx="391" cy="396"/>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400">
                  <a:solidFill>
                    <a:srgbClr val="000000"/>
                  </a:solidFill>
                </a:rPr>
                <a:t>号</a:t>
              </a:r>
            </a:p>
            <a:p>
              <a:pPr algn="ctr" eaLnBrk="1" hangingPunct="1"/>
              <a:r>
                <a:rPr lang="zh-CN" altLang="en-US" sz="1400">
                  <a:solidFill>
                    <a:srgbClr val="000000"/>
                  </a:solidFill>
                </a:rPr>
                <a:t>加工</a:t>
              </a:r>
            </a:p>
          </p:txBody>
        </p:sp>
        <p:sp>
          <p:nvSpPr>
            <p:cNvPr id="84" name="Oval 74">
              <a:extLst>
                <a:ext uri="{FF2B5EF4-FFF2-40B4-BE49-F238E27FC236}">
                  <a16:creationId xmlns:a16="http://schemas.microsoft.com/office/drawing/2014/main" id="{1EE2104F-BA5C-0D4F-BA74-AD64784166C8}"/>
                </a:ext>
              </a:extLst>
            </p:cNvPr>
            <p:cNvSpPr>
              <a:spLocks noChangeArrowheads="1"/>
            </p:cNvSpPr>
            <p:nvPr/>
          </p:nvSpPr>
          <p:spPr bwMode="auto">
            <a:xfrm>
              <a:off x="1736" y="2187"/>
              <a:ext cx="383" cy="387"/>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400">
                  <a:solidFill>
                    <a:srgbClr val="000000"/>
                  </a:solidFill>
                </a:rPr>
                <a:t>号</a:t>
              </a:r>
            </a:p>
            <a:p>
              <a:pPr algn="ctr" eaLnBrk="1" hangingPunct="1"/>
              <a:r>
                <a:rPr lang="zh-CN" altLang="en-US" sz="1400">
                  <a:solidFill>
                    <a:srgbClr val="000000"/>
                  </a:solidFill>
                </a:rPr>
                <a:t>加工</a:t>
              </a:r>
            </a:p>
          </p:txBody>
        </p:sp>
        <p:sp>
          <p:nvSpPr>
            <p:cNvPr id="85" name="Oval 75">
              <a:extLst>
                <a:ext uri="{FF2B5EF4-FFF2-40B4-BE49-F238E27FC236}">
                  <a16:creationId xmlns:a16="http://schemas.microsoft.com/office/drawing/2014/main" id="{D015A4B5-D96F-604E-9DCE-F6FB01F5CA50}"/>
                </a:ext>
              </a:extLst>
            </p:cNvPr>
            <p:cNvSpPr>
              <a:spLocks noChangeArrowheads="1"/>
            </p:cNvSpPr>
            <p:nvPr/>
          </p:nvSpPr>
          <p:spPr bwMode="auto">
            <a:xfrm>
              <a:off x="347" y="2735"/>
              <a:ext cx="373" cy="36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400">
                  <a:solidFill>
                    <a:srgbClr val="000000"/>
                  </a:solidFill>
                </a:rPr>
                <a:t>号</a:t>
              </a:r>
            </a:p>
            <a:p>
              <a:pPr algn="ctr" eaLnBrk="1" hangingPunct="1"/>
              <a:r>
                <a:rPr lang="zh-CN" altLang="en-US" sz="1400">
                  <a:solidFill>
                    <a:srgbClr val="000000"/>
                  </a:solidFill>
                </a:rPr>
                <a:t>加工</a:t>
              </a:r>
            </a:p>
          </p:txBody>
        </p:sp>
        <p:sp>
          <p:nvSpPr>
            <p:cNvPr id="86" name="Oval 76">
              <a:extLst>
                <a:ext uri="{FF2B5EF4-FFF2-40B4-BE49-F238E27FC236}">
                  <a16:creationId xmlns:a16="http://schemas.microsoft.com/office/drawing/2014/main" id="{CF0163F9-1127-C74F-BDE8-5F35FEFAC7FB}"/>
                </a:ext>
              </a:extLst>
            </p:cNvPr>
            <p:cNvSpPr>
              <a:spLocks noChangeArrowheads="1"/>
            </p:cNvSpPr>
            <p:nvPr/>
          </p:nvSpPr>
          <p:spPr bwMode="auto">
            <a:xfrm>
              <a:off x="2112" y="2726"/>
              <a:ext cx="363" cy="36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400">
                  <a:solidFill>
                    <a:srgbClr val="000000"/>
                  </a:solidFill>
                </a:rPr>
                <a:t>号</a:t>
              </a:r>
            </a:p>
            <a:p>
              <a:pPr algn="ctr" eaLnBrk="1" hangingPunct="1"/>
              <a:r>
                <a:rPr lang="zh-CN" altLang="en-US" sz="1400">
                  <a:solidFill>
                    <a:srgbClr val="000000"/>
                  </a:solidFill>
                </a:rPr>
                <a:t>加工</a:t>
              </a:r>
            </a:p>
          </p:txBody>
        </p:sp>
        <p:sp>
          <p:nvSpPr>
            <p:cNvPr id="87" name="Line 77">
              <a:extLst>
                <a:ext uri="{FF2B5EF4-FFF2-40B4-BE49-F238E27FC236}">
                  <a16:creationId xmlns:a16="http://schemas.microsoft.com/office/drawing/2014/main" id="{D09AEDB1-93BD-A544-B077-793BB6B8E27D}"/>
                </a:ext>
              </a:extLst>
            </p:cNvPr>
            <p:cNvSpPr>
              <a:spLocks noChangeShapeType="1"/>
            </p:cNvSpPr>
            <p:nvPr/>
          </p:nvSpPr>
          <p:spPr bwMode="auto">
            <a:xfrm flipV="1">
              <a:off x="344" y="3099"/>
              <a:ext cx="144" cy="324"/>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8" name="Line 78">
              <a:extLst>
                <a:ext uri="{FF2B5EF4-FFF2-40B4-BE49-F238E27FC236}">
                  <a16:creationId xmlns:a16="http://schemas.microsoft.com/office/drawing/2014/main" id="{30276866-66CE-3941-8A4D-487BC994DF7F}"/>
                </a:ext>
              </a:extLst>
            </p:cNvPr>
            <p:cNvSpPr>
              <a:spLocks noChangeShapeType="1"/>
            </p:cNvSpPr>
            <p:nvPr/>
          </p:nvSpPr>
          <p:spPr bwMode="auto">
            <a:xfrm flipV="1">
              <a:off x="632" y="2546"/>
              <a:ext cx="144" cy="20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9" name="Line 79">
              <a:extLst>
                <a:ext uri="{FF2B5EF4-FFF2-40B4-BE49-F238E27FC236}">
                  <a16:creationId xmlns:a16="http://schemas.microsoft.com/office/drawing/2014/main" id="{55C5C1DA-7592-AE47-B25B-4CAEAC404FFF}"/>
                </a:ext>
              </a:extLst>
            </p:cNvPr>
            <p:cNvSpPr>
              <a:spLocks noChangeShapeType="1"/>
            </p:cNvSpPr>
            <p:nvPr/>
          </p:nvSpPr>
          <p:spPr bwMode="auto">
            <a:xfrm flipV="1">
              <a:off x="1016"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0" name="Line 80">
              <a:extLst>
                <a:ext uri="{FF2B5EF4-FFF2-40B4-BE49-F238E27FC236}">
                  <a16:creationId xmlns:a16="http://schemas.microsoft.com/office/drawing/2014/main" id="{2A68E39C-AC4B-DF49-AE8A-DE719F6D5764}"/>
                </a:ext>
              </a:extLst>
            </p:cNvPr>
            <p:cNvSpPr>
              <a:spLocks noChangeShapeType="1"/>
            </p:cNvSpPr>
            <p:nvPr/>
          </p:nvSpPr>
          <p:spPr bwMode="auto">
            <a:xfrm>
              <a:off x="1544"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1" name="Line 81">
              <a:extLst>
                <a:ext uri="{FF2B5EF4-FFF2-40B4-BE49-F238E27FC236}">
                  <a16:creationId xmlns:a16="http://schemas.microsoft.com/office/drawing/2014/main" id="{F4155678-C31D-1949-8DDB-031368C364D4}"/>
                </a:ext>
              </a:extLst>
            </p:cNvPr>
            <p:cNvSpPr>
              <a:spLocks noChangeShapeType="1"/>
            </p:cNvSpPr>
            <p:nvPr/>
          </p:nvSpPr>
          <p:spPr bwMode="auto">
            <a:xfrm>
              <a:off x="2053" y="2525"/>
              <a:ext cx="211" cy="22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2" name="Line 82">
              <a:extLst>
                <a:ext uri="{FF2B5EF4-FFF2-40B4-BE49-F238E27FC236}">
                  <a16:creationId xmlns:a16="http://schemas.microsoft.com/office/drawing/2014/main" id="{C31F76D7-050D-A64A-824F-3D2D25585D13}"/>
                </a:ext>
              </a:extLst>
            </p:cNvPr>
            <p:cNvSpPr>
              <a:spLocks noChangeShapeType="1"/>
            </p:cNvSpPr>
            <p:nvPr/>
          </p:nvSpPr>
          <p:spPr bwMode="auto">
            <a:xfrm>
              <a:off x="2408" y="3032"/>
              <a:ext cx="144" cy="24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Text Box 83">
              <a:extLst>
                <a:ext uri="{FF2B5EF4-FFF2-40B4-BE49-F238E27FC236}">
                  <a16:creationId xmlns:a16="http://schemas.microsoft.com/office/drawing/2014/main" id="{DA936906-0FAB-5342-8A77-B4816A573375}"/>
                </a:ext>
              </a:extLst>
            </p:cNvPr>
            <p:cNvSpPr txBox="1">
              <a:spLocks noChangeArrowheads="1"/>
            </p:cNvSpPr>
            <p:nvPr/>
          </p:nvSpPr>
          <p:spPr bwMode="auto">
            <a:xfrm>
              <a:off x="192" y="3069"/>
              <a:ext cx="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sp>
          <p:nvSpPr>
            <p:cNvPr id="94" name="Text Box 84">
              <a:extLst>
                <a:ext uri="{FF2B5EF4-FFF2-40B4-BE49-F238E27FC236}">
                  <a16:creationId xmlns:a16="http://schemas.microsoft.com/office/drawing/2014/main" id="{079C8CDD-C866-AE4A-8DC1-529D262A9E0D}"/>
                </a:ext>
              </a:extLst>
            </p:cNvPr>
            <p:cNvSpPr txBox="1">
              <a:spLocks noChangeArrowheads="1"/>
            </p:cNvSpPr>
            <p:nvPr/>
          </p:nvSpPr>
          <p:spPr bwMode="auto">
            <a:xfrm>
              <a:off x="511" y="2530"/>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sp>
          <p:nvSpPr>
            <p:cNvPr id="95" name="Text Box 85">
              <a:extLst>
                <a:ext uri="{FF2B5EF4-FFF2-40B4-BE49-F238E27FC236}">
                  <a16:creationId xmlns:a16="http://schemas.microsoft.com/office/drawing/2014/main" id="{264CC830-67AA-4D42-9881-497054AF0E38}"/>
                </a:ext>
              </a:extLst>
            </p:cNvPr>
            <p:cNvSpPr txBox="1">
              <a:spLocks noChangeArrowheads="1"/>
            </p:cNvSpPr>
            <p:nvPr/>
          </p:nvSpPr>
          <p:spPr bwMode="auto">
            <a:xfrm>
              <a:off x="2072" y="2464"/>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   E</a:t>
              </a:r>
            </a:p>
          </p:txBody>
        </p:sp>
        <p:sp>
          <p:nvSpPr>
            <p:cNvPr id="96" name="Line 86">
              <a:extLst>
                <a:ext uri="{FF2B5EF4-FFF2-40B4-BE49-F238E27FC236}">
                  <a16:creationId xmlns:a16="http://schemas.microsoft.com/office/drawing/2014/main" id="{DEBBF766-9A37-2B46-ABB0-7ECFBAB3B827}"/>
                </a:ext>
              </a:extLst>
            </p:cNvPr>
            <p:cNvSpPr>
              <a:spLocks noChangeShapeType="1"/>
            </p:cNvSpPr>
            <p:nvPr/>
          </p:nvSpPr>
          <p:spPr bwMode="auto">
            <a:xfrm>
              <a:off x="1112"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Line 87">
              <a:extLst>
                <a:ext uri="{FF2B5EF4-FFF2-40B4-BE49-F238E27FC236}">
                  <a16:creationId xmlns:a16="http://schemas.microsoft.com/office/drawing/2014/main" id="{5565EAAD-24ED-4442-AF6E-E38AC2BE6484}"/>
                </a:ext>
              </a:extLst>
            </p:cNvPr>
            <p:cNvSpPr>
              <a:spLocks noChangeShapeType="1"/>
            </p:cNvSpPr>
            <p:nvPr/>
          </p:nvSpPr>
          <p:spPr bwMode="auto">
            <a:xfrm>
              <a:off x="1640"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8" name="Text Box 88">
              <a:extLst>
                <a:ext uri="{FF2B5EF4-FFF2-40B4-BE49-F238E27FC236}">
                  <a16:creationId xmlns:a16="http://schemas.microsoft.com/office/drawing/2014/main" id="{35CBC7EF-C675-574E-832F-199F8F73EDCA}"/>
                </a:ext>
              </a:extLst>
            </p:cNvPr>
            <p:cNvSpPr txBox="1">
              <a:spLocks noChangeArrowheads="1"/>
            </p:cNvSpPr>
            <p:nvPr/>
          </p:nvSpPr>
          <p:spPr bwMode="auto">
            <a:xfrm>
              <a:off x="632" y="2707"/>
              <a:ext cx="4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99" name="Text Box 89">
              <a:extLst>
                <a:ext uri="{FF2B5EF4-FFF2-40B4-BE49-F238E27FC236}">
                  <a16:creationId xmlns:a16="http://schemas.microsoft.com/office/drawing/2014/main" id="{D31DEED7-FC72-6344-8406-AE7F0DEF2B27}"/>
                </a:ext>
              </a:extLst>
            </p:cNvPr>
            <p:cNvSpPr txBox="1">
              <a:spLocks noChangeArrowheads="1"/>
            </p:cNvSpPr>
            <p:nvPr/>
          </p:nvSpPr>
          <p:spPr bwMode="auto">
            <a:xfrm>
              <a:off x="1111" y="2627"/>
              <a:ext cx="6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sp>
          <p:nvSpPr>
            <p:cNvPr id="100" name="Text Box 90">
              <a:extLst>
                <a:ext uri="{FF2B5EF4-FFF2-40B4-BE49-F238E27FC236}">
                  <a16:creationId xmlns:a16="http://schemas.microsoft.com/office/drawing/2014/main" id="{92983689-0966-4F4E-BC34-4053FCE60AC3}"/>
                </a:ext>
              </a:extLst>
            </p:cNvPr>
            <p:cNvSpPr txBox="1">
              <a:spLocks noChangeArrowheads="1"/>
            </p:cNvSpPr>
            <p:nvPr/>
          </p:nvSpPr>
          <p:spPr bwMode="auto">
            <a:xfrm>
              <a:off x="1784" y="2707"/>
              <a:ext cx="67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101" name="Line 91">
              <a:extLst>
                <a:ext uri="{FF2B5EF4-FFF2-40B4-BE49-F238E27FC236}">
                  <a16:creationId xmlns:a16="http://schemas.microsoft.com/office/drawing/2014/main" id="{09228FD7-E66F-364C-9FDD-57FA3EE35C55}"/>
                </a:ext>
              </a:extLst>
            </p:cNvPr>
            <p:cNvSpPr>
              <a:spLocks noChangeShapeType="1"/>
            </p:cNvSpPr>
            <p:nvPr/>
          </p:nvSpPr>
          <p:spPr bwMode="auto">
            <a:xfrm>
              <a:off x="1112"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2" name="Line 92">
              <a:extLst>
                <a:ext uri="{FF2B5EF4-FFF2-40B4-BE49-F238E27FC236}">
                  <a16:creationId xmlns:a16="http://schemas.microsoft.com/office/drawing/2014/main" id="{A370ABB3-8DA3-9444-A97C-FD1AA57078F6}"/>
                </a:ext>
              </a:extLst>
            </p:cNvPr>
            <p:cNvSpPr>
              <a:spLocks noChangeShapeType="1"/>
            </p:cNvSpPr>
            <p:nvPr/>
          </p:nvSpPr>
          <p:spPr bwMode="auto">
            <a:xfrm>
              <a:off x="1640"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3" name="Text Box 93">
              <a:extLst>
                <a:ext uri="{FF2B5EF4-FFF2-40B4-BE49-F238E27FC236}">
                  <a16:creationId xmlns:a16="http://schemas.microsoft.com/office/drawing/2014/main" id="{AADB14AF-6FB9-4C45-A438-C7DC0F518C4E}"/>
                </a:ext>
              </a:extLst>
            </p:cNvPr>
            <p:cNvSpPr txBox="1">
              <a:spLocks noChangeArrowheads="1"/>
            </p:cNvSpPr>
            <p:nvPr/>
          </p:nvSpPr>
          <p:spPr bwMode="auto">
            <a:xfrm>
              <a:off x="1112" y="2627"/>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grpSp>
      <p:sp>
        <p:nvSpPr>
          <p:cNvPr id="133" name="Text Box 129">
            <a:extLst>
              <a:ext uri="{FF2B5EF4-FFF2-40B4-BE49-F238E27FC236}">
                <a16:creationId xmlns:a16="http://schemas.microsoft.com/office/drawing/2014/main" id="{8AD1640C-0184-B444-AA7A-F4B74835BE6D}"/>
              </a:ext>
            </a:extLst>
          </p:cNvPr>
          <p:cNvSpPr txBox="1">
            <a:spLocks noChangeArrowheads="1"/>
          </p:cNvSpPr>
          <p:nvPr/>
        </p:nvSpPr>
        <p:spPr bwMode="auto">
          <a:xfrm>
            <a:off x="4041361" y="2720181"/>
            <a:ext cx="5524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F</a:t>
            </a:r>
          </a:p>
        </p:txBody>
      </p:sp>
      <p:sp>
        <p:nvSpPr>
          <p:cNvPr id="121" name="Text Box 70">
            <a:extLst>
              <a:ext uri="{FF2B5EF4-FFF2-40B4-BE49-F238E27FC236}">
                <a16:creationId xmlns:a16="http://schemas.microsoft.com/office/drawing/2014/main" id="{959D1E34-DEF9-7D42-84E8-487B037FEA21}"/>
              </a:ext>
            </a:extLst>
          </p:cNvPr>
          <p:cNvSpPr txBox="1">
            <a:spLocks noChangeArrowheads="1"/>
          </p:cNvSpPr>
          <p:nvPr/>
        </p:nvSpPr>
        <p:spPr bwMode="auto">
          <a:xfrm>
            <a:off x="5820347" y="4564466"/>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22" name="Text Box 71">
            <a:extLst>
              <a:ext uri="{FF2B5EF4-FFF2-40B4-BE49-F238E27FC236}">
                <a16:creationId xmlns:a16="http://schemas.microsoft.com/office/drawing/2014/main" id="{E504E902-6448-F445-AE7C-547B1DA79048}"/>
              </a:ext>
            </a:extLst>
          </p:cNvPr>
          <p:cNvSpPr txBox="1">
            <a:spLocks noChangeArrowheads="1"/>
          </p:cNvSpPr>
          <p:nvPr/>
        </p:nvSpPr>
        <p:spPr bwMode="auto">
          <a:xfrm>
            <a:off x="4828160" y="4562878"/>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23" name="Oval 72">
            <a:extLst>
              <a:ext uri="{FF2B5EF4-FFF2-40B4-BE49-F238E27FC236}">
                <a16:creationId xmlns:a16="http://schemas.microsoft.com/office/drawing/2014/main" id="{FC31A637-B384-934C-B099-BC92A87E460A}"/>
              </a:ext>
            </a:extLst>
          </p:cNvPr>
          <p:cNvSpPr>
            <a:spLocks noChangeArrowheads="1"/>
          </p:cNvSpPr>
          <p:nvPr/>
        </p:nvSpPr>
        <p:spPr bwMode="auto">
          <a:xfrm>
            <a:off x="5223447" y="4604153"/>
            <a:ext cx="577850" cy="601663"/>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000000"/>
                </a:solidFill>
              </a:rPr>
              <a:t>中心</a:t>
            </a:r>
          </a:p>
          <a:p>
            <a:pPr algn="ctr" eaLnBrk="1" hangingPunct="1"/>
            <a:r>
              <a:rPr lang="zh-CN" altLang="en-US" sz="1400">
                <a:solidFill>
                  <a:srgbClr val="000000"/>
                </a:solidFill>
              </a:rPr>
              <a:t>加工</a:t>
            </a:r>
          </a:p>
        </p:txBody>
      </p:sp>
      <p:sp>
        <p:nvSpPr>
          <p:cNvPr id="124" name="Oval 73">
            <a:extLst>
              <a:ext uri="{FF2B5EF4-FFF2-40B4-BE49-F238E27FC236}">
                <a16:creationId xmlns:a16="http://schemas.microsoft.com/office/drawing/2014/main" id="{C72CF56D-D990-2641-A4F2-043FC314FD32}"/>
              </a:ext>
            </a:extLst>
          </p:cNvPr>
          <p:cNvSpPr>
            <a:spLocks noChangeArrowheads="1"/>
          </p:cNvSpPr>
          <p:nvPr/>
        </p:nvSpPr>
        <p:spPr bwMode="auto">
          <a:xfrm>
            <a:off x="4297935" y="4575578"/>
            <a:ext cx="620713" cy="62865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400">
                <a:solidFill>
                  <a:srgbClr val="000000"/>
                </a:solidFill>
              </a:rPr>
              <a:t>号</a:t>
            </a:r>
          </a:p>
          <a:p>
            <a:pPr algn="ctr" eaLnBrk="1" hangingPunct="1"/>
            <a:r>
              <a:rPr lang="zh-CN" altLang="en-US" sz="1400">
                <a:solidFill>
                  <a:srgbClr val="000000"/>
                </a:solidFill>
              </a:rPr>
              <a:t>加工</a:t>
            </a:r>
          </a:p>
        </p:txBody>
      </p:sp>
      <p:sp>
        <p:nvSpPr>
          <p:cNvPr id="125" name="Oval 74">
            <a:extLst>
              <a:ext uri="{FF2B5EF4-FFF2-40B4-BE49-F238E27FC236}">
                <a16:creationId xmlns:a16="http://schemas.microsoft.com/office/drawing/2014/main" id="{1BEC6D70-C624-1D4D-AD6B-E9B165126DD3}"/>
              </a:ext>
            </a:extLst>
          </p:cNvPr>
          <p:cNvSpPr>
            <a:spLocks noChangeArrowheads="1"/>
          </p:cNvSpPr>
          <p:nvPr/>
        </p:nvSpPr>
        <p:spPr bwMode="auto">
          <a:xfrm>
            <a:off x="6061647" y="4605741"/>
            <a:ext cx="608013" cy="614363"/>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400">
                <a:solidFill>
                  <a:srgbClr val="000000"/>
                </a:solidFill>
              </a:rPr>
              <a:t>号</a:t>
            </a:r>
          </a:p>
          <a:p>
            <a:pPr algn="ctr" eaLnBrk="1" hangingPunct="1"/>
            <a:r>
              <a:rPr lang="zh-CN" altLang="en-US" sz="1400">
                <a:solidFill>
                  <a:srgbClr val="000000"/>
                </a:solidFill>
              </a:rPr>
              <a:t>加工</a:t>
            </a:r>
          </a:p>
        </p:txBody>
      </p:sp>
      <p:sp>
        <p:nvSpPr>
          <p:cNvPr id="126" name="Oval 75">
            <a:extLst>
              <a:ext uri="{FF2B5EF4-FFF2-40B4-BE49-F238E27FC236}">
                <a16:creationId xmlns:a16="http://schemas.microsoft.com/office/drawing/2014/main" id="{916FACCD-A27C-3945-94C7-9FB97F46B8DB}"/>
              </a:ext>
            </a:extLst>
          </p:cNvPr>
          <p:cNvSpPr>
            <a:spLocks noChangeArrowheads="1"/>
          </p:cNvSpPr>
          <p:nvPr/>
        </p:nvSpPr>
        <p:spPr bwMode="auto">
          <a:xfrm>
            <a:off x="3396261" y="4611290"/>
            <a:ext cx="592138" cy="57150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400">
                <a:solidFill>
                  <a:srgbClr val="000000"/>
                </a:solidFill>
              </a:rPr>
              <a:t>号</a:t>
            </a:r>
          </a:p>
          <a:p>
            <a:pPr algn="ctr" eaLnBrk="1" hangingPunct="1"/>
            <a:r>
              <a:rPr lang="zh-CN" altLang="en-US" sz="1400">
                <a:solidFill>
                  <a:srgbClr val="000000"/>
                </a:solidFill>
              </a:rPr>
              <a:t>加工</a:t>
            </a:r>
          </a:p>
        </p:txBody>
      </p:sp>
      <p:sp>
        <p:nvSpPr>
          <p:cNvPr id="127" name="Oval 76">
            <a:extLst>
              <a:ext uri="{FF2B5EF4-FFF2-40B4-BE49-F238E27FC236}">
                <a16:creationId xmlns:a16="http://schemas.microsoft.com/office/drawing/2014/main" id="{53BEDB4C-5E8F-BC41-A12A-92DD51E0BCDC}"/>
              </a:ext>
            </a:extLst>
          </p:cNvPr>
          <p:cNvSpPr>
            <a:spLocks noChangeArrowheads="1"/>
          </p:cNvSpPr>
          <p:nvPr/>
        </p:nvSpPr>
        <p:spPr bwMode="auto">
          <a:xfrm>
            <a:off x="6963346" y="4612090"/>
            <a:ext cx="576263" cy="585788"/>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400">
                <a:solidFill>
                  <a:srgbClr val="000000"/>
                </a:solidFill>
              </a:rPr>
              <a:t>号</a:t>
            </a:r>
          </a:p>
          <a:p>
            <a:pPr algn="ctr" eaLnBrk="1" hangingPunct="1"/>
            <a:r>
              <a:rPr lang="zh-CN" altLang="en-US" sz="1400">
                <a:solidFill>
                  <a:srgbClr val="000000"/>
                </a:solidFill>
              </a:rPr>
              <a:t>加工</a:t>
            </a:r>
          </a:p>
        </p:txBody>
      </p:sp>
      <p:sp>
        <p:nvSpPr>
          <p:cNvPr id="130" name="Line 79">
            <a:extLst>
              <a:ext uri="{FF2B5EF4-FFF2-40B4-BE49-F238E27FC236}">
                <a16:creationId xmlns:a16="http://schemas.microsoft.com/office/drawing/2014/main" id="{D60E343B-E778-A84B-8FD5-15B08FBFA63C}"/>
              </a:ext>
            </a:extLst>
          </p:cNvPr>
          <p:cNvSpPr>
            <a:spLocks noChangeShapeType="1"/>
          </p:cNvSpPr>
          <p:nvPr/>
        </p:nvSpPr>
        <p:spPr bwMode="auto">
          <a:xfrm flipV="1">
            <a:off x="4918647" y="4920066"/>
            <a:ext cx="304800"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31" name="Line 80">
            <a:extLst>
              <a:ext uri="{FF2B5EF4-FFF2-40B4-BE49-F238E27FC236}">
                <a16:creationId xmlns:a16="http://schemas.microsoft.com/office/drawing/2014/main" id="{A1A6FFAC-DC66-2949-94F4-9FC50BB052CA}"/>
              </a:ext>
            </a:extLst>
          </p:cNvPr>
          <p:cNvSpPr>
            <a:spLocks noChangeShapeType="1"/>
          </p:cNvSpPr>
          <p:nvPr/>
        </p:nvSpPr>
        <p:spPr bwMode="auto">
          <a:xfrm>
            <a:off x="5756847" y="4920066"/>
            <a:ext cx="304800"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35" name="Text Box 83">
            <a:extLst>
              <a:ext uri="{FF2B5EF4-FFF2-40B4-BE49-F238E27FC236}">
                <a16:creationId xmlns:a16="http://schemas.microsoft.com/office/drawing/2014/main" id="{D784DD4C-D88F-7841-BE2D-70507189CFB8}"/>
              </a:ext>
            </a:extLst>
          </p:cNvPr>
          <p:cNvSpPr txBox="1">
            <a:spLocks noChangeArrowheads="1"/>
          </p:cNvSpPr>
          <p:nvPr/>
        </p:nvSpPr>
        <p:spPr bwMode="auto">
          <a:xfrm>
            <a:off x="3053362" y="4624502"/>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A</a:t>
            </a:r>
          </a:p>
        </p:txBody>
      </p:sp>
      <p:sp>
        <p:nvSpPr>
          <p:cNvPr id="136" name="Text Box 84">
            <a:extLst>
              <a:ext uri="{FF2B5EF4-FFF2-40B4-BE49-F238E27FC236}">
                <a16:creationId xmlns:a16="http://schemas.microsoft.com/office/drawing/2014/main" id="{6D875D5E-22EE-F04D-85A9-83F7579D605D}"/>
              </a:ext>
            </a:extLst>
          </p:cNvPr>
          <p:cNvSpPr txBox="1">
            <a:spLocks noChangeArrowheads="1"/>
          </p:cNvSpPr>
          <p:nvPr/>
        </p:nvSpPr>
        <p:spPr bwMode="auto">
          <a:xfrm>
            <a:off x="3966147" y="4594323"/>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B</a:t>
            </a:r>
          </a:p>
        </p:txBody>
      </p:sp>
      <p:sp>
        <p:nvSpPr>
          <p:cNvPr id="137" name="Text Box 85">
            <a:extLst>
              <a:ext uri="{FF2B5EF4-FFF2-40B4-BE49-F238E27FC236}">
                <a16:creationId xmlns:a16="http://schemas.microsoft.com/office/drawing/2014/main" id="{19B64489-F7ED-E34A-A481-9FDD4E501218}"/>
              </a:ext>
            </a:extLst>
          </p:cNvPr>
          <p:cNvSpPr txBox="1">
            <a:spLocks noChangeArrowheads="1"/>
          </p:cNvSpPr>
          <p:nvPr/>
        </p:nvSpPr>
        <p:spPr bwMode="auto">
          <a:xfrm>
            <a:off x="6442647" y="4583832"/>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   E</a:t>
            </a:r>
          </a:p>
        </p:txBody>
      </p:sp>
      <p:sp>
        <p:nvSpPr>
          <p:cNvPr id="138" name="Line 86">
            <a:extLst>
              <a:ext uri="{FF2B5EF4-FFF2-40B4-BE49-F238E27FC236}">
                <a16:creationId xmlns:a16="http://schemas.microsoft.com/office/drawing/2014/main" id="{7B100BF2-789F-BD4B-9B46-D68910776E6A}"/>
              </a:ext>
            </a:extLst>
          </p:cNvPr>
          <p:cNvSpPr>
            <a:spLocks noChangeShapeType="1"/>
          </p:cNvSpPr>
          <p:nvPr/>
        </p:nvSpPr>
        <p:spPr bwMode="auto">
          <a:xfrm>
            <a:off x="5071047" y="4277128"/>
            <a:ext cx="0" cy="1349375"/>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39" name="Line 87">
            <a:extLst>
              <a:ext uri="{FF2B5EF4-FFF2-40B4-BE49-F238E27FC236}">
                <a16:creationId xmlns:a16="http://schemas.microsoft.com/office/drawing/2014/main" id="{09B246B7-467D-4644-BC11-A7F043C46C1E}"/>
              </a:ext>
            </a:extLst>
          </p:cNvPr>
          <p:cNvSpPr>
            <a:spLocks noChangeShapeType="1"/>
          </p:cNvSpPr>
          <p:nvPr/>
        </p:nvSpPr>
        <p:spPr bwMode="auto">
          <a:xfrm>
            <a:off x="5909247" y="4277128"/>
            <a:ext cx="0" cy="1349375"/>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1" name="Text Box 89">
            <a:extLst>
              <a:ext uri="{FF2B5EF4-FFF2-40B4-BE49-F238E27FC236}">
                <a16:creationId xmlns:a16="http://schemas.microsoft.com/office/drawing/2014/main" id="{79D2E6C6-AAFF-1749-BA8F-3D265674A1B4}"/>
              </a:ext>
            </a:extLst>
          </p:cNvPr>
          <p:cNvSpPr txBox="1">
            <a:spLocks noChangeArrowheads="1"/>
          </p:cNvSpPr>
          <p:nvPr/>
        </p:nvSpPr>
        <p:spPr bwMode="auto">
          <a:xfrm>
            <a:off x="5069460" y="5304241"/>
            <a:ext cx="99218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sp>
        <p:nvSpPr>
          <p:cNvPr id="143" name="Line 91">
            <a:extLst>
              <a:ext uri="{FF2B5EF4-FFF2-40B4-BE49-F238E27FC236}">
                <a16:creationId xmlns:a16="http://schemas.microsoft.com/office/drawing/2014/main" id="{F890D93B-4034-8C47-8156-0E65D756227E}"/>
              </a:ext>
            </a:extLst>
          </p:cNvPr>
          <p:cNvSpPr>
            <a:spLocks noChangeShapeType="1"/>
          </p:cNvSpPr>
          <p:nvPr/>
        </p:nvSpPr>
        <p:spPr bwMode="auto">
          <a:xfrm>
            <a:off x="5071047" y="4277128"/>
            <a:ext cx="0" cy="1349375"/>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4" name="Line 92">
            <a:extLst>
              <a:ext uri="{FF2B5EF4-FFF2-40B4-BE49-F238E27FC236}">
                <a16:creationId xmlns:a16="http://schemas.microsoft.com/office/drawing/2014/main" id="{55526D50-048C-764D-9654-BD3B517D5447}"/>
              </a:ext>
            </a:extLst>
          </p:cNvPr>
          <p:cNvSpPr>
            <a:spLocks noChangeShapeType="1"/>
          </p:cNvSpPr>
          <p:nvPr/>
        </p:nvSpPr>
        <p:spPr bwMode="auto">
          <a:xfrm>
            <a:off x="5909247" y="4277128"/>
            <a:ext cx="0" cy="1349375"/>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5" name="Text Box 93">
            <a:extLst>
              <a:ext uri="{FF2B5EF4-FFF2-40B4-BE49-F238E27FC236}">
                <a16:creationId xmlns:a16="http://schemas.microsoft.com/office/drawing/2014/main" id="{83469656-706D-1D48-9F8D-ED8DC1DBEC19}"/>
              </a:ext>
            </a:extLst>
          </p:cNvPr>
          <p:cNvSpPr txBox="1">
            <a:spLocks noChangeArrowheads="1"/>
          </p:cNvSpPr>
          <p:nvPr/>
        </p:nvSpPr>
        <p:spPr bwMode="auto">
          <a:xfrm>
            <a:off x="5071047" y="5304241"/>
            <a:ext cx="990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solidFill>
                  <a:srgbClr val="000000"/>
                </a:solidFill>
              </a:rPr>
              <a:t>转换流</a:t>
            </a:r>
            <a:endParaRPr lang="zh-CN" altLang="en-US" sz="1600" dirty="0">
              <a:solidFill>
                <a:srgbClr val="000000"/>
              </a:solidFill>
            </a:endParaRPr>
          </a:p>
        </p:txBody>
      </p:sp>
      <p:sp>
        <p:nvSpPr>
          <p:cNvPr id="147" name="Text Box 129">
            <a:extLst>
              <a:ext uri="{FF2B5EF4-FFF2-40B4-BE49-F238E27FC236}">
                <a16:creationId xmlns:a16="http://schemas.microsoft.com/office/drawing/2014/main" id="{646C3623-9A37-C545-B7DC-D8FE20EB8B19}"/>
              </a:ext>
            </a:extLst>
          </p:cNvPr>
          <p:cNvSpPr txBox="1">
            <a:spLocks noChangeArrowheads="1"/>
          </p:cNvSpPr>
          <p:nvPr/>
        </p:nvSpPr>
        <p:spPr bwMode="auto">
          <a:xfrm>
            <a:off x="7539609" y="4602577"/>
            <a:ext cx="5524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F</a:t>
            </a:r>
          </a:p>
        </p:txBody>
      </p:sp>
      <p:sp>
        <p:nvSpPr>
          <p:cNvPr id="150" name="Line 80">
            <a:extLst>
              <a:ext uri="{FF2B5EF4-FFF2-40B4-BE49-F238E27FC236}">
                <a16:creationId xmlns:a16="http://schemas.microsoft.com/office/drawing/2014/main" id="{B4172EF7-F29E-FC4F-A4A2-CC0C53733FE4}"/>
              </a:ext>
            </a:extLst>
          </p:cNvPr>
          <p:cNvSpPr>
            <a:spLocks noChangeShapeType="1"/>
          </p:cNvSpPr>
          <p:nvPr/>
        </p:nvSpPr>
        <p:spPr bwMode="auto">
          <a:xfrm>
            <a:off x="6669660" y="4920376"/>
            <a:ext cx="304800"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0" name="Line 80">
            <a:extLst>
              <a:ext uri="{FF2B5EF4-FFF2-40B4-BE49-F238E27FC236}">
                <a16:creationId xmlns:a16="http://schemas.microsoft.com/office/drawing/2014/main" id="{FF35FCF3-EACA-2844-AA8A-45CB2581D42E}"/>
              </a:ext>
            </a:extLst>
          </p:cNvPr>
          <p:cNvSpPr>
            <a:spLocks noChangeShapeType="1"/>
          </p:cNvSpPr>
          <p:nvPr/>
        </p:nvSpPr>
        <p:spPr bwMode="auto">
          <a:xfrm>
            <a:off x="7543903" y="4904984"/>
            <a:ext cx="304800"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1" name="Text Box 93">
            <a:extLst>
              <a:ext uri="{FF2B5EF4-FFF2-40B4-BE49-F238E27FC236}">
                <a16:creationId xmlns:a16="http://schemas.microsoft.com/office/drawing/2014/main" id="{241175A1-2DE9-4B4C-B98A-1A4C7DFB14BE}"/>
              </a:ext>
            </a:extLst>
          </p:cNvPr>
          <p:cNvSpPr txBox="1">
            <a:spLocks noChangeArrowheads="1"/>
          </p:cNvSpPr>
          <p:nvPr/>
        </p:nvSpPr>
        <p:spPr bwMode="auto">
          <a:xfrm>
            <a:off x="5962470" y="5304241"/>
            <a:ext cx="990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dirty="0">
                <a:solidFill>
                  <a:srgbClr val="000000"/>
                </a:solidFill>
              </a:rPr>
              <a:t>输出流</a:t>
            </a:r>
            <a:endParaRPr lang="zh-CN" altLang="en-US" sz="1400" dirty="0">
              <a:solidFill>
                <a:srgbClr val="000000"/>
              </a:solidFill>
            </a:endParaRPr>
          </a:p>
        </p:txBody>
      </p:sp>
      <p:sp>
        <p:nvSpPr>
          <p:cNvPr id="163" name="Line 79">
            <a:extLst>
              <a:ext uri="{FF2B5EF4-FFF2-40B4-BE49-F238E27FC236}">
                <a16:creationId xmlns:a16="http://schemas.microsoft.com/office/drawing/2014/main" id="{4B8EAB9E-5642-DC47-986A-FA6B9771DEF5}"/>
              </a:ext>
            </a:extLst>
          </p:cNvPr>
          <p:cNvSpPr>
            <a:spLocks noChangeShapeType="1"/>
          </p:cNvSpPr>
          <p:nvPr/>
        </p:nvSpPr>
        <p:spPr bwMode="auto">
          <a:xfrm flipV="1">
            <a:off x="3991547" y="4920066"/>
            <a:ext cx="304800"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4" name="Line 79">
            <a:extLst>
              <a:ext uri="{FF2B5EF4-FFF2-40B4-BE49-F238E27FC236}">
                <a16:creationId xmlns:a16="http://schemas.microsoft.com/office/drawing/2014/main" id="{C0BDB323-028F-1347-B003-1004D2B1AA1D}"/>
              </a:ext>
            </a:extLst>
          </p:cNvPr>
          <p:cNvSpPr>
            <a:spLocks noChangeShapeType="1"/>
          </p:cNvSpPr>
          <p:nvPr/>
        </p:nvSpPr>
        <p:spPr bwMode="auto">
          <a:xfrm flipV="1">
            <a:off x="3091461" y="4932766"/>
            <a:ext cx="304800"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6" name="Text Box 93">
            <a:extLst>
              <a:ext uri="{FF2B5EF4-FFF2-40B4-BE49-F238E27FC236}">
                <a16:creationId xmlns:a16="http://schemas.microsoft.com/office/drawing/2014/main" id="{5D499F99-9443-9447-A3F5-BB9F11A3E54D}"/>
              </a:ext>
            </a:extLst>
          </p:cNvPr>
          <p:cNvSpPr txBox="1">
            <a:spLocks noChangeArrowheads="1"/>
          </p:cNvSpPr>
          <p:nvPr/>
        </p:nvSpPr>
        <p:spPr bwMode="auto">
          <a:xfrm>
            <a:off x="4232847" y="5319129"/>
            <a:ext cx="990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dirty="0">
                <a:solidFill>
                  <a:srgbClr val="000000"/>
                </a:solidFill>
              </a:rPr>
              <a:t>输入流</a:t>
            </a:r>
            <a:endParaRPr lang="zh-CN" altLang="en-US" sz="1400" dirty="0">
              <a:solidFill>
                <a:srgbClr val="000000"/>
              </a:solidFill>
            </a:endParaRPr>
          </a:p>
        </p:txBody>
      </p:sp>
    </p:spTree>
    <p:extLst>
      <p:ext uri="{BB962C8B-B14F-4D97-AF65-F5344CB8AC3E}">
        <p14:creationId xmlns:p14="http://schemas.microsoft.com/office/powerpoint/2010/main" val="30426855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53</a:t>
            </a:fld>
            <a:endParaRPr lang="zh-CN" altLang="en-US"/>
          </a:p>
        </p:txBody>
      </p:sp>
      <p:sp>
        <p:nvSpPr>
          <p:cNvPr id="62" name="Line 52">
            <a:extLst>
              <a:ext uri="{FF2B5EF4-FFF2-40B4-BE49-F238E27FC236}">
                <a16:creationId xmlns:a16="http://schemas.microsoft.com/office/drawing/2014/main" id="{E35E62B0-3EBA-7648-BEBF-57EBC57FB794}"/>
              </a:ext>
            </a:extLst>
          </p:cNvPr>
          <p:cNvSpPr>
            <a:spLocks noChangeShapeType="1"/>
          </p:cNvSpPr>
          <p:nvPr/>
        </p:nvSpPr>
        <p:spPr bwMode="auto">
          <a:xfrm>
            <a:off x="-1436279" y="4159250"/>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55">
            <a:extLst>
              <a:ext uri="{FF2B5EF4-FFF2-40B4-BE49-F238E27FC236}">
                <a16:creationId xmlns:a16="http://schemas.microsoft.com/office/drawing/2014/main" id="{75D55032-34AF-7247-BE7E-E1FBC4353E31}"/>
              </a:ext>
            </a:extLst>
          </p:cNvPr>
          <p:cNvSpPr>
            <a:spLocks noChangeShapeType="1"/>
          </p:cNvSpPr>
          <p:nvPr/>
        </p:nvSpPr>
        <p:spPr bwMode="auto">
          <a:xfrm flipV="1">
            <a:off x="-1645553" y="4083047"/>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0" name="Rectangle 32">
            <a:extLst>
              <a:ext uri="{FF2B5EF4-FFF2-40B4-BE49-F238E27FC236}">
                <a16:creationId xmlns:a16="http://schemas.microsoft.com/office/drawing/2014/main" id="{DFC4DFC0-5E72-1046-AAB3-AE15A622C89D}"/>
              </a:ext>
            </a:extLst>
          </p:cNvPr>
          <p:cNvSpPr>
            <a:spLocks noChangeArrowheads="1"/>
          </p:cNvSpPr>
          <p:nvPr/>
        </p:nvSpPr>
        <p:spPr bwMode="auto">
          <a:xfrm>
            <a:off x="4319247" y="496525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a:t>
            </a:r>
          </a:p>
        </p:txBody>
      </p:sp>
      <p:sp>
        <p:nvSpPr>
          <p:cNvPr id="61" name="Line 34">
            <a:extLst>
              <a:ext uri="{FF2B5EF4-FFF2-40B4-BE49-F238E27FC236}">
                <a16:creationId xmlns:a16="http://schemas.microsoft.com/office/drawing/2014/main" id="{1B72E74B-5925-3044-93FC-251233D5D4D0}"/>
              </a:ext>
            </a:extLst>
          </p:cNvPr>
          <p:cNvSpPr>
            <a:spLocks noChangeShapeType="1"/>
          </p:cNvSpPr>
          <p:nvPr/>
        </p:nvSpPr>
        <p:spPr bwMode="auto">
          <a:xfrm flipH="1">
            <a:off x="3752817" y="5093696"/>
            <a:ext cx="566429" cy="8254"/>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3" name="Line 35">
            <a:extLst>
              <a:ext uri="{FF2B5EF4-FFF2-40B4-BE49-F238E27FC236}">
                <a16:creationId xmlns:a16="http://schemas.microsoft.com/office/drawing/2014/main" id="{C68361CB-B44E-7249-8A19-18143CD399B4}"/>
              </a:ext>
            </a:extLst>
          </p:cNvPr>
          <p:cNvSpPr>
            <a:spLocks noChangeShapeType="1"/>
          </p:cNvSpPr>
          <p:nvPr/>
        </p:nvSpPr>
        <p:spPr bwMode="auto">
          <a:xfrm>
            <a:off x="4700247" y="527005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4" name="Line 38">
            <a:extLst>
              <a:ext uri="{FF2B5EF4-FFF2-40B4-BE49-F238E27FC236}">
                <a16:creationId xmlns:a16="http://schemas.microsoft.com/office/drawing/2014/main" id="{96671673-796D-2842-8BF0-DA893B88A957}"/>
              </a:ext>
            </a:extLst>
          </p:cNvPr>
          <p:cNvSpPr>
            <a:spLocks noChangeShapeType="1"/>
          </p:cNvSpPr>
          <p:nvPr/>
        </p:nvSpPr>
        <p:spPr bwMode="auto">
          <a:xfrm>
            <a:off x="5157446" y="5115079"/>
            <a:ext cx="504170" cy="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6" name="Line 39">
            <a:extLst>
              <a:ext uri="{FF2B5EF4-FFF2-40B4-BE49-F238E27FC236}">
                <a16:creationId xmlns:a16="http://schemas.microsoft.com/office/drawing/2014/main" id="{A986A69A-0053-524C-A6BC-5ABAFA1796A5}"/>
              </a:ext>
            </a:extLst>
          </p:cNvPr>
          <p:cNvSpPr>
            <a:spLocks noChangeShapeType="1"/>
          </p:cNvSpPr>
          <p:nvPr/>
        </p:nvSpPr>
        <p:spPr bwMode="auto">
          <a:xfrm>
            <a:off x="3853160" y="5203014"/>
            <a:ext cx="389887" cy="361"/>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7" name="Line 40">
            <a:extLst>
              <a:ext uri="{FF2B5EF4-FFF2-40B4-BE49-F238E27FC236}">
                <a16:creationId xmlns:a16="http://schemas.microsoft.com/office/drawing/2014/main" id="{C038714E-CDBD-A542-A5F4-5001D6DC4150}"/>
              </a:ext>
            </a:extLst>
          </p:cNvPr>
          <p:cNvSpPr>
            <a:spLocks noChangeShapeType="1"/>
          </p:cNvSpPr>
          <p:nvPr/>
        </p:nvSpPr>
        <p:spPr bwMode="auto">
          <a:xfrm>
            <a:off x="4624047"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8" name="Line 41">
            <a:extLst>
              <a:ext uri="{FF2B5EF4-FFF2-40B4-BE49-F238E27FC236}">
                <a16:creationId xmlns:a16="http://schemas.microsoft.com/office/drawing/2014/main" id="{40B73223-0BBC-9148-BD68-042F777F3844}"/>
              </a:ext>
            </a:extLst>
          </p:cNvPr>
          <p:cNvSpPr>
            <a:spLocks noChangeShapeType="1"/>
          </p:cNvSpPr>
          <p:nvPr/>
        </p:nvSpPr>
        <p:spPr bwMode="auto">
          <a:xfrm flipV="1">
            <a:off x="4776447"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9" name="Line 42">
            <a:extLst>
              <a:ext uri="{FF2B5EF4-FFF2-40B4-BE49-F238E27FC236}">
                <a16:creationId xmlns:a16="http://schemas.microsoft.com/office/drawing/2014/main" id="{013B74B3-0270-8645-B0F5-597F1A472CEA}"/>
              </a:ext>
            </a:extLst>
          </p:cNvPr>
          <p:cNvSpPr>
            <a:spLocks noChangeShapeType="1"/>
          </p:cNvSpPr>
          <p:nvPr/>
        </p:nvSpPr>
        <p:spPr bwMode="auto">
          <a:xfrm flipV="1">
            <a:off x="5233646" y="5190676"/>
            <a:ext cx="373412" cy="3175"/>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0" name="Text Box 43">
            <a:extLst>
              <a:ext uri="{FF2B5EF4-FFF2-40B4-BE49-F238E27FC236}">
                <a16:creationId xmlns:a16="http://schemas.microsoft.com/office/drawing/2014/main" id="{28651FC1-62AD-7948-9BDA-3BDB13B528F7}"/>
              </a:ext>
            </a:extLst>
          </p:cNvPr>
          <p:cNvSpPr txBox="1">
            <a:spLocks noChangeArrowheads="1"/>
          </p:cNvSpPr>
          <p:nvPr/>
        </p:nvSpPr>
        <p:spPr bwMode="auto">
          <a:xfrm>
            <a:off x="3901208" y="5190676"/>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71" name="Text Box 44">
            <a:extLst>
              <a:ext uri="{FF2B5EF4-FFF2-40B4-BE49-F238E27FC236}">
                <a16:creationId xmlns:a16="http://schemas.microsoft.com/office/drawing/2014/main" id="{B4E611C5-0CA0-1547-B0D8-C769BC8F49C2}"/>
              </a:ext>
            </a:extLst>
          </p:cNvPr>
          <p:cNvSpPr txBox="1">
            <a:spLocks noChangeArrowheads="1"/>
          </p:cNvSpPr>
          <p:nvPr/>
        </p:nvSpPr>
        <p:spPr bwMode="auto">
          <a:xfrm>
            <a:off x="4319247" y="534625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72" name="Text Box 45">
            <a:extLst>
              <a:ext uri="{FF2B5EF4-FFF2-40B4-BE49-F238E27FC236}">
                <a16:creationId xmlns:a16="http://schemas.microsoft.com/office/drawing/2014/main" id="{E8F508B2-86E2-5543-B042-FC11EC0053F6}"/>
              </a:ext>
            </a:extLst>
          </p:cNvPr>
          <p:cNvSpPr txBox="1">
            <a:spLocks noChangeArrowheads="1"/>
          </p:cNvSpPr>
          <p:nvPr/>
        </p:nvSpPr>
        <p:spPr bwMode="auto">
          <a:xfrm>
            <a:off x="5265600" y="5179777"/>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73" name="Text Box 46">
            <a:extLst>
              <a:ext uri="{FF2B5EF4-FFF2-40B4-BE49-F238E27FC236}">
                <a16:creationId xmlns:a16="http://schemas.microsoft.com/office/drawing/2014/main" id="{A41F520E-4120-964F-BCB4-9C4EE37E0F5E}"/>
              </a:ext>
            </a:extLst>
          </p:cNvPr>
          <p:cNvSpPr txBox="1">
            <a:spLocks noChangeArrowheads="1"/>
          </p:cNvSpPr>
          <p:nvPr/>
        </p:nvSpPr>
        <p:spPr bwMode="auto">
          <a:xfrm>
            <a:off x="4796681" y="535281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74" name="Rectangle 51">
            <a:extLst>
              <a:ext uri="{FF2B5EF4-FFF2-40B4-BE49-F238E27FC236}">
                <a16:creationId xmlns:a16="http://schemas.microsoft.com/office/drawing/2014/main" id="{652E6132-6927-CC43-B363-CFC82AF542D6}"/>
              </a:ext>
            </a:extLst>
          </p:cNvPr>
          <p:cNvSpPr>
            <a:spLocks noChangeArrowheads="1"/>
          </p:cNvSpPr>
          <p:nvPr/>
        </p:nvSpPr>
        <p:spPr bwMode="auto">
          <a:xfrm>
            <a:off x="4395447" y="593680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CT</a:t>
            </a:r>
          </a:p>
        </p:txBody>
      </p:sp>
      <p:sp>
        <p:nvSpPr>
          <p:cNvPr id="75" name="Rectangle 32">
            <a:extLst>
              <a:ext uri="{FF2B5EF4-FFF2-40B4-BE49-F238E27FC236}">
                <a16:creationId xmlns:a16="http://schemas.microsoft.com/office/drawing/2014/main" id="{248C7198-4B91-1F4B-B96F-A87D3DCB2FE7}"/>
              </a:ext>
            </a:extLst>
          </p:cNvPr>
          <p:cNvSpPr>
            <a:spLocks noChangeArrowheads="1"/>
          </p:cNvSpPr>
          <p:nvPr/>
        </p:nvSpPr>
        <p:spPr bwMode="auto">
          <a:xfrm>
            <a:off x="2914620" y="496525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M(2)</a:t>
            </a:r>
          </a:p>
        </p:txBody>
      </p:sp>
      <p:sp>
        <p:nvSpPr>
          <p:cNvPr id="76" name="Line 34">
            <a:extLst>
              <a:ext uri="{FF2B5EF4-FFF2-40B4-BE49-F238E27FC236}">
                <a16:creationId xmlns:a16="http://schemas.microsoft.com/office/drawing/2014/main" id="{86ACF662-8B21-A746-BDA5-FB9F727F9DE1}"/>
              </a:ext>
            </a:extLst>
          </p:cNvPr>
          <p:cNvSpPr>
            <a:spLocks noChangeShapeType="1"/>
          </p:cNvSpPr>
          <p:nvPr/>
        </p:nvSpPr>
        <p:spPr bwMode="auto">
          <a:xfrm flipH="1">
            <a:off x="2367261" y="5115078"/>
            <a:ext cx="547357" cy="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7" name="Line 35">
            <a:extLst>
              <a:ext uri="{FF2B5EF4-FFF2-40B4-BE49-F238E27FC236}">
                <a16:creationId xmlns:a16="http://schemas.microsoft.com/office/drawing/2014/main" id="{72EA480F-9914-3A4F-B6E4-386DA2AFD49A}"/>
              </a:ext>
            </a:extLst>
          </p:cNvPr>
          <p:cNvSpPr>
            <a:spLocks noChangeShapeType="1"/>
          </p:cNvSpPr>
          <p:nvPr/>
        </p:nvSpPr>
        <p:spPr bwMode="auto">
          <a:xfrm>
            <a:off x="3295620" y="527005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8" name="Line 39">
            <a:extLst>
              <a:ext uri="{FF2B5EF4-FFF2-40B4-BE49-F238E27FC236}">
                <a16:creationId xmlns:a16="http://schemas.microsoft.com/office/drawing/2014/main" id="{B87F8C5F-94F0-8C40-A4DF-D2688152F1AE}"/>
              </a:ext>
            </a:extLst>
          </p:cNvPr>
          <p:cNvSpPr>
            <a:spLocks noChangeShapeType="1"/>
          </p:cNvSpPr>
          <p:nvPr/>
        </p:nvSpPr>
        <p:spPr bwMode="auto">
          <a:xfrm flipV="1">
            <a:off x="2425594" y="5214488"/>
            <a:ext cx="443297" cy="1"/>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4" name="Line 40">
            <a:extLst>
              <a:ext uri="{FF2B5EF4-FFF2-40B4-BE49-F238E27FC236}">
                <a16:creationId xmlns:a16="http://schemas.microsoft.com/office/drawing/2014/main" id="{2C929F73-3AC6-B743-9C16-DFCFC7216309}"/>
              </a:ext>
            </a:extLst>
          </p:cNvPr>
          <p:cNvSpPr>
            <a:spLocks noChangeShapeType="1"/>
          </p:cNvSpPr>
          <p:nvPr/>
        </p:nvSpPr>
        <p:spPr bwMode="auto">
          <a:xfrm>
            <a:off x="3219420"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5" name="Line 41">
            <a:extLst>
              <a:ext uri="{FF2B5EF4-FFF2-40B4-BE49-F238E27FC236}">
                <a16:creationId xmlns:a16="http://schemas.microsoft.com/office/drawing/2014/main" id="{1A1F157F-52FE-C64D-9411-D8AF2E467176}"/>
              </a:ext>
            </a:extLst>
          </p:cNvPr>
          <p:cNvSpPr>
            <a:spLocks noChangeShapeType="1"/>
          </p:cNvSpPr>
          <p:nvPr/>
        </p:nvSpPr>
        <p:spPr bwMode="auto">
          <a:xfrm flipV="1">
            <a:off x="3371820"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6" name="Text Box 43">
            <a:extLst>
              <a:ext uri="{FF2B5EF4-FFF2-40B4-BE49-F238E27FC236}">
                <a16:creationId xmlns:a16="http://schemas.microsoft.com/office/drawing/2014/main" id="{3A016263-A914-114A-B949-74088625E773}"/>
              </a:ext>
            </a:extLst>
          </p:cNvPr>
          <p:cNvSpPr txBox="1">
            <a:spLocks noChangeArrowheads="1"/>
          </p:cNvSpPr>
          <p:nvPr/>
        </p:nvSpPr>
        <p:spPr bwMode="auto">
          <a:xfrm>
            <a:off x="2484845" y="5179864"/>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07" name="Text Box 44">
            <a:extLst>
              <a:ext uri="{FF2B5EF4-FFF2-40B4-BE49-F238E27FC236}">
                <a16:creationId xmlns:a16="http://schemas.microsoft.com/office/drawing/2014/main" id="{946283F4-6747-8F4F-AB27-F269B2551628}"/>
              </a:ext>
            </a:extLst>
          </p:cNvPr>
          <p:cNvSpPr txBox="1">
            <a:spLocks noChangeArrowheads="1"/>
          </p:cNvSpPr>
          <p:nvPr/>
        </p:nvSpPr>
        <p:spPr bwMode="auto">
          <a:xfrm>
            <a:off x="2914620" y="534625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08" name="Text Box 46">
            <a:extLst>
              <a:ext uri="{FF2B5EF4-FFF2-40B4-BE49-F238E27FC236}">
                <a16:creationId xmlns:a16="http://schemas.microsoft.com/office/drawing/2014/main" id="{3FA9345F-4C83-A944-AC94-92E4CC37244F}"/>
              </a:ext>
            </a:extLst>
          </p:cNvPr>
          <p:cNvSpPr txBox="1">
            <a:spLocks noChangeArrowheads="1"/>
          </p:cNvSpPr>
          <p:nvPr/>
        </p:nvSpPr>
        <p:spPr bwMode="auto">
          <a:xfrm>
            <a:off x="3392054" y="535281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09" name="Rectangle 51">
            <a:extLst>
              <a:ext uri="{FF2B5EF4-FFF2-40B4-BE49-F238E27FC236}">
                <a16:creationId xmlns:a16="http://schemas.microsoft.com/office/drawing/2014/main" id="{AF1B7B12-62ED-5343-BD7C-FC77E6B5B98A}"/>
              </a:ext>
            </a:extLst>
          </p:cNvPr>
          <p:cNvSpPr>
            <a:spLocks noChangeArrowheads="1"/>
          </p:cNvSpPr>
          <p:nvPr/>
        </p:nvSpPr>
        <p:spPr bwMode="auto">
          <a:xfrm>
            <a:off x="2990820" y="593680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BT</a:t>
            </a:r>
          </a:p>
        </p:txBody>
      </p:sp>
      <p:sp>
        <p:nvSpPr>
          <p:cNvPr id="110" name="Rectangle 32">
            <a:extLst>
              <a:ext uri="{FF2B5EF4-FFF2-40B4-BE49-F238E27FC236}">
                <a16:creationId xmlns:a16="http://schemas.microsoft.com/office/drawing/2014/main" id="{D21F65F2-382A-EC4C-98A5-5D8C48A90AAB}"/>
              </a:ext>
            </a:extLst>
          </p:cNvPr>
          <p:cNvSpPr>
            <a:spLocks noChangeArrowheads="1"/>
          </p:cNvSpPr>
          <p:nvPr/>
        </p:nvSpPr>
        <p:spPr bwMode="auto">
          <a:xfrm>
            <a:off x="5661616" y="4969889"/>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M(3)</a:t>
            </a:r>
          </a:p>
        </p:txBody>
      </p:sp>
      <p:sp>
        <p:nvSpPr>
          <p:cNvPr id="111" name="Line 35">
            <a:extLst>
              <a:ext uri="{FF2B5EF4-FFF2-40B4-BE49-F238E27FC236}">
                <a16:creationId xmlns:a16="http://schemas.microsoft.com/office/drawing/2014/main" id="{16CBC4EB-866A-A14E-83BA-7334F2671FC5}"/>
              </a:ext>
            </a:extLst>
          </p:cNvPr>
          <p:cNvSpPr>
            <a:spLocks noChangeShapeType="1"/>
          </p:cNvSpPr>
          <p:nvPr/>
        </p:nvSpPr>
        <p:spPr bwMode="auto">
          <a:xfrm>
            <a:off x="6042616" y="5274689"/>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2" name="Line 38">
            <a:extLst>
              <a:ext uri="{FF2B5EF4-FFF2-40B4-BE49-F238E27FC236}">
                <a16:creationId xmlns:a16="http://schemas.microsoft.com/office/drawing/2014/main" id="{4D158466-F48A-7144-9852-C4A15C8C807E}"/>
              </a:ext>
            </a:extLst>
          </p:cNvPr>
          <p:cNvSpPr>
            <a:spLocks noChangeShapeType="1"/>
          </p:cNvSpPr>
          <p:nvPr/>
        </p:nvSpPr>
        <p:spPr bwMode="auto">
          <a:xfrm>
            <a:off x="6507498" y="5115079"/>
            <a:ext cx="496487" cy="4638"/>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3" name="Line 40">
            <a:extLst>
              <a:ext uri="{FF2B5EF4-FFF2-40B4-BE49-F238E27FC236}">
                <a16:creationId xmlns:a16="http://schemas.microsoft.com/office/drawing/2014/main" id="{4E17C22B-7F2B-0445-AECD-9290B65C7105}"/>
              </a:ext>
            </a:extLst>
          </p:cNvPr>
          <p:cNvSpPr>
            <a:spLocks noChangeShapeType="1"/>
          </p:cNvSpPr>
          <p:nvPr/>
        </p:nvSpPr>
        <p:spPr bwMode="auto">
          <a:xfrm>
            <a:off x="5966416" y="535088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4" name="Line 41">
            <a:extLst>
              <a:ext uri="{FF2B5EF4-FFF2-40B4-BE49-F238E27FC236}">
                <a16:creationId xmlns:a16="http://schemas.microsoft.com/office/drawing/2014/main" id="{EAB4D420-D358-0047-AFA8-9A9BECD7EF3C}"/>
              </a:ext>
            </a:extLst>
          </p:cNvPr>
          <p:cNvSpPr>
            <a:spLocks noChangeShapeType="1"/>
          </p:cNvSpPr>
          <p:nvPr/>
        </p:nvSpPr>
        <p:spPr bwMode="auto">
          <a:xfrm flipV="1">
            <a:off x="6118816" y="535088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5" name="Line 42">
            <a:extLst>
              <a:ext uri="{FF2B5EF4-FFF2-40B4-BE49-F238E27FC236}">
                <a16:creationId xmlns:a16="http://schemas.microsoft.com/office/drawing/2014/main" id="{B7AB24E8-F365-C143-BBED-6268158B5F0A}"/>
              </a:ext>
            </a:extLst>
          </p:cNvPr>
          <p:cNvSpPr>
            <a:spLocks noChangeShapeType="1"/>
          </p:cNvSpPr>
          <p:nvPr/>
        </p:nvSpPr>
        <p:spPr bwMode="auto">
          <a:xfrm>
            <a:off x="6576015" y="5202481"/>
            <a:ext cx="338138" cy="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6" name="Text Box 44">
            <a:extLst>
              <a:ext uri="{FF2B5EF4-FFF2-40B4-BE49-F238E27FC236}">
                <a16:creationId xmlns:a16="http://schemas.microsoft.com/office/drawing/2014/main" id="{C6A46D79-7409-8743-9AB4-5DAFFA4EC481}"/>
              </a:ext>
            </a:extLst>
          </p:cNvPr>
          <p:cNvSpPr txBox="1">
            <a:spLocks noChangeArrowheads="1"/>
          </p:cNvSpPr>
          <p:nvPr/>
        </p:nvSpPr>
        <p:spPr bwMode="auto">
          <a:xfrm>
            <a:off x="5661616" y="5350889"/>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17" name="Text Box 45">
            <a:extLst>
              <a:ext uri="{FF2B5EF4-FFF2-40B4-BE49-F238E27FC236}">
                <a16:creationId xmlns:a16="http://schemas.microsoft.com/office/drawing/2014/main" id="{1F71AE3F-76AD-FA4B-9581-C1B35B12771F}"/>
              </a:ext>
            </a:extLst>
          </p:cNvPr>
          <p:cNvSpPr txBox="1">
            <a:spLocks noChangeArrowheads="1"/>
          </p:cNvSpPr>
          <p:nvPr/>
        </p:nvSpPr>
        <p:spPr bwMode="auto">
          <a:xfrm>
            <a:off x="6609501" y="5190676"/>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118" name="Text Box 46">
            <a:extLst>
              <a:ext uri="{FF2B5EF4-FFF2-40B4-BE49-F238E27FC236}">
                <a16:creationId xmlns:a16="http://schemas.microsoft.com/office/drawing/2014/main" id="{D7D52640-B898-9246-AE2E-C29118EFF077}"/>
              </a:ext>
            </a:extLst>
          </p:cNvPr>
          <p:cNvSpPr txBox="1">
            <a:spLocks noChangeArrowheads="1"/>
          </p:cNvSpPr>
          <p:nvPr/>
        </p:nvSpPr>
        <p:spPr bwMode="auto">
          <a:xfrm>
            <a:off x="6139050" y="5357453"/>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119" name="Rectangle 51">
            <a:extLst>
              <a:ext uri="{FF2B5EF4-FFF2-40B4-BE49-F238E27FC236}">
                <a16:creationId xmlns:a16="http://schemas.microsoft.com/office/drawing/2014/main" id="{C47BC4BA-4743-CE41-A9BC-95F46C487D05}"/>
              </a:ext>
            </a:extLst>
          </p:cNvPr>
          <p:cNvSpPr>
            <a:spLocks noChangeArrowheads="1"/>
          </p:cNvSpPr>
          <p:nvPr/>
        </p:nvSpPr>
        <p:spPr bwMode="auto">
          <a:xfrm>
            <a:off x="5737816" y="594143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DT</a:t>
            </a:r>
          </a:p>
        </p:txBody>
      </p:sp>
      <p:sp>
        <p:nvSpPr>
          <p:cNvPr id="120" name="Rectangle 32">
            <a:extLst>
              <a:ext uri="{FF2B5EF4-FFF2-40B4-BE49-F238E27FC236}">
                <a16:creationId xmlns:a16="http://schemas.microsoft.com/office/drawing/2014/main" id="{D3C868A4-D5A9-2341-9851-61EFF7D1EAE3}"/>
              </a:ext>
            </a:extLst>
          </p:cNvPr>
          <p:cNvSpPr>
            <a:spLocks noChangeArrowheads="1"/>
          </p:cNvSpPr>
          <p:nvPr/>
        </p:nvSpPr>
        <p:spPr bwMode="auto">
          <a:xfrm>
            <a:off x="1529062" y="496525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M(1)</a:t>
            </a:r>
          </a:p>
        </p:txBody>
      </p:sp>
      <p:sp>
        <p:nvSpPr>
          <p:cNvPr id="128" name="Rectangle 33">
            <a:extLst>
              <a:ext uri="{FF2B5EF4-FFF2-40B4-BE49-F238E27FC236}">
                <a16:creationId xmlns:a16="http://schemas.microsoft.com/office/drawing/2014/main" id="{E884E2E1-D614-134D-9796-03679DC4D0C3}"/>
              </a:ext>
            </a:extLst>
          </p:cNvPr>
          <p:cNvSpPr>
            <a:spLocks noChangeArrowheads="1"/>
          </p:cNvSpPr>
          <p:nvPr/>
        </p:nvSpPr>
        <p:spPr bwMode="auto">
          <a:xfrm>
            <a:off x="614662" y="5955851"/>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129" name="Line 34">
            <a:extLst>
              <a:ext uri="{FF2B5EF4-FFF2-40B4-BE49-F238E27FC236}">
                <a16:creationId xmlns:a16="http://schemas.microsoft.com/office/drawing/2014/main" id="{E8A6E54B-FCB5-2542-BB64-F2EC026236D3}"/>
              </a:ext>
            </a:extLst>
          </p:cNvPr>
          <p:cNvSpPr>
            <a:spLocks noChangeShapeType="1"/>
          </p:cNvSpPr>
          <p:nvPr/>
        </p:nvSpPr>
        <p:spPr bwMode="auto">
          <a:xfrm flipH="1">
            <a:off x="1071862" y="5270051"/>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32" name="Line 35">
            <a:extLst>
              <a:ext uri="{FF2B5EF4-FFF2-40B4-BE49-F238E27FC236}">
                <a16:creationId xmlns:a16="http://schemas.microsoft.com/office/drawing/2014/main" id="{08087F94-DA9D-0042-9EFA-E0BCD5D22C77}"/>
              </a:ext>
            </a:extLst>
          </p:cNvPr>
          <p:cNvSpPr>
            <a:spLocks noChangeShapeType="1"/>
          </p:cNvSpPr>
          <p:nvPr/>
        </p:nvSpPr>
        <p:spPr bwMode="auto">
          <a:xfrm>
            <a:off x="1910062" y="527005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34" name="Line 39">
            <a:extLst>
              <a:ext uri="{FF2B5EF4-FFF2-40B4-BE49-F238E27FC236}">
                <a16:creationId xmlns:a16="http://schemas.microsoft.com/office/drawing/2014/main" id="{931B7F3B-62B1-BF41-B44E-E54DC2785F83}"/>
              </a:ext>
            </a:extLst>
          </p:cNvPr>
          <p:cNvSpPr>
            <a:spLocks noChangeShapeType="1"/>
          </p:cNvSpPr>
          <p:nvPr/>
        </p:nvSpPr>
        <p:spPr bwMode="auto">
          <a:xfrm flipV="1">
            <a:off x="995662" y="5346251"/>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0" name="Line 40">
            <a:extLst>
              <a:ext uri="{FF2B5EF4-FFF2-40B4-BE49-F238E27FC236}">
                <a16:creationId xmlns:a16="http://schemas.microsoft.com/office/drawing/2014/main" id="{3A22B979-8FE6-D648-904A-3FBED2A9EF33}"/>
              </a:ext>
            </a:extLst>
          </p:cNvPr>
          <p:cNvSpPr>
            <a:spLocks noChangeShapeType="1"/>
          </p:cNvSpPr>
          <p:nvPr/>
        </p:nvSpPr>
        <p:spPr bwMode="auto">
          <a:xfrm>
            <a:off x="1833862"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2" name="Line 41">
            <a:extLst>
              <a:ext uri="{FF2B5EF4-FFF2-40B4-BE49-F238E27FC236}">
                <a16:creationId xmlns:a16="http://schemas.microsoft.com/office/drawing/2014/main" id="{821DB186-8794-3846-AB4B-063AF7AEE0C5}"/>
              </a:ext>
            </a:extLst>
          </p:cNvPr>
          <p:cNvSpPr>
            <a:spLocks noChangeShapeType="1"/>
          </p:cNvSpPr>
          <p:nvPr/>
        </p:nvSpPr>
        <p:spPr bwMode="auto">
          <a:xfrm flipV="1">
            <a:off x="1986262"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46" name="Text Box 43">
            <a:extLst>
              <a:ext uri="{FF2B5EF4-FFF2-40B4-BE49-F238E27FC236}">
                <a16:creationId xmlns:a16="http://schemas.microsoft.com/office/drawing/2014/main" id="{997A1D53-EE49-544C-B0A0-47D738FB0053}"/>
              </a:ext>
            </a:extLst>
          </p:cNvPr>
          <p:cNvSpPr txBox="1">
            <a:spLocks noChangeArrowheads="1"/>
          </p:cNvSpPr>
          <p:nvPr/>
        </p:nvSpPr>
        <p:spPr bwMode="auto">
          <a:xfrm>
            <a:off x="995662" y="5270051"/>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A</a:t>
            </a:r>
          </a:p>
        </p:txBody>
      </p:sp>
      <p:sp>
        <p:nvSpPr>
          <p:cNvPr id="148" name="Text Box 44">
            <a:extLst>
              <a:ext uri="{FF2B5EF4-FFF2-40B4-BE49-F238E27FC236}">
                <a16:creationId xmlns:a16="http://schemas.microsoft.com/office/drawing/2014/main" id="{9D541835-13E8-2844-94E8-29E9ABD204ED}"/>
              </a:ext>
            </a:extLst>
          </p:cNvPr>
          <p:cNvSpPr txBox="1">
            <a:spLocks noChangeArrowheads="1"/>
          </p:cNvSpPr>
          <p:nvPr/>
        </p:nvSpPr>
        <p:spPr bwMode="auto">
          <a:xfrm>
            <a:off x="1529062" y="534625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A</a:t>
            </a:r>
          </a:p>
        </p:txBody>
      </p:sp>
      <p:sp>
        <p:nvSpPr>
          <p:cNvPr id="149" name="Text Box 46">
            <a:extLst>
              <a:ext uri="{FF2B5EF4-FFF2-40B4-BE49-F238E27FC236}">
                <a16:creationId xmlns:a16="http://schemas.microsoft.com/office/drawing/2014/main" id="{EC764C22-CFE5-2143-AA84-709BC4395649}"/>
              </a:ext>
            </a:extLst>
          </p:cNvPr>
          <p:cNvSpPr txBox="1">
            <a:spLocks noChangeArrowheads="1"/>
          </p:cNvSpPr>
          <p:nvPr/>
        </p:nvSpPr>
        <p:spPr bwMode="auto">
          <a:xfrm>
            <a:off x="2006496" y="535281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51" name="Rectangle 50">
            <a:extLst>
              <a:ext uri="{FF2B5EF4-FFF2-40B4-BE49-F238E27FC236}">
                <a16:creationId xmlns:a16="http://schemas.microsoft.com/office/drawing/2014/main" id="{1A46E82C-E4F1-BE45-BE00-20BFC01A5099}"/>
              </a:ext>
            </a:extLst>
          </p:cNvPr>
          <p:cNvSpPr>
            <a:spLocks noChangeArrowheads="1"/>
          </p:cNvSpPr>
          <p:nvPr/>
        </p:nvSpPr>
        <p:spPr bwMode="auto">
          <a:xfrm>
            <a:off x="614662" y="595585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AI</a:t>
            </a:r>
          </a:p>
        </p:txBody>
      </p:sp>
      <p:sp>
        <p:nvSpPr>
          <p:cNvPr id="152" name="Rectangle 51">
            <a:extLst>
              <a:ext uri="{FF2B5EF4-FFF2-40B4-BE49-F238E27FC236}">
                <a16:creationId xmlns:a16="http://schemas.microsoft.com/office/drawing/2014/main" id="{FF850E9C-A37A-FB42-A7D2-DDE63047C6A9}"/>
              </a:ext>
            </a:extLst>
          </p:cNvPr>
          <p:cNvSpPr>
            <a:spLocks noChangeArrowheads="1"/>
          </p:cNvSpPr>
          <p:nvPr/>
        </p:nvSpPr>
        <p:spPr bwMode="auto">
          <a:xfrm>
            <a:off x="1605262" y="593680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AT</a:t>
            </a:r>
          </a:p>
        </p:txBody>
      </p:sp>
      <p:sp>
        <p:nvSpPr>
          <p:cNvPr id="153" name="Rectangle 32">
            <a:extLst>
              <a:ext uri="{FF2B5EF4-FFF2-40B4-BE49-F238E27FC236}">
                <a16:creationId xmlns:a16="http://schemas.microsoft.com/office/drawing/2014/main" id="{A0C16962-6EB0-144D-A8C0-1534C57047B0}"/>
              </a:ext>
            </a:extLst>
          </p:cNvPr>
          <p:cNvSpPr>
            <a:spLocks noChangeArrowheads="1"/>
          </p:cNvSpPr>
          <p:nvPr/>
        </p:nvSpPr>
        <p:spPr bwMode="auto">
          <a:xfrm>
            <a:off x="7011685" y="4965251"/>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M(4)</a:t>
            </a:r>
          </a:p>
        </p:txBody>
      </p:sp>
      <p:sp>
        <p:nvSpPr>
          <p:cNvPr id="154" name="Line 35">
            <a:extLst>
              <a:ext uri="{FF2B5EF4-FFF2-40B4-BE49-F238E27FC236}">
                <a16:creationId xmlns:a16="http://schemas.microsoft.com/office/drawing/2014/main" id="{0104EC8D-C129-274E-8FBE-86B7406C6E00}"/>
              </a:ext>
            </a:extLst>
          </p:cNvPr>
          <p:cNvSpPr>
            <a:spLocks noChangeShapeType="1"/>
          </p:cNvSpPr>
          <p:nvPr/>
        </p:nvSpPr>
        <p:spPr bwMode="auto">
          <a:xfrm>
            <a:off x="7392685" y="5270051"/>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5" name="Rectangle 37">
            <a:extLst>
              <a:ext uri="{FF2B5EF4-FFF2-40B4-BE49-F238E27FC236}">
                <a16:creationId xmlns:a16="http://schemas.microsoft.com/office/drawing/2014/main" id="{BE0BE978-E98D-ED40-89F2-9320ABA4D07D}"/>
              </a:ext>
            </a:extLst>
          </p:cNvPr>
          <p:cNvSpPr>
            <a:spLocks noChangeArrowheads="1"/>
          </p:cNvSpPr>
          <p:nvPr/>
        </p:nvSpPr>
        <p:spPr bwMode="auto">
          <a:xfrm>
            <a:off x="8078485" y="5955851"/>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156" name="Line 38">
            <a:extLst>
              <a:ext uri="{FF2B5EF4-FFF2-40B4-BE49-F238E27FC236}">
                <a16:creationId xmlns:a16="http://schemas.microsoft.com/office/drawing/2014/main" id="{7C6A2392-4EE4-5F43-9A93-E31EE9E79B44}"/>
              </a:ext>
            </a:extLst>
          </p:cNvPr>
          <p:cNvSpPr>
            <a:spLocks noChangeShapeType="1"/>
          </p:cNvSpPr>
          <p:nvPr/>
        </p:nvSpPr>
        <p:spPr bwMode="auto">
          <a:xfrm>
            <a:off x="7697485" y="5270051"/>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7" name="Line 40">
            <a:extLst>
              <a:ext uri="{FF2B5EF4-FFF2-40B4-BE49-F238E27FC236}">
                <a16:creationId xmlns:a16="http://schemas.microsoft.com/office/drawing/2014/main" id="{93BD9351-A746-5E49-95DD-4827A63AC3E5}"/>
              </a:ext>
            </a:extLst>
          </p:cNvPr>
          <p:cNvSpPr>
            <a:spLocks noChangeShapeType="1"/>
          </p:cNvSpPr>
          <p:nvPr/>
        </p:nvSpPr>
        <p:spPr bwMode="auto">
          <a:xfrm>
            <a:off x="7316485"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8" name="Line 41">
            <a:extLst>
              <a:ext uri="{FF2B5EF4-FFF2-40B4-BE49-F238E27FC236}">
                <a16:creationId xmlns:a16="http://schemas.microsoft.com/office/drawing/2014/main" id="{0C01A635-4805-5B4C-A271-0A93D617936D}"/>
              </a:ext>
            </a:extLst>
          </p:cNvPr>
          <p:cNvSpPr>
            <a:spLocks noChangeShapeType="1"/>
          </p:cNvSpPr>
          <p:nvPr/>
        </p:nvSpPr>
        <p:spPr bwMode="auto">
          <a:xfrm flipV="1">
            <a:off x="7468885" y="5346251"/>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59" name="Line 42">
            <a:extLst>
              <a:ext uri="{FF2B5EF4-FFF2-40B4-BE49-F238E27FC236}">
                <a16:creationId xmlns:a16="http://schemas.microsoft.com/office/drawing/2014/main" id="{3755A48C-87B9-6D43-B426-DA84D36E565E}"/>
              </a:ext>
            </a:extLst>
          </p:cNvPr>
          <p:cNvSpPr>
            <a:spLocks noChangeShapeType="1"/>
          </p:cNvSpPr>
          <p:nvPr/>
        </p:nvSpPr>
        <p:spPr bwMode="auto">
          <a:xfrm>
            <a:off x="7926085" y="5346251"/>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2" name="Text Box 44">
            <a:extLst>
              <a:ext uri="{FF2B5EF4-FFF2-40B4-BE49-F238E27FC236}">
                <a16:creationId xmlns:a16="http://schemas.microsoft.com/office/drawing/2014/main" id="{194D63E1-74C3-504C-929B-95A25E5DEF52}"/>
              </a:ext>
            </a:extLst>
          </p:cNvPr>
          <p:cNvSpPr txBox="1">
            <a:spLocks noChangeArrowheads="1"/>
          </p:cNvSpPr>
          <p:nvPr/>
        </p:nvSpPr>
        <p:spPr bwMode="auto">
          <a:xfrm>
            <a:off x="7011685" y="5346251"/>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165" name="Text Box 45">
            <a:extLst>
              <a:ext uri="{FF2B5EF4-FFF2-40B4-BE49-F238E27FC236}">
                <a16:creationId xmlns:a16="http://schemas.microsoft.com/office/drawing/2014/main" id="{9D210CC4-256F-5844-99F9-1B0AECCC7D25}"/>
              </a:ext>
            </a:extLst>
          </p:cNvPr>
          <p:cNvSpPr txBox="1">
            <a:spLocks noChangeArrowheads="1"/>
          </p:cNvSpPr>
          <p:nvPr/>
        </p:nvSpPr>
        <p:spPr bwMode="auto">
          <a:xfrm>
            <a:off x="8078485" y="5203376"/>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F</a:t>
            </a:r>
          </a:p>
        </p:txBody>
      </p:sp>
      <p:sp>
        <p:nvSpPr>
          <p:cNvPr id="167" name="Text Box 46">
            <a:extLst>
              <a:ext uri="{FF2B5EF4-FFF2-40B4-BE49-F238E27FC236}">
                <a16:creationId xmlns:a16="http://schemas.microsoft.com/office/drawing/2014/main" id="{B9496F0A-3DE6-474F-8C1D-32805EE4EBFF}"/>
              </a:ext>
            </a:extLst>
          </p:cNvPr>
          <p:cNvSpPr txBox="1">
            <a:spLocks noChangeArrowheads="1"/>
          </p:cNvSpPr>
          <p:nvPr/>
        </p:nvSpPr>
        <p:spPr bwMode="auto">
          <a:xfrm>
            <a:off x="7489119" y="5352815"/>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F</a:t>
            </a:r>
          </a:p>
        </p:txBody>
      </p:sp>
      <p:sp>
        <p:nvSpPr>
          <p:cNvPr id="168" name="Rectangle 51">
            <a:extLst>
              <a:ext uri="{FF2B5EF4-FFF2-40B4-BE49-F238E27FC236}">
                <a16:creationId xmlns:a16="http://schemas.microsoft.com/office/drawing/2014/main" id="{E3928799-4650-C24B-B654-C6710444FE61}"/>
              </a:ext>
            </a:extLst>
          </p:cNvPr>
          <p:cNvSpPr>
            <a:spLocks noChangeArrowheads="1"/>
          </p:cNvSpPr>
          <p:nvPr/>
        </p:nvSpPr>
        <p:spPr bwMode="auto">
          <a:xfrm>
            <a:off x="7087885" y="5936801"/>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ET</a:t>
            </a:r>
          </a:p>
        </p:txBody>
      </p:sp>
      <p:sp>
        <p:nvSpPr>
          <p:cNvPr id="169" name="Rectangle 52">
            <a:extLst>
              <a:ext uri="{FF2B5EF4-FFF2-40B4-BE49-F238E27FC236}">
                <a16:creationId xmlns:a16="http://schemas.microsoft.com/office/drawing/2014/main" id="{2C9055CC-398C-A147-9602-8546C41C4B04}"/>
              </a:ext>
            </a:extLst>
          </p:cNvPr>
          <p:cNvSpPr>
            <a:spLocks noChangeArrowheads="1"/>
          </p:cNvSpPr>
          <p:nvPr/>
        </p:nvSpPr>
        <p:spPr bwMode="auto">
          <a:xfrm>
            <a:off x="8078485" y="5955851"/>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EO</a:t>
            </a:r>
          </a:p>
        </p:txBody>
      </p:sp>
      <p:sp>
        <p:nvSpPr>
          <p:cNvPr id="90" name="Rectangle 32">
            <a:extLst>
              <a:ext uri="{FF2B5EF4-FFF2-40B4-BE49-F238E27FC236}">
                <a16:creationId xmlns:a16="http://schemas.microsoft.com/office/drawing/2014/main" id="{85455DBC-2C3A-5F45-9DF3-4EE716091FD6}"/>
              </a:ext>
            </a:extLst>
          </p:cNvPr>
          <p:cNvSpPr>
            <a:spLocks noChangeArrowheads="1"/>
          </p:cNvSpPr>
          <p:nvPr/>
        </p:nvSpPr>
        <p:spPr bwMode="auto">
          <a:xfrm>
            <a:off x="4197490" y="1155698"/>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a:t>
            </a:r>
          </a:p>
        </p:txBody>
      </p:sp>
      <p:sp>
        <p:nvSpPr>
          <p:cNvPr id="91" name="Line 34">
            <a:extLst>
              <a:ext uri="{FF2B5EF4-FFF2-40B4-BE49-F238E27FC236}">
                <a16:creationId xmlns:a16="http://schemas.microsoft.com/office/drawing/2014/main" id="{822BE464-023B-5E48-9B65-B9CCFE842133}"/>
              </a:ext>
            </a:extLst>
          </p:cNvPr>
          <p:cNvSpPr>
            <a:spLocks noChangeShapeType="1"/>
          </p:cNvSpPr>
          <p:nvPr/>
        </p:nvSpPr>
        <p:spPr bwMode="auto">
          <a:xfrm flipH="1">
            <a:off x="3740290" y="1460498"/>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2" name="Line 35">
            <a:extLst>
              <a:ext uri="{FF2B5EF4-FFF2-40B4-BE49-F238E27FC236}">
                <a16:creationId xmlns:a16="http://schemas.microsoft.com/office/drawing/2014/main" id="{BCB9456A-3EE3-444F-8C93-F775243E97CF}"/>
              </a:ext>
            </a:extLst>
          </p:cNvPr>
          <p:cNvSpPr>
            <a:spLocks noChangeShapeType="1"/>
          </p:cNvSpPr>
          <p:nvPr/>
        </p:nvSpPr>
        <p:spPr bwMode="auto">
          <a:xfrm>
            <a:off x="4578490" y="1460498"/>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Line 38">
            <a:extLst>
              <a:ext uri="{FF2B5EF4-FFF2-40B4-BE49-F238E27FC236}">
                <a16:creationId xmlns:a16="http://schemas.microsoft.com/office/drawing/2014/main" id="{6AAA5FBA-DBB2-5F45-98C3-9836A8353088}"/>
              </a:ext>
            </a:extLst>
          </p:cNvPr>
          <p:cNvSpPr>
            <a:spLocks noChangeShapeType="1"/>
          </p:cNvSpPr>
          <p:nvPr/>
        </p:nvSpPr>
        <p:spPr bwMode="auto">
          <a:xfrm>
            <a:off x="4883290" y="1460498"/>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4" name="Line 39">
            <a:extLst>
              <a:ext uri="{FF2B5EF4-FFF2-40B4-BE49-F238E27FC236}">
                <a16:creationId xmlns:a16="http://schemas.microsoft.com/office/drawing/2014/main" id="{2E178E8A-018D-AD4C-8257-B739B7402478}"/>
              </a:ext>
            </a:extLst>
          </p:cNvPr>
          <p:cNvSpPr>
            <a:spLocks noChangeShapeType="1"/>
          </p:cNvSpPr>
          <p:nvPr/>
        </p:nvSpPr>
        <p:spPr bwMode="auto">
          <a:xfrm flipV="1">
            <a:off x="3664090" y="1536698"/>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5" name="Line 40">
            <a:extLst>
              <a:ext uri="{FF2B5EF4-FFF2-40B4-BE49-F238E27FC236}">
                <a16:creationId xmlns:a16="http://schemas.microsoft.com/office/drawing/2014/main" id="{DCC1907A-3334-6A42-B5E8-56E5503219F2}"/>
              </a:ext>
            </a:extLst>
          </p:cNvPr>
          <p:cNvSpPr>
            <a:spLocks noChangeShapeType="1"/>
          </p:cNvSpPr>
          <p:nvPr/>
        </p:nvSpPr>
        <p:spPr bwMode="auto">
          <a:xfrm>
            <a:off x="4502290" y="1536698"/>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6" name="Line 41">
            <a:extLst>
              <a:ext uri="{FF2B5EF4-FFF2-40B4-BE49-F238E27FC236}">
                <a16:creationId xmlns:a16="http://schemas.microsoft.com/office/drawing/2014/main" id="{60874B5E-2F8F-4948-B1F3-45D65BF9278D}"/>
              </a:ext>
            </a:extLst>
          </p:cNvPr>
          <p:cNvSpPr>
            <a:spLocks noChangeShapeType="1"/>
          </p:cNvSpPr>
          <p:nvPr/>
        </p:nvSpPr>
        <p:spPr bwMode="auto">
          <a:xfrm flipV="1">
            <a:off x="4654690" y="1536698"/>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Line 42">
            <a:extLst>
              <a:ext uri="{FF2B5EF4-FFF2-40B4-BE49-F238E27FC236}">
                <a16:creationId xmlns:a16="http://schemas.microsoft.com/office/drawing/2014/main" id="{05CC01D8-561E-FE44-9A4D-591ECBFD4A4C}"/>
              </a:ext>
            </a:extLst>
          </p:cNvPr>
          <p:cNvSpPr>
            <a:spLocks noChangeShapeType="1"/>
          </p:cNvSpPr>
          <p:nvPr/>
        </p:nvSpPr>
        <p:spPr bwMode="auto">
          <a:xfrm>
            <a:off x="5111890" y="1536698"/>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8" name="Text Box 43">
            <a:extLst>
              <a:ext uri="{FF2B5EF4-FFF2-40B4-BE49-F238E27FC236}">
                <a16:creationId xmlns:a16="http://schemas.microsoft.com/office/drawing/2014/main" id="{648288D6-42DF-2D42-89D0-346965FA0929}"/>
              </a:ext>
            </a:extLst>
          </p:cNvPr>
          <p:cNvSpPr txBox="1">
            <a:spLocks noChangeArrowheads="1"/>
          </p:cNvSpPr>
          <p:nvPr/>
        </p:nvSpPr>
        <p:spPr bwMode="auto">
          <a:xfrm>
            <a:off x="3664090" y="1460498"/>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99" name="Text Box 44">
            <a:extLst>
              <a:ext uri="{FF2B5EF4-FFF2-40B4-BE49-F238E27FC236}">
                <a16:creationId xmlns:a16="http://schemas.microsoft.com/office/drawing/2014/main" id="{9D99E654-EBD8-5743-A7B6-92CE6BB2EADE}"/>
              </a:ext>
            </a:extLst>
          </p:cNvPr>
          <p:cNvSpPr txBox="1">
            <a:spLocks noChangeArrowheads="1"/>
          </p:cNvSpPr>
          <p:nvPr/>
        </p:nvSpPr>
        <p:spPr bwMode="auto">
          <a:xfrm>
            <a:off x="4197490" y="1536698"/>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00" name="Text Box 45">
            <a:extLst>
              <a:ext uri="{FF2B5EF4-FFF2-40B4-BE49-F238E27FC236}">
                <a16:creationId xmlns:a16="http://schemas.microsoft.com/office/drawing/2014/main" id="{C2F6B26B-F7C4-F042-AFDD-496CB750624A}"/>
              </a:ext>
            </a:extLst>
          </p:cNvPr>
          <p:cNvSpPr txBox="1">
            <a:spLocks noChangeArrowheads="1"/>
          </p:cNvSpPr>
          <p:nvPr/>
        </p:nvSpPr>
        <p:spPr bwMode="auto">
          <a:xfrm>
            <a:off x="5264290" y="1393823"/>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01" name="Text Box 46">
            <a:extLst>
              <a:ext uri="{FF2B5EF4-FFF2-40B4-BE49-F238E27FC236}">
                <a16:creationId xmlns:a16="http://schemas.microsoft.com/office/drawing/2014/main" id="{0BC70B2C-18C0-9F40-AE38-9E15445E2815}"/>
              </a:ext>
            </a:extLst>
          </p:cNvPr>
          <p:cNvSpPr txBox="1">
            <a:spLocks noChangeArrowheads="1"/>
          </p:cNvSpPr>
          <p:nvPr/>
        </p:nvSpPr>
        <p:spPr bwMode="auto">
          <a:xfrm>
            <a:off x="4674924" y="1543262"/>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02" name="Rectangle 51">
            <a:extLst>
              <a:ext uri="{FF2B5EF4-FFF2-40B4-BE49-F238E27FC236}">
                <a16:creationId xmlns:a16="http://schemas.microsoft.com/office/drawing/2014/main" id="{9364A8FE-3EEF-5745-8244-DBD9221B28D2}"/>
              </a:ext>
            </a:extLst>
          </p:cNvPr>
          <p:cNvSpPr>
            <a:spLocks noChangeArrowheads="1"/>
          </p:cNvSpPr>
          <p:nvPr/>
        </p:nvSpPr>
        <p:spPr bwMode="auto">
          <a:xfrm>
            <a:off x="4273690" y="2127248"/>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CT</a:t>
            </a:r>
          </a:p>
        </p:txBody>
      </p:sp>
      <p:sp>
        <p:nvSpPr>
          <p:cNvPr id="103" name="Rectangle 32">
            <a:extLst>
              <a:ext uri="{FF2B5EF4-FFF2-40B4-BE49-F238E27FC236}">
                <a16:creationId xmlns:a16="http://schemas.microsoft.com/office/drawing/2014/main" id="{AF60AB57-F708-FA4A-9D39-6758D7D5F6C4}"/>
              </a:ext>
            </a:extLst>
          </p:cNvPr>
          <p:cNvSpPr>
            <a:spLocks noChangeArrowheads="1"/>
          </p:cNvSpPr>
          <p:nvPr/>
        </p:nvSpPr>
        <p:spPr bwMode="auto">
          <a:xfrm>
            <a:off x="3191522" y="2139417"/>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M(2)</a:t>
            </a:r>
          </a:p>
        </p:txBody>
      </p:sp>
      <p:sp>
        <p:nvSpPr>
          <p:cNvPr id="133" name="Line 34">
            <a:extLst>
              <a:ext uri="{FF2B5EF4-FFF2-40B4-BE49-F238E27FC236}">
                <a16:creationId xmlns:a16="http://schemas.microsoft.com/office/drawing/2014/main" id="{C9C6D8FF-57D4-E645-9964-D204740C889B}"/>
              </a:ext>
            </a:extLst>
          </p:cNvPr>
          <p:cNvSpPr>
            <a:spLocks noChangeShapeType="1"/>
          </p:cNvSpPr>
          <p:nvPr/>
        </p:nvSpPr>
        <p:spPr bwMode="auto">
          <a:xfrm flipH="1">
            <a:off x="2734322" y="2444217"/>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70" name="Line 35">
            <a:extLst>
              <a:ext uri="{FF2B5EF4-FFF2-40B4-BE49-F238E27FC236}">
                <a16:creationId xmlns:a16="http://schemas.microsoft.com/office/drawing/2014/main" id="{1645CE01-AE92-1846-9E12-41070659E63B}"/>
              </a:ext>
            </a:extLst>
          </p:cNvPr>
          <p:cNvSpPr>
            <a:spLocks noChangeShapeType="1"/>
          </p:cNvSpPr>
          <p:nvPr/>
        </p:nvSpPr>
        <p:spPr bwMode="auto">
          <a:xfrm>
            <a:off x="3572522" y="2444217"/>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71" name="Line 39">
            <a:extLst>
              <a:ext uri="{FF2B5EF4-FFF2-40B4-BE49-F238E27FC236}">
                <a16:creationId xmlns:a16="http://schemas.microsoft.com/office/drawing/2014/main" id="{7B76AAE9-0FAA-3142-94F0-9838CE74C5FD}"/>
              </a:ext>
            </a:extLst>
          </p:cNvPr>
          <p:cNvSpPr>
            <a:spLocks noChangeShapeType="1"/>
          </p:cNvSpPr>
          <p:nvPr/>
        </p:nvSpPr>
        <p:spPr bwMode="auto">
          <a:xfrm flipV="1">
            <a:off x="2658122" y="2520417"/>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72" name="Line 40">
            <a:extLst>
              <a:ext uri="{FF2B5EF4-FFF2-40B4-BE49-F238E27FC236}">
                <a16:creationId xmlns:a16="http://schemas.microsoft.com/office/drawing/2014/main" id="{346265E3-DA96-2849-8E83-A0812F1BEFCE}"/>
              </a:ext>
            </a:extLst>
          </p:cNvPr>
          <p:cNvSpPr>
            <a:spLocks noChangeShapeType="1"/>
          </p:cNvSpPr>
          <p:nvPr/>
        </p:nvSpPr>
        <p:spPr bwMode="auto">
          <a:xfrm>
            <a:off x="3496322" y="2520417"/>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73" name="Line 41">
            <a:extLst>
              <a:ext uri="{FF2B5EF4-FFF2-40B4-BE49-F238E27FC236}">
                <a16:creationId xmlns:a16="http://schemas.microsoft.com/office/drawing/2014/main" id="{16863450-D68A-A346-9CB1-B0C3E6C0E89E}"/>
              </a:ext>
            </a:extLst>
          </p:cNvPr>
          <p:cNvSpPr>
            <a:spLocks noChangeShapeType="1"/>
          </p:cNvSpPr>
          <p:nvPr/>
        </p:nvSpPr>
        <p:spPr bwMode="auto">
          <a:xfrm flipV="1">
            <a:off x="3648722" y="2520417"/>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74" name="Text Box 43">
            <a:extLst>
              <a:ext uri="{FF2B5EF4-FFF2-40B4-BE49-F238E27FC236}">
                <a16:creationId xmlns:a16="http://schemas.microsoft.com/office/drawing/2014/main" id="{42007F30-72E0-9942-B3C5-B13E94F7F516}"/>
              </a:ext>
            </a:extLst>
          </p:cNvPr>
          <p:cNvSpPr txBox="1">
            <a:spLocks noChangeArrowheads="1"/>
          </p:cNvSpPr>
          <p:nvPr/>
        </p:nvSpPr>
        <p:spPr bwMode="auto">
          <a:xfrm>
            <a:off x="2658122" y="2444217"/>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75" name="Text Box 44">
            <a:extLst>
              <a:ext uri="{FF2B5EF4-FFF2-40B4-BE49-F238E27FC236}">
                <a16:creationId xmlns:a16="http://schemas.microsoft.com/office/drawing/2014/main" id="{1C71C85D-2372-D749-B560-E226CD37966E}"/>
              </a:ext>
            </a:extLst>
          </p:cNvPr>
          <p:cNvSpPr txBox="1">
            <a:spLocks noChangeArrowheads="1"/>
          </p:cNvSpPr>
          <p:nvPr/>
        </p:nvSpPr>
        <p:spPr bwMode="auto">
          <a:xfrm>
            <a:off x="3191522" y="2520417"/>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76" name="Text Box 46">
            <a:extLst>
              <a:ext uri="{FF2B5EF4-FFF2-40B4-BE49-F238E27FC236}">
                <a16:creationId xmlns:a16="http://schemas.microsoft.com/office/drawing/2014/main" id="{50AED165-4A99-8341-8E8A-22948B1AD04F}"/>
              </a:ext>
            </a:extLst>
          </p:cNvPr>
          <p:cNvSpPr txBox="1">
            <a:spLocks noChangeArrowheads="1"/>
          </p:cNvSpPr>
          <p:nvPr/>
        </p:nvSpPr>
        <p:spPr bwMode="auto">
          <a:xfrm>
            <a:off x="3668956" y="2526981"/>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C</a:t>
            </a:r>
          </a:p>
        </p:txBody>
      </p:sp>
      <p:sp>
        <p:nvSpPr>
          <p:cNvPr id="177" name="Rectangle 51">
            <a:extLst>
              <a:ext uri="{FF2B5EF4-FFF2-40B4-BE49-F238E27FC236}">
                <a16:creationId xmlns:a16="http://schemas.microsoft.com/office/drawing/2014/main" id="{4E86B13F-E4BA-444F-97DE-72B7F8D7C459}"/>
              </a:ext>
            </a:extLst>
          </p:cNvPr>
          <p:cNvSpPr>
            <a:spLocks noChangeArrowheads="1"/>
          </p:cNvSpPr>
          <p:nvPr/>
        </p:nvSpPr>
        <p:spPr bwMode="auto">
          <a:xfrm>
            <a:off x="3267722" y="3110967"/>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BT</a:t>
            </a:r>
          </a:p>
        </p:txBody>
      </p:sp>
      <p:sp>
        <p:nvSpPr>
          <p:cNvPr id="178" name="Rectangle 32">
            <a:extLst>
              <a:ext uri="{FF2B5EF4-FFF2-40B4-BE49-F238E27FC236}">
                <a16:creationId xmlns:a16="http://schemas.microsoft.com/office/drawing/2014/main" id="{3ED993F7-BCCA-5A40-8A38-CCF44008FA3F}"/>
              </a:ext>
            </a:extLst>
          </p:cNvPr>
          <p:cNvSpPr>
            <a:spLocks noChangeArrowheads="1"/>
          </p:cNvSpPr>
          <p:nvPr/>
        </p:nvSpPr>
        <p:spPr bwMode="auto">
          <a:xfrm>
            <a:off x="5203458" y="2137309"/>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M(3)</a:t>
            </a:r>
          </a:p>
        </p:txBody>
      </p:sp>
      <p:sp>
        <p:nvSpPr>
          <p:cNvPr id="179" name="Line 35">
            <a:extLst>
              <a:ext uri="{FF2B5EF4-FFF2-40B4-BE49-F238E27FC236}">
                <a16:creationId xmlns:a16="http://schemas.microsoft.com/office/drawing/2014/main" id="{A0F6707B-810D-C34E-8CC8-6F61FCE13FF7}"/>
              </a:ext>
            </a:extLst>
          </p:cNvPr>
          <p:cNvSpPr>
            <a:spLocks noChangeShapeType="1"/>
          </p:cNvSpPr>
          <p:nvPr/>
        </p:nvSpPr>
        <p:spPr bwMode="auto">
          <a:xfrm>
            <a:off x="5584458" y="2442109"/>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0" name="Line 38">
            <a:extLst>
              <a:ext uri="{FF2B5EF4-FFF2-40B4-BE49-F238E27FC236}">
                <a16:creationId xmlns:a16="http://schemas.microsoft.com/office/drawing/2014/main" id="{CCD5023A-B22A-5A42-A311-B795810B1B24}"/>
              </a:ext>
            </a:extLst>
          </p:cNvPr>
          <p:cNvSpPr>
            <a:spLocks noChangeShapeType="1"/>
          </p:cNvSpPr>
          <p:nvPr/>
        </p:nvSpPr>
        <p:spPr bwMode="auto">
          <a:xfrm>
            <a:off x="5889258" y="2442109"/>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1" name="Line 40">
            <a:extLst>
              <a:ext uri="{FF2B5EF4-FFF2-40B4-BE49-F238E27FC236}">
                <a16:creationId xmlns:a16="http://schemas.microsoft.com/office/drawing/2014/main" id="{210E0A04-7301-4B4E-8105-65C9C6FFD3F0}"/>
              </a:ext>
            </a:extLst>
          </p:cNvPr>
          <p:cNvSpPr>
            <a:spLocks noChangeShapeType="1"/>
          </p:cNvSpPr>
          <p:nvPr/>
        </p:nvSpPr>
        <p:spPr bwMode="auto">
          <a:xfrm>
            <a:off x="5508258" y="251830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2" name="Line 41">
            <a:extLst>
              <a:ext uri="{FF2B5EF4-FFF2-40B4-BE49-F238E27FC236}">
                <a16:creationId xmlns:a16="http://schemas.microsoft.com/office/drawing/2014/main" id="{28C8B449-3D49-E347-9EFE-8D9F075B2966}"/>
              </a:ext>
            </a:extLst>
          </p:cNvPr>
          <p:cNvSpPr>
            <a:spLocks noChangeShapeType="1"/>
          </p:cNvSpPr>
          <p:nvPr/>
        </p:nvSpPr>
        <p:spPr bwMode="auto">
          <a:xfrm flipV="1">
            <a:off x="5660658" y="2518309"/>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3" name="Line 42">
            <a:extLst>
              <a:ext uri="{FF2B5EF4-FFF2-40B4-BE49-F238E27FC236}">
                <a16:creationId xmlns:a16="http://schemas.microsoft.com/office/drawing/2014/main" id="{52E1CA37-BFEB-E14C-8232-7FDD7D1E5A44}"/>
              </a:ext>
            </a:extLst>
          </p:cNvPr>
          <p:cNvSpPr>
            <a:spLocks noChangeShapeType="1"/>
          </p:cNvSpPr>
          <p:nvPr/>
        </p:nvSpPr>
        <p:spPr bwMode="auto">
          <a:xfrm>
            <a:off x="6117858" y="2518309"/>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84" name="Text Box 44">
            <a:extLst>
              <a:ext uri="{FF2B5EF4-FFF2-40B4-BE49-F238E27FC236}">
                <a16:creationId xmlns:a16="http://schemas.microsoft.com/office/drawing/2014/main" id="{99FC0D4F-ED1A-F34A-B898-1276F8442209}"/>
              </a:ext>
            </a:extLst>
          </p:cNvPr>
          <p:cNvSpPr txBox="1">
            <a:spLocks noChangeArrowheads="1"/>
          </p:cNvSpPr>
          <p:nvPr/>
        </p:nvSpPr>
        <p:spPr bwMode="auto">
          <a:xfrm>
            <a:off x="5203458" y="2518309"/>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185" name="Text Box 45">
            <a:extLst>
              <a:ext uri="{FF2B5EF4-FFF2-40B4-BE49-F238E27FC236}">
                <a16:creationId xmlns:a16="http://schemas.microsoft.com/office/drawing/2014/main" id="{80ADDA88-EB1C-654A-A395-149BE5D2A0F4}"/>
              </a:ext>
            </a:extLst>
          </p:cNvPr>
          <p:cNvSpPr txBox="1">
            <a:spLocks noChangeArrowheads="1"/>
          </p:cNvSpPr>
          <p:nvPr/>
        </p:nvSpPr>
        <p:spPr bwMode="auto">
          <a:xfrm>
            <a:off x="6270258" y="2375434"/>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186" name="Text Box 46">
            <a:extLst>
              <a:ext uri="{FF2B5EF4-FFF2-40B4-BE49-F238E27FC236}">
                <a16:creationId xmlns:a16="http://schemas.microsoft.com/office/drawing/2014/main" id="{597F8140-D8D5-774D-8C15-26683FF81764}"/>
              </a:ext>
            </a:extLst>
          </p:cNvPr>
          <p:cNvSpPr txBox="1">
            <a:spLocks noChangeArrowheads="1"/>
          </p:cNvSpPr>
          <p:nvPr/>
        </p:nvSpPr>
        <p:spPr bwMode="auto">
          <a:xfrm>
            <a:off x="5680892" y="2524873"/>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187" name="Rectangle 51">
            <a:extLst>
              <a:ext uri="{FF2B5EF4-FFF2-40B4-BE49-F238E27FC236}">
                <a16:creationId xmlns:a16="http://schemas.microsoft.com/office/drawing/2014/main" id="{654F9093-AD19-7742-98C7-C5DCBB919C1F}"/>
              </a:ext>
            </a:extLst>
          </p:cNvPr>
          <p:cNvSpPr>
            <a:spLocks noChangeArrowheads="1"/>
          </p:cNvSpPr>
          <p:nvPr/>
        </p:nvSpPr>
        <p:spPr bwMode="auto">
          <a:xfrm>
            <a:off x="5279658" y="3108859"/>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DT</a:t>
            </a:r>
          </a:p>
        </p:txBody>
      </p:sp>
      <p:sp>
        <p:nvSpPr>
          <p:cNvPr id="188" name="Rectangle 32">
            <a:extLst>
              <a:ext uri="{FF2B5EF4-FFF2-40B4-BE49-F238E27FC236}">
                <a16:creationId xmlns:a16="http://schemas.microsoft.com/office/drawing/2014/main" id="{C22F08C4-1EA2-6642-B845-F6670C99321E}"/>
              </a:ext>
            </a:extLst>
          </p:cNvPr>
          <p:cNvSpPr>
            <a:spLocks noChangeArrowheads="1"/>
          </p:cNvSpPr>
          <p:nvPr/>
        </p:nvSpPr>
        <p:spPr bwMode="auto">
          <a:xfrm>
            <a:off x="2180652" y="3123037"/>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M(1)</a:t>
            </a:r>
          </a:p>
        </p:txBody>
      </p:sp>
      <p:sp>
        <p:nvSpPr>
          <p:cNvPr id="189" name="Rectangle 33">
            <a:extLst>
              <a:ext uri="{FF2B5EF4-FFF2-40B4-BE49-F238E27FC236}">
                <a16:creationId xmlns:a16="http://schemas.microsoft.com/office/drawing/2014/main" id="{8E9749E8-2841-B54B-99F4-068804A8BB7F}"/>
              </a:ext>
            </a:extLst>
          </p:cNvPr>
          <p:cNvSpPr>
            <a:spLocks noChangeArrowheads="1"/>
          </p:cNvSpPr>
          <p:nvPr/>
        </p:nvSpPr>
        <p:spPr bwMode="auto">
          <a:xfrm>
            <a:off x="1266252" y="4113637"/>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CI</a:t>
            </a:r>
          </a:p>
        </p:txBody>
      </p:sp>
      <p:sp>
        <p:nvSpPr>
          <p:cNvPr id="190" name="Line 34">
            <a:extLst>
              <a:ext uri="{FF2B5EF4-FFF2-40B4-BE49-F238E27FC236}">
                <a16:creationId xmlns:a16="http://schemas.microsoft.com/office/drawing/2014/main" id="{80C8D380-9E01-C748-B18F-E5B09FBEA259}"/>
              </a:ext>
            </a:extLst>
          </p:cNvPr>
          <p:cNvSpPr>
            <a:spLocks noChangeShapeType="1"/>
          </p:cNvSpPr>
          <p:nvPr/>
        </p:nvSpPr>
        <p:spPr bwMode="auto">
          <a:xfrm flipH="1">
            <a:off x="1723452" y="3427837"/>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1" name="Line 35">
            <a:extLst>
              <a:ext uri="{FF2B5EF4-FFF2-40B4-BE49-F238E27FC236}">
                <a16:creationId xmlns:a16="http://schemas.microsoft.com/office/drawing/2014/main" id="{3566C164-BCD3-B44B-9D6C-2FD9853477CE}"/>
              </a:ext>
            </a:extLst>
          </p:cNvPr>
          <p:cNvSpPr>
            <a:spLocks noChangeShapeType="1"/>
          </p:cNvSpPr>
          <p:nvPr/>
        </p:nvSpPr>
        <p:spPr bwMode="auto">
          <a:xfrm>
            <a:off x="2561652" y="3427837"/>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2" name="Line 39">
            <a:extLst>
              <a:ext uri="{FF2B5EF4-FFF2-40B4-BE49-F238E27FC236}">
                <a16:creationId xmlns:a16="http://schemas.microsoft.com/office/drawing/2014/main" id="{4BB47899-2725-3D4D-9615-842DD0FD86BE}"/>
              </a:ext>
            </a:extLst>
          </p:cNvPr>
          <p:cNvSpPr>
            <a:spLocks noChangeShapeType="1"/>
          </p:cNvSpPr>
          <p:nvPr/>
        </p:nvSpPr>
        <p:spPr bwMode="auto">
          <a:xfrm flipV="1">
            <a:off x="1647252" y="3504037"/>
            <a:ext cx="45720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3" name="Line 40">
            <a:extLst>
              <a:ext uri="{FF2B5EF4-FFF2-40B4-BE49-F238E27FC236}">
                <a16:creationId xmlns:a16="http://schemas.microsoft.com/office/drawing/2014/main" id="{CD98A788-45BB-E840-A174-828EF49802CF}"/>
              </a:ext>
            </a:extLst>
          </p:cNvPr>
          <p:cNvSpPr>
            <a:spLocks noChangeShapeType="1"/>
          </p:cNvSpPr>
          <p:nvPr/>
        </p:nvSpPr>
        <p:spPr bwMode="auto">
          <a:xfrm>
            <a:off x="2485452" y="3504037"/>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4" name="Line 41">
            <a:extLst>
              <a:ext uri="{FF2B5EF4-FFF2-40B4-BE49-F238E27FC236}">
                <a16:creationId xmlns:a16="http://schemas.microsoft.com/office/drawing/2014/main" id="{595DAD75-7C1E-5A40-83B4-6DAD016BCA47}"/>
              </a:ext>
            </a:extLst>
          </p:cNvPr>
          <p:cNvSpPr>
            <a:spLocks noChangeShapeType="1"/>
          </p:cNvSpPr>
          <p:nvPr/>
        </p:nvSpPr>
        <p:spPr bwMode="auto">
          <a:xfrm flipV="1">
            <a:off x="2637852" y="3504037"/>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5" name="Text Box 43">
            <a:extLst>
              <a:ext uri="{FF2B5EF4-FFF2-40B4-BE49-F238E27FC236}">
                <a16:creationId xmlns:a16="http://schemas.microsoft.com/office/drawing/2014/main" id="{8747EC48-DCDF-5B41-94CA-34A65BE3BEAA}"/>
              </a:ext>
            </a:extLst>
          </p:cNvPr>
          <p:cNvSpPr txBox="1">
            <a:spLocks noChangeArrowheads="1"/>
          </p:cNvSpPr>
          <p:nvPr/>
        </p:nvSpPr>
        <p:spPr bwMode="auto">
          <a:xfrm>
            <a:off x="1647252" y="3427837"/>
            <a:ext cx="457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A</a:t>
            </a:r>
          </a:p>
        </p:txBody>
      </p:sp>
      <p:sp>
        <p:nvSpPr>
          <p:cNvPr id="196" name="Text Box 44">
            <a:extLst>
              <a:ext uri="{FF2B5EF4-FFF2-40B4-BE49-F238E27FC236}">
                <a16:creationId xmlns:a16="http://schemas.microsoft.com/office/drawing/2014/main" id="{14D6F781-019D-3C43-A129-B5A40DE15967}"/>
              </a:ext>
            </a:extLst>
          </p:cNvPr>
          <p:cNvSpPr txBox="1">
            <a:spLocks noChangeArrowheads="1"/>
          </p:cNvSpPr>
          <p:nvPr/>
        </p:nvSpPr>
        <p:spPr bwMode="auto">
          <a:xfrm>
            <a:off x="2180652" y="3504037"/>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A</a:t>
            </a:r>
          </a:p>
        </p:txBody>
      </p:sp>
      <p:sp>
        <p:nvSpPr>
          <p:cNvPr id="197" name="Text Box 46">
            <a:extLst>
              <a:ext uri="{FF2B5EF4-FFF2-40B4-BE49-F238E27FC236}">
                <a16:creationId xmlns:a16="http://schemas.microsoft.com/office/drawing/2014/main" id="{DB75C312-52F3-EB48-841E-97A79F6AA047}"/>
              </a:ext>
            </a:extLst>
          </p:cNvPr>
          <p:cNvSpPr txBox="1">
            <a:spLocks noChangeArrowheads="1"/>
          </p:cNvSpPr>
          <p:nvPr/>
        </p:nvSpPr>
        <p:spPr bwMode="auto">
          <a:xfrm>
            <a:off x="2658086" y="3510601"/>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B</a:t>
            </a:r>
          </a:p>
        </p:txBody>
      </p:sp>
      <p:sp>
        <p:nvSpPr>
          <p:cNvPr id="198" name="Rectangle 50">
            <a:extLst>
              <a:ext uri="{FF2B5EF4-FFF2-40B4-BE49-F238E27FC236}">
                <a16:creationId xmlns:a16="http://schemas.microsoft.com/office/drawing/2014/main" id="{21F828AF-9338-9A44-8AAB-7615659F720C}"/>
              </a:ext>
            </a:extLst>
          </p:cNvPr>
          <p:cNvSpPr>
            <a:spLocks noChangeArrowheads="1"/>
          </p:cNvSpPr>
          <p:nvPr/>
        </p:nvSpPr>
        <p:spPr bwMode="auto">
          <a:xfrm>
            <a:off x="1266252" y="4113637"/>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AI</a:t>
            </a:r>
          </a:p>
        </p:txBody>
      </p:sp>
      <p:sp>
        <p:nvSpPr>
          <p:cNvPr id="199" name="Rectangle 51">
            <a:extLst>
              <a:ext uri="{FF2B5EF4-FFF2-40B4-BE49-F238E27FC236}">
                <a16:creationId xmlns:a16="http://schemas.microsoft.com/office/drawing/2014/main" id="{62AD9DB4-6DFF-374B-9E02-2AD4BB453447}"/>
              </a:ext>
            </a:extLst>
          </p:cNvPr>
          <p:cNvSpPr>
            <a:spLocks noChangeArrowheads="1"/>
          </p:cNvSpPr>
          <p:nvPr/>
        </p:nvSpPr>
        <p:spPr bwMode="auto">
          <a:xfrm>
            <a:off x="2256852" y="4094587"/>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AT</a:t>
            </a:r>
          </a:p>
        </p:txBody>
      </p:sp>
      <p:sp>
        <p:nvSpPr>
          <p:cNvPr id="200" name="Rectangle 32">
            <a:extLst>
              <a:ext uri="{FF2B5EF4-FFF2-40B4-BE49-F238E27FC236}">
                <a16:creationId xmlns:a16="http://schemas.microsoft.com/office/drawing/2014/main" id="{85C0252F-45C8-784F-A08C-527FA7713169}"/>
              </a:ext>
            </a:extLst>
          </p:cNvPr>
          <p:cNvSpPr>
            <a:spLocks noChangeArrowheads="1"/>
          </p:cNvSpPr>
          <p:nvPr/>
        </p:nvSpPr>
        <p:spPr bwMode="auto">
          <a:xfrm>
            <a:off x="6155958" y="3122878"/>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M(4)</a:t>
            </a:r>
          </a:p>
        </p:txBody>
      </p:sp>
      <p:sp>
        <p:nvSpPr>
          <p:cNvPr id="201" name="Line 35">
            <a:extLst>
              <a:ext uri="{FF2B5EF4-FFF2-40B4-BE49-F238E27FC236}">
                <a16:creationId xmlns:a16="http://schemas.microsoft.com/office/drawing/2014/main" id="{0FF5097A-0486-0C45-BAC7-6B86DC64BB8F}"/>
              </a:ext>
            </a:extLst>
          </p:cNvPr>
          <p:cNvSpPr>
            <a:spLocks noChangeShapeType="1"/>
          </p:cNvSpPr>
          <p:nvPr/>
        </p:nvSpPr>
        <p:spPr bwMode="auto">
          <a:xfrm>
            <a:off x="6536958" y="3427678"/>
            <a:ext cx="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2" name="Rectangle 37">
            <a:extLst>
              <a:ext uri="{FF2B5EF4-FFF2-40B4-BE49-F238E27FC236}">
                <a16:creationId xmlns:a16="http://schemas.microsoft.com/office/drawing/2014/main" id="{DA62F1A4-95E3-9F4B-AB10-96975DC1F7D5}"/>
              </a:ext>
            </a:extLst>
          </p:cNvPr>
          <p:cNvSpPr>
            <a:spLocks noChangeArrowheads="1"/>
          </p:cNvSpPr>
          <p:nvPr/>
        </p:nvSpPr>
        <p:spPr bwMode="auto">
          <a:xfrm>
            <a:off x="7222758" y="4113478"/>
            <a:ext cx="6096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rgbClr val="000000"/>
                </a:solidFill>
              </a:rPr>
              <a:t>CO</a:t>
            </a:r>
          </a:p>
        </p:txBody>
      </p:sp>
      <p:sp>
        <p:nvSpPr>
          <p:cNvPr id="203" name="Line 38">
            <a:extLst>
              <a:ext uri="{FF2B5EF4-FFF2-40B4-BE49-F238E27FC236}">
                <a16:creationId xmlns:a16="http://schemas.microsoft.com/office/drawing/2014/main" id="{E1D2FDDA-787F-0E49-A59A-4AD532E20610}"/>
              </a:ext>
            </a:extLst>
          </p:cNvPr>
          <p:cNvSpPr>
            <a:spLocks noChangeShapeType="1"/>
          </p:cNvSpPr>
          <p:nvPr/>
        </p:nvSpPr>
        <p:spPr bwMode="auto">
          <a:xfrm>
            <a:off x="6841758" y="3427678"/>
            <a:ext cx="685800" cy="685800"/>
          </a:xfrm>
          <a:prstGeom prst="line">
            <a:avLst/>
          </a:prstGeom>
          <a:noFill/>
          <a:ln w="2857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4" name="Line 40">
            <a:extLst>
              <a:ext uri="{FF2B5EF4-FFF2-40B4-BE49-F238E27FC236}">
                <a16:creationId xmlns:a16="http://schemas.microsoft.com/office/drawing/2014/main" id="{D149D8AC-71E1-8640-BD51-29C4CB911A5A}"/>
              </a:ext>
            </a:extLst>
          </p:cNvPr>
          <p:cNvSpPr>
            <a:spLocks noChangeShapeType="1"/>
          </p:cNvSpPr>
          <p:nvPr/>
        </p:nvSpPr>
        <p:spPr bwMode="auto">
          <a:xfrm>
            <a:off x="6460758" y="3503878"/>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5" name="Line 41">
            <a:extLst>
              <a:ext uri="{FF2B5EF4-FFF2-40B4-BE49-F238E27FC236}">
                <a16:creationId xmlns:a16="http://schemas.microsoft.com/office/drawing/2014/main" id="{DAD3D1AD-7C3E-624E-99F7-7953F78C160E}"/>
              </a:ext>
            </a:extLst>
          </p:cNvPr>
          <p:cNvSpPr>
            <a:spLocks noChangeShapeType="1"/>
          </p:cNvSpPr>
          <p:nvPr/>
        </p:nvSpPr>
        <p:spPr bwMode="auto">
          <a:xfrm flipV="1">
            <a:off x="6613158" y="3503878"/>
            <a:ext cx="0" cy="4572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6" name="Line 42">
            <a:extLst>
              <a:ext uri="{FF2B5EF4-FFF2-40B4-BE49-F238E27FC236}">
                <a16:creationId xmlns:a16="http://schemas.microsoft.com/office/drawing/2014/main" id="{EE74ADD4-A914-3248-BCBA-C130644452C3}"/>
              </a:ext>
            </a:extLst>
          </p:cNvPr>
          <p:cNvSpPr>
            <a:spLocks noChangeShapeType="1"/>
          </p:cNvSpPr>
          <p:nvPr/>
        </p:nvSpPr>
        <p:spPr bwMode="auto">
          <a:xfrm>
            <a:off x="7070358" y="3503878"/>
            <a:ext cx="381000" cy="381000"/>
          </a:xfrm>
          <a:prstGeom prst="line">
            <a:avLst/>
          </a:prstGeom>
          <a:noFill/>
          <a:ln w="9525">
            <a:solidFill>
              <a:schemeClr val="tx1"/>
            </a:solidFill>
            <a:round/>
            <a:headEnd/>
            <a:tailEnd type="triangle" w="med"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07" name="Text Box 44">
            <a:extLst>
              <a:ext uri="{FF2B5EF4-FFF2-40B4-BE49-F238E27FC236}">
                <a16:creationId xmlns:a16="http://schemas.microsoft.com/office/drawing/2014/main" id="{BC50EBDA-8DC2-5743-89D4-BC198EE9350C}"/>
              </a:ext>
            </a:extLst>
          </p:cNvPr>
          <p:cNvSpPr txBox="1">
            <a:spLocks noChangeArrowheads="1"/>
          </p:cNvSpPr>
          <p:nvPr/>
        </p:nvSpPr>
        <p:spPr bwMode="auto">
          <a:xfrm>
            <a:off x="6155958" y="3503878"/>
            <a:ext cx="4572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E</a:t>
            </a:r>
          </a:p>
        </p:txBody>
      </p:sp>
      <p:sp>
        <p:nvSpPr>
          <p:cNvPr id="208" name="Text Box 45">
            <a:extLst>
              <a:ext uri="{FF2B5EF4-FFF2-40B4-BE49-F238E27FC236}">
                <a16:creationId xmlns:a16="http://schemas.microsoft.com/office/drawing/2014/main" id="{F062F53A-103F-4146-BBBE-DCF082DC4FF9}"/>
              </a:ext>
            </a:extLst>
          </p:cNvPr>
          <p:cNvSpPr txBox="1">
            <a:spLocks noChangeArrowheads="1"/>
          </p:cNvSpPr>
          <p:nvPr/>
        </p:nvSpPr>
        <p:spPr bwMode="auto">
          <a:xfrm>
            <a:off x="7222758" y="3361003"/>
            <a:ext cx="566737"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F</a:t>
            </a:r>
          </a:p>
        </p:txBody>
      </p:sp>
      <p:sp>
        <p:nvSpPr>
          <p:cNvPr id="209" name="Text Box 46">
            <a:extLst>
              <a:ext uri="{FF2B5EF4-FFF2-40B4-BE49-F238E27FC236}">
                <a16:creationId xmlns:a16="http://schemas.microsoft.com/office/drawing/2014/main" id="{0D9D197A-0E18-764A-85D7-745E1001E8DD}"/>
              </a:ext>
            </a:extLst>
          </p:cNvPr>
          <p:cNvSpPr txBox="1">
            <a:spLocks noChangeArrowheads="1"/>
          </p:cNvSpPr>
          <p:nvPr/>
        </p:nvSpPr>
        <p:spPr bwMode="auto">
          <a:xfrm>
            <a:off x="6633392" y="3510442"/>
            <a:ext cx="44465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F</a:t>
            </a:r>
          </a:p>
        </p:txBody>
      </p:sp>
      <p:sp>
        <p:nvSpPr>
          <p:cNvPr id="210" name="Rectangle 51">
            <a:extLst>
              <a:ext uri="{FF2B5EF4-FFF2-40B4-BE49-F238E27FC236}">
                <a16:creationId xmlns:a16="http://schemas.microsoft.com/office/drawing/2014/main" id="{66B65332-D355-D644-A851-9DD3A8B7E314}"/>
              </a:ext>
            </a:extLst>
          </p:cNvPr>
          <p:cNvSpPr>
            <a:spLocks noChangeArrowheads="1"/>
          </p:cNvSpPr>
          <p:nvPr/>
        </p:nvSpPr>
        <p:spPr bwMode="auto">
          <a:xfrm>
            <a:off x="6232158" y="4094428"/>
            <a:ext cx="6858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ET</a:t>
            </a:r>
          </a:p>
        </p:txBody>
      </p:sp>
      <p:sp>
        <p:nvSpPr>
          <p:cNvPr id="211" name="Rectangle 52">
            <a:extLst>
              <a:ext uri="{FF2B5EF4-FFF2-40B4-BE49-F238E27FC236}">
                <a16:creationId xmlns:a16="http://schemas.microsoft.com/office/drawing/2014/main" id="{9F3CC621-76D7-E348-884F-0206AA8EB1F6}"/>
              </a:ext>
            </a:extLst>
          </p:cNvPr>
          <p:cNvSpPr>
            <a:spLocks noChangeArrowheads="1"/>
          </p:cNvSpPr>
          <p:nvPr/>
        </p:nvSpPr>
        <p:spPr bwMode="auto">
          <a:xfrm>
            <a:off x="7222758" y="4113478"/>
            <a:ext cx="609600" cy="304800"/>
          </a:xfrm>
          <a:prstGeom prst="rect">
            <a:avLst/>
          </a:prstGeom>
          <a:solidFill>
            <a:srgbClr val="66CCFF"/>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dirty="0">
                <a:solidFill>
                  <a:srgbClr val="000000"/>
                </a:solidFill>
              </a:rPr>
              <a:t>EO</a:t>
            </a:r>
          </a:p>
        </p:txBody>
      </p:sp>
    </p:spTree>
    <p:extLst>
      <p:ext uri="{BB962C8B-B14F-4D97-AF65-F5344CB8AC3E}">
        <p14:creationId xmlns:p14="http://schemas.microsoft.com/office/powerpoint/2010/main" val="13940748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600" dirty="0">
                <a:solidFill>
                  <a:srgbClr val="CC6600"/>
                </a:solidFill>
                <a:sym typeface="微软雅黑" panose="020B0503020204020204" pitchFamily="34" charset="-122"/>
              </a:rPr>
              <a:t>进一步细化</a:t>
            </a:r>
          </a:p>
        </p:txBody>
      </p:sp>
      <p:grpSp>
        <p:nvGrpSpPr>
          <p:cNvPr id="2" name="组合 1">
            <a:extLst>
              <a:ext uri="{FF2B5EF4-FFF2-40B4-BE49-F238E27FC236}">
                <a16:creationId xmlns:a16="http://schemas.microsoft.com/office/drawing/2014/main" id="{C6FE7D38-100A-3447-89AB-4A64FD4CDD31}"/>
              </a:ext>
            </a:extLst>
          </p:cNvPr>
          <p:cNvGrpSpPr/>
          <p:nvPr/>
        </p:nvGrpSpPr>
        <p:grpSpPr>
          <a:xfrm>
            <a:off x="-1645553" y="2692400"/>
            <a:ext cx="10415166" cy="3203575"/>
            <a:chOff x="-1645553" y="2692400"/>
            <a:chExt cx="10415166" cy="3203575"/>
          </a:xfrm>
        </p:grpSpPr>
        <p:grpSp>
          <p:nvGrpSpPr>
            <p:cNvPr id="11" name="Group 2">
              <a:extLst>
                <a:ext uri="{FF2B5EF4-FFF2-40B4-BE49-F238E27FC236}">
                  <a16:creationId xmlns:a16="http://schemas.microsoft.com/office/drawing/2014/main" id="{41B10F08-2199-8B4B-A21B-196C936CD5D8}"/>
                </a:ext>
              </a:extLst>
            </p:cNvPr>
            <p:cNvGrpSpPr>
              <a:grpSpLocks/>
            </p:cNvGrpSpPr>
            <p:nvPr/>
          </p:nvGrpSpPr>
          <p:grpSpPr bwMode="auto">
            <a:xfrm>
              <a:off x="7005900" y="3022600"/>
              <a:ext cx="609600" cy="431800"/>
              <a:chOff x="4452" y="1824"/>
              <a:chExt cx="384" cy="272"/>
            </a:xfrm>
          </p:grpSpPr>
          <p:sp>
            <p:nvSpPr>
              <p:cNvPr id="15" name="Line 3">
                <a:extLst>
                  <a:ext uri="{FF2B5EF4-FFF2-40B4-BE49-F238E27FC236}">
                    <a16:creationId xmlns:a16="http://schemas.microsoft.com/office/drawing/2014/main" id="{20D76232-EB28-A143-9C4E-9EE1EA7C00D6}"/>
                  </a:ext>
                </a:extLst>
              </p:cNvPr>
              <p:cNvSpPr>
                <a:spLocks noChangeShapeType="1"/>
              </p:cNvSpPr>
              <p:nvPr/>
            </p:nvSpPr>
            <p:spPr bwMode="auto">
              <a:xfrm>
                <a:off x="4452" y="1872"/>
                <a:ext cx="232" cy="224"/>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6" name="Text Box 4">
                <a:extLst>
                  <a:ext uri="{FF2B5EF4-FFF2-40B4-BE49-F238E27FC236}">
                    <a16:creationId xmlns:a16="http://schemas.microsoft.com/office/drawing/2014/main" id="{62B28D18-51C9-914B-B1C6-4D028C44A497}"/>
                  </a:ext>
                </a:extLst>
              </p:cNvPr>
              <p:cNvSpPr txBox="1">
                <a:spLocks noChangeArrowheads="1"/>
              </p:cNvSpPr>
              <p:nvPr/>
            </p:nvSpPr>
            <p:spPr bwMode="auto">
              <a:xfrm>
                <a:off x="4548" y="1824"/>
                <a:ext cx="2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D</a:t>
                </a:r>
              </a:p>
            </p:txBody>
          </p:sp>
        </p:grpSp>
        <p:grpSp>
          <p:nvGrpSpPr>
            <p:cNvPr id="17" name="Group 5">
              <a:extLst>
                <a:ext uri="{FF2B5EF4-FFF2-40B4-BE49-F238E27FC236}">
                  <a16:creationId xmlns:a16="http://schemas.microsoft.com/office/drawing/2014/main" id="{BE077C14-34B0-194E-80BB-5EF65FDDCAFB}"/>
                </a:ext>
              </a:extLst>
            </p:cNvPr>
            <p:cNvGrpSpPr>
              <a:grpSpLocks/>
            </p:cNvGrpSpPr>
            <p:nvPr/>
          </p:nvGrpSpPr>
          <p:grpSpPr bwMode="auto">
            <a:xfrm>
              <a:off x="6559813" y="3073400"/>
              <a:ext cx="381000" cy="457200"/>
              <a:chOff x="4164" y="1872"/>
              <a:chExt cx="240" cy="288"/>
            </a:xfrm>
          </p:grpSpPr>
          <p:sp>
            <p:nvSpPr>
              <p:cNvPr id="18" name="Line 6">
                <a:extLst>
                  <a:ext uri="{FF2B5EF4-FFF2-40B4-BE49-F238E27FC236}">
                    <a16:creationId xmlns:a16="http://schemas.microsoft.com/office/drawing/2014/main" id="{54AFA38C-3BFF-8B46-B4AF-C70A19907CF0}"/>
                  </a:ext>
                </a:extLst>
              </p:cNvPr>
              <p:cNvSpPr>
                <a:spLocks noChangeShapeType="1"/>
              </p:cNvSpPr>
              <p:nvPr/>
            </p:nvSpPr>
            <p:spPr bwMode="auto">
              <a:xfrm flipV="1">
                <a:off x="4164" y="1872"/>
                <a:ext cx="0" cy="288"/>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9" name="Text Box 7">
                <a:extLst>
                  <a:ext uri="{FF2B5EF4-FFF2-40B4-BE49-F238E27FC236}">
                    <a16:creationId xmlns:a16="http://schemas.microsoft.com/office/drawing/2014/main" id="{A44B5E07-7A91-8D40-90D7-37739E115B3C}"/>
                  </a:ext>
                </a:extLst>
              </p:cNvPr>
              <p:cNvSpPr txBox="1">
                <a:spLocks noChangeArrowheads="1"/>
              </p:cNvSpPr>
              <p:nvPr/>
            </p:nvSpPr>
            <p:spPr bwMode="auto">
              <a:xfrm>
                <a:off x="4164" y="1872"/>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D</a:t>
                </a:r>
              </a:p>
            </p:txBody>
          </p:sp>
        </p:grpSp>
        <p:grpSp>
          <p:nvGrpSpPr>
            <p:cNvPr id="20" name="Group 8">
              <a:extLst>
                <a:ext uri="{FF2B5EF4-FFF2-40B4-BE49-F238E27FC236}">
                  <a16:creationId xmlns:a16="http://schemas.microsoft.com/office/drawing/2014/main" id="{E814DAD9-3521-2B44-85E0-410D5BBD2F31}"/>
                </a:ext>
              </a:extLst>
            </p:cNvPr>
            <p:cNvGrpSpPr>
              <a:grpSpLocks/>
            </p:cNvGrpSpPr>
            <p:nvPr/>
          </p:nvGrpSpPr>
          <p:grpSpPr bwMode="auto">
            <a:xfrm>
              <a:off x="6102613" y="3073400"/>
              <a:ext cx="304800" cy="457200"/>
              <a:chOff x="3876" y="1872"/>
              <a:chExt cx="192" cy="288"/>
            </a:xfrm>
          </p:grpSpPr>
          <p:sp>
            <p:nvSpPr>
              <p:cNvPr id="21" name="Line 9">
                <a:extLst>
                  <a:ext uri="{FF2B5EF4-FFF2-40B4-BE49-F238E27FC236}">
                    <a16:creationId xmlns:a16="http://schemas.microsoft.com/office/drawing/2014/main" id="{B9EF1370-681D-474F-8603-279A88F21751}"/>
                  </a:ext>
                </a:extLst>
              </p:cNvPr>
              <p:cNvSpPr>
                <a:spLocks noChangeShapeType="1"/>
              </p:cNvSpPr>
              <p:nvPr/>
            </p:nvSpPr>
            <p:spPr bwMode="auto">
              <a:xfrm>
                <a:off x="4068" y="1872"/>
                <a:ext cx="0" cy="288"/>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2" name="Text Box 10">
                <a:extLst>
                  <a:ext uri="{FF2B5EF4-FFF2-40B4-BE49-F238E27FC236}">
                    <a16:creationId xmlns:a16="http://schemas.microsoft.com/office/drawing/2014/main" id="{1F23B453-E7E5-AA44-8FA7-84121D65AAFE}"/>
                  </a:ext>
                </a:extLst>
              </p:cNvPr>
              <p:cNvSpPr txBox="1">
                <a:spLocks noChangeArrowheads="1"/>
              </p:cNvSpPr>
              <p:nvPr/>
            </p:nvSpPr>
            <p:spPr bwMode="auto">
              <a:xfrm>
                <a:off x="3876" y="1872"/>
                <a:ext cx="1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C</a:t>
                </a:r>
              </a:p>
            </p:txBody>
          </p:sp>
        </p:grpSp>
        <p:grpSp>
          <p:nvGrpSpPr>
            <p:cNvPr id="23" name="Group 11">
              <a:extLst>
                <a:ext uri="{FF2B5EF4-FFF2-40B4-BE49-F238E27FC236}">
                  <a16:creationId xmlns:a16="http://schemas.microsoft.com/office/drawing/2014/main" id="{0F585DE5-18C2-364F-95B0-7DBDE22D6836}"/>
                </a:ext>
              </a:extLst>
            </p:cNvPr>
            <p:cNvGrpSpPr>
              <a:grpSpLocks/>
            </p:cNvGrpSpPr>
            <p:nvPr/>
          </p:nvGrpSpPr>
          <p:grpSpPr bwMode="auto">
            <a:xfrm>
              <a:off x="5569213" y="2997200"/>
              <a:ext cx="457200" cy="431800"/>
              <a:chOff x="3540" y="1824"/>
              <a:chExt cx="288" cy="272"/>
            </a:xfrm>
          </p:grpSpPr>
          <p:sp>
            <p:nvSpPr>
              <p:cNvPr id="24" name="Line 12">
                <a:extLst>
                  <a:ext uri="{FF2B5EF4-FFF2-40B4-BE49-F238E27FC236}">
                    <a16:creationId xmlns:a16="http://schemas.microsoft.com/office/drawing/2014/main" id="{5CE92A8D-2530-E042-8192-D457BAE95746}"/>
                  </a:ext>
                </a:extLst>
              </p:cNvPr>
              <p:cNvSpPr>
                <a:spLocks noChangeShapeType="1"/>
              </p:cNvSpPr>
              <p:nvPr/>
            </p:nvSpPr>
            <p:spPr bwMode="auto">
              <a:xfrm flipV="1">
                <a:off x="3596" y="1872"/>
                <a:ext cx="232" cy="224"/>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5" name="Text Box 13">
                <a:extLst>
                  <a:ext uri="{FF2B5EF4-FFF2-40B4-BE49-F238E27FC236}">
                    <a16:creationId xmlns:a16="http://schemas.microsoft.com/office/drawing/2014/main" id="{3B58A094-640C-474A-92A1-705805A67000}"/>
                  </a:ext>
                </a:extLst>
              </p:cNvPr>
              <p:cNvSpPr txBox="1">
                <a:spLocks noChangeArrowheads="1"/>
              </p:cNvSpPr>
              <p:nvPr/>
            </p:nvSpPr>
            <p:spPr bwMode="auto">
              <a:xfrm>
                <a:off x="3540" y="1824"/>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C</a:t>
                </a:r>
              </a:p>
            </p:txBody>
          </p:sp>
        </p:grpSp>
        <p:sp>
          <p:nvSpPr>
            <p:cNvPr id="26" name="Rectangle 16">
              <a:extLst>
                <a:ext uri="{FF2B5EF4-FFF2-40B4-BE49-F238E27FC236}">
                  <a16:creationId xmlns:a16="http://schemas.microsoft.com/office/drawing/2014/main" id="{8E3114CE-0376-8941-8A62-4562D86C65D9}"/>
                </a:ext>
              </a:extLst>
            </p:cNvPr>
            <p:cNvSpPr>
              <a:spLocks noChangeArrowheads="1"/>
            </p:cNvSpPr>
            <p:nvPr/>
          </p:nvSpPr>
          <p:spPr bwMode="auto">
            <a:xfrm>
              <a:off x="6102613" y="2692400"/>
              <a:ext cx="8382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M</a:t>
              </a:r>
            </a:p>
          </p:txBody>
        </p:sp>
        <p:sp>
          <p:nvSpPr>
            <p:cNvPr id="27" name="Rectangle 17">
              <a:extLst>
                <a:ext uri="{FF2B5EF4-FFF2-40B4-BE49-F238E27FC236}">
                  <a16:creationId xmlns:a16="http://schemas.microsoft.com/office/drawing/2014/main" id="{72DBB86B-4183-A94C-991D-588B2118DBC4}"/>
                </a:ext>
              </a:extLst>
            </p:cNvPr>
            <p:cNvSpPr>
              <a:spLocks noChangeArrowheads="1"/>
            </p:cNvSpPr>
            <p:nvPr/>
          </p:nvSpPr>
          <p:spPr bwMode="auto">
            <a:xfrm>
              <a:off x="5188213" y="3683000"/>
              <a:ext cx="6858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000000"/>
                  </a:solidFill>
                </a:rPr>
                <a:t>CI(2)</a:t>
              </a:r>
            </a:p>
          </p:txBody>
        </p:sp>
        <p:sp>
          <p:nvSpPr>
            <p:cNvPr id="28" name="Line 18">
              <a:extLst>
                <a:ext uri="{FF2B5EF4-FFF2-40B4-BE49-F238E27FC236}">
                  <a16:creationId xmlns:a16="http://schemas.microsoft.com/office/drawing/2014/main" id="{AF0A8479-927C-4847-8791-DD33DE269091}"/>
                </a:ext>
              </a:extLst>
            </p:cNvPr>
            <p:cNvSpPr>
              <a:spLocks noChangeShapeType="1"/>
            </p:cNvSpPr>
            <p:nvPr/>
          </p:nvSpPr>
          <p:spPr bwMode="auto">
            <a:xfrm flipH="1">
              <a:off x="5615249" y="3009900"/>
              <a:ext cx="677863" cy="6731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29" name="Line 19">
              <a:extLst>
                <a:ext uri="{FF2B5EF4-FFF2-40B4-BE49-F238E27FC236}">
                  <a16:creationId xmlns:a16="http://schemas.microsoft.com/office/drawing/2014/main" id="{0DB55334-8C73-C349-839F-3A183630A189}"/>
                </a:ext>
              </a:extLst>
            </p:cNvPr>
            <p:cNvSpPr>
              <a:spLocks noChangeShapeType="1"/>
            </p:cNvSpPr>
            <p:nvPr/>
          </p:nvSpPr>
          <p:spPr bwMode="auto">
            <a:xfrm>
              <a:off x="6483613" y="2997200"/>
              <a:ext cx="0" cy="6858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0" name="Rectangle 20">
              <a:extLst>
                <a:ext uri="{FF2B5EF4-FFF2-40B4-BE49-F238E27FC236}">
                  <a16:creationId xmlns:a16="http://schemas.microsoft.com/office/drawing/2014/main" id="{DE014A3D-FC8A-C24A-BBCE-864169138FFC}"/>
                </a:ext>
              </a:extLst>
            </p:cNvPr>
            <p:cNvSpPr>
              <a:spLocks noChangeArrowheads="1"/>
            </p:cNvSpPr>
            <p:nvPr/>
          </p:nvSpPr>
          <p:spPr bwMode="auto">
            <a:xfrm>
              <a:off x="6178813" y="3683000"/>
              <a:ext cx="6858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rPr>
                <a:t>处理</a:t>
              </a:r>
              <a:r>
                <a:rPr lang="en-US" altLang="zh-CN" sz="1600" dirty="0">
                  <a:solidFill>
                    <a:srgbClr val="000000"/>
                  </a:solidFill>
                </a:rPr>
                <a:t>C</a:t>
              </a:r>
            </a:p>
          </p:txBody>
        </p:sp>
        <p:sp>
          <p:nvSpPr>
            <p:cNvPr id="31" name="Rectangle 21">
              <a:extLst>
                <a:ext uri="{FF2B5EF4-FFF2-40B4-BE49-F238E27FC236}">
                  <a16:creationId xmlns:a16="http://schemas.microsoft.com/office/drawing/2014/main" id="{8CD5DA68-D9D3-AC4A-AD43-B4F146573CAC}"/>
                </a:ext>
              </a:extLst>
            </p:cNvPr>
            <p:cNvSpPr>
              <a:spLocks noChangeArrowheads="1"/>
            </p:cNvSpPr>
            <p:nvPr/>
          </p:nvSpPr>
          <p:spPr bwMode="auto">
            <a:xfrm>
              <a:off x="7169413" y="3683000"/>
              <a:ext cx="6096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dirty="0">
                  <a:solidFill>
                    <a:srgbClr val="000000"/>
                  </a:solidFill>
                </a:rPr>
                <a:t>CO(3)</a:t>
              </a:r>
            </a:p>
          </p:txBody>
        </p:sp>
        <p:sp>
          <p:nvSpPr>
            <p:cNvPr id="32" name="Line 22">
              <a:extLst>
                <a:ext uri="{FF2B5EF4-FFF2-40B4-BE49-F238E27FC236}">
                  <a16:creationId xmlns:a16="http://schemas.microsoft.com/office/drawing/2014/main" id="{585CE998-B15E-0C4E-8B3B-34E3E33C69DF}"/>
                </a:ext>
              </a:extLst>
            </p:cNvPr>
            <p:cNvSpPr>
              <a:spLocks noChangeShapeType="1"/>
            </p:cNvSpPr>
            <p:nvPr/>
          </p:nvSpPr>
          <p:spPr bwMode="auto">
            <a:xfrm>
              <a:off x="6788413" y="3035300"/>
              <a:ext cx="640824" cy="64135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4" name="Rectangle 24">
              <a:extLst>
                <a:ext uri="{FF2B5EF4-FFF2-40B4-BE49-F238E27FC236}">
                  <a16:creationId xmlns:a16="http://schemas.microsoft.com/office/drawing/2014/main" id="{EF243996-1DBD-1F4E-8D44-BD60BF8726DA}"/>
                </a:ext>
              </a:extLst>
            </p:cNvPr>
            <p:cNvSpPr>
              <a:spLocks noChangeArrowheads="1"/>
            </p:cNvSpPr>
            <p:nvPr/>
          </p:nvSpPr>
          <p:spPr bwMode="auto">
            <a:xfrm>
              <a:off x="4426213" y="4597400"/>
              <a:ext cx="6858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rPr>
                <a:t>取</a:t>
              </a:r>
              <a:r>
                <a:rPr lang="en-US" altLang="zh-CN" sz="1600" dirty="0">
                  <a:solidFill>
                    <a:srgbClr val="000000"/>
                  </a:solidFill>
                </a:rPr>
                <a:t>B(1)</a:t>
              </a:r>
            </a:p>
          </p:txBody>
        </p:sp>
        <p:sp>
          <p:nvSpPr>
            <p:cNvPr id="35" name="Rectangle 25">
              <a:extLst>
                <a:ext uri="{FF2B5EF4-FFF2-40B4-BE49-F238E27FC236}">
                  <a16:creationId xmlns:a16="http://schemas.microsoft.com/office/drawing/2014/main" id="{FBF75324-2A0A-FD4F-BF70-B36A2EE62EF2}"/>
                </a:ext>
              </a:extLst>
            </p:cNvPr>
            <p:cNvSpPr>
              <a:spLocks noChangeArrowheads="1"/>
            </p:cNvSpPr>
            <p:nvPr/>
          </p:nvSpPr>
          <p:spPr bwMode="auto">
            <a:xfrm>
              <a:off x="5188213" y="4597400"/>
              <a:ext cx="7620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rPr>
                <a:t>处理</a:t>
              </a:r>
              <a:r>
                <a:rPr lang="en-US" altLang="zh-CN" sz="1600" dirty="0">
                  <a:solidFill>
                    <a:srgbClr val="000000"/>
                  </a:solidFill>
                </a:rPr>
                <a:t>B</a:t>
              </a:r>
            </a:p>
          </p:txBody>
        </p:sp>
        <p:sp>
          <p:nvSpPr>
            <p:cNvPr id="36" name="Line 26">
              <a:extLst>
                <a:ext uri="{FF2B5EF4-FFF2-40B4-BE49-F238E27FC236}">
                  <a16:creationId xmlns:a16="http://schemas.microsoft.com/office/drawing/2014/main" id="{D08B70E7-A67F-F049-91A7-FD89B42CFCFE}"/>
                </a:ext>
              </a:extLst>
            </p:cNvPr>
            <p:cNvSpPr>
              <a:spLocks noChangeShapeType="1"/>
            </p:cNvSpPr>
            <p:nvPr/>
          </p:nvSpPr>
          <p:spPr bwMode="auto">
            <a:xfrm flipH="1">
              <a:off x="4731013" y="3987800"/>
              <a:ext cx="609600" cy="6096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7" name="Line 27">
              <a:extLst>
                <a:ext uri="{FF2B5EF4-FFF2-40B4-BE49-F238E27FC236}">
                  <a16:creationId xmlns:a16="http://schemas.microsoft.com/office/drawing/2014/main" id="{C34D0474-0D5E-AA4D-B1DB-8D19C903128B}"/>
                </a:ext>
              </a:extLst>
            </p:cNvPr>
            <p:cNvSpPr>
              <a:spLocks noChangeShapeType="1"/>
            </p:cNvSpPr>
            <p:nvPr/>
          </p:nvSpPr>
          <p:spPr bwMode="auto">
            <a:xfrm>
              <a:off x="5569213" y="3987800"/>
              <a:ext cx="152400" cy="6096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38" name="Rectangle 28">
              <a:extLst>
                <a:ext uri="{FF2B5EF4-FFF2-40B4-BE49-F238E27FC236}">
                  <a16:creationId xmlns:a16="http://schemas.microsoft.com/office/drawing/2014/main" id="{E6553B10-7976-144B-96B5-4F24AE2FDDAA}"/>
                </a:ext>
              </a:extLst>
            </p:cNvPr>
            <p:cNvSpPr>
              <a:spLocks noChangeArrowheads="1"/>
            </p:cNvSpPr>
            <p:nvPr/>
          </p:nvSpPr>
          <p:spPr bwMode="auto">
            <a:xfrm>
              <a:off x="7017013" y="4597400"/>
              <a:ext cx="8382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rPr>
                <a:t>处理</a:t>
              </a:r>
              <a:r>
                <a:rPr lang="en-US" altLang="zh-CN" sz="1600" dirty="0">
                  <a:solidFill>
                    <a:srgbClr val="000000"/>
                  </a:solidFill>
                </a:rPr>
                <a:t>D</a:t>
              </a:r>
            </a:p>
          </p:txBody>
        </p:sp>
        <p:sp>
          <p:nvSpPr>
            <p:cNvPr id="39" name="Rectangle 29">
              <a:extLst>
                <a:ext uri="{FF2B5EF4-FFF2-40B4-BE49-F238E27FC236}">
                  <a16:creationId xmlns:a16="http://schemas.microsoft.com/office/drawing/2014/main" id="{15753BD9-B636-534C-A81E-D50A8DCB8224}"/>
                </a:ext>
              </a:extLst>
            </p:cNvPr>
            <p:cNvSpPr>
              <a:spLocks noChangeArrowheads="1"/>
            </p:cNvSpPr>
            <p:nvPr/>
          </p:nvSpPr>
          <p:spPr bwMode="auto">
            <a:xfrm>
              <a:off x="8007613" y="4597400"/>
              <a:ext cx="685800" cy="304800"/>
            </a:xfrm>
            <a:prstGeom prst="rect">
              <a:avLst/>
            </a:prstGeom>
            <a:solidFill>
              <a:srgbClr val="FFFFCC"/>
            </a:solidFill>
            <a:ln w="9525">
              <a:solidFill>
                <a:srgbClr val="CC9900"/>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rPr>
                <a:t>送</a:t>
              </a:r>
              <a:r>
                <a:rPr lang="en-US" altLang="zh-CN" sz="1600" dirty="0">
                  <a:solidFill>
                    <a:srgbClr val="000000"/>
                  </a:solidFill>
                </a:rPr>
                <a:t>E(4)</a:t>
              </a:r>
            </a:p>
          </p:txBody>
        </p:sp>
        <p:sp>
          <p:nvSpPr>
            <p:cNvPr id="40" name="Line 30">
              <a:extLst>
                <a:ext uri="{FF2B5EF4-FFF2-40B4-BE49-F238E27FC236}">
                  <a16:creationId xmlns:a16="http://schemas.microsoft.com/office/drawing/2014/main" id="{102E7B57-47EA-9645-AFF4-F2FF1D42C9F3}"/>
                </a:ext>
              </a:extLst>
            </p:cNvPr>
            <p:cNvSpPr>
              <a:spLocks noChangeShapeType="1"/>
            </p:cNvSpPr>
            <p:nvPr/>
          </p:nvSpPr>
          <p:spPr bwMode="auto">
            <a:xfrm flipH="1">
              <a:off x="7321813" y="3987800"/>
              <a:ext cx="152400" cy="6096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41" name="Line 31">
              <a:extLst>
                <a:ext uri="{FF2B5EF4-FFF2-40B4-BE49-F238E27FC236}">
                  <a16:creationId xmlns:a16="http://schemas.microsoft.com/office/drawing/2014/main" id="{BACED414-E223-494B-A5CC-016670F18DA7}"/>
                </a:ext>
              </a:extLst>
            </p:cNvPr>
            <p:cNvSpPr>
              <a:spLocks noChangeShapeType="1"/>
            </p:cNvSpPr>
            <p:nvPr/>
          </p:nvSpPr>
          <p:spPr bwMode="auto">
            <a:xfrm>
              <a:off x="7607563" y="3973513"/>
              <a:ext cx="628650" cy="623887"/>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42" name="Group 32">
              <a:extLst>
                <a:ext uri="{FF2B5EF4-FFF2-40B4-BE49-F238E27FC236}">
                  <a16:creationId xmlns:a16="http://schemas.microsoft.com/office/drawing/2014/main" id="{74AADF7E-AC2D-AC4A-9F6E-D3F735E95BF7}"/>
                </a:ext>
              </a:extLst>
            </p:cNvPr>
            <p:cNvGrpSpPr>
              <a:grpSpLocks/>
            </p:cNvGrpSpPr>
            <p:nvPr/>
          </p:nvGrpSpPr>
          <p:grpSpPr bwMode="auto">
            <a:xfrm>
              <a:off x="5569213" y="2997200"/>
              <a:ext cx="457200" cy="431800"/>
              <a:chOff x="3540" y="1824"/>
              <a:chExt cx="288" cy="272"/>
            </a:xfrm>
          </p:grpSpPr>
          <p:sp>
            <p:nvSpPr>
              <p:cNvPr id="43" name="Line 33">
                <a:extLst>
                  <a:ext uri="{FF2B5EF4-FFF2-40B4-BE49-F238E27FC236}">
                    <a16:creationId xmlns:a16="http://schemas.microsoft.com/office/drawing/2014/main" id="{A4C4318F-FBCB-E24D-89CC-FFBD995C4A29}"/>
                  </a:ext>
                </a:extLst>
              </p:cNvPr>
              <p:cNvSpPr>
                <a:spLocks noChangeShapeType="1"/>
              </p:cNvSpPr>
              <p:nvPr/>
            </p:nvSpPr>
            <p:spPr bwMode="auto">
              <a:xfrm flipV="1">
                <a:off x="3596" y="1872"/>
                <a:ext cx="232" cy="224"/>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44" name="Text Box 34">
                <a:extLst>
                  <a:ext uri="{FF2B5EF4-FFF2-40B4-BE49-F238E27FC236}">
                    <a16:creationId xmlns:a16="http://schemas.microsoft.com/office/drawing/2014/main" id="{0CA976C2-0413-6F46-ABE4-A0E1B6B5A0DA}"/>
                  </a:ext>
                </a:extLst>
              </p:cNvPr>
              <p:cNvSpPr txBox="1">
                <a:spLocks noChangeArrowheads="1"/>
              </p:cNvSpPr>
              <p:nvPr/>
            </p:nvSpPr>
            <p:spPr bwMode="auto">
              <a:xfrm>
                <a:off x="3540" y="1824"/>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C</a:t>
                </a:r>
              </a:p>
            </p:txBody>
          </p:sp>
        </p:grpSp>
        <p:grpSp>
          <p:nvGrpSpPr>
            <p:cNvPr id="45" name="Group 35">
              <a:extLst>
                <a:ext uri="{FF2B5EF4-FFF2-40B4-BE49-F238E27FC236}">
                  <a16:creationId xmlns:a16="http://schemas.microsoft.com/office/drawing/2014/main" id="{E2D6FF30-5CB1-B44F-AD00-075711DDE36E}"/>
                </a:ext>
              </a:extLst>
            </p:cNvPr>
            <p:cNvGrpSpPr>
              <a:grpSpLocks/>
            </p:cNvGrpSpPr>
            <p:nvPr/>
          </p:nvGrpSpPr>
          <p:grpSpPr bwMode="auto">
            <a:xfrm>
              <a:off x="6102613" y="3073400"/>
              <a:ext cx="304800" cy="457200"/>
              <a:chOff x="3876" y="1872"/>
              <a:chExt cx="192" cy="288"/>
            </a:xfrm>
          </p:grpSpPr>
          <p:sp>
            <p:nvSpPr>
              <p:cNvPr id="46" name="Line 36">
                <a:extLst>
                  <a:ext uri="{FF2B5EF4-FFF2-40B4-BE49-F238E27FC236}">
                    <a16:creationId xmlns:a16="http://schemas.microsoft.com/office/drawing/2014/main" id="{FC2AF1E5-C1EE-B341-83DD-95AA20CE4A66}"/>
                  </a:ext>
                </a:extLst>
              </p:cNvPr>
              <p:cNvSpPr>
                <a:spLocks noChangeShapeType="1"/>
              </p:cNvSpPr>
              <p:nvPr/>
            </p:nvSpPr>
            <p:spPr bwMode="auto">
              <a:xfrm>
                <a:off x="4068" y="1872"/>
                <a:ext cx="0" cy="288"/>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47" name="Text Box 37">
                <a:extLst>
                  <a:ext uri="{FF2B5EF4-FFF2-40B4-BE49-F238E27FC236}">
                    <a16:creationId xmlns:a16="http://schemas.microsoft.com/office/drawing/2014/main" id="{B5A9B541-84AD-5B4D-A04F-9484105551B4}"/>
                  </a:ext>
                </a:extLst>
              </p:cNvPr>
              <p:cNvSpPr txBox="1">
                <a:spLocks noChangeArrowheads="1"/>
              </p:cNvSpPr>
              <p:nvPr/>
            </p:nvSpPr>
            <p:spPr bwMode="auto">
              <a:xfrm>
                <a:off x="3876" y="1872"/>
                <a:ext cx="1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C</a:t>
                </a:r>
              </a:p>
            </p:txBody>
          </p:sp>
        </p:grpSp>
        <p:grpSp>
          <p:nvGrpSpPr>
            <p:cNvPr id="48" name="Group 38">
              <a:extLst>
                <a:ext uri="{FF2B5EF4-FFF2-40B4-BE49-F238E27FC236}">
                  <a16:creationId xmlns:a16="http://schemas.microsoft.com/office/drawing/2014/main" id="{21E67240-DEB2-E54F-8775-1AE12E9E8830}"/>
                </a:ext>
              </a:extLst>
            </p:cNvPr>
            <p:cNvGrpSpPr>
              <a:grpSpLocks/>
            </p:cNvGrpSpPr>
            <p:nvPr/>
          </p:nvGrpSpPr>
          <p:grpSpPr bwMode="auto">
            <a:xfrm>
              <a:off x="7005900" y="3022600"/>
              <a:ext cx="609600" cy="431800"/>
              <a:chOff x="4452" y="1824"/>
              <a:chExt cx="384" cy="272"/>
            </a:xfrm>
          </p:grpSpPr>
          <p:sp>
            <p:nvSpPr>
              <p:cNvPr id="49" name="Line 39">
                <a:extLst>
                  <a:ext uri="{FF2B5EF4-FFF2-40B4-BE49-F238E27FC236}">
                    <a16:creationId xmlns:a16="http://schemas.microsoft.com/office/drawing/2014/main" id="{F196C2B9-AE42-064A-B51C-7696F355D02F}"/>
                  </a:ext>
                </a:extLst>
              </p:cNvPr>
              <p:cNvSpPr>
                <a:spLocks noChangeShapeType="1"/>
              </p:cNvSpPr>
              <p:nvPr/>
            </p:nvSpPr>
            <p:spPr bwMode="auto">
              <a:xfrm>
                <a:off x="4452" y="1872"/>
                <a:ext cx="232" cy="224"/>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50" name="Text Box 40">
                <a:extLst>
                  <a:ext uri="{FF2B5EF4-FFF2-40B4-BE49-F238E27FC236}">
                    <a16:creationId xmlns:a16="http://schemas.microsoft.com/office/drawing/2014/main" id="{59F773E0-599B-8247-A275-156D6D32C986}"/>
                  </a:ext>
                </a:extLst>
              </p:cNvPr>
              <p:cNvSpPr txBox="1">
                <a:spLocks noChangeArrowheads="1"/>
              </p:cNvSpPr>
              <p:nvPr/>
            </p:nvSpPr>
            <p:spPr bwMode="auto">
              <a:xfrm>
                <a:off x="4548" y="1824"/>
                <a:ext cx="288"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D</a:t>
                </a:r>
              </a:p>
            </p:txBody>
          </p:sp>
        </p:grpSp>
        <p:grpSp>
          <p:nvGrpSpPr>
            <p:cNvPr id="51" name="Group 41">
              <a:extLst>
                <a:ext uri="{FF2B5EF4-FFF2-40B4-BE49-F238E27FC236}">
                  <a16:creationId xmlns:a16="http://schemas.microsoft.com/office/drawing/2014/main" id="{AA2D2C30-AAC5-6A48-87A1-50EA67CEA271}"/>
                </a:ext>
              </a:extLst>
            </p:cNvPr>
            <p:cNvGrpSpPr>
              <a:grpSpLocks/>
            </p:cNvGrpSpPr>
            <p:nvPr/>
          </p:nvGrpSpPr>
          <p:grpSpPr bwMode="auto">
            <a:xfrm>
              <a:off x="6559813" y="3073400"/>
              <a:ext cx="381000" cy="457200"/>
              <a:chOff x="4164" y="1872"/>
              <a:chExt cx="240" cy="288"/>
            </a:xfrm>
          </p:grpSpPr>
          <p:sp>
            <p:nvSpPr>
              <p:cNvPr id="52" name="Line 42">
                <a:extLst>
                  <a:ext uri="{FF2B5EF4-FFF2-40B4-BE49-F238E27FC236}">
                    <a16:creationId xmlns:a16="http://schemas.microsoft.com/office/drawing/2014/main" id="{D23D0504-77FD-D344-9646-D5308147B533}"/>
                  </a:ext>
                </a:extLst>
              </p:cNvPr>
              <p:cNvSpPr>
                <a:spLocks noChangeShapeType="1"/>
              </p:cNvSpPr>
              <p:nvPr/>
            </p:nvSpPr>
            <p:spPr bwMode="auto">
              <a:xfrm flipV="1">
                <a:off x="4164" y="1872"/>
                <a:ext cx="0" cy="288"/>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53" name="Text Box 43">
                <a:extLst>
                  <a:ext uri="{FF2B5EF4-FFF2-40B4-BE49-F238E27FC236}">
                    <a16:creationId xmlns:a16="http://schemas.microsoft.com/office/drawing/2014/main" id="{185C070C-3364-034F-A449-7E5AB4126B16}"/>
                  </a:ext>
                </a:extLst>
              </p:cNvPr>
              <p:cNvSpPr txBox="1">
                <a:spLocks noChangeArrowheads="1"/>
              </p:cNvSpPr>
              <p:nvPr/>
            </p:nvSpPr>
            <p:spPr bwMode="auto">
              <a:xfrm>
                <a:off x="4164" y="1872"/>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D</a:t>
                </a:r>
              </a:p>
            </p:txBody>
          </p:sp>
        </p:grpSp>
        <p:grpSp>
          <p:nvGrpSpPr>
            <p:cNvPr id="54" name="Group 44">
              <a:extLst>
                <a:ext uri="{FF2B5EF4-FFF2-40B4-BE49-F238E27FC236}">
                  <a16:creationId xmlns:a16="http://schemas.microsoft.com/office/drawing/2014/main" id="{E256F781-CA4F-8141-B92F-C80577B059DB}"/>
                </a:ext>
              </a:extLst>
            </p:cNvPr>
            <p:cNvGrpSpPr>
              <a:grpSpLocks/>
            </p:cNvGrpSpPr>
            <p:nvPr/>
          </p:nvGrpSpPr>
          <p:grpSpPr bwMode="auto">
            <a:xfrm>
              <a:off x="7005900" y="4048125"/>
              <a:ext cx="304800" cy="396875"/>
              <a:chOff x="4452" y="2486"/>
              <a:chExt cx="192" cy="250"/>
            </a:xfrm>
          </p:grpSpPr>
          <p:sp>
            <p:nvSpPr>
              <p:cNvPr id="55" name="Line 45">
                <a:extLst>
                  <a:ext uri="{FF2B5EF4-FFF2-40B4-BE49-F238E27FC236}">
                    <a16:creationId xmlns:a16="http://schemas.microsoft.com/office/drawing/2014/main" id="{4A454E3E-11A8-774A-994B-0B42F619F885}"/>
                  </a:ext>
                </a:extLst>
              </p:cNvPr>
              <p:cNvSpPr>
                <a:spLocks noChangeShapeType="1"/>
              </p:cNvSpPr>
              <p:nvPr/>
            </p:nvSpPr>
            <p:spPr bwMode="auto">
              <a:xfrm flipH="1">
                <a:off x="4596" y="2544"/>
                <a:ext cx="48" cy="192"/>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56" name="Text Box 46">
                <a:extLst>
                  <a:ext uri="{FF2B5EF4-FFF2-40B4-BE49-F238E27FC236}">
                    <a16:creationId xmlns:a16="http://schemas.microsoft.com/office/drawing/2014/main" id="{4708FF5B-41CD-A84F-8468-A67E60F5F7AD}"/>
                  </a:ext>
                </a:extLst>
              </p:cNvPr>
              <p:cNvSpPr txBox="1">
                <a:spLocks noChangeArrowheads="1"/>
              </p:cNvSpPr>
              <p:nvPr/>
            </p:nvSpPr>
            <p:spPr bwMode="auto">
              <a:xfrm>
                <a:off x="4452" y="2486"/>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D</a:t>
                </a:r>
              </a:p>
            </p:txBody>
          </p:sp>
        </p:grpSp>
        <p:grpSp>
          <p:nvGrpSpPr>
            <p:cNvPr id="57" name="Group 47">
              <a:extLst>
                <a:ext uri="{FF2B5EF4-FFF2-40B4-BE49-F238E27FC236}">
                  <a16:creationId xmlns:a16="http://schemas.microsoft.com/office/drawing/2014/main" id="{797845DC-3A67-FB41-A983-30A692F9B538}"/>
                </a:ext>
              </a:extLst>
            </p:cNvPr>
            <p:cNvGrpSpPr>
              <a:grpSpLocks/>
            </p:cNvGrpSpPr>
            <p:nvPr/>
          </p:nvGrpSpPr>
          <p:grpSpPr bwMode="auto">
            <a:xfrm>
              <a:off x="5721613" y="4064000"/>
              <a:ext cx="457200" cy="381000"/>
              <a:chOff x="3636" y="2676"/>
              <a:chExt cx="288" cy="240"/>
            </a:xfrm>
          </p:grpSpPr>
          <p:sp>
            <p:nvSpPr>
              <p:cNvPr id="58" name="Line 48">
                <a:extLst>
                  <a:ext uri="{FF2B5EF4-FFF2-40B4-BE49-F238E27FC236}">
                    <a16:creationId xmlns:a16="http://schemas.microsoft.com/office/drawing/2014/main" id="{53637282-4F19-3F4F-B348-A9B2883231B6}"/>
                  </a:ext>
                </a:extLst>
              </p:cNvPr>
              <p:cNvSpPr>
                <a:spLocks noChangeShapeType="1"/>
              </p:cNvSpPr>
              <p:nvPr/>
            </p:nvSpPr>
            <p:spPr bwMode="auto">
              <a:xfrm flipH="1" flipV="1">
                <a:off x="3636" y="2724"/>
                <a:ext cx="48" cy="192"/>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59" name="Text Box 49">
                <a:extLst>
                  <a:ext uri="{FF2B5EF4-FFF2-40B4-BE49-F238E27FC236}">
                    <a16:creationId xmlns:a16="http://schemas.microsoft.com/office/drawing/2014/main" id="{9054604F-ECAD-AB48-B777-561FED2B9521}"/>
                  </a:ext>
                </a:extLst>
              </p:cNvPr>
              <p:cNvSpPr txBox="1">
                <a:spLocks noChangeArrowheads="1"/>
              </p:cNvSpPr>
              <p:nvPr/>
            </p:nvSpPr>
            <p:spPr bwMode="auto">
              <a:xfrm>
                <a:off x="3636" y="2676"/>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C</a:t>
                </a:r>
              </a:p>
            </p:txBody>
          </p:sp>
        </p:grpSp>
        <p:sp>
          <p:nvSpPr>
            <p:cNvPr id="62" name="Line 52">
              <a:extLst>
                <a:ext uri="{FF2B5EF4-FFF2-40B4-BE49-F238E27FC236}">
                  <a16:creationId xmlns:a16="http://schemas.microsoft.com/office/drawing/2014/main" id="{E35E62B0-3EBA-7648-BEBF-57EBC57FB794}"/>
                </a:ext>
              </a:extLst>
            </p:cNvPr>
            <p:cNvSpPr>
              <a:spLocks noChangeShapeType="1"/>
            </p:cNvSpPr>
            <p:nvPr/>
          </p:nvSpPr>
          <p:spPr bwMode="auto">
            <a:xfrm>
              <a:off x="-1436279" y="4159250"/>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5" name="Line 55">
              <a:extLst>
                <a:ext uri="{FF2B5EF4-FFF2-40B4-BE49-F238E27FC236}">
                  <a16:creationId xmlns:a16="http://schemas.microsoft.com/office/drawing/2014/main" id="{75D55032-34AF-7247-BE7E-E1FBC4353E31}"/>
                </a:ext>
              </a:extLst>
            </p:cNvPr>
            <p:cNvSpPr>
              <a:spLocks noChangeShapeType="1"/>
            </p:cNvSpPr>
            <p:nvPr/>
          </p:nvSpPr>
          <p:spPr bwMode="auto">
            <a:xfrm flipV="1">
              <a:off x="-1645553" y="4083047"/>
              <a:ext cx="0" cy="3048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67" name="Group 57">
              <a:extLst>
                <a:ext uri="{FF2B5EF4-FFF2-40B4-BE49-F238E27FC236}">
                  <a16:creationId xmlns:a16="http://schemas.microsoft.com/office/drawing/2014/main" id="{98228C6D-794A-C142-972C-737311D21C51}"/>
                </a:ext>
              </a:extLst>
            </p:cNvPr>
            <p:cNvGrpSpPr>
              <a:grpSpLocks/>
            </p:cNvGrpSpPr>
            <p:nvPr/>
          </p:nvGrpSpPr>
          <p:grpSpPr bwMode="auto">
            <a:xfrm>
              <a:off x="4640525" y="4000500"/>
              <a:ext cx="431800" cy="419100"/>
              <a:chOff x="2964" y="2628"/>
              <a:chExt cx="288" cy="288"/>
            </a:xfrm>
          </p:grpSpPr>
          <p:sp>
            <p:nvSpPr>
              <p:cNvPr id="68" name="Line 58">
                <a:extLst>
                  <a:ext uri="{FF2B5EF4-FFF2-40B4-BE49-F238E27FC236}">
                    <a16:creationId xmlns:a16="http://schemas.microsoft.com/office/drawing/2014/main" id="{7E8495C0-A6FC-784A-8107-B08B6565EDE1}"/>
                  </a:ext>
                </a:extLst>
              </p:cNvPr>
              <p:cNvSpPr>
                <a:spLocks noChangeShapeType="1"/>
              </p:cNvSpPr>
              <p:nvPr/>
            </p:nvSpPr>
            <p:spPr bwMode="auto">
              <a:xfrm flipV="1">
                <a:off x="3012" y="2676"/>
                <a:ext cx="240" cy="24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69" name="Text Box 59">
                <a:extLst>
                  <a:ext uri="{FF2B5EF4-FFF2-40B4-BE49-F238E27FC236}">
                    <a16:creationId xmlns:a16="http://schemas.microsoft.com/office/drawing/2014/main" id="{C44E81B5-9F55-A44C-8E55-C3CEAD46B9A8}"/>
                  </a:ext>
                </a:extLst>
              </p:cNvPr>
              <p:cNvSpPr txBox="1">
                <a:spLocks noChangeArrowheads="1"/>
              </p:cNvSpPr>
              <p:nvPr/>
            </p:nvSpPr>
            <p:spPr bwMode="auto">
              <a:xfrm>
                <a:off x="2964" y="2628"/>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grpSp>
        <p:grpSp>
          <p:nvGrpSpPr>
            <p:cNvPr id="70" name="Group 60">
              <a:extLst>
                <a:ext uri="{FF2B5EF4-FFF2-40B4-BE49-F238E27FC236}">
                  <a16:creationId xmlns:a16="http://schemas.microsoft.com/office/drawing/2014/main" id="{101C7C27-CB44-B049-B8A4-0CAF1F9415F3}"/>
                </a:ext>
              </a:extLst>
            </p:cNvPr>
            <p:cNvGrpSpPr>
              <a:grpSpLocks/>
            </p:cNvGrpSpPr>
            <p:nvPr/>
          </p:nvGrpSpPr>
          <p:grpSpPr bwMode="auto">
            <a:xfrm>
              <a:off x="5226313" y="4064000"/>
              <a:ext cx="457200" cy="381000"/>
              <a:chOff x="3324" y="2676"/>
              <a:chExt cx="288" cy="240"/>
            </a:xfrm>
          </p:grpSpPr>
          <p:sp>
            <p:nvSpPr>
              <p:cNvPr id="71" name="Line 61">
                <a:extLst>
                  <a:ext uri="{FF2B5EF4-FFF2-40B4-BE49-F238E27FC236}">
                    <a16:creationId xmlns:a16="http://schemas.microsoft.com/office/drawing/2014/main" id="{3BF2D8DF-0029-3648-A636-2E260190320C}"/>
                  </a:ext>
                </a:extLst>
              </p:cNvPr>
              <p:cNvSpPr>
                <a:spLocks noChangeShapeType="1"/>
              </p:cNvSpPr>
              <p:nvPr/>
            </p:nvSpPr>
            <p:spPr bwMode="auto">
              <a:xfrm>
                <a:off x="3492" y="2724"/>
                <a:ext cx="48" cy="192"/>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2" name="Text Box 62">
                <a:extLst>
                  <a:ext uri="{FF2B5EF4-FFF2-40B4-BE49-F238E27FC236}">
                    <a16:creationId xmlns:a16="http://schemas.microsoft.com/office/drawing/2014/main" id="{533F4DF2-81A8-D743-8DF8-B9E975429730}"/>
                  </a:ext>
                </a:extLst>
              </p:cNvPr>
              <p:cNvSpPr txBox="1">
                <a:spLocks noChangeArrowheads="1"/>
              </p:cNvSpPr>
              <p:nvPr/>
            </p:nvSpPr>
            <p:spPr bwMode="auto">
              <a:xfrm>
                <a:off x="3324" y="2676"/>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grpSp>
        <p:grpSp>
          <p:nvGrpSpPr>
            <p:cNvPr id="73" name="Group 63">
              <a:extLst>
                <a:ext uri="{FF2B5EF4-FFF2-40B4-BE49-F238E27FC236}">
                  <a16:creationId xmlns:a16="http://schemas.microsoft.com/office/drawing/2014/main" id="{9862BC37-65F7-E641-B828-19D1D0535055}"/>
                </a:ext>
              </a:extLst>
            </p:cNvPr>
            <p:cNvGrpSpPr>
              <a:grpSpLocks/>
            </p:cNvGrpSpPr>
            <p:nvPr/>
          </p:nvGrpSpPr>
          <p:grpSpPr bwMode="auto">
            <a:xfrm>
              <a:off x="7844100" y="3911600"/>
              <a:ext cx="468313" cy="457200"/>
              <a:chOff x="4972" y="2400"/>
              <a:chExt cx="296" cy="288"/>
            </a:xfrm>
          </p:grpSpPr>
          <p:sp>
            <p:nvSpPr>
              <p:cNvPr id="74" name="Line 64">
                <a:extLst>
                  <a:ext uri="{FF2B5EF4-FFF2-40B4-BE49-F238E27FC236}">
                    <a16:creationId xmlns:a16="http://schemas.microsoft.com/office/drawing/2014/main" id="{FF09E4A5-8550-444D-87F2-F7449417F974}"/>
                  </a:ext>
                </a:extLst>
              </p:cNvPr>
              <p:cNvSpPr>
                <a:spLocks noChangeShapeType="1"/>
              </p:cNvSpPr>
              <p:nvPr/>
            </p:nvSpPr>
            <p:spPr bwMode="auto">
              <a:xfrm>
                <a:off x="4972" y="2488"/>
                <a:ext cx="208" cy="20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5" name="Text Box 65">
                <a:extLst>
                  <a:ext uri="{FF2B5EF4-FFF2-40B4-BE49-F238E27FC236}">
                    <a16:creationId xmlns:a16="http://schemas.microsoft.com/office/drawing/2014/main" id="{64D8A5FE-565D-324B-8B61-7F136CD5C90C}"/>
                  </a:ext>
                </a:extLst>
              </p:cNvPr>
              <p:cNvSpPr txBox="1">
                <a:spLocks noChangeArrowheads="1"/>
              </p:cNvSpPr>
              <p:nvPr/>
            </p:nvSpPr>
            <p:spPr bwMode="auto">
              <a:xfrm>
                <a:off x="5028" y="2400"/>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E</a:t>
                </a:r>
              </a:p>
            </p:txBody>
          </p:sp>
        </p:grpSp>
        <p:grpSp>
          <p:nvGrpSpPr>
            <p:cNvPr id="76" name="Group 66">
              <a:extLst>
                <a:ext uri="{FF2B5EF4-FFF2-40B4-BE49-F238E27FC236}">
                  <a16:creationId xmlns:a16="http://schemas.microsoft.com/office/drawing/2014/main" id="{EA2FB0CC-3A96-F646-8806-8808159BB227}"/>
                </a:ext>
              </a:extLst>
            </p:cNvPr>
            <p:cNvGrpSpPr>
              <a:grpSpLocks/>
            </p:cNvGrpSpPr>
            <p:nvPr/>
          </p:nvGrpSpPr>
          <p:grpSpPr bwMode="auto">
            <a:xfrm>
              <a:off x="7474213" y="4124325"/>
              <a:ext cx="381000" cy="339725"/>
              <a:chOff x="4740" y="2534"/>
              <a:chExt cx="240" cy="214"/>
            </a:xfrm>
          </p:grpSpPr>
          <p:sp>
            <p:nvSpPr>
              <p:cNvPr id="77" name="Line 67">
                <a:extLst>
                  <a:ext uri="{FF2B5EF4-FFF2-40B4-BE49-F238E27FC236}">
                    <a16:creationId xmlns:a16="http://schemas.microsoft.com/office/drawing/2014/main" id="{D2583615-9082-AA4C-9179-397BF46223D8}"/>
                  </a:ext>
                </a:extLst>
              </p:cNvPr>
              <p:cNvSpPr>
                <a:spLocks noChangeShapeType="1"/>
              </p:cNvSpPr>
              <p:nvPr/>
            </p:nvSpPr>
            <p:spPr bwMode="auto">
              <a:xfrm flipV="1">
                <a:off x="4740" y="2544"/>
                <a:ext cx="48" cy="192"/>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78" name="Text Box 68">
                <a:extLst>
                  <a:ext uri="{FF2B5EF4-FFF2-40B4-BE49-F238E27FC236}">
                    <a16:creationId xmlns:a16="http://schemas.microsoft.com/office/drawing/2014/main" id="{3B0BF718-9ED2-BB43-A761-43716EA25883}"/>
                  </a:ext>
                </a:extLst>
              </p:cNvPr>
              <p:cNvSpPr txBox="1">
                <a:spLocks noChangeArrowheads="1"/>
              </p:cNvSpPr>
              <p:nvPr/>
            </p:nvSpPr>
            <p:spPr bwMode="auto">
              <a:xfrm>
                <a:off x="4740" y="2534"/>
                <a:ext cx="24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E</a:t>
                </a:r>
              </a:p>
            </p:txBody>
          </p:sp>
        </p:grpSp>
        <p:grpSp>
          <p:nvGrpSpPr>
            <p:cNvPr id="79" name="Group 69">
              <a:extLst>
                <a:ext uri="{FF2B5EF4-FFF2-40B4-BE49-F238E27FC236}">
                  <a16:creationId xmlns:a16="http://schemas.microsoft.com/office/drawing/2014/main" id="{3B7822EC-F9BE-E34E-A533-1BB05DD7816B}"/>
                </a:ext>
              </a:extLst>
            </p:cNvPr>
            <p:cNvGrpSpPr>
              <a:grpSpLocks/>
            </p:cNvGrpSpPr>
            <p:nvPr/>
          </p:nvGrpSpPr>
          <p:grpSpPr bwMode="auto">
            <a:xfrm>
              <a:off x="254263" y="3244850"/>
              <a:ext cx="3746500" cy="2290763"/>
              <a:chOff x="192" y="1980"/>
              <a:chExt cx="2360" cy="1443"/>
            </a:xfrm>
          </p:grpSpPr>
          <p:sp>
            <p:nvSpPr>
              <p:cNvPr id="80" name="Text Box 70">
                <a:extLst>
                  <a:ext uri="{FF2B5EF4-FFF2-40B4-BE49-F238E27FC236}">
                    <a16:creationId xmlns:a16="http://schemas.microsoft.com/office/drawing/2014/main" id="{77F7069A-C116-704D-AD56-5D5D4C0E444D}"/>
                  </a:ext>
                </a:extLst>
              </p:cNvPr>
              <p:cNvSpPr txBox="1">
                <a:spLocks noChangeArrowheads="1"/>
              </p:cNvSpPr>
              <p:nvPr/>
            </p:nvSpPr>
            <p:spPr bwMode="auto">
              <a:xfrm>
                <a:off x="1584" y="2161"/>
                <a:ext cx="28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dirty="0">
                    <a:solidFill>
                      <a:srgbClr val="000000"/>
                    </a:solidFill>
                  </a:rPr>
                  <a:t>D</a:t>
                </a:r>
              </a:p>
            </p:txBody>
          </p:sp>
          <p:sp>
            <p:nvSpPr>
              <p:cNvPr id="81" name="Text Box 71">
                <a:extLst>
                  <a:ext uri="{FF2B5EF4-FFF2-40B4-BE49-F238E27FC236}">
                    <a16:creationId xmlns:a16="http://schemas.microsoft.com/office/drawing/2014/main" id="{DB686199-2098-0049-A335-43EA854294C9}"/>
                  </a:ext>
                </a:extLst>
              </p:cNvPr>
              <p:cNvSpPr txBox="1">
                <a:spLocks noChangeArrowheads="1"/>
              </p:cNvSpPr>
              <p:nvPr/>
            </p:nvSpPr>
            <p:spPr bwMode="auto">
              <a:xfrm>
                <a:off x="959" y="2160"/>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solidFill>
                      <a:srgbClr val="000000"/>
                    </a:solidFill>
                  </a:rPr>
                  <a:t>C</a:t>
                </a:r>
              </a:p>
            </p:txBody>
          </p:sp>
          <p:sp>
            <p:nvSpPr>
              <p:cNvPr id="82" name="Oval 72">
                <a:extLst>
                  <a:ext uri="{FF2B5EF4-FFF2-40B4-BE49-F238E27FC236}">
                    <a16:creationId xmlns:a16="http://schemas.microsoft.com/office/drawing/2014/main" id="{A47F8271-B29F-5A4B-8941-324965FB19DB}"/>
                  </a:ext>
                </a:extLst>
              </p:cNvPr>
              <p:cNvSpPr>
                <a:spLocks noChangeArrowheads="1"/>
              </p:cNvSpPr>
              <p:nvPr/>
            </p:nvSpPr>
            <p:spPr bwMode="auto">
              <a:xfrm>
                <a:off x="1208" y="2186"/>
                <a:ext cx="364" cy="37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a:solidFill>
                      <a:srgbClr val="000000"/>
                    </a:solidFill>
                  </a:rPr>
                  <a:t>中心</a:t>
                </a:r>
              </a:p>
              <a:p>
                <a:pPr algn="ctr" eaLnBrk="1" hangingPunct="1"/>
                <a:r>
                  <a:rPr lang="zh-CN" altLang="en-US" sz="1400">
                    <a:solidFill>
                      <a:srgbClr val="000000"/>
                    </a:solidFill>
                  </a:rPr>
                  <a:t>加工</a:t>
                </a:r>
              </a:p>
            </p:txBody>
          </p:sp>
          <p:sp>
            <p:nvSpPr>
              <p:cNvPr id="83" name="Oval 73">
                <a:extLst>
                  <a:ext uri="{FF2B5EF4-FFF2-40B4-BE49-F238E27FC236}">
                    <a16:creationId xmlns:a16="http://schemas.microsoft.com/office/drawing/2014/main" id="{4A8DC9E1-CAFB-0848-A287-B0B0BF5FE85B}"/>
                  </a:ext>
                </a:extLst>
              </p:cNvPr>
              <p:cNvSpPr>
                <a:spLocks noChangeArrowheads="1"/>
              </p:cNvSpPr>
              <p:nvPr/>
            </p:nvSpPr>
            <p:spPr bwMode="auto">
              <a:xfrm>
                <a:off x="625" y="2168"/>
                <a:ext cx="391" cy="396"/>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2</a:t>
                </a:r>
                <a:r>
                  <a:rPr lang="zh-CN" altLang="en-US" sz="1400">
                    <a:solidFill>
                      <a:srgbClr val="000000"/>
                    </a:solidFill>
                  </a:rPr>
                  <a:t>号</a:t>
                </a:r>
              </a:p>
              <a:p>
                <a:pPr algn="ctr" eaLnBrk="1" hangingPunct="1"/>
                <a:r>
                  <a:rPr lang="zh-CN" altLang="en-US" sz="1400">
                    <a:solidFill>
                      <a:srgbClr val="000000"/>
                    </a:solidFill>
                  </a:rPr>
                  <a:t>加工</a:t>
                </a:r>
              </a:p>
            </p:txBody>
          </p:sp>
          <p:sp>
            <p:nvSpPr>
              <p:cNvPr id="84" name="Oval 74">
                <a:extLst>
                  <a:ext uri="{FF2B5EF4-FFF2-40B4-BE49-F238E27FC236}">
                    <a16:creationId xmlns:a16="http://schemas.microsoft.com/office/drawing/2014/main" id="{1EE2104F-BA5C-0D4F-BA74-AD64784166C8}"/>
                  </a:ext>
                </a:extLst>
              </p:cNvPr>
              <p:cNvSpPr>
                <a:spLocks noChangeArrowheads="1"/>
              </p:cNvSpPr>
              <p:nvPr/>
            </p:nvSpPr>
            <p:spPr bwMode="auto">
              <a:xfrm>
                <a:off x="1736" y="2187"/>
                <a:ext cx="383" cy="387"/>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3</a:t>
                </a:r>
                <a:r>
                  <a:rPr lang="zh-CN" altLang="en-US" sz="1400">
                    <a:solidFill>
                      <a:srgbClr val="000000"/>
                    </a:solidFill>
                  </a:rPr>
                  <a:t>号</a:t>
                </a:r>
              </a:p>
              <a:p>
                <a:pPr algn="ctr" eaLnBrk="1" hangingPunct="1"/>
                <a:r>
                  <a:rPr lang="zh-CN" altLang="en-US" sz="1400">
                    <a:solidFill>
                      <a:srgbClr val="000000"/>
                    </a:solidFill>
                  </a:rPr>
                  <a:t>加工</a:t>
                </a:r>
              </a:p>
            </p:txBody>
          </p:sp>
          <p:sp>
            <p:nvSpPr>
              <p:cNvPr id="85" name="Oval 75">
                <a:extLst>
                  <a:ext uri="{FF2B5EF4-FFF2-40B4-BE49-F238E27FC236}">
                    <a16:creationId xmlns:a16="http://schemas.microsoft.com/office/drawing/2014/main" id="{D015A4B5-D96F-604E-9DCE-F6FB01F5CA50}"/>
                  </a:ext>
                </a:extLst>
              </p:cNvPr>
              <p:cNvSpPr>
                <a:spLocks noChangeArrowheads="1"/>
              </p:cNvSpPr>
              <p:nvPr/>
            </p:nvSpPr>
            <p:spPr bwMode="auto">
              <a:xfrm>
                <a:off x="347" y="2735"/>
                <a:ext cx="373" cy="360"/>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1</a:t>
                </a:r>
                <a:r>
                  <a:rPr lang="zh-CN" altLang="en-US" sz="1400">
                    <a:solidFill>
                      <a:srgbClr val="000000"/>
                    </a:solidFill>
                  </a:rPr>
                  <a:t>号</a:t>
                </a:r>
              </a:p>
              <a:p>
                <a:pPr algn="ctr" eaLnBrk="1" hangingPunct="1"/>
                <a:r>
                  <a:rPr lang="zh-CN" altLang="en-US" sz="1400">
                    <a:solidFill>
                      <a:srgbClr val="000000"/>
                    </a:solidFill>
                  </a:rPr>
                  <a:t>加工</a:t>
                </a:r>
              </a:p>
            </p:txBody>
          </p:sp>
          <p:sp>
            <p:nvSpPr>
              <p:cNvPr id="86" name="Oval 76">
                <a:extLst>
                  <a:ext uri="{FF2B5EF4-FFF2-40B4-BE49-F238E27FC236}">
                    <a16:creationId xmlns:a16="http://schemas.microsoft.com/office/drawing/2014/main" id="{CF0163F9-1127-C74F-BDE8-5F35FEFAC7FB}"/>
                  </a:ext>
                </a:extLst>
              </p:cNvPr>
              <p:cNvSpPr>
                <a:spLocks noChangeArrowheads="1"/>
              </p:cNvSpPr>
              <p:nvPr/>
            </p:nvSpPr>
            <p:spPr bwMode="auto">
              <a:xfrm>
                <a:off x="2112" y="2726"/>
                <a:ext cx="363" cy="369"/>
              </a:xfrm>
              <a:prstGeom prst="ellipse">
                <a:avLst/>
              </a:prstGeom>
              <a:solidFill>
                <a:srgbClr val="FFFFCC"/>
              </a:solidFill>
              <a:ln w="9525">
                <a:solidFill>
                  <a:srgbClr val="CC9900"/>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solidFill>
                      <a:srgbClr val="000000"/>
                    </a:solidFill>
                  </a:rPr>
                  <a:t>4</a:t>
                </a:r>
                <a:r>
                  <a:rPr lang="zh-CN" altLang="en-US" sz="1400">
                    <a:solidFill>
                      <a:srgbClr val="000000"/>
                    </a:solidFill>
                  </a:rPr>
                  <a:t>号</a:t>
                </a:r>
              </a:p>
              <a:p>
                <a:pPr algn="ctr" eaLnBrk="1" hangingPunct="1"/>
                <a:r>
                  <a:rPr lang="zh-CN" altLang="en-US" sz="1400">
                    <a:solidFill>
                      <a:srgbClr val="000000"/>
                    </a:solidFill>
                  </a:rPr>
                  <a:t>加工</a:t>
                </a:r>
              </a:p>
            </p:txBody>
          </p:sp>
          <p:sp>
            <p:nvSpPr>
              <p:cNvPr id="87" name="Line 77">
                <a:extLst>
                  <a:ext uri="{FF2B5EF4-FFF2-40B4-BE49-F238E27FC236}">
                    <a16:creationId xmlns:a16="http://schemas.microsoft.com/office/drawing/2014/main" id="{D09AEDB1-93BD-A544-B077-793BB6B8E27D}"/>
                  </a:ext>
                </a:extLst>
              </p:cNvPr>
              <p:cNvSpPr>
                <a:spLocks noChangeShapeType="1"/>
              </p:cNvSpPr>
              <p:nvPr/>
            </p:nvSpPr>
            <p:spPr bwMode="auto">
              <a:xfrm flipV="1">
                <a:off x="344" y="3099"/>
                <a:ext cx="144" cy="324"/>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8" name="Line 78">
                <a:extLst>
                  <a:ext uri="{FF2B5EF4-FFF2-40B4-BE49-F238E27FC236}">
                    <a16:creationId xmlns:a16="http://schemas.microsoft.com/office/drawing/2014/main" id="{30276866-66CE-3941-8A4D-487BC994DF7F}"/>
                  </a:ext>
                </a:extLst>
              </p:cNvPr>
              <p:cNvSpPr>
                <a:spLocks noChangeShapeType="1"/>
              </p:cNvSpPr>
              <p:nvPr/>
            </p:nvSpPr>
            <p:spPr bwMode="auto">
              <a:xfrm flipV="1">
                <a:off x="632" y="2546"/>
                <a:ext cx="144" cy="20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89" name="Line 79">
                <a:extLst>
                  <a:ext uri="{FF2B5EF4-FFF2-40B4-BE49-F238E27FC236}">
                    <a16:creationId xmlns:a16="http://schemas.microsoft.com/office/drawing/2014/main" id="{55C5C1DA-7592-AE47-B25B-4CAEAC404FFF}"/>
                  </a:ext>
                </a:extLst>
              </p:cNvPr>
              <p:cNvSpPr>
                <a:spLocks noChangeShapeType="1"/>
              </p:cNvSpPr>
              <p:nvPr/>
            </p:nvSpPr>
            <p:spPr bwMode="auto">
              <a:xfrm flipV="1">
                <a:off x="1016"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0" name="Line 80">
                <a:extLst>
                  <a:ext uri="{FF2B5EF4-FFF2-40B4-BE49-F238E27FC236}">
                    <a16:creationId xmlns:a16="http://schemas.microsoft.com/office/drawing/2014/main" id="{2A68E39C-AC4B-DF49-AE8A-DE719F6D5764}"/>
                  </a:ext>
                </a:extLst>
              </p:cNvPr>
              <p:cNvSpPr>
                <a:spLocks noChangeShapeType="1"/>
              </p:cNvSpPr>
              <p:nvPr/>
            </p:nvSpPr>
            <p:spPr bwMode="auto">
              <a:xfrm>
                <a:off x="1544" y="2385"/>
                <a:ext cx="192" cy="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1" name="Line 81">
                <a:extLst>
                  <a:ext uri="{FF2B5EF4-FFF2-40B4-BE49-F238E27FC236}">
                    <a16:creationId xmlns:a16="http://schemas.microsoft.com/office/drawing/2014/main" id="{F4155678-C31D-1949-8DDB-031368C364D4}"/>
                  </a:ext>
                </a:extLst>
              </p:cNvPr>
              <p:cNvSpPr>
                <a:spLocks noChangeShapeType="1"/>
              </p:cNvSpPr>
              <p:nvPr/>
            </p:nvSpPr>
            <p:spPr bwMode="auto">
              <a:xfrm>
                <a:off x="2053" y="2525"/>
                <a:ext cx="211" cy="220"/>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2" name="Line 82">
                <a:extLst>
                  <a:ext uri="{FF2B5EF4-FFF2-40B4-BE49-F238E27FC236}">
                    <a16:creationId xmlns:a16="http://schemas.microsoft.com/office/drawing/2014/main" id="{C31F76D7-050D-A64A-824F-3D2D25585D13}"/>
                  </a:ext>
                </a:extLst>
              </p:cNvPr>
              <p:cNvSpPr>
                <a:spLocks noChangeShapeType="1"/>
              </p:cNvSpPr>
              <p:nvPr/>
            </p:nvSpPr>
            <p:spPr bwMode="auto">
              <a:xfrm>
                <a:off x="2408" y="3032"/>
                <a:ext cx="144" cy="243"/>
              </a:xfrm>
              <a:prstGeom prst="line">
                <a:avLst/>
              </a:prstGeom>
              <a:noFill/>
              <a:ln w="2857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3" name="Text Box 83">
                <a:extLst>
                  <a:ext uri="{FF2B5EF4-FFF2-40B4-BE49-F238E27FC236}">
                    <a16:creationId xmlns:a16="http://schemas.microsoft.com/office/drawing/2014/main" id="{DA936906-0FAB-5342-8A77-B4816A573375}"/>
                  </a:ext>
                </a:extLst>
              </p:cNvPr>
              <p:cNvSpPr txBox="1">
                <a:spLocks noChangeArrowheads="1"/>
              </p:cNvSpPr>
              <p:nvPr/>
            </p:nvSpPr>
            <p:spPr bwMode="auto">
              <a:xfrm>
                <a:off x="192" y="3069"/>
                <a:ext cx="33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sp>
            <p:nvSpPr>
              <p:cNvPr id="94" name="Text Box 84">
                <a:extLst>
                  <a:ext uri="{FF2B5EF4-FFF2-40B4-BE49-F238E27FC236}">
                    <a16:creationId xmlns:a16="http://schemas.microsoft.com/office/drawing/2014/main" id="{079C8CDD-C866-AE4A-8DC1-529D262A9E0D}"/>
                  </a:ext>
                </a:extLst>
              </p:cNvPr>
              <p:cNvSpPr txBox="1">
                <a:spLocks noChangeArrowheads="1"/>
              </p:cNvSpPr>
              <p:nvPr/>
            </p:nvSpPr>
            <p:spPr bwMode="auto">
              <a:xfrm>
                <a:off x="511" y="2530"/>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sp>
            <p:nvSpPr>
              <p:cNvPr id="95" name="Text Box 85">
                <a:extLst>
                  <a:ext uri="{FF2B5EF4-FFF2-40B4-BE49-F238E27FC236}">
                    <a16:creationId xmlns:a16="http://schemas.microsoft.com/office/drawing/2014/main" id="{264CC830-67AA-4D42-9881-497054AF0E38}"/>
                  </a:ext>
                </a:extLst>
              </p:cNvPr>
              <p:cNvSpPr txBox="1">
                <a:spLocks noChangeArrowheads="1"/>
              </p:cNvSpPr>
              <p:nvPr/>
            </p:nvSpPr>
            <p:spPr bwMode="auto">
              <a:xfrm>
                <a:off x="2072" y="2464"/>
                <a:ext cx="43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solidFill>
                      <a:srgbClr val="000000"/>
                    </a:solidFill>
                  </a:rPr>
                  <a:t>   E</a:t>
                </a:r>
              </a:p>
            </p:txBody>
          </p:sp>
          <p:sp>
            <p:nvSpPr>
              <p:cNvPr id="96" name="Line 86">
                <a:extLst>
                  <a:ext uri="{FF2B5EF4-FFF2-40B4-BE49-F238E27FC236}">
                    <a16:creationId xmlns:a16="http://schemas.microsoft.com/office/drawing/2014/main" id="{DEBBF766-9A37-2B46-ABB0-7ECFBAB3B827}"/>
                  </a:ext>
                </a:extLst>
              </p:cNvPr>
              <p:cNvSpPr>
                <a:spLocks noChangeShapeType="1"/>
              </p:cNvSpPr>
              <p:nvPr/>
            </p:nvSpPr>
            <p:spPr bwMode="auto">
              <a:xfrm>
                <a:off x="1112"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7" name="Line 87">
                <a:extLst>
                  <a:ext uri="{FF2B5EF4-FFF2-40B4-BE49-F238E27FC236}">
                    <a16:creationId xmlns:a16="http://schemas.microsoft.com/office/drawing/2014/main" id="{5565EAAD-24ED-4442-AF6E-E38AC2BE6484}"/>
                  </a:ext>
                </a:extLst>
              </p:cNvPr>
              <p:cNvSpPr>
                <a:spLocks noChangeShapeType="1"/>
              </p:cNvSpPr>
              <p:nvPr/>
            </p:nvSpPr>
            <p:spPr bwMode="auto">
              <a:xfrm>
                <a:off x="1640" y="1980"/>
                <a:ext cx="0" cy="850"/>
              </a:xfrm>
              <a:prstGeom prst="line">
                <a:avLst/>
              </a:prstGeom>
              <a:noFill/>
              <a:ln w="9525">
                <a:solidFill>
                  <a:schemeClr val="bg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98" name="Text Box 88">
                <a:extLst>
                  <a:ext uri="{FF2B5EF4-FFF2-40B4-BE49-F238E27FC236}">
                    <a16:creationId xmlns:a16="http://schemas.microsoft.com/office/drawing/2014/main" id="{35CBC7EF-C675-574E-832F-199F8F73EDCA}"/>
                  </a:ext>
                </a:extLst>
              </p:cNvPr>
              <p:cNvSpPr txBox="1">
                <a:spLocks noChangeArrowheads="1"/>
              </p:cNvSpPr>
              <p:nvPr/>
            </p:nvSpPr>
            <p:spPr bwMode="auto">
              <a:xfrm>
                <a:off x="632" y="2707"/>
                <a:ext cx="43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     </a:t>
                </a:r>
                <a:r>
                  <a:rPr lang="zh-CN" altLang="en-US" sz="1600">
                    <a:solidFill>
                      <a:srgbClr val="000000"/>
                    </a:solidFill>
                  </a:rPr>
                  <a:t>输    </a:t>
                </a:r>
              </a:p>
              <a:p>
                <a:pPr eaLnBrk="1" hangingPunct="1">
                  <a:spcBef>
                    <a:spcPct val="50000"/>
                  </a:spcBef>
                </a:pPr>
                <a:r>
                  <a:rPr lang="zh-CN" altLang="en-US" sz="1600">
                    <a:solidFill>
                      <a:srgbClr val="000000"/>
                    </a:solidFill>
                  </a:rPr>
                  <a:t>   入</a:t>
                </a:r>
              </a:p>
              <a:p>
                <a:pPr eaLnBrk="1" hangingPunct="1">
                  <a:spcBef>
                    <a:spcPct val="50000"/>
                  </a:spcBef>
                </a:pPr>
                <a:r>
                  <a:rPr lang="zh-CN" altLang="en-US" sz="1600">
                    <a:solidFill>
                      <a:srgbClr val="000000"/>
                    </a:solidFill>
                  </a:rPr>
                  <a:t>流</a:t>
                </a:r>
              </a:p>
            </p:txBody>
          </p:sp>
          <p:sp>
            <p:nvSpPr>
              <p:cNvPr id="99" name="Text Box 89">
                <a:extLst>
                  <a:ext uri="{FF2B5EF4-FFF2-40B4-BE49-F238E27FC236}">
                    <a16:creationId xmlns:a16="http://schemas.microsoft.com/office/drawing/2014/main" id="{D31DEED7-FC72-6344-8406-AE7F0DEF2B27}"/>
                  </a:ext>
                </a:extLst>
              </p:cNvPr>
              <p:cNvSpPr txBox="1">
                <a:spLocks noChangeArrowheads="1"/>
              </p:cNvSpPr>
              <p:nvPr/>
            </p:nvSpPr>
            <p:spPr bwMode="auto">
              <a:xfrm>
                <a:off x="1111" y="2627"/>
                <a:ext cx="62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sp>
            <p:nvSpPr>
              <p:cNvPr id="100" name="Text Box 90">
                <a:extLst>
                  <a:ext uri="{FF2B5EF4-FFF2-40B4-BE49-F238E27FC236}">
                    <a16:creationId xmlns:a16="http://schemas.microsoft.com/office/drawing/2014/main" id="{92983689-0966-4F4E-BC34-4053FCE60AC3}"/>
                  </a:ext>
                </a:extLst>
              </p:cNvPr>
              <p:cNvSpPr txBox="1">
                <a:spLocks noChangeArrowheads="1"/>
              </p:cNvSpPr>
              <p:nvPr/>
            </p:nvSpPr>
            <p:spPr bwMode="auto">
              <a:xfrm>
                <a:off x="1784" y="2707"/>
                <a:ext cx="672"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solidFill>
                      <a:srgbClr val="000000"/>
                    </a:solidFill>
                  </a:rPr>
                  <a:t>输</a:t>
                </a:r>
              </a:p>
              <a:p>
                <a:pPr eaLnBrk="1" hangingPunct="1">
                  <a:spcBef>
                    <a:spcPct val="50000"/>
                  </a:spcBef>
                </a:pPr>
                <a:r>
                  <a:rPr lang="zh-CN" altLang="en-US" sz="1600">
                    <a:solidFill>
                      <a:srgbClr val="000000"/>
                    </a:solidFill>
                  </a:rPr>
                  <a:t>   出 </a:t>
                </a:r>
              </a:p>
              <a:p>
                <a:pPr eaLnBrk="1" hangingPunct="1">
                  <a:spcBef>
                    <a:spcPct val="50000"/>
                  </a:spcBef>
                </a:pPr>
                <a:r>
                  <a:rPr lang="zh-CN" altLang="en-US" sz="1600">
                    <a:solidFill>
                      <a:srgbClr val="000000"/>
                    </a:solidFill>
                  </a:rPr>
                  <a:t>       流</a:t>
                </a:r>
              </a:p>
            </p:txBody>
          </p:sp>
          <p:sp>
            <p:nvSpPr>
              <p:cNvPr id="101" name="Line 91">
                <a:extLst>
                  <a:ext uri="{FF2B5EF4-FFF2-40B4-BE49-F238E27FC236}">
                    <a16:creationId xmlns:a16="http://schemas.microsoft.com/office/drawing/2014/main" id="{09228FD7-E66F-364C-9FDD-57FA3EE35C55}"/>
                  </a:ext>
                </a:extLst>
              </p:cNvPr>
              <p:cNvSpPr>
                <a:spLocks noChangeShapeType="1"/>
              </p:cNvSpPr>
              <p:nvPr/>
            </p:nvSpPr>
            <p:spPr bwMode="auto">
              <a:xfrm>
                <a:off x="1112"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2" name="Line 92">
                <a:extLst>
                  <a:ext uri="{FF2B5EF4-FFF2-40B4-BE49-F238E27FC236}">
                    <a16:creationId xmlns:a16="http://schemas.microsoft.com/office/drawing/2014/main" id="{A370ABB3-8DA3-9444-A97C-FD1AA57078F6}"/>
                  </a:ext>
                </a:extLst>
              </p:cNvPr>
              <p:cNvSpPr>
                <a:spLocks noChangeShapeType="1"/>
              </p:cNvSpPr>
              <p:nvPr/>
            </p:nvSpPr>
            <p:spPr bwMode="auto">
              <a:xfrm>
                <a:off x="1640" y="1980"/>
                <a:ext cx="0" cy="850"/>
              </a:xfrm>
              <a:prstGeom prst="line">
                <a:avLst/>
              </a:prstGeom>
              <a:noFill/>
              <a:ln w="9525">
                <a:solidFill>
                  <a:schemeClr val="tx1"/>
                </a:solidFill>
                <a:prstDash val="sysDot"/>
                <a:round/>
                <a:headEnd/>
                <a:tailEn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3" name="Text Box 93">
                <a:extLst>
                  <a:ext uri="{FF2B5EF4-FFF2-40B4-BE49-F238E27FC236}">
                    <a16:creationId xmlns:a16="http://schemas.microsoft.com/office/drawing/2014/main" id="{AADB14AF-6FB9-4C45-A438-C7DC0F518C4E}"/>
                  </a:ext>
                </a:extLst>
              </p:cNvPr>
              <p:cNvSpPr txBox="1">
                <a:spLocks noChangeArrowheads="1"/>
              </p:cNvSpPr>
              <p:nvPr/>
            </p:nvSpPr>
            <p:spPr bwMode="auto">
              <a:xfrm>
                <a:off x="1112" y="2627"/>
                <a:ext cx="62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solidFill>
                      <a:srgbClr val="000000"/>
                    </a:solidFill>
                  </a:rPr>
                  <a:t>转换流</a:t>
                </a:r>
                <a:endParaRPr lang="zh-CN" altLang="en-US" sz="1600">
                  <a:solidFill>
                    <a:srgbClr val="000000"/>
                  </a:solidFill>
                </a:endParaRPr>
              </a:p>
            </p:txBody>
          </p:sp>
        </p:grpSp>
        <p:sp>
          <p:nvSpPr>
            <p:cNvPr id="106" name="AutoShape 96">
              <a:extLst>
                <a:ext uri="{FF2B5EF4-FFF2-40B4-BE49-F238E27FC236}">
                  <a16:creationId xmlns:a16="http://schemas.microsoft.com/office/drawing/2014/main" id="{CBF92260-B05C-5E4B-9CEE-E34EB24D0189}"/>
                </a:ext>
              </a:extLst>
            </p:cNvPr>
            <p:cNvSpPr>
              <a:spLocks noChangeArrowheads="1"/>
            </p:cNvSpPr>
            <p:nvPr/>
          </p:nvSpPr>
          <p:spPr bwMode="auto">
            <a:xfrm>
              <a:off x="3907894" y="3067050"/>
              <a:ext cx="762000" cy="419100"/>
            </a:xfrm>
            <a:prstGeom prst="rightArrow">
              <a:avLst>
                <a:gd name="adj1" fmla="val 50000"/>
                <a:gd name="adj2" fmla="val 45455"/>
              </a:avLst>
            </a:prstGeom>
            <a:solidFill>
              <a:srgbClr val="CC0000"/>
            </a:solidFill>
            <a:ln w="9525">
              <a:solidFill>
                <a:srgbClr val="FFFF00"/>
              </a:solidFill>
              <a:miter lim="800000"/>
              <a:headEnd/>
              <a:tailEn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07" name="Rectangle 98">
              <a:extLst>
                <a:ext uri="{FF2B5EF4-FFF2-40B4-BE49-F238E27FC236}">
                  <a16:creationId xmlns:a16="http://schemas.microsoft.com/office/drawing/2014/main" id="{840E9692-42AE-BD49-A7B5-0E5C65679E33}"/>
                </a:ext>
              </a:extLst>
            </p:cNvPr>
            <p:cNvSpPr>
              <a:spLocks noChangeArrowheads="1"/>
            </p:cNvSpPr>
            <p:nvPr/>
          </p:nvSpPr>
          <p:spPr bwMode="auto">
            <a:xfrm>
              <a:off x="4426213" y="5591175"/>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000000"/>
                  </a:solidFill>
                </a:rPr>
                <a:t>取</a:t>
              </a:r>
              <a:r>
                <a:rPr lang="en-US" altLang="zh-CN" sz="1600">
                  <a:solidFill>
                    <a:srgbClr val="000000"/>
                  </a:solidFill>
                </a:rPr>
                <a:t>A</a:t>
              </a:r>
            </a:p>
          </p:txBody>
        </p:sp>
        <p:sp>
          <p:nvSpPr>
            <p:cNvPr id="108" name="Rectangle 99">
              <a:extLst>
                <a:ext uri="{FF2B5EF4-FFF2-40B4-BE49-F238E27FC236}">
                  <a16:creationId xmlns:a16="http://schemas.microsoft.com/office/drawing/2014/main" id="{0B6FE65A-4B76-1445-9993-E6537C769541}"/>
                </a:ext>
              </a:extLst>
            </p:cNvPr>
            <p:cNvSpPr>
              <a:spLocks noChangeArrowheads="1"/>
            </p:cNvSpPr>
            <p:nvPr/>
          </p:nvSpPr>
          <p:spPr bwMode="auto">
            <a:xfrm>
              <a:off x="5429513" y="5578475"/>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rPr>
                <a:t>处理</a:t>
              </a:r>
              <a:r>
                <a:rPr lang="en-US" altLang="zh-CN" sz="1600" dirty="0">
                  <a:solidFill>
                    <a:srgbClr val="000000"/>
                  </a:solidFill>
                </a:rPr>
                <a:t>A</a:t>
              </a:r>
            </a:p>
          </p:txBody>
        </p:sp>
        <p:sp>
          <p:nvSpPr>
            <p:cNvPr id="109" name="Line 100">
              <a:extLst>
                <a:ext uri="{FF2B5EF4-FFF2-40B4-BE49-F238E27FC236}">
                  <a16:creationId xmlns:a16="http://schemas.microsoft.com/office/drawing/2014/main" id="{D42F37C6-08F3-7242-9ED6-1DB4B233E910}"/>
                </a:ext>
              </a:extLst>
            </p:cNvPr>
            <p:cNvSpPr>
              <a:spLocks noChangeShapeType="1"/>
            </p:cNvSpPr>
            <p:nvPr/>
          </p:nvSpPr>
          <p:spPr bwMode="auto">
            <a:xfrm>
              <a:off x="4731013" y="4905375"/>
              <a:ext cx="0" cy="6858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0" name="Line 101">
              <a:extLst>
                <a:ext uri="{FF2B5EF4-FFF2-40B4-BE49-F238E27FC236}">
                  <a16:creationId xmlns:a16="http://schemas.microsoft.com/office/drawing/2014/main" id="{6D06BE24-D7D9-D842-8A40-23412D5A7871}"/>
                </a:ext>
              </a:extLst>
            </p:cNvPr>
            <p:cNvSpPr>
              <a:spLocks noChangeShapeType="1"/>
            </p:cNvSpPr>
            <p:nvPr/>
          </p:nvSpPr>
          <p:spPr bwMode="auto">
            <a:xfrm>
              <a:off x="4991363" y="4891088"/>
              <a:ext cx="663575" cy="671512"/>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1" name="Rectangle 102">
              <a:extLst>
                <a:ext uri="{FF2B5EF4-FFF2-40B4-BE49-F238E27FC236}">
                  <a16:creationId xmlns:a16="http://schemas.microsoft.com/office/drawing/2014/main" id="{57F0B1E3-073A-194F-B743-D00874E8789F}"/>
                </a:ext>
              </a:extLst>
            </p:cNvPr>
            <p:cNvSpPr>
              <a:spLocks noChangeArrowheads="1"/>
            </p:cNvSpPr>
            <p:nvPr/>
          </p:nvSpPr>
          <p:spPr bwMode="auto">
            <a:xfrm>
              <a:off x="6940813" y="5591175"/>
              <a:ext cx="8382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solidFill>
                    <a:srgbClr val="000000"/>
                  </a:solidFill>
                </a:rPr>
                <a:t>处理</a:t>
              </a:r>
              <a:r>
                <a:rPr lang="en-US" altLang="zh-CN" sz="1600" dirty="0">
                  <a:solidFill>
                    <a:srgbClr val="000000"/>
                  </a:solidFill>
                </a:rPr>
                <a:t>E</a:t>
              </a:r>
            </a:p>
          </p:txBody>
        </p:sp>
        <p:sp>
          <p:nvSpPr>
            <p:cNvPr id="112" name="Rectangle 103">
              <a:extLst>
                <a:ext uri="{FF2B5EF4-FFF2-40B4-BE49-F238E27FC236}">
                  <a16:creationId xmlns:a16="http://schemas.microsoft.com/office/drawing/2014/main" id="{8DAADFAC-C7F6-2F4B-9CC4-B9B2F9ED79ED}"/>
                </a:ext>
              </a:extLst>
            </p:cNvPr>
            <p:cNvSpPr>
              <a:spLocks noChangeArrowheads="1"/>
            </p:cNvSpPr>
            <p:nvPr/>
          </p:nvSpPr>
          <p:spPr bwMode="auto">
            <a:xfrm>
              <a:off x="8007613" y="5591175"/>
              <a:ext cx="685800" cy="304800"/>
            </a:xfrm>
            <a:prstGeom prst="rect">
              <a:avLst/>
            </a:prstGeom>
            <a:solidFill>
              <a:srgbClr val="FFFFCC"/>
            </a:solidFill>
            <a:ln w="9525">
              <a:solidFill>
                <a:schemeClr val="tx1"/>
              </a:solidFill>
              <a:miter lim="800000"/>
              <a:headEnd/>
              <a:tailEnd/>
            </a:ln>
          </p:spPr>
          <p:txBody>
            <a:bodyPr wrap="none" lIns="68580" tIns="34290" rIns="68580" bIns="3429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solidFill>
                    <a:srgbClr val="000000"/>
                  </a:solidFill>
                </a:rPr>
                <a:t>送</a:t>
              </a:r>
              <a:r>
                <a:rPr lang="en-US" altLang="zh-CN" sz="1600">
                  <a:solidFill>
                    <a:srgbClr val="000000"/>
                  </a:solidFill>
                </a:rPr>
                <a:t>F</a:t>
              </a:r>
            </a:p>
          </p:txBody>
        </p:sp>
        <p:sp>
          <p:nvSpPr>
            <p:cNvPr id="113" name="Line 104">
              <a:extLst>
                <a:ext uri="{FF2B5EF4-FFF2-40B4-BE49-F238E27FC236}">
                  <a16:creationId xmlns:a16="http://schemas.microsoft.com/office/drawing/2014/main" id="{B5BB80C6-27E5-5644-A104-95C91076CAB8}"/>
                </a:ext>
              </a:extLst>
            </p:cNvPr>
            <p:cNvSpPr>
              <a:spLocks noChangeShapeType="1"/>
            </p:cNvSpPr>
            <p:nvPr/>
          </p:nvSpPr>
          <p:spPr bwMode="auto">
            <a:xfrm flipH="1">
              <a:off x="7482150" y="4891088"/>
              <a:ext cx="696913" cy="700087"/>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4" name="Line 105">
              <a:extLst>
                <a:ext uri="{FF2B5EF4-FFF2-40B4-BE49-F238E27FC236}">
                  <a16:creationId xmlns:a16="http://schemas.microsoft.com/office/drawing/2014/main" id="{71D23AA7-BDB5-0942-A436-50399157DF0C}"/>
                </a:ext>
              </a:extLst>
            </p:cNvPr>
            <p:cNvSpPr>
              <a:spLocks noChangeShapeType="1"/>
            </p:cNvSpPr>
            <p:nvPr/>
          </p:nvSpPr>
          <p:spPr bwMode="auto">
            <a:xfrm>
              <a:off x="8331463" y="4905375"/>
              <a:ext cx="0" cy="685800"/>
            </a:xfrm>
            <a:prstGeom prst="line">
              <a:avLst/>
            </a:prstGeom>
            <a:noFill/>
            <a:ln w="28575">
              <a:solidFill>
                <a:schemeClr val="tx1"/>
              </a:solidFill>
              <a:round/>
              <a:headEnd/>
              <a:tailEnd type="triangle" w="sm" len="med"/>
            </a:ln>
            <a:effectLst/>
          </p:spPr>
          <p:txBody>
            <a:bodyPr wrap="none" lIns="68580" tIns="34290" rIns="68580" bIns="34290"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grpSp>
          <p:nvGrpSpPr>
            <p:cNvPr id="115" name="Group 106">
              <a:extLst>
                <a:ext uri="{FF2B5EF4-FFF2-40B4-BE49-F238E27FC236}">
                  <a16:creationId xmlns:a16="http://schemas.microsoft.com/office/drawing/2014/main" id="{41648794-1F9D-F546-B7F7-B86762FECF34}"/>
                </a:ext>
              </a:extLst>
            </p:cNvPr>
            <p:cNvGrpSpPr>
              <a:grpSpLocks/>
            </p:cNvGrpSpPr>
            <p:nvPr/>
          </p:nvGrpSpPr>
          <p:grpSpPr bwMode="auto">
            <a:xfrm>
              <a:off x="4273813" y="4981575"/>
              <a:ext cx="381000" cy="457200"/>
              <a:chOff x="2724" y="3254"/>
              <a:chExt cx="240" cy="288"/>
            </a:xfrm>
          </p:grpSpPr>
          <p:sp>
            <p:nvSpPr>
              <p:cNvPr id="116" name="Line 107">
                <a:extLst>
                  <a:ext uri="{FF2B5EF4-FFF2-40B4-BE49-F238E27FC236}">
                    <a16:creationId xmlns:a16="http://schemas.microsoft.com/office/drawing/2014/main" id="{88338866-BC6D-8E4E-A93A-249E559C20F7}"/>
                  </a:ext>
                </a:extLst>
              </p:cNvPr>
              <p:cNvSpPr>
                <a:spLocks noChangeShapeType="1"/>
              </p:cNvSpPr>
              <p:nvPr/>
            </p:nvSpPr>
            <p:spPr bwMode="auto">
              <a:xfrm flipV="1">
                <a:off x="2916" y="3254"/>
                <a:ext cx="0" cy="288"/>
              </a:xfrm>
              <a:prstGeom prst="line">
                <a:avLst/>
              </a:prstGeom>
              <a:noFill/>
              <a:ln w="9525">
                <a:solidFill>
                  <a:schemeClr val="tx1"/>
                </a:solidFill>
                <a:round/>
                <a:headEnd/>
                <a:tailEnd type="triangle" w="med"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17" name="Text Box 108">
                <a:extLst>
                  <a:ext uri="{FF2B5EF4-FFF2-40B4-BE49-F238E27FC236}">
                    <a16:creationId xmlns:a16="http://schemas.microsoft.com/office/drawing/2014/main" id="{82D103A4-E0A8-4048-8001-1D213AB8E0FE}"/>
                  </a:ext>
                </a:extLst>
              </p:cNvPr>
              <p:cNvSpPr txBox="1">
                <a:spLocks noChangeArrowheads="1"/>
              </p:cNvSpPr>
              <p:nvPr/>
            </p:nvSpPr>
            <p:spPr bwMode="auto">
              <a:xfrm>
                <a:off x="2724" y="3254"/>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grpSp>
        <p:grpSp>
          <p:nvGrpSpPr>
            <p:cNvPr id="118" name="Group 109">
              <a:extLst>
                <a:ext uri="{FF2B5EF4-FFF2-40B4-BE49-F238E27FC236}">
                  <a16:creationId xmlns:a16="http://schemas.microsoft.com/office/drawing/2014/main" id="{0318FD95-6B8A-A943-BC53-1ED984EC26F5}"/>
                </a:ext>
              </a:extLst>
            </p:cNvPr>
            <p:cNvGrpSpPr>
              <a:grpSpLocks/>
            </p:cNvGrpSpPr>
            <p:nvPr/>
          </p:nvGrpSpPr>
          <p:grpSpPr bwMode="auto">
            <a:xfrm>
              <a:off x="4886588" y="5118100"/>
              <a:ext cx="523875" cy="352425"/>
              <a:chOff x="3110" y="3160"/>
              <a:chExt cx="330" cy="222"/>
            </a:xfrm>
          </p:grpSpPr>
          <p:sp>
            <p:nvSpPr>
              <p:cNvPr id="119" name="Line 110">
                <a:extLst>
                  <a:ext uri="{FF2B5EF4-FFF2-40B4-BE49-F238E27FC236}">
                    <a16:creationId xmlns:a16="http://schemas.microsoft.com/office/drawing/2014/main" id="{DA7C47AD-D5CA-594A-B87C-7EA74CE550F7}"/>
                  </a:ext>
                </a:extLst>
              </p:cNvPr>
              <p:cNvSpPr>
                <a:spLocks noChangeShapeType="1"/>
              </p:cNvSpPr>
              <p:nvPr/>
            </p:nvSpPr>
            <p:spPr bwMode="auto">
              <a:xfrm>
                <a:off x="3238" y="3180"/>
                <a:ext cx="202" cy="202"/>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20" name="Text Box 111">
                <a:extLst>
                  <a:ext uri="{FF2B5EF4-FFF2-40B4-BE49-F238E27FC236}">
                    <a16:creationId xmlns:a16="http://schemas.microsoft.com/office/drawing/2014/main" id="{A41A6C33-B55D-9F4B-B14A-7FEFAD9E4E8C}"/>
                  </a:ext>
                </a:extLst>
              </p:cNvPr>
              <p:cNvSpPr txBox="1">
                <a:spLocks noChangeArrowheads="1"/>
              </p:cNvSpPr>
              <p:nvPr/>
            </p:nvSpPr>
            <p:spPr bwMode="auto">
              <a:xfrm>
                <a:off x="3110" y="3160"/>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A</a:t>
                </a:r>
              </a:p>
            </p:txBody>
          </p:sp>
        </p:grpSp>
        <p:grpSp>
          <p:nvGrpSpPr>
            <p:cNvPr id="121" name="Group 112">
              <a:extLst>
                <a:ext uri="{FF2B5EF4-FFF2-40B4-BE49-F238E27FC236}">
                  <a16:creationId xmlns:a16="http://schemas.microsoft.com/office/drawing/2014/main" id="{9CEB8E9D-348A-C844-AB8B-423786F5BA26}"/>
                </a:ext>
              </a:extLst>
            </p:cNvPr>
            <p:cNvGrpSpPr>
              <a:grpSpLocks/>
            </p:cNvGrpSpPr>
            <p:nvPr/>
          </p:nvGrpSpPr>
          <p:grpSpPr bwMode="auto">
            <a:xfrm>
              <a:off x="5326325" y="4978400"/>
              <a:ext cx="547688" cy="354013"/>
              <a:chOff x="3387" y="3072"/>
              <a:chExt cx="345" cy="223"/>
            </a:xfrm>
          </p:grpSpPr>
          <p:sp>
            <p:nvSpPr>
              <p:cNvPr id="122" name="Line 113">
                <a:extLst>
                  <a:ext uri="{FF2B5EF4-FFF2-40B4-BE49-F238E27FC236}">
                    <a16:creationId xmlns:a16="http://schemas.microsoft.com/office/drawing/2014/main" id="{7662F55B-BD4E-D548-BC23-22C000D20A22}"/>
                  </a:ext>
                </a:extLst>
              </p:cNvPr>
              <p:cNvSpPr>
                <a:spLocks noChangeShapeType="1"/>
              </p:cNvSpPr>
              <p:nvPr/>
            </p:nvSpPr>
            <p:spPr bwMode="auto">
              <a:xfrm flipH="1" flipV="1">
                <a:off x="3387" y="3122"/>
                <a:ext cx="175" cy="173"/>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23" name="Text Box 114">
                <a:extLst>
                  <a:ext uri="{FF2B5EF4-FFF2-40B4-BE49-F238E27FC236}">
                    <a16:creationId xmlns:a16="http://schemas.microsoft.com/office/drawing/2014/main" id="{BACBCC9C-9873-6046-857C-5F18969A6B5C}"/>
                  </a:ext>
                </a:extLst>
              </p:cNvPr>
              <p:cNvSpPr txBox="1">
                <a:spLocks noChangeArrowheads="1"/>
              </p:cNvSpPr>
              <p:nvPr/>
            </p:nvSpPr>
            <p:spPr bwMode="auto">
              <a:xfrm>
                <a:off x="3516" y="3072"/>
                <a:ext cx="21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B</a:t>
                </a:r>
              </a:p>
            </p:txBody>
          </p:sp>
        </p:grpSp>
        <p:grpSp>
          <p:nvGrpSpPr>
            <p:cNvPr id="124" name="Group 115">
              <a:extLst>
                <a:ext uri="{FF2B5EF4-FFF2-40B4-BE49-F238E27FC236}">
                  <a16:creationId xmlns:a16="http://schemas.microsoft.com/office/drawing/2014/main" id="{78B27E93-3291-4847-BAED-03A8C5DD1219}"/>
                </a:ext>
              </a:extLst>
            </p:cNvPr>
            <p:cNvGrpSpPr>
              <a:grpSpLocks/>
            </p:cNvGrpSpPr>
            <p:nvPr/>
          </p:nvGrpSpPr>
          <p:grpSpPr bwMode="auto">
            <a:xfrm>
              <a:off x="8388613" y="4981575"/>
              <a:ext cx="381000" cy="457200"/>
              <a:chOff x="5316" y="3074"/>
              <a:chExt cx="240" cy="288"/>
            </a:xfrm>
          </p:grpSpPr>
          <p:sp>
            <p:nvSpPr>
              <p:cNvPr id="125" name="Line 116">
                <a:extLst>
                  <a:ext uri="{FF2B5EF4-FFF2-40B4-BE49-F238E27FC236}">
                    <a16:creationId xmlns:a16="http://schemas.microsoft.com/office/drawing/2014/main" id="{DA015F2C-883B-BC42-8CD3-FCF6F22278C0}"/>
                  </a:ext>
                </a:extLst>
              </p:cNvPr>
              <p:cNvSpPr>
                <a:spLocks noChangeShapeType="1"/>
              </p:cNvSpPr>
              <p:nvPr/>
            </p:nvSpPr>
            <p:spPr bwMode="auto">
              <a:xfrm>
                <a:off x="5343" y="3122"/>
                <a:ext cx="0" cy="240"/>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26" name="Text Box 117">
                <a:extLst>
                  <a:ext uri="{FF2B5EF4-FFF2-40B4-BE49-F238E27FC236}">
                    <a16:creationId xmlns:a16="http://schemas.microsoft.com/office/drawing/2014/main" id="{C4101C04-AA1F-7C44-B6EA-00C772353481}"/>
                  </a:ext>
                </a:extLst>
              </p:cNvPr>
              <p:cNvSpPr txBox="1">
                <a:spLocks noChangeArrowheads="1"/>
              </p:cNvSpPr>
              <p:nvPr/>
            </p:nvSpPr>
            <p:spPr bwMode="auto">
              <a:xfrm>
                <a:off x="5316" y="3074"/>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F</a:t>
                </a:r>
              </a:p>
            </p:txBody>
          </p:sp>
        </p:grpSp>
        <p:grpSp>
          <p:nvGrpSpPr>
            <p:cNvPr id="127" name="Group 118">
              <a:extLst>
                <a:ext uri="{FF2B5EF4-FFF2-40B4-BE49-F238E27FC236}">
                  <a16:creationId xmlns:a16="http://schemas.microsoft.com/office/drawing/2014/main" id="{ABF63546-5451-494D-9678-4C5A617C90B8}"/>
                </a:ext>
              </a:extLst>
            </p:cNvPr>
            <p:cNvGrpSpPr>
              <a:grpSpLocks/>
            </p:cNvGrpSpPr>
            <p:nvPr/>
          </p:nvGrpSpPr>
          <p:grpSpPr bwMode="auto">
            <a:xfrm>
              <a:off x="7759963" y="5210175"/>
              <a:ext cx="400050" cy="414338"/>
              <a:chOff x="4920" y="3218"/>
              <a:chExt cx="252" cy="261"/>
            </a:xfrm>
          </p:grpSpPr>
          <p:sp>
            <p:nvSpPr>
              <p:cNvPr id="128" name="Line 119">
                <a:extLst>
                  <a:ext uri="{FF2B5EF4-FFF2-40B4-BE49-F238E27FC236}">
                    <a16:creationId xmlns:a16="http://schemas.microsoft.com/office/drawing/2014/main" id="{2B59FAE9-5DE7-2249-90ED-96E1888944F7}"/>
                  </a:ext>
                </a:extLst>
              </p:cNvPr>
              <p:cNvSpPr>
                <a:spLocks noChangeShapeType="1"/>
              </p:cNvSpPr>
              <p:nvPr/>
            </p:nvSpPr>
            <p:spPr bwMode="auto">
              <a:xfrm flipV="1">
                <a:off x="4920" y="3218"/>
                <a:ext cx="156" cy="153"/>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29" name="Text Box 120">
                <a:extLst>
                  <a:ext uri="{FF2B5EF4-FFF2-40B4-BE49-F238E27FC236}">
                    <a16:creationId xmlns:a16="http://schemas.microsoft.com/office/drawing/2014/main" id="{D067F7E3-81E3-294F-AB54-629F7ADDBE90}"/>
                  </a:ext>
                </a:extLst>
              </p:cNvPr>
              <p:cNvSpPr txBox="1">
                <a:spLocks noChangeArrowheads="1"/>
              </p:cNvSpPr>
              <p:nvPr/>
            </p:nvSpPr>
            <p:spPr bwMode="auto">
              <a:xfrm>
                <a:off x="4932" y="3266"/>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F</a:t>
                </a:r>
              </a:p>
            </p:txBody>
          </p:sp>
        </p:grpSp>
        <p:grpSp>
          <p:nvGrpSpPr>
            <p:cNvPr id="130" name="Group 121">
              <a:extLst>
                <a:ext uri="{FF2B5EF4-FFF2-40B4-BE49-F238E27FC236}">
                  <a16:creationId xmlns:a16="http://schemas.microsoft.com/office/drawing/2014/main" id="{3A861A93-36A8-7A4D-BE22-A82FD5148559}"/>
                </a:ext>
              </a:extLst>
            </p:cNvPr>
            <p:cNvGrpSpPr>
              <a:grpSpLocks/>
            </p:cNvGrpSpPr>
            <p:nvPr/>
          </p:nvGrpSpPr>
          <p:grpSpPr bwMode="auto">
            <a:xfrm>
              <a:off x="7398013" y="4908550"/>
              <a:ext cx="485775" cy="454025"/>
              <a:chOff x="4692" y="3028"/>
              <a:chExt cx="306" cy="286"/>
            </a:xfrm>
          </p:grpSpPr>
          <p:sp>
            <p:nvSpPr>
              <p:cNvPr id="131" name="Line 122">
                <a:extLst>
                  <a:ext uri="{FF2B5EF4-FFF2-40B4-BE49-F238E27FC236}">
                    <a16:creationId xmlns:a16="http://schemas.microsoft.com/office/drawing/2014/main" id="{628905E4-6A02-E34C-9699-2B911167898D}"/>
                  </a:ext>
                </a:extLst>
              </p:cNvPr>
              <p:cNvSpPr>
                <a:spLocks noChangeShapeType="1"/>
              </p:cNvSpPr>
              <p:nvPr/>
            </p:nvSpPr>
            <p:spPr bwMode="auto">
              <a:xfrm flipH="1">
                <a:off x="4794" y="3103"/>
                <a:ext cx="204" cy="211"/>
              </a:xfrm>
              <a:prstGeom prst="line">
                <a:avLst/>
              </a:prstGeom>
              <a:noFill/>
              <a:ln w="9525">
                <a:solidFill>
                  <a:schemeClr val="tx1"/>
                </a:solidFill>
                <a:round/>
                <a:headEnd/>
                <a:tailEnd type="triangle" w="sm" len="med"/>
              </a:ln>
              <a:effectLst/>
            </p:spPr>
            <p:txBody>
              <a:bodyPr wrap="none" anchor="ctr"/>
              <a:lstStyle/>
              <a:p>
                <a:pPr eaLnBrk="1" fontAlgn="auto" hangingPunct="1">
                  <a:spcBef>
                    <a:spcPts val="0"/>
                  </a:spcBef>
                  <a:spcAft>
                    <a:spcPts val="0"/>
                  </a:spcAft>
                  <a:defRPr/>
                </a:pPr>
                <a:endParaRPr lang="zh-CN" altLang="en-US" dirty="0">
                  <a:solidFill>
                    <a:srgbClr val="000000"/>
                  </a:solidFill>
                  <a:effectLst>
                    <a:outerShdw blurRad="38100" dist="38100" dir="2700000" algn="tl">
                      <a:srgbClr val="000000">
                        <a:alpha val="43137"/>
                      </a:srgbClr>
                    </a:outerShdw>
                  </a:effectLst>
                  <a:latin typeface="+mn-lt"/>
                  <a:ea typeface="+mn-ea"/>
                </a:endParaRPr>
              </a:p>
            </p:txBody>
          </p:sp>
          <p:sp>
            <p:nvSpPr>
              <p:cNvPr id="132" name="Text Box 123">
                <a:extLst>
                  <a:ext uri="{FF2B5EF4-FFF2-40B4-BE49-F238E27FC236}">
                    <a16:creationId xmlns:a16="http://schemas.microsoft.com/office/drawing/2014/main" id="{DCAFED1E-E3CF-4F45-B774-3D0BDC1F2659}"/>
                  </a:ext>
                </a:extLst>
              </p:cNvPr>
              <p:cNvSpPr txBox="1">
                <a:spLocks noChangeArrowheads="1"/>
              </p:cNvSpPr>
              <p:nvPr/>
            </p:nvSpPr>
            <p:spPr bwMode="auto">
              <a:xfrm>
                <a:off x="4692" y="3028"/>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E</a:t>
                </a:r>
              </a:p>
            </p:txBody>
          </p:sp>
        </p:grpSp>
        <p:sp>
          <p:nvSpPr>
            <p:cNvPr id="133" name="Text Box 129">
              <a:extLst>
                <a:ext uri="{FF2B5EF4-FFF2-40B4-BE49-F238E27FC236}">
                  <a16:creationId xmlns:a16="http://schemas.microsoft.com/office/drawing/2014/main" id="{8AD1640C-0184-B444-AA7A-F4B74835BE6D}"/>
                </a:ext>
              </a:extLst>
            </p:cNvPr>
            <p:cNvSpPr txBox="1">
              <a:spLocks noChangeArrowheads="1"/>
            </p:cNvSpPr>
            <p:nvPr/>
          </p:nvSpPr>
          <p:spPr bwMode="auto">
            <a:xfrm>
              <a:off x="3678500" y="5181600"/>
              <a:ext cx="55245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solidFill>
                    <a:srgbClr val="000000"/>
                  </a:solidFill>
                </a:rPr>
                <a:t>F</a:t>
              </a:r>
            </a:p>
          </p:txBody>
        </p:sp>
      </p:grpSp>
    </p:spTree>
    <p:extLst>
      <p:ext uri="{BB962C8B-B14F-4D97-AF65-F5344CB8AC3E}">
        <p14:creationId xmlns:p14="http://schemas.microsoft.com/office/powerpoint/2010/main" val="39124495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fontScale="85000"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800" dirty="0">
                <a:latin typeface="微软雅黑" panose="020B0503020204020204" pitchFamily="34" charset="-122"/>
              </a:rPr>
              <a:t>例：对某个“学生档案管理系统” 进行变换分析</a:t>
            </a:r>
            <a:endParaRPr lang="zh-CN" altLang="en-US" sz="2600" dirty="0">
              <a:solidFill>
                <a:srgbClr val="CC6600"/>
              </a:solidFill>
              <a:sym typeface="微软雅黑" panose="020B0503020204020204" pitchFamily="34" charset="-122"/>
            </a:endParaRPr>
          </a:p>
        </p:txBody>
      </p:sp>
      <p:pic>
        <p:nvPicPr>
          <p:cNvPr id="134" name="图片 3" descr="0306">
            <a:extLst>
              <a:ext uri="{FF2B5EF4-FFF2-40B4-BE49-F238E27FC236}">
                <a16:creationId xmlns:a16="http://schemas.microsoft.com/office/drawing/2014/main" id="{9E9B6155-4416-A543-8753-357ABFACD81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3287" y="2568271"/>
            <a:ext cx="7337425" cy="3705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 name="矩形 4">
            <a:extLst>
              <a:ext uri="{FF2B5EF4-FFF2-40B4-BE49-F238E27FC236}">
                <a16:creationId xmlns:a16="http://schemas.microsoft.com/office/drawing/2014/main" id="{2AD1FC7C-F2D1-1F4A-A94B-5EA980C0F13D}"/>
              </a:ext>
            </a:extLst>
          </p:cNvPr>
          <p:cNvSpPr>
            <a:spLocks noChangeArrowheads="1"/>
          </p:cNvSpPr>
          <p:nvPr/>
        </p:nvSpPr>
        <p:spPr bwMode="auto">
          <a:xfrm>
            <a:off x="3425824" y="6101828"/>
            <a:ext cx="2682875"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dirty="0">
                <a:latin typeface="微软雅黑" panose="020B0503020204020204" pitchFamily="34" charset="-122"/>
                <a:ea typeface="微软雅黑" panose="020B0503020204020204" pitchFamily="34" charset="-122"/>
              </a:rPr>
              <a:t>学生档案管理系统的数据流图 </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712500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56</a:t>
            </a:fld>
            <a:endParaRPr lang="zh-CN" altLang="en-US"/>
          </a:p>
        </p:txBody>
      </p:sp>
      <p:sp>
        <p:nvSpPr>
          <p:cNvPr id="10" name="内容占位符 2">
            <a:extLst>
              <a:ext uri="{FF2B5EF4-FFF2-40B4-BE49-F238E27FC236}">
                <a16:creationId xmlns:a16="http://schemas.microsoft.com/office/drawing/2014/main" id="{D3CD4CA1-6C20-EB43-BC19-F6EE9CF81BE9}"/>
              </a:ext>
            </a:extLst>
          </p:cNvPr>
          <p:cNvSpPr>
            <a:spLocks noGrp="1"/>
          </p:cNvSpPr>
          <p:nvPr>
            <p:ph idx="1"/>
          </p:nvPr>
        </p:nvSpPr>
        <p:spPr>
          <a:xfrm>
            <a:off x="628650" y="2332231"/>
            <a:ext cx="7886700" cy="3263900"/>
          </a:xfrm>
        </p:spPr>
        <p:txBody>
          <a:bodyPr/>
          <a:lstStyle/>
          <a:p>
            <a:pPr eaLnBrk="1" hangingPunct="1"/>
            <a:endParaRPr kumimoji="1" lang="en-US" altLang="zh-CN"/>
          </a:p>
          <a:p>
            <a:pPr eaLnBrk="1" hangingPunct="1"/>
            <a:endParaRPr kumimoji="1" lang="zh-CN" altLang="en-US"/>
          </a:p>
        </p:txBody>
      </p:sp>
      <p:pic>
        <p:nvPicPr>
          <p:cNvPr id="11" name="图片 3" descr="0307">
            <a:extLst>
              <a:ext uri="{FF2B5EF4-FFF2-40B4-BE49-F238E27FC236}">
                <a16:creationId xmlns:a16="http://schemas.microsoft.com/office/drawing/2014/main" id="{AA38E133-BF89-9445-9C39-801E2A7E70F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7581" y="2556597"/>
            <a:ext cx="7208837" cy="3675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2">
            <a:extLst>
              <a:ext uri="{FF2B5EF4-FFF2-40B4-BE49-F238E27FC236}">
                <a16:creationId xmlns:a16="http://schemas.microsoft.com/office/drawing/2014/main" id="{CDAB0D8A-3DC8-9946-9177-3B8F1A20B367}"/>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7" name="Rectangle 7">
            <a:extLst>
              <a:ext uri="{FF2B5EF4-FFF2-40B4-BE49-F238E27FC236}">
                <a16:creationId xmlns:a16="http://schemas.microsoft.com/office/drawing/2014/main" id="{BF010232-83A2-D542-8D62-675171D1E1A7}"/>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18" name="Rectangle 7">
            <a:extLst>
              <a:ext uri="{FF2B5EF4-FFF2-40B4-BE49-F238E27FC236}">
                <a16:creationId xmlns:a16="http://schemas.microsoft.com/office/drawing/2014/main" id="{D73A2C90-F497-F247-A87D-3ED37ECFFC51}"/>
              </a:ext>
            </a:extLst>
          </p:cNvPr>
          <p:cNvSpPr txBox="1">
            <a:spLocks noChangeArrowheads="1"/>
          </p:cNvSpPr>
          <p:nvPr/>
        </p:nvSpPr>
        <p:spPr>
          <a:xfrm>
            <a:off x="1073823" y="165681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000000"/>
                </a:solidFill>
                <a:latin typeface="微软雅黑" panose="020B0503020204020204" pitchFamily="34" charset="-122"/>
              </a:rPr>
              <a:t>① 确定主加工及逻辑输入</a:t>
            </a:r>
            <a:r>
              <a:rPr lang="en-US" altLang="zh-CN" sz="2000" dirty="0">
                <a:solidFill>
                  <a:srgbClr val="000000"/>
                </a:solidFill>
                <a:latin typeface="微软雅黑" panose="020B0503020204020204" pitchFamily="34" charset="-122"/>
              </a:rPr>
              <a:t>/</a:t>
            </a:r>
            <a:r>
              <a:rPr lang="zh-CN" altLang="en-US" sz="2000" dirty="0">
                <a:solidFill>
                  <a:srgbClr val="000000"/>
                </a:solidFill>
                <a:latin typeface="微软雅黑" panose="020B0503020204020204" pitchFamily="34" charset="-122"/>
              </a:rPr>
              <a:t>输出</a:t>
            </a:r>
          </a:p>
          <a:p>
            <a:pPr marL="849313" indent="-849313"/>
            <a:endParaRPr lang="zh-CN" altLang="en-US" sz="18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14771068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57</a:t>
            </a:fld>
            <a:endParaRPr lang="zh-CN" altLang="en-US"/>
          </a:p>
        </p:txBody>
      </p:sp>
      <p:sp>
        <p:nvSpPr>
          <p:cNvPr id="10" name="内容占位符 2">
            <a:extLst>
              <a:ext uri="{FF2B5EF4-FFF2-40B4-BE49-F238E27FC236}">
                <a16:creationId xmlns:a16="http://schemas.microsoft.com/office/drawing/2014/main" id="{D3CD4CA1-6C20-EB43-BC19-F6EE9CF81BE9}"/>
              </a:ext>
            </a:extLst>
          </p:cNvPr>
          <p:cNvSpPr>
            <a:spLocks noGrp="1"/>
          </p:cNvSpPr>
          <p:nvPr>
            <p:ph idx="1"/>
          </p:nvPr>
        </p:nvSpPr>
        <p:spPr>
          <a:xfrm>
            <a:off x="628650" y="2332231"/>
            <a:ext cx="7886700" cy="3263900"/>
          </a:xfrm>
        </p:spPr>
        <p:txBody>
          <a:bodyPr/>
          <a:lstStyle/>
          <a:p>
            <a:pPr eaLnBrk="1" hangingPunct="1"/>
            <a:endParaRPr kumimoji="1" lang="en-US" altLang="zh-CN"/>
          </a:p>
          <a:p>
            <a:pPr eaLnBrk="1" hangingPunct="1"/>
            <a:endParaRPr kumimoji="1" lang="zh-CN" altLang="en-US"/>
          </a:p>
        </p:txBody>
      </p:sp>
      <p:sp>
        <p:nvSpPr>
          <p:cNvPr id="16" name="Rectangle 2">
            <a:extLst>
              <a:ext uri="{FF2B5EF4-FFF2-40B4-BE49-F238E27FC236}">
                <a16:creationId xmlns:a16="http://schemas.microsoft.com/office/drawing/2014/main" id="{CDAB0D8A-3DC8-9946-9177-3B8F1A20B367}"/>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7" name="Rectangle 7">
            <a:extLst>
              <a:ext uri="{FF2B5EF4-FFF2-40B4-BE49-F238E27FC236}">
                <a16:creationId xmlns:a16="http://schemas.microsoft.com/office/drawing/2014/main" id="{BF010232-83A2-D542-8D62-675171D1E1A7}"/>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18" name="Rectangle 7">
            <a:extLst>
              <a:ext uri="{FF2B5EF4-FFF2-40B4-BE49-F238E27FC236}">
                <a16:creationId xmlns:a16="http://schemas.microsoft.com/office/drawing/2014/main" id="{D73A2C90-F497-F247-A87D-3ED37ECFFC51}"/>
              </a:ext>
            </a:extLst>
          </p:cNvPr>
          <p:cNvSpPr txBox="1">
            <a:spLocks noChangeArrowheads="1"/>
          </p:cNvSpPr>
          <p:nvPr/>
        </p:nvSpPr>
        <p:spPr>
          <a:xfrm>
            <a:off x="1073823" y="165681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000000"/>
                </a:solidFill>
                <a:latin typeface="微软雅黑" panose="020B0503020204020204" pitchFamily="34" charset="-122"/>
              </a:rPr>
              <a:t>② 进行一级分解，设计系统的上次模块</a:t>
            </a:r>
          </a:p>
          <a:p>
            <a:pPr marL="849313" indent="-849313"/>
            <a:endParaRPr lang="zh-CN" altLang="en-US" sz="1800" dirty="0">
              <a:solidFill>
                <a:srgbClr val="CC6600"/>
              </a:solidFill>
              <a:sym typeface="微软雅黑" panose="020B0503020204020204" pitchFamily="34" charset="-122"/>
            </a:endParaRPr>
          </a:p>
        </p:txBody>
      </p:sp>
      <p:sp>
        <p:nvSpPr>
          <p:cNvPr id="19" name="矩形 5">
            <a:extLst>
              <a:ext uri="{FF2B5EF4-FFF2-40B4-BE49-F238E27FC236}">
                <a16:creationId xmlns:a16="http://schemas.microsoft.com/office/drawing/2014/main" id="{32D5147A-7A55-BB49-A3C3-EA430B4F52A8}"/>
              </a:ext>
            </a:extLst>
          </p:cNvPr>
          <p:cNvSpPr>
            <a:spLocks noChangeArrowheads="1"/>
          </p:cNvSpPr>
          <p:nvPr/>
        </p:nvSpPr>
        <p:spPr bwMode="auto">
          <a:xfrm>
            <a:off x="2825750" y="5559425"/>
            <a:ext cx="3408363"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a:latin typeface="微软雅黑" panose="020B0503020204020204" pitchFamily="34" charset="-122"/>
                <a:ea typeface="微软雅黑" panose="020B0503020204020204" pitchFamily="34" charset="-122"/>
              </a:rPr>
              <a:t>学生档案管理系统的系统结构</a:t>
            </a:r>
            <a:r>
              <a:rPr lang="zh-CN" altLang="en-US" sz="1500">
                <a:latin typeface="微软雅黑" panose="020B0503020204020204" pitchFamily="34" charset="-122"/>
                <a:ea typeface="微软雅黑" panose="020B0503020204020204" pitchFamily="34" charset="-122"/>
              </a:rPr>
              <a:t>一级分解</a:t>
            </a:r>
          </a:p>
        </p:txBody>
      </p:sp>
      <p:pic>
        <p:nvPicPr>
          <p:cNvPr id="3" name="图片 2">
            <a:extLst>
              <a:ext uri="{FF2B5EF4-FFF2-40B4-BE49-F238E27FC236}">
                <a16:creationId xmlns:a16="http://schemas.microsoft.com/office/drawing/2014/main" id="{CD352558-3E2A-3E43-956E-4CDBF25C7A34}"/>
              </a:ext>
            </a:extLst>
          </p:cNvPr>
          <p:cNvPicPr>
            <a:picLocks noChangeAspect="1"/>
          </p:cNvPicPr>
          <p:nvPr/>
        </p:nvPicPr>
        <p:blipFill>
          <a:blip r:embed="rId2"/>
          <a:stretch>
            <a:fillRect/>
          </a:stretch>
        </p:blipFill>
        <p:spPr>
          <a:xfrm>
            <a:off x="2090999" y="2825375"/>
            <a:ext cx="4659658" cy="1984866"/>
          </a:xfrm>
          <a:prstGeom prst="rect">
            <a:avLst/>
          </a:prstGeom>
        </p:spPr>
      </p:pic>
    </p:spTree>
    <p:extLst>
      <p:ext uri="{BB962C8B-B14F-4D97-AF65-F5344CB8AC3E}">
        <p14:creationId xmlns:p14="http://schemas.microsoft.com/office/powerpoint/2010/main" val="11180476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58</a:t>
            </a:fld>
            <a:endParaRPr lang="zh-CN" altLang="en-US"/>
          </a:p>
        </p:txBody>
      </p:sp>
      <p:sp>
        <p:nvSpPr>
          <p:cNvPr id="10" name="内容占位符 2">
            <a:extLst>
              <a:ext uri="{FF2B5EF4-FFF2-40B4-BE49-F238E27FC236}">
                <a16:creationId xmlns:a16="http://schemas.microsoft.com/office/drawing/2014/main" id="{D3CD4CA1-6C20-EB43-BC19-F6EE9CF81BE9}"/>
              </a:ext>
            </a:extLst>
          </p:cNvPr>
          <p:cNvSpPr>
            <a:spLocks noGrp="1"/>
          </p:cNvSpPr>
          <p:nvPr>
            <p:ph idx="1"/>
          </p:nvPr>
        </p:nvSpPr>
        <p:spPr>
          <a:xfrm>
            <a:off x="628650" y="2332231"/>
            <a:ext cx="7886700" cy="3263900"/>
          </a:xfrm>
        </p:spPr>
        <p:txBody>
          <a:bodyPr/>
          <a:lstStyle/>
          <a:p>
            <a:pPr eaLnBrk="1" hangingPunct="1"/>
            <a:endParaRPr kumimoji="1" lang="en-US" altLang="zh-CN" dirty="0"/>
          </a:p>
          <a:p>
            <a:pPr eaLnBrk="1" hangingPunct="1"/>
            <a:endParaRPr kumimoji="1" lang="zh-CN" altLang="en-US" dirty="0"/>
          </a:p>
        </p:txBody>
      </p:sp>
      <p:sp>
        <p:nvSpPr>
          <p:cNvPr id="16" name="Rectangle 2">
            <a:extLst>
              <a:ext uri="{FF2B5EF4-FFF2-40B4-BE49-F238E27FC236}">
                <a16:creationId xmlns:a16="http://schemas.microsoft.com/office/drawing/2014/main" id="{CDAB0D8A-3DC8-9946-9177-3B8F1A20B367}"/>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7" name="Rectangle 7">
            <a:extLst>
              <a:ext uri="{FF2B5EF4-FFF2-40B4-BE49-F238E27FC236}">
                <a16:creationId xmlns:a16="http://schemas.microsoft.com/office/drawing/2014/main" id="{BF010232-83A2-D542-8D62-675171D1E1A7}"/>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18" name="Rectangle 7">
            <a:extLst>
              <a:ext uri="{FF2B5EF4-FFF2-40B4-BE49-F238E27FC236}">
                <a16:creationId xmlns:a16="http://schemas.microsoft.com/office/drawing/2014/main" id="{D73A2C90-F497-F247-A87D-3ED37ECFFC51}"/>
              </a:ext>
            </a:extLst>
          </p:cNvPr>
          <p:cNvSpPr txBox="1">
            <a:spLocks noChangeArrowheads="1"/>
          </p:cNvSpPr>
          <p:nvPr/>
        </p:nvSpPr>
        <p:spPr>
          <a:xfrm>
            <a:off x="1073823" y="165681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000000"/>
                </a:solidFill>
                <a:latin typeface="微软雅黑" panose="020B0503020204020204" pitchFamily="34" charset="-122"/>
                <a:sym typeface="微软雅黑" panose="020B0503020204020204" pitchFamily="34" charset="-122"/>
              </a:rPr>
              <a:t>③</a:t>
            </a:r>
            <a:r>
              <a:rPr lang="zh-CN" altLang="en-US" sz="2000" dirty="0">
                <a:solidFill>
                  <a:srgbClr val="000000"/>
                </a:solidFill>
                <a:latin typeface="微软雅黑" panose="020B0503020204020204" pitchFamily="34" charset="-122"/>
              </a:rPr>
              <a:t> 进行二级分解，设计系统的下层模块</a:t>
            </a:r>
          </a:p>
          <a:p>
            <a:pPr marL="849313" indent="-849313"/>
            <a:endParaRPr lang="zh-CN" altLang="en-US" sz="1800" dirty="0">
              <a:solidFill>
                <a:srgbClr val="CC6600"/>
              </a:solidFill>
              <a:sym typeface="微软雅黑" panose="020B0503020204020204" pitchFamily="34" charset="-122"/>
            </a:endParaRPr>
          </a:p>
        </p:txBody>
      </p:sp>
      <p:sp>
        <p:nvSpPr>
          <p:cNvPr id="19" name="矩形 5">
            <a:extLst>
              <a:ext uri="{FF2B5EF4-FFF2-40B4-BE49-F238E27FC236}">
                <a16:creationId xmlns:a16="http://schemas.microsoft.com/office/drawing/2014/main" id="{32D5147A-7A55-BB49-A3C3-EA430B4F52A8}"/>
              </a:ext>
            </a:extLst>
          </p:cNvPr>
          <p:cNvSpPr>
            <a:spLocks noChangeArrowheads="1"/>
          </p:cNvSpPr>
          <p:nvPr/>
        </p:nvSpPr>
        <p:spPr bwMode="auto">
          <a:xfrm>
            <a:off x="2804406" y="5885429"/>
            <a:ext cx="3448701"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dirty="0">
                <a:latin typeface="微软雅黑" panose="020B0503020204020204" pitchFamily="34" charset="-122"/>
                <a:ea typeface="微软雅黑" panose="020B0503020204020204" pitchFamily="34" charset="-122"/>
              </a:rPr>
              <a:t>学生档案管理系统的系统结构</a:t>
            </a:r>
            <a:r>
              <a:rPr lang="zh-CN" altLang="en-US" sz="1500" dirty="0">
                <a:latin typeface="微软雅黑" panose="020B0503020204020204" pitchFamily="34" charset="-122"/>
                <a:ea typeface="微软雅黑" panose="020B0503020204020204" pitchFamily="34" charset="-122"/>
              </a:rPr>
              <a:t>二级分解</a:t>
            </a:r>
          </a:p>
        </p:txBody>
      </p:sp>
      <p:pic>
        <p:nvPicPr>
          <p:cNvPr id="3" name="图片 2">
            <a:extLst>
              <a:ext uri="{FF2B5EF4-FFF2-40B4-BE49-F238E27FC236}">
                <a16:creationId xmlns:a16="http://schemas.microsoft.com/office/drawing/2014/main" id="{6CA35851-A573-1C41-AB82-42633F70CF25}"/>
              </a:ext>
            </a:extLst>
          </p:cNvPr>
          <p:cNvPicPr>
            <a:picLocks noChangeAspect="1"/>
          </p:cNvPicPr>
          <p:nvPr/>
        </p:nvPicPr>
        <p:blipFill>
          <a:blip r:embed="rId2"/>
          <a:stretch>
            <a:fillRect/>
          </a:stretch>
        </p:blipFill>
        <p:spPr>
          <a:xfrm>
            <a:off x="2352311" y="2556597"/>
            <a:ext cx="4283535" cy="2844058"/>
          </a:xfrm>
          <a:prstGeom prst="rect">
            <a:avLst/>
          </a:prstGeom>
        </p:spPr>
      </p:pic>
    </p:spTree>
    <p:extLst>
      <p:ext uri="{BB962C8B-B14F-4D97-AF65-F5344CB8AC3E}">
        <p14:creationId xmlns:p14="http://schemas.microsoft.com/office/powerpoint/2010/main" val="41744099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59</a:t>
            </a:fld>
            <a:endParaRPr lang="zh-CN" altLang="en-US"/>
          </a:p>
        </p:txBody>
      </p:sp>
      <p:sp>
        <p:nvSpPr>
          <p:cNvPr id="10" name="内容占位符 2">
            <a:extLst>
              <a:ext uri="{FF2B5EF4-FFF2-40B4-BE49-F238E27FC236}">
                <a16:creationId xmlns:a16="http://schemas.microsoft.com/office/drawing/2014/main" id="{D3CD4CA1-6C20-EB43-BC19-F6EE9CF81BE9}"/>
              </a:ext>
            </a:extLst>
          </p:cNvPr>
          <p:cNvSpPr>
            <a:spLocks noGrp="1"/>
          </p:cNvSpPr>
          <p:nvPr>
            <p:ph idx="1"/>
          </p:nvPr>
        </p:nvSpPr>
        <p:spPr>
          <a:xfrm>
            <a:off x="628650" y="2332231"/>
            <a:ext cx="7886700" cy="3263900"/>
          </a:xfrm>
        </p:spPr>
        <p:txBody>
          <a:bodyPr/>
          <a:lstStyle/>
          <a:p>
            <a:pPr eaLnBrk="1" hangingPunct="1"/>
            <a:endParaRPr kumimoji="1" lang="en-US" altLang="zh-CN" dirty="0"/>
          </a:p>
          <a:p>
            <a:pPr eaLnBrk="1" hangingPunct="1"/>
            <a:endParaRPr kumimoji="1" lang="zh-CN" altLang="en-US" dirty="0"/>
          </a:p>
        </p:txBody>
      </p:sp>
      <p:sp>
        <p:nvSpPr>
          <p:cNvPr id="16" name="Rectangle 2">
            <a:extLst>
              <a:ext uri="{FF2B5EF4-FFF2-40B4-BE49-F238E27FC236}">
                <a16:creationId xmlns:a16="http://schemas.microsoft.com/office/drawing/2014/main" id="{CDAB0D8A-3DC8-9946-9177-3B8F1A20B367}"/>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7" name="Rectangle 7">
            <a:extLst>
              <a:ext uri="{FF2B5EF4-FFF2-40B4-BE49-F238E27FC236}">
                <a16:creationId xmlns:a16="http://schemas.microsoft.com/office/drawing/2014/main" id="{BF010232-83A2-D542-8D62-675171D1E1A7}"/>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3.2.3</a:t>
            </a:r>
            <a:r>
              <a:rPr lang="zh-CN" altLang="en-US" dirty="0">
                <a:solidFill>
                  <a:srgbClr val="4E8F00"/>
                </a:solidFill>
                <a:effectLst/>
                <a:ea typeface="Microsoft YaHei UI" panose="020B0503020204020204" pitchFamily="34" charset="-122"/>
              </a:rPr>
              <a:t> </a:t>
            </a:r>
            <a:r>
              <a:rPr lang="zh-CN" altLang="en-US" dirty="0">
                <a:solidFill>
                  <a:srgbClr val="4E8F00"/>
                </a:solidFill>
                <a:effectLst/>
                <a:ea typeface="Microsoft YaHei UI" panose="020B0503020204020204" pitchFamily="34" charset="-122"/>
                <a:sym typeface="微软雅黑" panose="020B0503020204020204" pitchFamily="34" charset="-122"/>
              </a:rPr>
              <a:t>变换分析技术</a:t>
            </a:r>
          </a:p>
        </p:txBody>
      </p:sp>
      <p:sp>
        <p:nvSpPr>
          <p:cNvPr id="18" name="Rectangle 7">
            <a:extLst>
              <a:ext uri="{FF2B5EF4-FFF2-40B4-BE49-F238E27FC236}">
                <a16:creationId xmlns:a16="http://schemas.microsoft.com/office/drawing/2014/main" id="{D73A2C90-F497-F247-A87D-3ED37ECFFC51}"/>
              </a:ext>
            </a:extLst>
          </p:cNvPr>
          <p:cNvSpPr txBox="1">
            <a:spLocks noChangeArrowheads="1"/>
          </p:cNvSpPr>
          <p:nvPr/>
        </p:nvSpPr>
        <p:spPr>
          <a:xfrm>
            <a:off x="1073823" y="165681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000" dirty="0">
                <a:solidFill>
                  <a:srgbClr val="000000"/>
                </a:solidFill>
                <a:latin typeface="微软雅黑" panose="020B0503020204020204" pitchFamily="34" charset="-122"/>
                <a:sym typeface="微软雅黑" panose="020B0503020204020204" pitchFamily="34" charset="-122"/>
              </a:rPr>
              <a:t>④ 进一步细化</a:t>
            </a:r>
            <a:endParaRPr lang="zh-CN" altLang="en-US" sz="2000" dirty="0">
              <a:solidFill>
                <a:srgbClr val="000000"/>
              </a:solidFill>
              <a:latin typeface="微软雅黑" panose="020B0503020204020204" pitchFamily="34" charset="-122"/>
            </a:endParaRPr>
          </a:p>
          <a:p>
            <a:pPr marL="849313" indent="-849313"/>
            <a:endParaRPr lang="zh-CN" altLang="en-US" sz="1800" dirty="0">
              <a:solidFill>
                <a:srgbClr val="CC6600"/>
              </a:solidFill>
              <a:sym typeface="微软雅黑" panose="020B0503020204020204" pitchFamily="34" charset="-122"/>
            </a:endParaRPr>
          </a:p>
        </p:txBody>
      </p:sp>
      <p:sp>
        <p:nvSpPr>
          <p:cNvPr id="21" name="矩形 4">
            <a:extLst>
              <a:ext uri="{FF2B5EF4-FFF2-40B4-BE49-F238E27FC236}">
                <a16:creationId xmlns:a16="http://schemas.microsoft.com/office/drawing/2014/main" id="{5D409AD5-CB72-5A4B-AC38-3F38FAAB9657}"/>
              </a:ext>
            </a:extLst>
          </p:cNvPr>
          <p:cNvSpPr>
            <a:spLocks noChangeArrowheads="1"/>
          </p:cNvSpPr>
          <p:nvPr/>
        </p:nvSpPr>
        <p:spPr bwMode="auto">
          <a:xfrm>
            <a:off x="2997200" y="5701435"/>
            <a:ext cx="32734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dirty="0">
                <a:latin typeface="微软雅黑" panose="020B0503020204020204" pitchFamily="34" charset="-122"/>
                <a:ea typeface="微软雅黑" panose="020B0503020204020204" pitchFamily="34" charset="-122"/>
              </a:rPr>
              <a:t>学生档案管理系统</a:t>
            </a:r>
            <a:r>
              <a:rPr lang="zh-CN" altLang="zh-CN" sz="1500" dirty="0">
                <a:highlight>
                  <a:srgbClr val="FFFF00"/>
                </a:highlight>
                <a:latin typeface="微软雅黑" panose="020B0503020204020204" pitchFamily="34" charset="-122"/>
                <a:ea typeface="微软雅黑" panose="020B0503020204020204" pitchFamily="34" charset="-122"/>
              </a:rPr>
              <a:t>优化</a:t>
            </a:r>
            <a:r>
              <a:rPr lang="zh-CN" altLang="zh-CN" sz="1500" dirty="0">
                <a:latin typeface="微软雅黑" panose="020B0503020204020204" pitchFamily="34" charset="-122"/>
                <a:ea typeface="微软雅黑" panose="020B0503020204020204" pitchFamily="34" charset="-122"/>
              </a:rPr>
              <a:t>的系统结构图 </a:t>
            </a:r>
            <a:endParaRPr lang="zh-CN" altLang="en-US" sz="1500"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078F7FC3-91BE-3E4C-AA50-0C11FC3FAB19}"/>
              </a:ext>
            </a:extLst>
          </p:cNvPr>
          <p:cNvPicPr>
            <a:picLocks noChangeAspect="1"/>
          </p:cNvPicPr>
          <p:nvPr/>
        </p:nvPicPr>
        <p:blipFill>
          <a:blip r:embed="rId2"/>
          <a:stretch>
            <a:fillRect/>
          </a:stretch>
        </p:blipFill>
        <p:spPr>
          <a:xfrm>
            <a:off x="558868" y="2408960"/>
            <a:ext cx="8150087" cy="2903361"/>
          </a:xfrm>
          <a:prstGeom prst="rect">
            <a:avLst/>
          </a:prstGeom>
        </p:spPr>
      </p:pic>
    </p:spTree>
    <p:extLst>
      <p:ext uri="{BB962C8B-B14F-4D97-AF65-F5344CB8AC3E}">
        <p14:creationId xmlns:p14="http://schemas.microsoft.com/office/powerpoint/2010/main" val="307472757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2D794A33-9909-6D4C-A0E8-A5EA301DAA21}"/>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9C7ACE1D-A3C5-ED48-AE8D-28CF7000CA67}"/>
              </a:ext>
            </a:extLst>
          </p:cNvPr>
          <p:cNvSpPr>
            <a:spLocks noGrp="1"/>
          </p:cNvSpPr>
          <p:nvPr>
            <p:ph type="sldNum" sz="quarter" idx="12"/>
          </p:nvPr>
        </p:nvSpPr>
        <p:spPr/>
        <p:txBody>
          <a:bodyPr/>
          <a:lstStyle/>
          <a:p>
            <a:fld id="{9CD8D479-8942-46E8-A226-A4E01F7A105C}" type="slidenum">
              <a:rPr lang="en-US" altLang="zh-CN" smtClean="0"/>
              <a:pPr/>
              <a:t>60</a:t>
            </a:fld>
            <a:endParaRPr lang="zh-CN" altLang="en-US" dirty="0"/>
          </a:p>
        </p:txBody>
      </p:sp>
      <p:sp>
        <p:nvSpPr>
          <p:cNvPr id="6" name="页脚占位符 5">
            <a:extLst>
              <a:ext uri="{FF2B5EF4-FFF2-40B4-BE49-F238E27FC236}">
                <a16:creationId xmlns:a16="http://schemas.microsoft.com/office/drawing/2014/main" id="{424E6FC9-89B5-C548-B301-5EF6B971FE86}"/>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8" name="图片 7">
            <a:extLst>
              <a:ext uri="{FF2B5EF4-FFF2-40B4-BE49-F238E27FC236}">
                <a16:creationId xmlns:a16="http://schemas.microsoft.com/office/drawing/2014/main" id="{59E88D8E-6CB6-B040-B28F-11BEB5C91EB9}"/>
              </a:ext>
            </a:extLst>
          </p:cNvPr>
          <p:cNvPicPr>
            <a:picLocks noChangeAspect="1"/>
          </p:cNvPicPr>
          <p:nvPr/>
        </p:nvPicPr>
        <p:blipFill>
          <a:blip r:embed="rId2"/>
          <a:stretch>
            <a:fillRect/>
          </a:stretch>
        </p:blipFill>
        <p:spPr>
          <a:xfrm>
            <a:off x="3288024" y="248110"/>
            <a:ext cx="5410629" cy="6229974"/>
          </a:xfrm>
          <a:prstGeom prst="rect">
            <a:avLst/>
          </a:prstGeom>
          <a:solidFill>
            <a:srgbClr val="FFFFFF">
              <a:shade val="85000"/>
            </a:srgbClr>
          </a:solidFill>
          <a:ln w="127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图片 8">
            <a:extLst>
              <a:ext uri="{FF2B5EF4-FFF2-40B4-BE49-F238E27FC236}">
                <a16:creationId xmlns:a16="http://schemas.microsoft.com/office/drawing/2014/main" id="{C2AFD472-6097-6E4D-916A-06EB6CDBBD24}"/>
              </a:ext>
            </a:extLst>
          </p:cNvPr>
          <p:cNvPicPr>
            <a:picLocks noChangeAspect="1"/>
          </p:cNvPicPr>
          <p:nvPr/>
        </p:nvPicPr>
        <p:blipFill>
          <a:blip r:embed="rId3"/>
          <a:stretch>
            <a:fillRect/>
          </a:stretch>
        </p:blipFill>
        <p:spPr>
          <a:xfrm>
            <a:off x="349298" y="2991418"/>
            <a:ext cx="6076995" cy="3486666"/>
          </a:xfrm>
          <a:prstGeom prst="rect">
            <a:avLst/>
          </a:prstGeom>
          <a:solidFill>
            <a:srgbClr val="FFFFFF">
              <a:shade val="85000"/>
            </a:srgbClr>
          </a:solidFill>
          <a:ln w="127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525443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8"/>
                                        </p:tgtEl>
                                      </p:cBhvr>
                                      <p:by x="70000" y="70000"/>
                                    </p:animScale>
                                  </p:childTnLst>
                                </p:cTn>
                              </p:par>
                              <p:par>
                                <p:cTn id="7" presetID="0" presetClass="path" presetSubtype="0" accel="50000" decel="50000" fill="hold" nodeType="withEffect">
                                  <p:stCondLst>
                                    <p:cond delay="0"/>
                                  </p:stCondLst>
                                  <p:childTnLst>
                                    <p:animMotion origin="layout" path="M -0.00035 -0.00371 L 0.11667 -0.14445 " pathEditMode="relative" rAng="0" ptsTypes="AA">
                                      <p:cBhvr>
                                        <p:cTn id="8" dur="2000" fill="hold"/>
                                        <p:tgtEl>
                                          <p:spTgt spid="8"/>
                                        </p:tgtEl>
                                        <p:attrNameLst>
                                          <p:attrName>ppt_x</p:attrName>
                                          <p:attrName>ppt_y</p:attrName>
                                        </p:attrNameLst>
                                      </p:cBhvr>
                                      <p:rCtr x="5851" y="-7037"/>
                                    </p:animMotion>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61</a:t>
            </a:fld>
            <a:endParaRPr lang="zh-CN" altLang="en-US"/>
          </a:p>
        </p:txBody>
      </p:sp>
      <p:sp>
        <p:nvSpPr>
          <p:cNvPr id="10" name="内容占位符 2">
            <a:extLst>
              <a:ext uri="{FF2B5EF4-FFF2-40B4-BE49-F238E27FC236}">
                <a16:creationId xmlns:a16="http://schemas.microsoft.com/office/drawing/2014/main" id="{D3CD4CA1-6C20-EB43-BC19-F6EE9CF81BE9}"/>
              </a:ext>
            </a:extLst>
          </p:cNvPr>
          <p:cNvSpPr>
            <a:spLocks noGrp="1"/>
          </p:cNvSpPr>
          <p:nvPr>
            <p:ph idx="1"/>
          </p:nvPr>
        </p:nvSpPr>
        <p:spPr>
          <a:xfrm>
            <a:off x="628650" y="2332231"/>
            <a:ext cx="7886700" cy="3263900"/>
          </a:xfrm>
        </p:spPr>
        <p:txBody>
          <a:bodyPr/>
          <a:lstStyle/>
          <a:p>
            <a:pPr eaLnBrk="1" hangingPunct="1"/>
            <a:endParaRPr kumimoji="1" lang="en-US" altLang="zh-CN" dirty="0"/>
          </a:p>
          <a:p>
            <a:pPr eaLnBrk="1" hangingPunct="1"/>
            <a:endParaRPr kumimoji="1" lang="zh-CN" altLang="en-US" dirty="0"/>
          </a:p>
        </p:txBody>
      </p:sp>
      <p:sp>
        <p:nvSpPr>
          <p:cNvPr id="16" name="Rectangle 2">
            <a:extLst>
              <a:ext uri="{FF2B5EF4-FFF2-40B4-BE49-F238E27FC236}">
                <a16:creationId xmlns:a16="http://schemas.microsoft.com/office/drawing/2014/main" id="{CDAB0D8A-3DC8-9946-9177-3B8F1A20B367}"/>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7" name="Rectangle 7">
            <a:extLst>
              <a:ext uri="{FF2B5EF4-FFF2-40B4-BE49-F238E27FC236}">
                <a16:creationId xmlns:a16="http://schemas.microsoft.com/office/drawing/2014/main" id="{BF010232-83A2-D542-8D62-675171D1E1A7}"/>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ffectLst/>
                <a:ea typeface="Microsoft YaHei UI" panose="020B0503020204020204" pitchFamily="34" charset="-122"/>
              </a:rPr>
              <a:t>3.2.4</a:t>
            </a:r>
            <a:r>
              <a:rPr lang="zh-CN" altLang="en-US" dirty="0">
                <a:solidFill>
                  <a:srgbClr val="4E8F00"/>
                </a:solidFill>
                <a:effectLst/>
                <a:ea typeface="Microsoft YaHei UI" panose="020B0503020204020204" pitchFamily="34" charset="-122"/>
              </a:rPr>
              <a:t> </a:t>
            </a:r>
            <a:r>
              <a:rPr lang="zh-CN" altLang="en-US" dirty="0">
                <a:solidFill>
                  <a:srgbClr val="C00000"/>
                </a:solidFill>
                <a:effectLst/>
                <a:ea typeface="Microsoft YaHei UI" panose="020B0503020204020204" pitchFamily="34" charset="-122"/>
                <a:sym typeface="微软雅黑" panose="020B0503020204020204" pitchFamily="34" charset="-122"/>
              </a:rPr>
              <a:t>事务分析技术</a:t>
            </a:r>
          </a:p>
        </p:txBody>
      </p:sp>
      <p:sp>
        <p:nvSpPr>
          <p:cNvPr id="11" name="Rectangle 7">
            <a:extLst>
              <a:ext uri="{FF2B5EF4-FFF2-40B4-BE49-F238E27FC236}">
                <a16:creationId xmlns:a16="http://schemas.microsoft.com/office/drawing/2014/main" id="{5C226715-9194-014F-8DEE-7B09B835D180}"/>
              </a:ext>
            </a:extLst>
          </p:cNvPr>
          <p:cNvSpPr txBox="1">
            <a:spLocks noChangeArrowheads="1"/>
          </p:cNvSpPr>
          <p:nvPr/>
        </p:nvSpPr>
        <p:spPr>
          <a:xfrm>
            <a:off x="1255308" y="1858132"/>
            <a:ext cx="6688045" cy="4129200"/>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是把事务型数据流图转化为软件结构图的技术</a:t>
            </a:r>
            <a:endParaRPr lang="en-US" altLang="zh-CN" sz="2000" dirty="0">
              <a:solidFill>
                <a:srgbClr val="000000"/>
              </a:solidFill>
              <a:latin typeface="微软雅黑" panose="020B0503020204020204" pitchFamily="34" charset="-122"/>
              <a:sym typeface="微软雅黑" panose="020B0503020204020204" pitchFamily="34" charset="-122"/>
            </a:endParaRPr>
          </a:p>
          <a:p>
            <a:pPr marL="317500" indent="-317500">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事务型数据流图可看成：是对一个数据经过某种</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加工</a:t>
            </a:r>
            <a:r>
              <a:rPr lang="zh-CN" altLang="en-US" sz="2000" dirty="0">
                <a:solidFill>
                  <a:srgbClr val="000000"/>
                </a:solidFill>
                <a:latin typeface="微软雅黑" panose="020B0503020204020204" pitchFamily="34" charset="-122"/>
                <a:sym typeface="微软雅黑" panose="020B0503020204020204" pitchFamily="34" charset="-122"/>
              </a:rPr>
              <a:t>（判断数据流类型）后，按加工的结果，选择一个输出数据流继续执行的处理</a:t>
            </a:r>
          </a:p>
        </p:txBody>
      </p:sp>
    </p:spTree>
    <p:extLst>
      <p:ext uri="{BB962C8B-B14F-4D97-AF65-F5344CB8AC3E}">
        <p14:creationId xmlns:p14="http://schemas.microsoft.com/office/powerpoint/2010/main" val="381728212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1+#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1</a:t>
            </a:r>
            <a:r>
              <a:rPr lang="zh-CN" altLang="en-US" sz="2400" dirty="0">
                <a:solidFill>
                  <a:srgbClr val="CC6600"/>
                </a:solidFill>
              </a:rPr>
              <a:t> </a:t>
            </a:r>
            <a:r>
              <a:rPr lang="zh-CN" altLang="en-US" sz="2400" dirty="0">
                <a:solidFill>
                  <a:srgbClr val="CC6600"/>
                </a:solidFill>
                <a:sym typeface="微软雅黑" panose="020B0503020204020204" pitchFamily="34" charset="-122"/>
              </a:rPr>
              <a:t>确定流边界</a:t>
            </a: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1421174" y="2504321"/>
            <a:ext cx="6688045" cy="1019404"/>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首先从数据流图中找出事务流、</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事务处理中心</a:t>
            </a:r>
            <a:r>
              <a:rPr lang="zh-CN" altLang="en-US" sz="1800" dirty="0">
                <a:solidFill>
                  <a:srgbClr val="000000"/>
                </a:solidFill>
                <a:latin typeface="微软雅黑" panose="020B0503020204020204" pitchFamily="34" charset="-122"/>
                <a:sym typeface="微软雅黑" panose="020B0503020204020204" pitchFamily="34" charset="-122"/>
              </a:rPr>
              <a:t>和事务路径</a:t>
            </a:r>
            <a:endParaRPr lang="zh-CN" altLang="en-US" sz="1800" dirty="0">
              <a:solidFill>
                <a:srgbClr val="C00000"/>
              </a:solidFill>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事务中心前是</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接受事物</a:t>
            </a:r>
            <a:r>
              <a:rPr lang="zh-CN" altLang="en-US" sz="1800" dirty="0">
                <a:solidFill>
                  <a:srgbClr val="000000"/>
                </a:solidFill>
                <a:latin typeface="微软雅黑" panose="020B0503020204020204" pitchFamily="34" charset="-122"/>
                <a:sym typeface="微软雅黑" panose="020B0503020204020204" pitchFamily="34" charset="-122"/>
              </a:rPr>
              <a:t>，事务中心后是</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事物路径</a:t>
            </a:r>
            <a:endPar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D1B7BD19-6801-E449-A6C0-DBA0B68DEECF}"/>
              </a:ext>
            </a:extLst>
          </p:cNvPr>
          <p:cNvSpPr txBox="1">
            <a:spLocks noChangeArrowheads="1"/>
          </p:cNvSpPr>
          <p:nvPr/>
        </p:nvSpPr>
        <p:spPr>
          <a:xfrm>
            <a:off x="1073823" y="3789223"/>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2</a:t>
            </a:r>
            <a:r>
              <a:rPr lang="zh-CN" altLang="en-US" sz="2400" dirty="0">
                <a:solidFill>
                  <a:srgbClr val="CC6600"/>
                </a:solidFill>
              </a:rPr>
              <a:t> </a:t>
            </a:r>
            <a:r>
              <a:rPr lang="zh-CN" altLang="en-US" sz="2400" dirty="0">
                <a:solidFill>
                  <a:srgbClr val="CC6600"/>
                </a:solidFill>
                <a:sym typeface="微软雅黑" panose="020B0503020204020204" pitchFamily="34" charset="-122"/>
              </a:rPr>
              <a:t>进行一级分解，设计上层模块</a:t>
            </a:r>
          </a:p>
        </p:txBody>
      </p:sp>
      <p:sp>
        <p:nvSpPr>
          <p:cNvPr id="15" name="Rectangle 7">
            <a:extLst>
              <a:ext uri="{FF2B5EF4-FFF2-40B4-BE49-F238E27FC236}">
                <a16:creationId xmlns:a16="http://schemas.microsoft.com/office/drawing/2014/main" id="{08658D7A-CDC5-5A48-8811-DC081418C8BC}"/>
              </a:ext>
            </a:extLst>
          </p:cNvPr>
          <p:cNvSpPr txBox="1">
            <a:spLocks noChangeArrowheads="1"/>
          </p:cNvSpPr>
          <p:nvPr/>
        </p:nvSpPr>
        <p:spPr>
          <a:xfrm>
            <a:off x="1421174" y="4504718"/>
            <a:ext cx="6688045" cy="1809255"/>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事务分析的任务 </a:t>
            </a:r>
            <a:r>
              <a:rPr lang="en-US" altLang="zh-CN" sz="1800" dirty="0">
                <a:solidFill>
                  <a:srgbClr val="000000"/>
                </a:solidFill>
                <a:latin typeface="微软雅黑" panose="020B0503020204020204" pitchFamily="34" charset="-122"/>
                <a:sym typeface="微软雅黑" panose="020B0503020204020204" pitchFamily="34" charset="-122"/>
              </a:rPr>
              <a:t>——</a:t>
            </a:r>
            <a:r>
              <a:rPr lang="zh-CN" altLang="en-US" sz="1800" dirty="0">
                <a:solidFill>
                  <a:srgbClr val="000000"/>
                </a:solidFill>
                <a:latin typeface="微软雅黑" panose="020B0503020204020204" pitchFamily="34" charset="-122"/>
                <a:sym typeface="微软雅黑" panose="020B0503020204020204" pitchFamily="34" charset="-122"/>
              </a:rPr>
              <a:t> 是从数据流图中导出具有 </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接受分支 </a:t>
            </a:r>
            <a:r>
              <a:rPr lang="zh-CN" altLang="en-US" sz="1800" dirty="0">
                <a:solidFill>
                  <a:srgbClr val="000000"/>
                </a:solidFill>
                <a:latin typeface="微软雅黑" panose="020B0503020204020204" pitchFamily="34" charset="-122"/>
                <a:sym typeface="微软雅黑" panose="020B0503020204020204" pitchFamily="34" charset="-122"/>
              </a:rPr>
              <a:t>和 </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发送分支 </a:t>
            </a:r>
            <a:r>
              <a:rPr lang="zh-CN" altLang="en-US" sz="1800" dirty="0">
                <a:solidFill>
                  <a:srgbClr val="000000"/>
                </a:solidFill>
                <a:latin typeface="微软雅黑" panose="020B0503020204020204" pitchFamily="34" charset="-122"/>
                <a:sym typeface="微软雅黑" panose="020B0503020204020204" pitchFamily="34" charset="-122"/>
              </a:rPr>
              <a:t>的软件结构</a:t>
            </a:r>
            <a:endParaRPr lang="zh-CN" altLang="en-US" sz="1800" dirty="0">
              <a:solidFill>
                <a:srgbClr val="C00000"/>
              </a:solidFill>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对事物流应设计“</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接受事物”模块</a:t>
            </a:r>
            <a:endParaRPr lang="en-US" altLang="zh-CN" sz="1800" dirty="0">
              <a:solidFill>
                <a:srgbClr val="000000"/>
              </a:solidFill>
              <a:highlight>
                <a:srgbClr val="FFFF00"/>
              </a:highlight>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对事务路径，应设计“</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发送控制”模块</a:t>
            </a:r>
            <a:endParaRPr lang="zh-CN" altLang="en-US" sz="1800" dirty="0">
              <a:solidFill>
                <a:srgbClr val="C00000"/>
              </a:solidFill>
              <a:highlight>
                <a:srgbClr val="FFFF00"/>
              </a:highlight>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403615397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1000"/>
                                        <p:tgtEl>
                                          <p:spTgt spid="15"/>
                                        </p:tgtEl>
                                      </p:cBhvr>
                                    </p:animEffect>
                                    <p:anim calcmode="lin" valueType="num">
                                      <p:cBhvr>
                                        <p:cTn id="27" dur="1000" fill="hold"/>
                                        <p:tgtEl>
                                          <p:spTgt spid="15"/>
                                        </p:tgtEl>
                                        <p:attrNameLst>
                                          <p:attrName>ppt_x</p:attrName>
                                        </p:attrNameLst>
                                      </p:cBhvr>
                                      <p:tavLst>
                                        <p:tav tm="0">
                                          <p:val>
                                            <p:strVal val="#ppt_x"/>
                                          </p:val>
                                        </p:tav>
                                        <p:tav tm="100000">
                                          <p:val>
                                            <p:strVal val="#ppt_x"/>
                                          </p:val>
                                        </p:tav>
                                      </p:tavLst>
                                    </p:anim>
                                    <p:anim calcmode="lin" valueType="num">
                                      <p:cBhvr>
                                        <p:cTn id="2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5" grpId="0"/>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17" name="AutoShape 7">
            <a:extLst>
              <a:ext uri="{FF2B5EF4-FFF2-40B4-BE49-F238E27FC236}">
                <a16:creationId xmlns:a16="http://schemas.microsoft.com/office/drawing/2014/main" id="{AE8BAE4E-603C-A94B-85A9-FA80AD3D4F33}"/>
              </a:ext>
            </a:extLst>
          </p:cNvPr>
          <p:cNvSpPr>
            <a:spLocks noChangeArrowheads="1"/>
          </p:cNvSpPr>
          <p:nvPr/>
        </p:nvSpPr>
        <p:spPr bwMode="auto">
          <a:xfrm>
            <a:off x="3482781" y="3149202"/>
            <a:ext cx="762000" cy="419100"/>
          </a:xfrm>
          <a:prstGeom prst="rightArrow">
            <a:avLst>
              <a:gd name="adj1" fmla="val 50000"/>
              <a:gd name="adj2" fmla="val 45455"/>
            </a:avLst>
          </a:prstGeom>
          <a:solidFill>
            <a:srgbClr val="CC0000"/>
          </a:solidFill>
          <a:ln w="9525">
            <a:solidFill>
              <a:srgbClr val="FFFF00"/>
            </a:solidFill>
            <a:miter lim="800000"/>
            <a:headEnd/>
            <a:tailEn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20" name="Text Box 10">
            <a:extLst>
              <a:ext uri="{FF2B5EF4-FFF2-40B4-BE49-F238E27FC236}">
                <a16:creationId xmlns:a16="http://schemas.microsoft.com/office/drawing/2014/main" id="{5A09AE20-1B69-4049-94D7-A801AC01768F}"/>
              </a:ext>
            </a:extLst>
          </p:cNvPr>
          <p:cNvSpPr txBox="1">
            <a:spLocks noChangeArrowheads="1"/>
          </p:cNvSpPr>
          <p:nvPr/>
        </p:nvSpPr>
        <p:spPr bwMode="auto">
          <a:xfrm>
            <a:off x="264917" y="5209208"/>
            <a:ext cx="3643887" cy="314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10000"/>
              </a:spcBef>
            </a:pPr>
            <a:r>
              <a:rPr lang="zh-CN" altLang="en-US" dirty="0">
                <a:solidFill>
                  <a:srgbClr val="000000"/>
                </a:solidFill>
                <a:latin typeface="楷体_GB2312" panose="02010609030101010101" pitchFamily="49" charset="-122"/>
              </a:rPr>
              <a:t>原始的数据流图（带发送分支）</a:t>
            </a:r>
          </a:p>
        </p:txBody>
      </p:sp>
      <p:sp>
        <p:nvSpPr>
          <p:cNvPr id="21" name="Oval 11">
            <a:extLst>
              <a:ext uri="{FF2B5EF4-FFF2-40B4-BE49-F238E27FC236}">
                <a16:creationId xmlns:a16="http://schemas.microsoft.com/office/drawing/2014/main" id="{50A28F49-72F0-4E4E-BA7D-4BCB5F63FCD4}"/>
              </a:ext>
            </a:extLst>
          </p:cNvPr>
          <p:cNvSpPr>
            <a:spLocks noChangeArrowheads="1"/>
          </p:cNvSpPr>
          <p:nvPr/>
        </p:nvSpPr>
        <p:spPr bwMode="auto">
          <a:xfrm>
            <a:off x="1280918" y="3129822"/>
            <a:ext cx="454025" cy="390525"/>
          </a:xfrm>
          <a:prstGeom prst="ellipse">
            <a:avLst/>
          </a:prstGeom>
          <a:solidFill>
            <a:srgbClr val="FFFFCC"/>
          </a:solidFill>
          <a:ln w="9525">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rgbClr val="000000"/>
                </a:solidFill>
                <a:latin typeface="楷体_GB2312" panose="02010609030101010101" pitchFamily="49" charset="-122"/>
              </a:rPr>
              <a:t>I</a:t>
            </a:r>
          </a:p>
        </p:txBody>
      </p:sp>
      <p:grpSp>
        <p:nvGrpSpPr>
          <p:cNvPr id="22" name="Group 12">
            <a:extLst>
              <a:ext uri="{FF2B5EF4-FFF2-40B4-BE49-F238E27FC236}">
                <a16:creationId xmlns:a16="http://schemas.microsoft.com/office/drawing/2014/main" id="{6ED3F41A-6E81-DB40-A8AE-C29F37F3C1CC}"/>
              </a:ext>
            </a:extLst>
          </p:cNvPr>
          <p:cNvGrpSpPr>
            <a:grpSpLocks/>
          </p:cNvGrpSpPr>
          <p:nvPr/>
        </p:nvGrpSpPr>
        <p:grpSpPr bwMode="auto">
          <a:xfrm>
            <a:off x="1734943" y="2736122"/>
            <a:ext cx="533400" cy="1225550"/>
            <a:chOff x="1324" y="2304"/>
            <a:chExt cx="452" cy="1200"/>
          </a:xfrm>
        </p:grpSpPr>
        <p:sp>
          <p:nvSpPr>
            <p:cNvPr id="37" name="Line 13">
              <a:extLst>
                <a:ext uri="{FF2B5EF4-FFF2-40B4-BE49-F238E27FC236}">
                  <a16:creationId xmlns:a16="http://schemas.microsoft.com/office/drawing/2014/main" id="{93E0B4B3-A7AC-FF44-9010-BCAE9D85054D}"/>
                </a:ext>
              </a:extLst>
            </p:cNvPr>
            <p:cNvSpPr>
              <a:spLocks noChangeShapeType="1"/>
            </p:cNvSpPr>
            <p:nvPr/>
          </p:nvSpPr>
          <p:spPr bwMode="auto">
            <a:xfrm flipV="1">
              <a:off x="1324" y="2304"/>
              <a:ext cx="432" cy="528"/>
            </a:xfrm>
            <a:prstGeom prst="line">
              <a:avLst/>
            </a:prstGeom>
            <a:noFill/>
            <a:ln w="9525">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38" name="Line 14">
              <a:extLst>
                <a:ext uri="{FF2B5EF4-FFF2-40B4-BE49-F238E27FC236}">
                  <a16:creationId xmlns:a16="http://schemas.microsoft.com/office/drawing/2014/main" id="{D2D83C6F-15CE-7840-A0B0-1E6C19259ACF}"/>
                </a:ext>
              </a:extLst>
            </p:cNvPr>
            <p:cNvSpPr>
              <a:spLocks noChangeShapeType="1"/>
            </p:cNvSpPr>
            <p:nvPr/>
          </p:nvSpPr>
          <p:spPr bwMode="auto">
            <a:xfrm>
              <a:off x="1324" y="2881"/>
              <a:ext cx="432" cy="0"/>
            </a:xfrm>
            <a:prstGeom prst="line">
              <a:avLst/>
            </a:prstGeom>
            <a:noFill/>
            <a:ln w="9525">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39" name="Line 15">
              <a:extLst>
                <a:ext uri="{FF2B5EF4-FFF2-40B4-BE49-F238E27FC236}">
                  <a16:creationId xmlns:a16="http://schemas.microsoft.com/office/drawing/2014/main" id="{59BA0C35-114D-3445-A947-CC4288F183AA}"/>
                </a:ext>
              </a:extLst>
            </p:cNvPr>
            <p:cNvSpPr>
              <a:spLocks noChangeShapeType="1"/>
            </p:cNvSpPr>
            <p:nvPr/>
          </p:nvSpPr>
          <p:spPr bwMode="auto">
            <a:xfrm>
              <a:off x="1344" y="2927"/>
              <a:ext cx="432" cy="577"/>
            </a:xfrm>
            <a:prstGeom prst="line">
              <a:avLst/>
            </a:prstGeom>
            <a:noFill/>
            <a:ln w="9525">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grpSp>
      <p:grpSp>
        <p:nvGrpSpPr>
          <p:cNvPr id="23" name="Group 16">
            <a:extLst>
              <a:ext uri="{FF2B5EF4-FFF2-40B4-BE49-F238E27FC236}">
                <a16:creationId xmlns:a16="http://schemas.microsoft.com/office/drawing/2014/main" id="{5CC1DBE9-FD35-F54F-BB41-F221EE1F679C}"/>
              </a:ext>
            </a:extLst>
          </p:cNvPr>
          <p:cNvGrpSpPr>
            <a:grpSpLocks/>
          </p:cNvGrpSpPr>
          <p:nvPr/>
        </p:nvGrpSpPr>
        <p:grpSpPr bwMode="auto">
          <a:xfrm>
            <a:off x="2244531" y="2540859"/>
            <a:ext cx="454025" cy="1568450"/>
            <a:chOff x="1756" y="2112"/>
            <a:chExt cx="384" cy="1536"/>
          </a:xfrm>
        </p:grpSpPr>
        <p:sp>
          <p:nvSpPr>
            <p:cNvPr id="34" name="Oval 17">
              <a:extLst>
                <a:ext uri="{FF2B5EF4-FFF2-40B4-BE49-F238E27FC236}">
                  <a16:creationId xmlns:a16="http://schemas.microsoft.com/office/drawing/2014/main" id="{0A0003C0-D18B-8F47-948D-C4F5934B8EF5}"/>
                </a:ext>
              </a:extLst>
            </p:cNvPr>
            <p:cNvSpPr>
              <a:spLocks noChangeArrowheads="1"/>
            </p:cNvSpPr>
            <p:nvPr/>
          </p:nvSpPr>
          <p:spPr bwMode="auto">
            <a:xfrm>
              <a:off x="1756" y="2112"/>
              <a:ext cx="384" cy="384"/>
            </a:xfrm>
            <a:prstGeom prst="ellipse">
              <a:avLst/>
            </a:prstGeom>
            <a:solidFill>
              <a:srgbClr val="FFFFCC"/>
            </a:solidFill>
            <a:ln w="9525">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rgbClr val="000000"/>
                  </a:solidFill>
                  <a:latin typeface="楷体_GB2312" panose="02010609030101010101" pitchFamily="49" charset="-122"/>
                </a:rPr>
                <a:t>P1</a:t>
              </a:r>
            </a:p>
          </p:txBody>
        </p:sp>
        <p:sp>
          <p:nvSpPr>
            <p:cNvPr id="35" name="Oval 18">
              <a:extLst>
                <a:ext uri="{FF2B5EF4-FFF2-40B4-BE49-F238E27FC236}">
                  <a16:creationId xmlns:a16="http://schemas.microsoft.com/office/drawing/2014/main" id="{4E15F351-CED4-E248-A311-7F4CE9CCDA4D}"/>
                </a:ext>
              </a:extLst>
            </p:cNvPr>
            <p:cNvSpPr>
              <a:spLocks noChangeArrowheads="1"/>
            </p:cNvSpPr>
            <p:nvPr/>
          </p:nvSpPr>
          <p:spPr bwMode="auto">
            <a:xfrm>
              <a:off x="1756" y="2688"/>
              <a:ext cx="384" cy="384"/>
            </a:xfrm>
            <a:prstGeom prst="ellipse">
              <a:avLst/>
            </a:prstGeom>
            <a:solidFill>
              <a:srgbClr val="FFFFCC"/>
            </a:solidFill>
            <a:ln w="9525">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rgbClr val="000000"/>
                  </a:solidFill>
                  <a:latin typeface="楷体_GB2312" panose="02010609030101010101" pitchFamily="49" charset="-122"/>
                </a:rPr>
                <a:t>P2</a:t>
              </a:r>
            </a:p>
          </p:txBody>
        </p:sp>
        <p:sp>
          <p:nvSpPr>
            <p:cNvPr id="36" name="Oval 19">
              <a:extLst>
                <a:ext uri="{FF2B5EF4-FFF2-40B4-BE49-F238E27FC236}">
                  <a16:creationId xmlns:a16="http://schemas.microsoft.com/office/drawing/2014/main" id="{AECF1BB6-0952-4440-B4D7-484C14ECB341}"/>
                </a:ext>
              </a:extLst>
            </p:cNvPr>
            <p:cNvSpPr>
              <a:spLocks noChangeArrowheads="1"/>
            </p:cNvSpPr>
            <p:nvPr/>
          </p:nvSpPr>
          <p:spPr bwMode="auto">
            <a:xfrm>
              <a:off x="1756" y="3264"/>
              <a:ext cx="384" cy="384"/>
            </a:xfrm>
            <a:prstGeom prst="ellipse">
              <a:avLst/>
            </a:prstGeom>
            <a:solidFill>
              <a:srgbClr val="FFFFCC"/>
            </a:solidFill>
            <a:ln w="9525">
              <a:solidFill>
                <a:schemeClr val="accent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a:solidFill>
                    <a:srgbClr val="000000"/>
                  </a:solidFill>
                  <a:latin typeface="楷体_GB2312" panose="02010609030101010101" pitchFamily="49" charset="-122"/>
                </a:rPr>
                <a:t>P3</a:t>
              </a:r>
            </a:p>
          </p:txBody>
        </p:sp>
      </p:grpSp>
      <p:grpSp>
        <p:nvGrpSpPr>
          <p:cNvPr id="24" name="Group 20">
            <a:extLst>
              <a:ext uri="{FF2B5EF4-FFF2-40B4-BE49-F238E27FC236}">
                <a16:creationId xmlns:a16="http://schemas.microsoft.com/office/drawing/2014/main" id="{64E4C72D-FD4C-C940-A07F-547871FE66F3}"/>
              </a:ext>
            </a:extLst>
          </p:cNvPr>
          <p:cNvGrpSpPr>
            <a:grpSpLocks/>
          </p:cNvGrpSpPr>
          <p:nvPr/>
        </p:nvGrpSpPr>
        <p:grpSpPr bwMode="auto">
          <a:xfrm>
            <a:off x="2727131" y="2736122"/>
            <a:ext cx="396875" cy="1176338"/>
            <a:chOff x="2140" y="2304"/>
            <a:chExt cx="336" cy="1152"/>
          </a:xfrm>
        </p:grpSpPr>
        <p:sp>
          <p:nvSpPr>
            <p:cNvPr id="31" name="Line 21">
              <a:extLst>
                <a:ext uri="{FF2B5EF4-FFF2-40B4-BE49-F238E27FC236}">
                  <a16:creationId xmlns:a16="http://schemas.microsoft.com/office/drawing/2014/main" id="{9B84C33E-3D1B-454E-B087-D30D940966D8}"/>
                </a:ext>
              </a:extLst>
            </p:cNvPr>
            <p:cNvSpPr>
              <a:spLocks noChangeShapeType="1"/>
            </p:cNvSpPr>
            <p:nvPr/>
          </p:nvSpPr>
          <p:spPr bwMode="auto">
            <a:xfrm>
              <a:off x="2140" y="2304"/>
              <a:ext cx="336" cy="0"/>
            </a:xfrm>
            <a:prstGeom prst="line">
              <a:avLst/>
            </a:prstGeom>
            <a:noFill/>
            <a:ln w="9525">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32" name="Line 22">
              <a:extLst>
                <a:ext uri="{FF2B5EF4-FFF2-40B4-BE49-F238E27FC236}">
                  <a16:creationId xmlns:a16="http://schemas.microsoft.com/office/drawing/2014/main" id="{783B5015-3FFF-CE4C-8F84-DD73629E7D3F}"/>
                </a:ext>
              </a:extLst>
            </p:cNvPr>
            <p:cNvSpPr>
              <a:spLocks noChangeShapeType="1"/>
            </p:cNvSpPr>
            <p:nvPr/>
          </p:nvSpPr>
          <p:spPr bwMode="auto">
            <a:xfrm>
              <a:off x="2140" y="2881"/>
              <a:ext cx="336" cy="0"/>
            </a:xfrm>
            <a:prstGeom prst="line">
              <a:avLst/>
            </a:prstGeom>
            <a:noFill/>
            <a:ln w="9525">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33" name="Line 23">
              <a:extLst>
                <a:ext uri="{FF2B5EF4-FFF2-40B4-BE49-F238E27FC236}">
                  <a16:creationId xmlns:a16="http://schemas.microsoft.com/office/drawing/2014/main" id="{96ACEB5A-AAD2-7E4F-AF8F-0BC0452F7720}"/>
                </a:ext>
              </a:extLst>
            </p:cNvPr>
            <p:cNvSpPr>
              <a:spLocks noChangeShapeType="1"/>
            </p:cNvSpPr>
            <p:nvPr/>
          </p:nvSpPr>
          <p:spPr bwMode="auto">
            <a:xfrm>
              <a:off x="2140" y="3456"/>
              <a:ext cx="336" cy="0"/>
            </a:xfrm>
            <a:prstGeom prst="line">
              <a:avLst/>
            </a:prstGeom>
            <a:noFill/>
            <a:ln w="9525">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grpSp>
      <p:sp>
        <p:nvSpPr>
          <p:cNvPr id="25" name="Line 24">
            <a:extLst>
              <a:ext uri="{FF2B5EF4-FFF2-40B4-BE49-F238E27FC236}">
                <a16:creationId xmlns:a16="http://schemas.microsoft.com/office/drawing/2014/main" id="{47E1278D-1412-004E-B7E6-B918080F1B3F}"/>
              </a:ext>
            </a:extLst>
          </p:cNvPr>
          <p:cNvSpPr>
            <a:spLocks noChangeShapeType="1"/>
          </p:cNvSpPr>
          <p:nvPr/>
        </p:nvSpPr>
        <p:spPr bwMode="auto">
          <a:xfrm>
            <a:off x="1166618" y="2531334"/>
            <a:ext cx="0" cy="2154238"/>
          </a:xfrm>
          <a:prstGeom prst="line">
            <a:avLst/>
          </a:prstGeom>
          <a:noFill/>
          <a:ln w="12700">
            <a:solidFill>
              <a:schemeClr val="tx1"/>
            </a:solidFill>
            <a:prstDash val="dash"/>
            <a:round/>
            <a:headEnd/>
            <a:tailEn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26" name="Line 25">
            <a:extLst>
              <a:ext uri="{FF2B5EF4-FFF2-40B4-BE49-F238E27FC236}">
                <a16:creationId xmlns:a16="http://schemas.microsoft.com/office/drawing/2014/main" id="{800BB7A5-3DD4-7746-ABB8-423DCED6BEC9}"/>
              </a:ext>
            </a:extLst>
          </p:cNvPr>
          <p:cNvSpPr>
            <a:spLocks noChangeShapeType="1"/>
          </p:cNvSpPr>
          <p:nvPr/>
        </p:nvSpPr>
        <p:spPr bwMode="auto">
          <a:xfrm>
            <a:off x="2041331" y="2531334"/>
            <a:ext cx="0" cy="2154238"/>
          </a:xfrm>
          <a:prstGeom prst="line">
            <a:avLst/>
          </a:prstGeom>
          <a:noFill/>
          <a:ln w="12700">
            <a:solidFill>
              <a:schemeClr val="tx1"/>
            </a:solidFill>
            <a:prstDash val="dash"/>
            <a:round/>
            <a:headEnd/>
            <a:tailEn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27" name="Text Box 26">
            <a:extLst>
              <a:ext uri="{FF2B5EF4-FFF2-40B4-BE49-F238E27FC236}">
                <a16:creationId xmlns:a16="http://schemas.microsoft.com/office/drawing/2014/main" id="{43FC7FFE-A7ED-7149-BBC1-1CEF28205702}"/>
              </a:ext>
            </a:extLst>
          </p:cNvPr>
          <p:cNvSpPr txBox="1">
            <a:spLocks noChangeArrowheads="1"/>
          </p:cNvSpPr>
          <p:nvPr/>
        </p:nvSpPr>
        <p:spPr bwMode="auto">
          <a:xfrm>
            <a:off x="304606" y="4199797"/>
            <a:ext cx="11350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600">
                <a:solidFill>
                  <a:srgbClr val="000000"/>
                </a:solidFill>
                <a:latin typeface="楷体_GB2312" panose="02010609030101010101" pitchFamily="49" charset="-122"/>
              </a:rPr>
              <a:t>事物流</a:t>
            </a:r>
          </a:p>
        </p:txBody>
      </p:sp>
      <p:sp>
        <p:nvSpPr>
          <p:cNvPr id="28" name="Text Box 27">
            <a:extLst>
              <a:ext uri="{FF2B5EF4-FFF2-40B4-BE49-F238E27FC236}">
                <a16:creationId xmlns:a16="http://schemas.microsoft.com/office/drawing/2014/main" id="{9E7E9774-07A3-754A-B3E0-D54076BF84F2}"/>
              </a:ext>
            </a:extLst>
          </p:cNvPr>
          <p:cNvSpPr txBox="1">
            <a:spLocks noChangeArrowheads="1"/>
          </p:cNvSpPr>
          <p:nvPr/>
        </p:nvSpPr>
        <p:spPr bwMode="auto">
          <a:xfrm>
            <a:off x="1104706" y="4199797"/>
            <a:ext cx="11414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600">
                <a:solidFill>
                  <a:srgbClr val="000000"/>
                </a:solidFill>
                <a:latin typeface="楷体_GB2312" panose="02010609030101010101" pitchFamily="49" charset="-122"/>
              </a:rPr>
              <a:t>事务中心</a:t>
            </a:r>
          </a:p>
        </p:txBody>
      </p:sp>
      <p:sp>
        <p:nvSpPr>
          <p:cNvPr id="29" name="Text Box 28">
            <a:extLst>
              <a:ext uri="{FF2B5EF4-FFF2-40B4-BE49-F238E27FC236}">
                <a16:creationId xmlns:a16="http://schemas.microsoft.com/office/drawing/2014/main" id="{3D605596-2CF1-A64D-A0FF-81C3BBAF849D}"/>
              </a:ext>
            </a:extLst>
          </p:cNvPr>
          <p:cNvSpPr txBox="1">
            <a:spLocks noChangeArrowheads="1"/>
          </p:cNvSpPr>
          <p:nvPr/>
        </p:nvSpPr>
        <p:spPr bwMode="auto">
          <a:xfrm>
            <a:off x="2074668" y="4206147"/>
            <a:ext cx="12017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1600">
                <a:solidFill>
                  <a:srgbClr val="000000"/>
                </a:solidFill>
                <a:latin typeface="楷体_GB2312" panose="02010609030101010101" pitchFamily="49" charset="-122"/>
              </a:rPr>
              <a:t>事务处理</a:t>
            </a:r>
          </a:p>
        </p:txBody>
      </p:sp>
      <p:sp>
        <p:nvSpPr>
          <p:cNvPr id="30" name="Line 29">
            <a:extLst>
              <a:ext uri="{FF2B5EF4-FFF2-40B4-BE49-F238E27FC236}">
                <a16:creationId xmlns:a16="http://schemas.microsoft.com/office/drawing/2014/main" id="{5A83BE8B-FE3A-CC4F-9F0A-EF7B9E2319B8}"/>
              </a:ext>
            </a:extLst>
          </p:cNvPr>
          <p:cNvSpPr>
            <a:spLocks noChangeShapeType="1"/>
          </p:cNvSpPr>
          <p:nvPr/>
        </p:nvSpPr>
        <p:spPr bwMode="auto">
          <a:xfrm>
            <a:off x="609406" y="3309209"/>
            <a:ext cx="685800" cy="0"/>
          </a:xfrm>
          <a:prstGeom prst="line">
            <a:avLst/>
          </a:prstGeom>
          <a:noFill/>
          <a:ln w="9525">
            <a:solidFill>
              <a:schemeClr val="tx1"/>
            </a:solidFill>
            <a:round/>
            <a:headEnd/>
            <a:tailEnd type="triangle" w="med" len="med"/>
          </a:ln>
          <a:effectLst/>
        </p:spPr>
        <p:txBody>
          <a:bodyP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40" name="Rectangle 30">
            <a:extLst>
              <a:ext uri="{FF2B5EF4-FFF2-40B4-BE49-F238E27FC236}">
                <a16:creationId xmlns:a16="http://schemas.microsoft.com/office/drawing/2014/main" id="{9F1A0E20-268F-3B4D-9555-ACB4E57F62C7}"/>
              </a:ext>
            </a:extLst>
          </p:cNvPr>
          <p:cNvSpPr>
            <a:spLocks noChangeArrowheads="1"/>
          </p:cNvSpPr>
          <p:nvPr/>
        </p:nvSpPr>
        <p:spPr bwMode="auto">
          <a:xfrm>
            <a:off x="5581456" y="2414189"/>
            <a:ext cx="1270000" cy="315913"/>
          </a:xfrm>
          <a:prstGeom prst="rect">
            <a:avLst/>
          </a:prstGeom>
          <a:solidFill>
            <a:srgbClr val="FFFFCC"/>
          </a:solidFill>
          <a:ln w="19050">
            <a:solidFill>
              <a:schemeClr val="tx1"/>
            </a:solidFill>
            <a:miter lim="800000"/>
            <a:headEnd/>
            <a:tailEnd/>
          </a:ln>
        </p:spPr>
        <p:txBody>
          <a:bodyPr wrap="none" lIns="91438" tIns="45719" rIns="91438" bIns="4571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a:solidFill>
                  <a:srgbClr val="000000"/>
                </a:solidFill>
              </a:rPr>
              <a:t>事务控制</a:t>
            </a:r>
          </a:p>
        </p:txBody>
      </p:sp>
      <p:sp>
        <p:nvSpPr>
          <p:cNvPr id="41" name="Rectangle 31">
            <a:extLst>
              <a:ext uri="{FF2B5EF4-FFF2-40B4-BE49-F238E27FC236}">
                <a16:creationId xmlns:a16="http://schemas.microsoft.com/office/drawing/2014/main" id="{FBF1E939-9C1F-2742-8BE3-1ACFBE6DA1DA}"/>
              </a:ext>
            </a:extLst>
          </p:cNvPr>
          <p:cNvSpPr>
            <a:spLocks noChangeArrowheads="1"/>
          </p:cNvSpPr>
          <p:nvPr/>
        </p:nvSpPr>
        <p:spPr bwMode="auto">
          <a:xfrm>
            <a:off x="4765481" y="2990452"/>
            <a:ext cx="1198562" cy="327025"/>
          </a:xfrm>
          <a:prstGeom prst="rect">
            <a:avLst/>
          </a:prstGeom>
          <a:solidFill>
            <a:srgbClr val="FFFFCC"/>
          </a:solidFill>
          <a:ln w="19050">
            <a:solidFill>
              <a:schemeClr val="tx1"/>
            </a:solidFill>
            <a:miter lim="800000"/>
            <a:headEnd/>
            <a:tailEnd/>
          </a:ln>
        </p:spPr>
        <p:txBody>
          <a:bodyPr wrap="none" lIns="91438" tIns="45719" rIns="91438" bIns="4571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a:solidFill>
                  <a:srgbClr val="000000"/>
                </a:solidFill>
              </a:rPr>
              <a:t>接受事务</a:t>
            </a:r>
          </a:p>
        </p:txBody>
      </p:sp>
      <p:sp>
        <p:nvSpPr>
          <p:cNvPr id="42" name="Line 32">
            <a:extLst>
              <a:ext uri="{FF2B5EF4-FFF2-40B4-BE49-F238E27FC236}">
                <a16:creationId xmlns:a16="http://schemas.microsoft.com/office/drawing/2014/main" id="{733EAB53-7BD0-6A42-8B21-46A52CA0E53E}"/>
              </a:ext>
            </a:extLst>
          </p:cNvPr>
          <p:cNvSpPr>
            <a:spLocks noChangeShapeType="1"/>
          </p:cNvSpPr>
          <p:nvPr/>
        </p:nvSpPr>
        <p:spPr bwMode="auto">
          <a:xfrm flipH="1">
            <a:off x="5541768" y="2730102"/>
            <a:ext cx="463550" cy="260350"/>
          </a:xfrm>
          <a:prstGeom prst="line">
            <a:avLst/>
          </a:prstGeom>
          <a:noFill/>
          <a:ln w="19050">
            <a:solidFill>
              <a:schemeClr val="tx1"/>
            </a:solidFill>
            <a:round/>
            <a:headEnd/>
            <a:tailEnd type="triangle" w="med" len="me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43" name="Rectangle 33">
            <a:extLst>
              <a:ext uri="{FF2B5EF4-FFF2-40B4-BE49-F238E27FC236}">
                <a16:creationId xmlns:a16="http://schemas.microsoft.com/office/drawing/2014/main" id="{E223EC9F-3F20-5A4F-A0D4-5F2E6C27D419}"/>
              </a:ext>
            </a:extLst>
          </p:cNvPr>
          <p:cNvSpPr>
            <a:spLocks noChangeArrowheads="1"/>
          </p:cNvSpPr>
          <p:nvPr/>
        </p:nvSpPr>
        <p:spPr bwMode="auto">
          <a:xfrm>
            <a:off x="6527606" y="2990452"/>
            <a:ext cx="1200150" cy="327025"/>
          </a:xfrm>
          <a:prstGeom prst="rect">
            <a:avLst/>
          </a:prstGeom>
          <a:solidFill>
            <a:srgbClr val="FFFFCC"/>
          </a:solidFill>
          <a:ln w="19050">
            <a:solidFill>
              <a:schemeClr val="tx1"/>
            </a:solidFill>
            <a:miter lim="800000"/>
            <a:headEnd/>
            <a:tailEnd/>
          </a:ln>
        </p:spPr>
        <p:txBody>
          <a:bodyPr wrap="none" lIns="91438" tIns="45719" rIns="91438" bIns="4571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1600" dirty="0">
                <a:solidFill>
                  <a:srgbClr val="000000"/>
                </a:solidFill>
              </a:rPr>
              <a:t>发送控制</a:t>
            </a:r>
          </a:p>
        </p:txBody>
      </p:sp>
      <p:sp>
        <p:nvSpPr>
          <p:cNvPr id="44" name="Line 34">
            <a:extLst>
              <a:ext uri="{FF2B5EF4-FFF2-40B4-BE49-F238E27FC236}">
                <a16:creationId xmlns:a16="http://schemas.microsoft.com/office/drawing/2014/main" id="{6C5FDACE-0E7A-8D4D-B667-8C8508383224}"/>
              </a:ext>
            </a:extLst>
          </p:cNvPr>
          <p:cNvSpPr>
            <a:spLocks noChangeShapeType="1"/>
          </p:cNvSpPr>
          <p:nvPr/>
        </p:nvSpPr>
        <p:spPr bwMode="auto">
          <a:xfrm>
            <a:off x="6427593" y="2730102"/>
            <a:ext cx="523875" cy="260350"/>
          </a:xfrm>
          <a:prstGeom prst="line">
            <a:avLst/>
          </a:prstGeom>
          <a:noFill/>
          <a:ln w="19050">
            <a:solidFill>
              <a:schemeClr val="tx1"/>
            </a:solidFill>
            <a:round/>
            <a:headEnd/>
            <a:tailEnd type="triangle" w="med" len="me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45" name="Rectangle 35">
            <a:extLst>
              <a:ext uri="{FF2B5EF4-FFF2-40B4-BE49-F238E27FC236}">
                <a16:creationId xmlns:a16="http://schemas.microsoft.com/office/drawing/2014/main" id="{5314EE62-40B8-F548-A3F1-BBF48A34E9C2}"/>
              </a:ext>
            </a:extLst>
          </p:cNvPr>
          <p:cNvSpPr>
            <a:spLocks noChangeArrowheads="1"/>
          </p:cNvSpPr>
          <p:nvPr/>
        </p:nvSpPr>
        <p:spPr bwMode="auto">
          <a:xfrm>
            <a:off x="6035481" y="3774677"/>
            <a:ext cx="422275" cy="315912"/>
          </a:xfrm>
          <a:prstGeom prst="rect">
            <a:avLst/>
          </a:prstGeom>
          <a:solidFill>
            <a:srgbClr val="FFFFCC"/>
          </a:solidFill>
          <a:ln w="19050">
            <a:solidFill>
              <a:schemeClr val="tx1"/>
            </a:solidFill>
            <a:miter lim="800000"/>
            <a:headEnd/>
            <a:tailEnd/>
          </a:ln>
        </p:spPr>
        <p:txBody>
          <a:bodyPr wrap="none" lIns="91438" tIns="45719" rIns="91438" bIns="4571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a:solidFill>
                  <a:srgbClr val="000000"/>
                </a:solidFill>
              </a:rPr>
              <a:t>P1</a:t>
            </a:r>
          </a:p>
        </p:txBody>
      </p:sp>
      <p:sp>
        <p:nvSpPr>
          <p:cNvPr id="46" name="AutoShape 36">
            <a:extLst>
              <a:ext uri="{FF2B5EF4-FFF2-40B4-BE49-F238E27FC236}">
                <a16:creationId xmlns:a16="http://schemas.microsoft.com/office/drawing/2014/main" id="{8DC3D64C-7EBD-764E-84DE-C759F985AE31}"/>
              </a:ext>
            </a:extLst>
          </p:cNvPr>
          <p:cNvSpPr>
            <a:spLocks noChangeArrowheads="1"/>
          </p:cNvSpPr>
          <p:nvPr/>
        </p:nvSpPr>
        <p:spPr bwMode="auto">
          <a:xfrm>
            <a:off x="7021318" y="3317477"/>
            <a:ext cx="141288" cy="196850"/>
          </a:xfrm>
          <a:prstGeom prst="diamond">
            <a:avLst/>
          </a:prstGeom>
          <a:noFill/>
          <a:ln w="19050">
            <a:solidFill>
              <a:schemeClr val="tx1"/>
            </a:solidFill>
            <a:miter lim="800000"/>
            <a:headEnd/>
            <a:tailEn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47" name="Line 37">
            <a:extLst>
              <a:ext uri="{FF2B5EF4-FFF2-40B4-BE49-F238E27FC236}">
                <a16:creationId xmlns:a16="http://schemas.microsoft.com/office/drawing/2014/main" id="{0CE25853-3EC8-C94A-931E-E7EB214D08C2}"/>
              </a:ext>
            </a:extLst>
          </p:cNvPr>
          <p:cNvSpPr>
            <a:spLocks noChangeShapeType="1"/>
          </p:cNvSpPr>
          <p:nvPr/>
        </p:nvSpPr>
        <p:spPr bwMode="auto">
          <a:xfrm flipH="1">
            <a:off x="6316468" y="3447652"/>
            <a:ext cx="704850" cy="327025"/>
          </a:xfrm>
          <a:prstGeom prst="line">
            <a:avLst/>
          </a:prstGeom>
          <a:noFill/>
          <a:ln w="19050">
            <a:solidFill>
              <a:schemeClr val="tx1"/>
            </a:solidFill>
            <a:round/>
            <a:headEnd/>
            <a:tailEnd type="triangle" w="med" len="me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48" name="Rectangle 38">
            <a:extLst>
              <a:ext uri="{FF2B5EF4-FFF2-40B4-BE49-F238E27FC236}">
                <a16:creationId xmlns:a16="http://schemas.microsoft.com/office/drawing/2014/main" id="{30FC6AFA-0D58-6140-A28B-087EB27D7873}"/>
              </a:ext>
            </a:extLst>
          </p:cNvPr>
          <p:cNvSpPr>
            <a:spLocks noChangeArrowheads="1"/>
          </p:cNvSpPr>
          <p:nvPr/>
        </p:nvSpPr>
        <p:spPr bwMode="auto">
          <a:xfrm>
            <a:off x="6881618" y="3774677"/>
            <a:ext cx="422275" cy="315912"/>
          </a:xfrm>
          <a:prstGeom prst="rect">
            <a:avLst/>
          </a:prstGeom>
          <a:solidFill>
            <a:srgbClr val="FFFFCC"/>
          </a:solidFill>
          <a:ln w="19050">
            <a:solidFill>
              <a:schemeClr val="tx1"/>
            </a:solidFill>
            <a:miter lim="800000"/>
            <a:headEnd/>
            <a:tailEnd/>
          </a:ln>
        </p:spPr>
        <p:txBody>
          <a:bodyPr wrap="none" lIns="91438" tIns="45719" rIns="91438" bIns="4571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a:solidFill>
                  <a:srgbClr val="000000"/>
                </a:solidFill>
              </a:rPr>
              <a:t>P2</a:t>
            </a:r>
          </a:p>
        </p:txBody>
      </p:sp>
      <p:sp>
        <p:nvSpPr>
          <p:cNvPr id="49" name="Line 39">
            <a:extLst>
              <a:ext uri="{FF2B5EF4-FFF2-40B4-BE49-F238E27FC236}">
                <a16:creationId xmlns:a16="http://schemas.microsoft.com/office/drawing/2014/main" id="{247F9CAE-FC65-DF4F-990F-4F7DC21C7D88}"/>
              </a:ext>
            </a:extLst>
          </p:cNvPr>
          <p:cNvSpPr>
            <a:spLocks noChangeShapeType="1"/>
          </p:cNvSpPr>
          <p:nvPr/>
        </p:nvSpPr>
        <p:spPr bwMode="auto">
          <a:xfrm>
            <a:off x="7092756" y="3514327"/>
            <a:ext cx="0" cy="260350"/>
          </a:xfrm>
          <a:prstGeom prst="line">
            <a:avLst/>
          </a:prstGeom>
          <a:noFill/>
          <a:ln w="19050">
            <a:solidFill>
              <a:schemeClr val="tx1"/>
            </a:solidFill>
            <a:round/>
            <a:headEnd/>
            <a:tailEnd type="triangle" w="med" len="me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50" name="Rectangle 40">
            <a:extLst>
              <a:ext uri="{FF2B5EF4-FFF2-40B4-BE49-F238E27FC236}">
                <a16:creationId xmlns:a16="http://schemas.microsoft.com/office/drawing/2014/main" id="{284FE0DC-97D2-394E-9834-5444CA1552E8}"/>
              </a:ext>
            </a:extLst>
          </p:cNvPr>
          <p:cNvSpPr>
            <a:spLocks noChangeArrowheads="1"/>
          </p:cNvSpPr>
          <p:nvPr/>
        </p:nvSpPr>
        <p:spPr bwMode="auto">
          <a:xfrm>
            <a:off x="7727756" y="3774677"/>
            <a:ext cx="422275" cy="315912"/>
          </a:xfrm>
          <a:prstGeom prst="rect">
            <a:avLst/>
          </a:prstGeom>
          <a:solidFill>
            <a:srgbClr val="FFFFCC"/>
          </a:solidFill>
          <a:ln w="19050">
            <a:solidFill>
              <a:schemeClr val="tx1"/>
            </a:solidFill>
            <a:miter lim="800000"/>
            <a:headEnd/>
            <a:tailEnd/>
          </a:ln>
        </p:spPr>
        <p:txBody>
          <a:bodyPr wrap="none" lIns="91438" tIns="45719" rIns="91438" bIns="45719"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600">
                <a:solidFill>
                  <a:srgbClr val="000000"/>
                </a:solidFill>
              </a:rPr>
              <a:t>P3</a:t>
            </a:r>
          </a:p>
        </p:txBody>
      </p:sp>
      <p:sp>
        <p:nvSpPr>
          <p:cNvPr id="51" name="Line 41">
            <a:extLst>
              <a:ext uri="{FF2B5EF4-FFF2-40B4-BE49-F238E27FC236}">
                <a16:creationId xmlns:a16="http://schemas.microsoft.com/office/drawing/2014/main" id="{2F2A3CA4-1E86-434E-9B83-B7A0CFFA579C}"/>
              </a:ext>
            </a:extLst>
          </p:cNvPr>
          <p:cNvSpPr>
            <a:spLocks noChangeShapeType="1"/>
          </p:cNvSpPr>
          <p:nvPr/>
        </p:nvSpPr>
        <p:spPr bwMode="auto">
          <a:xfrm>
            <a:off x="7162606" y="3447652"/>
            <a:ext cx="776287" cy="327025"/>
          </a:xfrm>
          <a:prstGeom prst="line">
            <a:avLst/>
          </a:prstGeom>
          <a:noFill/>
          <a:ln w="19050">
            <a:solidFill>
              <a:schemeClr val="tx1"/>
            </a:solidFill>
            <a:round/>
            <a:headEnd/>
            <a:tailEnd type="triangle" w="med" len="me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57" name="Line 47">
            <a:extLst>
              <a:ext uri="{FF2B5EF4-FFF2-40B4-BE49-F238E27FC236}">
                <a16:creationId xmlns:a16="http://schemas.microsoft.com/office/drawing/2014/main" id="{30426272-F2F4-AD43-82D2-6CFF496923A9}"/>
              </a:ext>
            </a:extLst>
          </p:cNvPr>
          <p:cNvSpPr>
            <a:spLocks noChangeShapeType="1"/>
          </p:cNvSpPr>
          <p:nvPr/>
        </p:nvSpPr>
        <p:spPr bwMode="auto">
          <a:xfrm>
            <a:off x="7092756" y="4090590"/>
            <a:ext cx="0" cy="522288"/>
          </a:xfrm>
          <a:prstGeom prst="line">
            <a:avLst/>
          </a:prstGeom>
          <a:noFill/>
          <a:ln w="19050">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58" name="Line 48">
            <a:extLst>
              <a:ext uri="{FF2B5EF4-FFF2-40B4-BE49-F238E27FC236}">
                <a16:creationId xmlns:a16="http://schemas.microsoft.com/office/drawing/2014/main" id="{C224D8A1-8DBA-0545-85E9-CD8A6A7B102D}"/>
              </a:ext>
            </a:extLst>
          </p:cNvPr>
          <p:cNvSpPr>
            <a:spLocks noChangeShapeType="1"/>
          </p:cNvSpPr>
          <p:nvPr/>
        </p:nvSpPr>
        <p:spPr bwMode="auto">
          <a:xfrm>
            <a:off x="6246619" y="4090589"/>
            <a:ext cx="0" cy="522288"/>
          </a:xfrm>
          <a:prstGeom prst="line">
            <a:avLst/>
          </a:prstGeom>
          <a:noFill/>
          <a:ln w="19050">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59" name="Line 49">
            <a:extLst>
              <a:ext uri="{FF2B5EF4-FFF2-40B4-BE49-F238E27FC236}">
                <a16:creationId xmlns:a16="http://schemas.microsoft.com/office/drawing/2014/main" id="{4A81AD25-F29C-0D46-9F05-268F7E2A5EE9}"/>
              </a:ext>
            </a:extLst>
          </p:cNvPr>
          <p:cNvSpPr>
            <a:spLocks noChangeShapeType="1"/>
          </p:cNvSpPr>
          <p:nvPr/>
        </p:nvSpPr>
        <p:spPr bwMode="auto">
          <a:xfrm>
            <a:off x="7921431" y="4090589"/>
            <a:ext cx="0" cy="522288"/>
          </a:xfrm>
          <a:prstGeom prst="line">
            <a:avLst/>
          </a:prstGeom>
          <a:noFill/>
          <a:ln w="19050">
            <a:solidFill>
              <a:schemeClr val="tx1"/>
            </a:solidFill>
            <a:round/>
            <a:headEnd/>
            <a:tailEnd type="triangle" w="med" len="med"/>
          </a:ln>
          <a:effectLst/>
        </p:spPr>
        <p:txBody>
          <a:bodyPr wrap="none"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61" name="Line 51">
            <a:extLst>
              <a:ext uri="{FF2B5EF4-FFF2-40B4-BE49-F238E27FC236}">
                <a16:creationId xmlns:a16="http://schemas.microsoft.com/office/drawing/2014/main" id="{97625AA8-9458-9045-BAD7-E73EF5300967}"/>
              </a:ext>
            </a:extLst>
          </p:cNvPr>
          <p:cNvSpPr>
            <a:spLocks noChangeShapeType="1"/>
          </p:cNvSpPr>
          <p:nvPr/>
        </p:nvSpPr>
        <p:spPr bwMode="auto">
          <a:xfrm flipH="1">
            <a:off x="4906768" y="3317477"/>
            <a:ext cx="352425" cy="392112"/>
          </a:xfrm>
          <a:prstGeom prst="line">
            <a:avLst/>
          </a:prstGeom>
          <a:noFill/>
          <a:ln w="19050">
            <a:solidFill>
              <a:schemeClr val="tx1"/>
            </a:solidFill>
            <a:round/>
            <a:headEnd/>
            <a:tailEnd type="triangle" w="med" len="med"/>
          </a:ln>
          <a:effectLst/>
        </p:spPr>
        <p:txBody>
          <a:bodyPr wrap="none" lIns="91438" tIns="45719" rIns="91438" bIns="45719" anchor="ctr"/>
          <a:lstStyle/>
          <a:p>
            <a:pPr>
              <a:defRPr/>
            </a:pPr>
            <a:endParaRPr lang="zh-CN" altLang="en-US">
              <a:solidFill>
                <a:srgbClr val="000000"/>
              </a:solidFill>
              <a:effectLst>
                <a:outerShdw blurRad="38100" dist="38100" dir="2700000" algn="tl">
                  <a:srgbClr val="000000">
                    <a:alpha val="43137"/>
                  </a:srgbClr>
                </a:outerShdw>
              </a:effectLst>
              <a:latin typeface="Arial" charset="0"/>
            </a:endParaRPr>
          </a:p>
        </p:txBody>
      </p:sp>
      <p:sp>
        <p:nvSpPr>
          <p:cNvPr id="63" name="Text Box 55">
            <a:extLst>
              <a:ext uri="{FF2B5EF4-FFF2-40B4-BE49-F238E27FC236}">
                <a16:creationId xmlns:a16="http://schemas.microsoft.com/office/drawing/2014/main" id="{ECDDEA77-B4D1-6F47-BEE6-815F6C2FAA7B}"/>
              </a:ext>
            </a:extLst>
          </p:cNvPr>
          <p:cNvSpPr txBox="1">
            <a:spLocks noChangeArrowheads="1"/>
          </p:cNvSpPr>
          <p:nvPr/>
        </p:nvSpPr>
        <p:spPr bwMode="auto">
          <a:xfrm>
            <a:off x="3084318" y="5868466"/>
            <a:ext cx="2590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dirty="0">
                <a:solidFill>
                  <a:srgbClr val="000000"/>
                </a:solidFill>
                <a:latin typeface="Microsoft YaHei" panose="020B0503020204020204" pitchFamily="34" charset="-122"/>
                <a:ea typeface="Microsoft YaHei" panose="020B0503020204020204" pitchFamily="34" charset="-122"/>
              </a:rPr>
              <a:t>     </a:t>
            </a:r>
            <a:r>
              <a:rPr lang="zh-CN" altLang="en-US" dirty="0">
                <a:solidFill>
                  <a:srgbClr val="000000"/>
                </a:solidFill>
                <a:latin typeface="Microsoft YaHei" panose="020B0503020204020204" pitchFamily="34" charset="-122"/>
                <a:ea typeface="Microsoft YaHei" panose="020B0503020204020204" pitchFamily="34" charset="-122"/>
              </a:rPr>
              <a:t>事务分析技术</a:t>
            </a:r>
          </a:p>
        </p:txBody>
      </p:sp>
      <p:sp>
        <p:nvSpPr>
          <p:cNvPr id="70" name="Text Box 10">
            <a:extLst>
              <a:ext uri="{FF2B5EF4-FFF2-40B4-BE49-F238E27FC236}">
                <a16:creationId xmlns:a16="http://schemas.microsoft.com/office/drawing/2014/main" id="{6AF038A7-5E74-A04D-8C9E-97B2FEEC3A98}"/>
              </a:ext>
            </a:extLst>
          </p:cNvPr>
          <p:cNvSpPr txBox="1">
            <a:spLocks noChangeArrowheads="1"/>
          </p:cNvSpPr>
          <p:nvPr/>
        </p:nvSpPr>
        <p:spPr bwMode="auto">
          <a:xfrm>
            <a:off x="5220839" y="5195823"/>
            <a:ext cx="2819400" cy="319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10000"/>
              </a:spcBef>
            </a:pPr>
            <a:r>
              <a:rPr lang="zh-CN" altLang="en-US" dirty="0">
                <a:solidFill>
                  <a:srgbClr val="000000"/>
                </a:solidFill>
                <a:latin typeface="楷体_GB2312" panose="02010609030101010101" pitchFamily="49" charset="-122"/>
              </a:rPr>
              <a:t>对应模块图</a:t>
            </a:r>
          </a:p>
        </p:txBody>
      </p:sp>
    </p:spTree>
    <p:extLst>
      <p:ext uri="{BB962C8B-B14F-4D97-AF65-F5344CB8AC3E}">
        <p14:creationId xmlns:p14="http://schemas.microsoft.com/office/powerpoint/2010/main" val="206925929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3</a:t>
            </a:r>
            <a:r>
              <a:rPr lang="zh-CN" altLang="en-US" sz="2400" dirty="0">
                <a:solidFill>
                  <a:srgbClr val="CC6600"/>
                </a:solidFill>
              </a:rPr>
              <a:t> </a:t>
            </a:r>
            <a:r>
              <a:rPr lang="zh-CN" altLang="en-US" sz="2400" dirty="0">
                <a:solidFill>
                  <a:srgbClr val="CC6600"/>
                </a:solidFill>
                <a:sym typeface="微软雅黑" panose="020B0503020204020204" pitchFamily="34" charset="-122"/>
              </a:rPr>
              <a:t>进行二级分解，设计中下层模块</a:t>
            </a: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1421174" y="2598439"/>
            <a:ext cx="6688045" cy="1019404"/>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对于接受分支，可用类似于变换型数据流图中对输入数据流的方法设计中下层</a:t>
            </a:r>
            <a:endParaRPr lang="zh-CN" altLang="en-US" sz="1800" dirty="0">
              <a:solidFill>
                <a:srgbClr val="C00000"/>
              </a:solidFill>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对于发送分支，在发送控制模块下为</a:t>
            </a:r>
            <a:r>
              <a:rPr lang="zh-CN" altLang="en-US" sz="1800" dirty="0">
                <a:solidFill>
                  <a:srgbClr val="000000"/>
                </a:solidFill>
                <a:highlight>
                  <a:srgbClr val="FFFF00"/>
                </a:highlight>
                <a:latin typeface="微软雅黑" panose="020B0503020204020204" pitchFamily="34" charset="-122"/>
                <a:sym typeface="微软雅黑" panose="020B0503020204020204" pitchFamily="34" charset="-122"/>
              </a:rPr>
              <a:t>每条事务路径</a:t>
            </a:r>
            <a:r>
              <a:rPr lang="zh-CN" altLang="en-US" sz="1800" dirty="0">
                <a:solidFill>
                  <a:srgbClr val="000000"/>
                </a:solidFill>
                <a:latin typeface="微软雅黑" panose="020B0503020204020204" pitchFamily="34" charset="-122"/>
                <a:sym typeface="微软雅黑" panose="020B0503020204020204" pitchFamily="34" charset="-122"/>
              </a:rPr>
              <a:t>设计一个事务处理模块，这一层称为事务层</a:t>
            </a:r>
            <a:endParaRPr lang="zh-CN" altLang="en-US" sz="1800" dirty="0">
              <a:solidFill>
                <a:srgbClr val="C00000"/>
              </a:solidFill>
              <a:latin typeface="微软雅黑" panose="020B0503020204020204" pitchFamily="34" charset="-122"/>
              <a:sym typeface="微软雅黑" panose="020B0503020204020204" pitchFamily="34" charset="-122"/>
            </a:endParaRPr>
          </a:p>
        </p:txBody>
      </p:sp>
      <p:sp>
        <p:nvSpPr>
          <p:cNvPr id="11" name="Rectangle 7">
            <a:extLst>
              <a:ext uri="{FF2B5EF4-FFF2-40B4-BE49-F238E27FC236}">
                <a16:creationId xmlns:a16="http://schemas.microsoft.com/office/drawing/2014/main" id="{D1B7BD19-6801-E449-A6C0-DBA0B68DEECF}"/>
              </a:ext>
            </a:extLst>
          </p:cNvPr>
          <p:cNvSpPr txBox="1">
            <a:spLocks noChangeArrowheads="1"/>
          </p:cNvSpPr>
          <p:nvPr/>
        </p:nvSpPr>
        <p:spPr>
          <a:xfrm>
            <a:off x="1073823" y="436953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4</a:t>
            </a:r>
            <a:r>
              <a:rPr lang="zh-CN" altLang="en-US" sz="2400" dirty="0">
                <a:solidFill>
                  <a:srgbClr val="CC6600"/>
                </a:solidFill>
              </a:rPr>
              <a:t> </a:t>
            </a:r>
            <a:r>
              <a:rPr lang="zh-CN" altLang="en-US" sz="2400" dirty="0">
                <a:solidFill>
                  <a:srgbClr val="CC6600"/>
                </a:solidFill>
                <a:sym typeface="微软雅黑" panose="020B0503020204020204" pitchFamily="34" charset="-122"/>
              </a:rPr>
              <a:t>进一步细化</a:t>
            </a:r>
          </a:p>
        </p:txBody>
      </p:sp>
    </p:spTree>
    <p:extLst>
      <p:ext uri="{BB962C8B-B14F-4D97-AF65-F5344CB8AC3E}">
        <p14:creationId xmlns:p14="http://schemas.microsoft.com/office/powerpoint/2010/main" val="42549648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1000"/>
                                        <p:tgtEl>
                                          <p:spTgt spid="11"/>
                                        </p:tgtEl>
                                      </p:cBhvr>
                                    </p:animEffect>
                                    <p:anim calcmode="lin" valueType="num">
                                      <p:cBhvr>
                                        <p:cTn id="21" dur="1000" fill="hold"/>
                                        <p:tgtEl>
                                          <p:spTgt spid="11"/>
                                        </p:tgtEl>
                                        <p:attrNameLst>
                                          <p:attrName>ppt_x</p:attrName>
                                        </p:attrNameLst>
                                      </p:cBhvr>
                                      <p:tavLst>
                                        <p:tav tm="0">
                                          <p:val>
                                            <p:strVal val="#ppt_x"/>
                                          </p:val>
                                        </p:tav>
                                        <p:tav tm="100000">
                                          <p:val>
                                            <p:strVal val="#ppt_x"/>
                                          </p:val>
                                        </p:tav>
                                      </p:tavLst>
                                    </p:anim>
                                    <p:anim calcmode="lin" valueType="num">
                                      <p:cBhvr>
                                        <p:cTn id="2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9EAD9B6B-2D53-B845-A848-270D7B29F9D9}"/>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D1C52EC0-777C-084E-82A2-0B96959FB6AF}"/>
              </a:ext>
            </a:extLst>
          </p:cNvPr>
          <p:cNvSpPr>
            <a:spLocks noGrp="1"/>
          </p:cNvSpPr>
          <p:nvPr>
            <p:ph type="sldNum" sz="quarter" idx="12"/>
          </p:nvPr>
        </p:nvSpPr>
        <p:spPr/>
        <p:txBody>
          <a:bodyPr/>
          <a:lstStyle/>
          <a:p>
            <a:fld id="{9CD8D479-8942-46E8-A226-A4E01F7A105C}" type="slidenum">
              <a:rPr lang="en-US" altLang="zh-CN" smtClean="0"/>
              <a:pPr/>
              <a:t>65</a:t>
            </a:fld>
            <a:endParaRPr lang="zh-CN" altLang="en-US" dirty="0"/>
          </a:p>
        </p:txBody>
      </p:sp>
      <p:sp>
        <p:nvSpPr>
          <p:cNvPr id="6" name="页脚占位符 5">
            <a:extLst>
              <a:ext uri="{FF2B5EF4-FFF2-40B4-BE49-F238E27FC236}">
                <a16:creationId xmlns:a16="http://schemas.microsoft.com/office/drawing/2014/main" id="{C21D148A-6C00-5B46-87A1-DF8F18324CD7}"/>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7" name="图片 6">
            <a:extLst>
              <a:ext uri="{FF2B5EF4-FFF2-40B4-BE49-F238E27FC236}">
                <a16:creationId xmlns:a16="http://schemas.microsoft.com/office/drawing/2014/main" id="{FF9DA2D7-297D-DC4A-A936-A26A18797E68}"/>
              </a:ext>
            </a:extLst>
          </p:cNvPr>
          <p:cNvPicPr>
            <a:picLocks noChangeAspect="1"/>
          </p:cNvPicPr>
          <p:nvPr/>
        </p:nvPicPr>
        <p:blipFill>
          <a:blip r:embed="rId2"/>
          <a:stretch>
            <a:fillRect/>
          </a:stretch>
        </p:blipFill>
        <p:spPr>
          <a:xfrm>
            <a:off x="1142903" y="707732"/>
            <a:ext cx="6858194" cy="5660983"/>
          </a:xfrm>
          <a:prstGeom prst="rect">
            <a:avLst/>
          </a:prstGeom>
          <a:solidFill>
            <a:srgbClr val="FFFFFF">
              <a:shade val="85000"/>
            </a:srgbClr>
          </a:solidFill>
          <a:ln w="127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460955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1800" dirty="0">
                <a:latin typeface="微软雅黑" panose="020B0503020204020204" pitchFamily="34" charset="-122"/>
              </a:rPr>
              <a:t>例：对某个“</a:t>
            </a:r>
            <a:r>
              <a:rPr lang="zh-CN" altLang="zh-CN" sz="1800" dirty="0">
                <a:latin typeface="微软雅黑" panose="020B0503020204020204" pitchFamily="34" charset="-122"/>
              </a:rPr>
              <a:t>产品管理系统</a:t>
            </a:r>
            <a:r>
              <a:rPr lang="zh-CN" altLang="en-US" sz="1800" dirty="0">
                <a:latin typeface="微软雅黑" panose="020B0503020204020204" pitchFamily="34" charset="-122"/>
              </a:rPr>
              <a:t>” 进行事务分析</a:t>
            </a:r>
            <a:endParaRPr lang="zh-CN" altLang="en-US" sz="1800" dirty="0">
              <a:solidFill>
                <a:srgbClr val="CC6600"/>
              </a:solidFill>
              <a:sym typeface="微软雅黑" panose="020B0503020204020204" pitchFamily="34" charset="-122"/>
            </a:endParaRPr>
          </a:p>
        </p:txBody>
      </p:sp>
      <p:pic>
        <p:nvPicPr>
          <p:cNvPr id="11" name="图片 3" descr="0310">
            <a:extLst>
              <a:ext uri="{FF2B5EF4-FFF2-40B4-BE49-F238E27FC236}">
                <a16:creationId xmlns:a16="http://schemas.microsoft.com/office/drawing/2014/main" id="{AF351815-18C8-2043-82A6-2AA19EB255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2683945"/>
            <a:ext cx="6337300"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4">
            <a:extLst>
              <a:ext uri="{FF2B5EF4-FFF2-40B4-BE49-F238E27FC236}">
                <a16:creationId xmlns:a16="http://schemas.microsoft.com/office/drawing/2014/main" id="{C495A0B5-AE34-E243-A31E-6352251E5DCA}"/>
              </a:ext>
            </a:extLst>
          </p:cNvPr>
          <p:cNvSpPr>
            <a:spLocks noChangeArrowheads="1"/>
          </p:cNvSpPr>
          <p:nvPr/>
        </p:nvSpPr>
        <p:spPr bwMode="auto">
          <a:xfrm>
            <a:off x="3362325" y="5751398"/>
            <a:ext cx="26384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500" dirty="0">
                <a:latin typeface="微软雅黑" panose="020B0503020204020204" pitchFamily="34" charset="-122"/>
                <a:ea typeface="微软雅黑" panose="020B0503020204020204" pitchFamily="34" charset="-122"/>
              </a:rPr>
              <a:t>“</a:t>
            </a:r>
            <a:r>
              <a:rPr lang="zh-CN" altLang="zh-CN" sz="1500" dirty="0">
                <a:latin typeface="微软雅黑" panose="020B0503020204020204" pitchFamily="34" charset="-122"/>
                <a:ea typeface="微软雅黑" panose="020B0503020204020204" pitchFamily="34" charset="-122"/>
              </a:rPr>
              <a:t>产品管理系统</a:t>
            </a:r>
            <a:r>
              <a:rPr lang="zh-CN" altLang="en-US" sz="1500" dirty="0">
                <a:latin typeface="微软雅黑" panose="020B0503020204020204" pitchFamily="34" charset="-122"/>
                <a:ea typeface="微软雅黑" panose="020B0503020204020204" pitchFamily="34" charset="-122"/>
              </a:rPr>
              <a:t>”</a:t>
            </a:r>
            <a:r>
              <a:rPr lang="zh-CN" altLang="zh-CN" sz="1500" dirty="0">
                <a:latin typeface="微软雅黑" panose="020B0503020204020204" pitchFamily="34" charset="-122"/>
                <a:ea typeface="微软雅黑" panose="020B0503020204020204" pitchFamily="34" charset="-122"/>
              </a:rPr>
              <a:t>的数据流图</a:t>
            </a:r>
          </a:p>
        </p:txBody>
      </p:sp>
    </p:spTree>
    <p:extLst>
      <p:ext uri="{BB962C8B-B14F-4D97-AF65-F5344CB8AC3E}">
        <p14:creationId xmlns:p14="http://schemas.microsoft.com/office/powerpoint/2010/main" val="319402956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1800" dirty="0">
                <a:solidFill>
                  <a:srgbClr val="000000"/>
                </a:solidFill>
                <a:latin typeface="微软雅黑" panose="020B0503020204020204" pitchFamily="34" charset="-122"/>
                <a:sym typeface="微软雅黑" panose="020B0503020204020204" pitchFamily="34" charset="-122"/>
              </a:rPr>
              <a:t>①  确定流边界</a:t>
            </a:r>
          </a:p>
          <a:p>
            <a:pPr marL="849313" indent="-849313"/>
            <a:endParaRPr lang="zh-CN" altLang="en-US" sz="1800" dirty="0">
              <a:solidFill>
                <a:srgbClr val="CC6600"/>
              </a:solidFill>
              <a:sym typeface="微软雅黑" panose="020B0503020204020204" pitchFamily="34" charset="-122"/>
            </a:endParaRPr>
          </a:p>
        </p:txBody>
      </p:sp>
      <p:pic>
        <p:nvPicPr>
          <p:cNvPr id="11" name="图片 3" descr="0310">
            <a:extLst>
              <a:ext uri="{FF2B5EF4-FFF2-40B4-BE49-F238E27FC236}">
                <a16:creationId xmlns:a16="http://schemas.microsoft.com/office/drawing/2014/main" id="{AF351815-18C8-2043-82A6-2AA19EB255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2683945"/>
            <a:ext cx="6337300"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4">
            <a:extLst>
              <a:ext uri="{FF2B5EF4-FFF2-40B4-BE49-F238E27FC236}">
                <a16:creationId xmlns:a16="http://schemas.microsoft.com/office/drawing/2014/main" id="{C495A0B5-AE34-E243-A31E-6352251E5DCA}"/>
              </a:ext>
            </a:extLst>
          </p:cNvPr>
          <p:cNvSpPr>
            <a:spLocks noChangeArrowheads="1"/>
          </p:cNvSpPr>
          <p:nvPr/>
        </p:nvSpPr>
        <p:spPr bwMode="auto">
          <a:xfrm>
            <a:off x="3362325" y="5751398"/>
            <a:ext cx="2638425"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500" dirty="0">
                <a:latin typeface="微软雅黑" panose="020B0503020204020204" pitchFamily="34" charset="-122"/>
                <a:ea typeface="微软雅黑" panose="020B0503020204020204" pitchFamily="34" charset="-122"/>
              </a:rPr>
              <a:t>“</a:t>
            </a:r>
            <a:r>
              <a:rPr lang="zh-CN" altLang="zh-CN" sz="1500" dirty="0">
                <a:latin typeface="微软雅黑" panose="020B0503020204020204" pitchFamily="34" charset="-122"/>
                <a:ea typeface="微软雅黑" panose="020B0503020204020204" pitchFamily="34" charset="-122"/>
              </a:rPr>
              <a:t>产品管理系统</a:t>
            </a:r>
            <a:r>
              <a:rPr lang="zh-CN" altLang="en-US" sz="1500" dirty="0">
                <a:latin typeface="微软雅黑" panose="020B0503020204020204" pitchFamily="34" charset="-122"/>
                <a:ea typeface="微软雅黑" panose="020B0503020204020204" pitchFamily="34" charset="-122"/>
              </a:rPr>
              <a:t>”</a:t>
            </a:r>
            <a:r>
              <a:rPr lang="zh-CN" altLang="zh-CN" sz="1500" dirty="0">
                <a:latin typeface="微软雅黑" panose="020B0503020204020204" pitchFamily="34" charset="-122"/>
                <a:ea typeface="微软雅黑" panose="020B0503020204020204" pitchFamily="34" charset="-122"/>
              </a:rPr>
              <a:t>的数据流图</a:t>
            </a:r>
          </a:p>
        </p:txBody>
      </p:sp>
      <p:cxnSp>
        <p:nvCxnSpPr>
          <p:cNvPr id="10" name="直接连接符 6">
            <a:extLst>
              <a:ext uri="{FF2B5EF4-FFF2-40B4-BE49-F238E27FC236}">
                <a16:creationId xmlns:a16="http://schemas.microsoft.com/office/drawing/2014/main" id="{15F5CD7B-3AEB-694F-84C7-148CBF3721FC}"/>
              </a:ext>
            </a:extLst>
          </p:cNvPr>
          <p:cNvCxnSpPr/>
          <p:nvPr/>
        </p:nvCxnSpPr>
        <p:spPr>
          <a:xfrm>
            <a:off x="2242172" y="2711907"/>
            <a:ext cx="9525" cy="271145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8">
            <a:extLst>
              <a:ext uri="{FF2B5EF4-FFF2-40B4-BE49-F238E27FC236}">
                <a16:creationId xmlns:a16="http://schemas.microsoft.com/office/drawing/2014/main" id="{4D510373-DF6F-1E45-8DD2-7B03D794E1EB}"/>
              </a:ext>
            </a:extLst>
          </p:cNvPr>
          <p:cNvCxnSpPr/>
          <p:nvPr/>
        </p:nvCxnSpPr>
        <p:spPr>
          <a:xfrm>
            <a:off x="3270872" y="2729370"/>
            <a:ext cx="9525" cy="271145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12456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1800" dirty="0">
                <a:solidFill>
                  <a:srgbClr val="000000"/>
                </a:solidFill>
                <a:latin typeface="微软雅黑" panose="020B0503020204020204" pitchFamily="34" charset="-122"/>
                <a:sym typeface="微软雅黑" panose="020B0503020204020204" pitchFamily="34" charset="-122"/>
              </a:rPr>
              <a:t>② 进行一级分解，设计上层模块</a:t>
            </a:r>
          </a:p>
          <a:p>
            <a:pPr marL="849313" indent="-849313"/>
            <a:endParaRPr lang="zh-CN" altLang="en-US" sz="1800" dirty="0">
              <a:solidFill>
                <a:srgbClr val="CC6600"/>
              </a:solidFill>
              <a:sym typeface="微软雅黑" panose="020B0503020204020204" pitchFamily="34" charset="-122"/>
            </a:endParaRPr>
          </a:p>
        </p:txBody>
      </p:sp>
      <p:pic>
        <p:nvPicPr>
          <p:cNvPr id="18" name="Picture 7">
            <a:extLst>
              <a:ext uri="{FF2B5EF4-FFF2-40B4-BE49-F238E27FC236}">
                <a16:creationId xmlns:a16="http://schemas.microsoft.com/office/drawing/2014/main" id="{5D2C4DF7-23F4-6447-AAF7-2E8C89B351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0953" y="3213733"/>
            <a:ext cx="4262093" cy="138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5">
            <a:extLst>
              <a:ext uri="{FF2B5EF4-FFF2-40B4-BE49-F238E27FC236}">
                <a16:creationId xmlns:a16="http://schemas.microsoft.com/office/drawing/2014/main" id="{B85359E7-FF08-5449-BA30-B40120AE5D40}"/>
              </a:ext>
            </a:extLst>
          </p:cNvPr>
          <p:cNvSpPr>
            <a:spLocks noChangeArrowheads="1"/>
          </p:cNvSpPr>
          <p:nvPr/>
        </p:nvSpPr>
        <p:spPr bwMode="auto">
          <a:xfrm>
            <a:off x="3527424" y="6100460"/>
            <a:ext cx="2490788"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dirty="0">
                <a:latin typeface="微软雅黑" panose="020B0503020204020204" pitchFamily="34" charset="-122"/>
                <a:ea typeface="微软雅黑" panose="020B0503020204020204" pitchFamily="34" charset="-122"/>
              </a:rPr>
              <a:t>产品管理系统的系统结构图 </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759222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69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1800" dirty="0">
                <a:solidFill>
                  <a:srgbClr val="000000"/>
                </a:solidFill>
                <a:latin typeface="微软雅黑" panose="020B0503020204020204" pitchFamily="34" charset="-122"/>
                <a:sym typeface="微软雅黑" panose="020B0503020204020204" pitchFamily="34" charset="-122"/>
              </a:rPr>
              <a:t>③  进行二级分解，设计中下层模块</a:t>
            </a:r>
          </a:p>
          <a:p>
            <a:pPr marL="849313" indent="-849313"/>
            <a:endParaRPr lang="zh-CN" altLang="en-US" sz="1800" dirty="0">
              <a:solidFill>
                <a:srgbClr val="000000"/>
              </a:solidFill>
              <a:latin typeface="微软雅黑" panose="020B0503020204020204" pitchFamily="34" charset="-122"/>
              <a:sym typeface="微软雅黑" panose="020B0503020204020204" pitchFamily="34" charset="-122"/>
            </a:endParaRPr>
          </a:p>
          <a:p>
            <a:pPr marL="849313" indent="-849313"/>
            <a:endParaRPr lang="zh-CN" altLang="en-US" sz="1800" dirty="0">
              <a:solidFill>
                <a:srgbClr val="CC6600"/>
              </a:solidFill>
              <a:sym typeface="微软雅黑" panose="020B0503020204020204" pitchFamily="34" charset="-122"/>
            </a:endParaRPr>
          </a:p>
        </p:txBody>
      </p:sp>
      <p:sp>
        <p:nvSpPr>
          <p:cNvPr id="10" name="矩形 5">
            <a:extLst>
              <a:ext uri="{FF2B5EF4-FFF2-40B4-BE49-F238E27FC236}">
                <a16:creationId xmlns:a16="http://schemas.microsoft.com/office/drawing/2014/main" id="{1D5F6788-12B3-1441-B01B-167C473CC44C}"/>
              </a:ext>
            </a:extLst>
          </p:cNvPr>
          <p:cNvSpPr>
            <a:spLocks noChangeArrowheads="1"/>
          </p:cNvSpPr>
          <p:nvPr/>
        </p:nvSpPr>
        <p:spPr bwMode="auto">
          <a:xfrm>
            <a:off x="3527424" y="6100460"/>
            <a:ext cx="2490788"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dirty="0">
                <a:latin typeface="微软雅黑" panose="020B0503020204020204" pitchFamily="34" charset="-122"/>
                <a:ea typeface="微软雅黑" panose="020B0503020204020204" pitchFamily="34" charset="-122"/>
              </a:rPr>
              <a:t>产品管理系统的系统结构图 </a:t>
            </a:r>
            <a:endParaRPr lang="zh-CN" altLang="en-US" sz="1500" dirty="0">
              <a:latin typeface="微软雅黑" panose="020B0503020204020204" pitchFamily="34" charset="-122"/>
              <a:ea typeface="微软雅黑" panose="020B0503020204020204" pitchFamily="34" charset="-122"/>
            </a:endParaRPr>
          </a:p>
        </p:txBody>
      </p:sp>
      <p:pic>
        <p:nvPicPr>
          <p:cNvPr id="11" name="Picture 6">
            <a:extLst>
              <a:ext uri="{FF2B5EF4-FFF2-40B4-BE49-F238E27FC236}">
                <a16:creationId xmlns:a16="http://schemas.microsoft.com/office/drawing/2014/main" id="{6D2BA0F1-533A-284C-9D34-61E9614636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3664" y="2427059"/>
            <a:ext cx="5196024" cy="3641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335953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3.2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软件结构化设计方法</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3.2.4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事务分析技术</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1800" dirty="0">
                <a:solidFill>
                  <a:srgbClr val="000000"/>
                </a:solidFill>
                <a:latin typeface="微软雅黑" panose="020B0503020204020204" pitchFamily="34" charset="-122"/>
                <a:sym typeface="微软雅黑" panose="020B0503020204020204" pitchFamily="34" charset="-122"/>
              </a:rPr>
              <a:t>④ 进一步细化</a:t>
            </a:r>
          </a:p>
          <a:p>
            <a:pPr marL="849313" indent="-849313"/>
            <a:endParaRPr lang="zh-CN" altLang="en-US" sz="1800" dirty="0">
              <a:solidFill>
                <a:srgbClr val="000000"/>
              </a:solidFill>
              <a:latin typeface="微软雅黑" panose="020B0503020204020204" pitchFamily="34" charset="-122"/>
              <a:sym typeface="微软雅黑" panose="020B0503020204020204" pitchFamily="34" charset="-122"/>
            </a:endParaRPr>
          </a:p>
          <a:p>
            <a:pPr marL="849313" indent="-849313"/>
            <a:endParaRPr lang="zh-CN" altLang="en-US" sz="1800" dirty="0">
              <a:solidFill>
                <a:srgbClr val="000000"/>
              </a:solidFill>
              <a:latin typeface="微软雅黑" panose="020B0503020204020204" pitchFamily="34" charset="-122"/>
              <a:sym typeface="微软雅黑" panose="020B0503020204020204" pitchFamily="34" charset="-122"/>
            </a:endParaRPr>
          </a:p>
          <a:p>
            <a:pPr marL="849313" indent="-849313"/>
            <a:endParaRPr lang="zh-CN" altLang="en-US" sz="1800" dirty="0">
              <a:solidFill>
                <a:srgbClr val="CC6600"/>
              </a:solidFill>
              <a:sym typeface="微软雅黑" panose="020B0503020204020204" pitchFamily="34" charset="-122"/>
            </a:endParaRPr>
          </a:p>
        </p:txBody>
      </p:sp>
      <p:sp>
        <p:nvSpPr>
          <p:cNvPr id="10" name="矩形 5">
            <a:extLst>
              <a:ext uri="{FF2B5EF4-FFF2-40B4-BE49-F238E27FC236}">
                <a16:creationId xmlns:a16="http://schemas.microsoft.com/office/drawing/2014/main" id="{1D5F6788-12B3-1441-B01B-167C473CC44C}"/>
              </a:ext>
            </a:extLst>
          </p:cNvPr>
          <p:cNvSpPr>
            <a:spLocks noChangeArrowheads="1"/>
          </p:cNvSpPr>
          <p:nvPr/>
        </p:nvSpPr>
        <p:spPr bwMode="auto">
          <a:xfrm>
            <a:off x="3527424" y="6100460"/>
            <a:ext cx="2490788"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zh-CN" sz="1500" dirty="0">
                <a:latin typeface="微软雅黑" panose="020B0503020204020204" pitchFamily="34" charset="-122"/>
                <a:ea typeface="微软雅黑" panose="020B0503020204020204" pitchFamily="34" charset="-122"/>
              </a:rPr>
              <a:t>产品管理系统的系统结构图 </a:t>
            </a:r>
            <a:endParaRPr lang="zh-CN" altLang="en-US" sz="1500"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0CEEF271-D471-3B4F-AFF8-239958D99B83}"/>
              </a:ext>
            </a:extLst>
          </p:cNvPr>
          <p:cNvGrpSpPr/>
          <p:nvPr/>
        </p:nvGrpSpPr>
        <p:grpSpPr>
          <a:xfrm>
            <a:off x="2079129" y="2427059"/>
            <a:ext cx="5538220" cy="3313640"/>
            <a:chOff x="2079129" y="2427059"/>
            <a:chExt cx="5538220" cy="3313640"/>
          </a:xfrm>
        </p:grpSpPr>
        <p:pic>
          <p:nvPicPr>
            <p:cNvPr id="15" name="图片 4" descr="0311">
              <a:extLst>
                <a:ext uri="{FF2B5EF4-FFF2-40B4-BE49-F238E27FC236}">
                  <a16:creationId xmlns:a16="http://schemas.microsoft.com/office/drawing/2014/main" id="{E2B64D57-413B-7A4C-877C-B6D5A52365D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79129" y="2427059"/>
              <a:ext cx="5538220" cy="3313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62E3C76A-EC50-2C4B-B6B3-A59909F9AEB0}"/>
                </a:ext>
              </a:extLst>
            </p:cNvPr>
            <p:cNvSpPr/>
            <p:nvPr/>
          </p:nvSpPr>
          <p:spPr>
            <a:xfrm>
              <a:off x="4417845" y="2489586"/>
              <a:ext cx="1129136" cy="2384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sp>
          <p:nvSpPr>
            <p:cNvPr id="3" name="文本框 2">
              <a:extLst>
                <a:ext uri="{FF2B5EF4-FFF2-40B4-BE49-F238E27FC236}">
                  <a16:creationId xmlns:a16="http://schemas.microsoft.com/office/drawing/2014/main" id="{03BFFDD4-5581-2644-A814-33B1771A7F58}"/>
                </a:ext>
              </a:extLst>
            </p:cNvPr>
            <p:cNvSpPr txBox="1"/>
            <p:nvPr/>
          </p:nvSpPr>
          <p:spPr>
            <a:xfrm>
              <a:off x="4078483" y="2498687"/>
              <a:ext cx="1807860" cy="307777"/>
            </a:xfrm>
            <a:prstGeom prst="rect">
              <a:avLst/>
            </a:prstGeom>
            <a:noFill/>
          </p:spPr>
          <p:txBody>
            <a:bodyPr wrap="square" rtlCol="0">
              <a:spAutoFit/>
            </a:bodyPr>
            <a:lstStyle/>
            <a:p>
              <a:pPr algn="ctr"/>
              <a:r>
                <a:rPr kumimoji="1" lang="zh-CN" altLang="en-US" sz="1400" dirty="0"/>
                <a:t>产品管理系统</a:t>
              </a:r>
            </a:p>
          </p:txBody>
        </p:sp>
      </p:grpSp>
    </p:spTree>
    <p:extLst>
      <p:ext uri="{BB962C8B-B14F-4D97-AF65-F5344CB8AC3E}">
        <p14:creationId xmlns:p14="http://schemas.microsoft.com/office/powerpoint/2010/main" val="42460433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3</a:t>
            </a:r>
            <a:r>
              <a:rPr lang="zh-CN" altLang="en-US" b="1" dirty="0">
                <a:ln w="12700" cmpd="sng">
                  <a:noFill/>
                  <a:prstDash val="solid"/>
                </a:ln>
                <a:solidFill>
                  <a:srgbClr val="4E8F00"/>
                </a:solidFill>
              </a:rPr>
              <a:t> 章   </a:t>
            </a:r>
            <a:r>
              <a:rPr lang="zh-CN" altLang="zh-CN" b="1" dirty="0">
                <a:ln w="12700" cmpd="sng">
                  <a:noFill/>
                  <a:prstDash val="solid"/>
                </a:ln>
                <a:solidFill>
                  <a:srgbClr val="4E8F00"/>
                </a:solidFill>
                <a:sym typeface="微软雅黑" panose="020B0503020204020204" pitchFamily="34" charset="-122"/>
              </a:rPr>
              <a:t>软件</a:t>
            </a:r>
            <a:r>
              <a:rPr lang="zh-CN" altLang="en-US" b="1" dirty="0">
                <a:ln w="12700" cmpd="sng">
                  <a:noFill/>
                  <a:prstDash val="solid"/>
                </a:ln>
                <a:solidFill>
                  <a:srgbClr val="4E8F00"/>
                </a:solidFill>
                <a:sym typeface="微软雅黑" panose="020B0503020204020204" pitchFamily="34" charset="-122"/>
              </a:rPr>
              <a:t>设计</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3.1</a:t>
            </a:r>
            <a:r>
              <a:rPr lang="zh-CN" altLang="en-US" dirty="0">
                <a:solidFill>
                  <a:srgbClr val="4E8F00"/>
                </a:solidFill>
                <a:sym typeface="微软雅黑" panose="020B0503020204020204" pitchFamily="34" charset="-122"/>
              </a:rPr>
              <a:t>  软件设计的基本概念</a:t>
            </a:r>
            <a:endParaRPr lang="zh-CN" altLang="en-US" dirty="0">
              <a:solidFill>
                <a:srgbClr val="4E8F00"/>
              </a:solidFill>
            </a:endParaRPr>
          </a:p>
          <a:p>
            <a:r>
              <a:rPr lang="en-US" altLang="zh-CN" dirty="0">
                <a:solidFill>
                  <a:srgbClr val="4E8F00"/>
                </a:solidFill>
                <a:sym typeface="微软雅黑" panose="020B0503020204020204" pitchFamily="34" charset="-122"/>
              </a:rPr>
              <a:t>3.2</a:t>
            </a:r>
            <a:r>
              <a:rPr lang="zh-CN" altLang="en-US" dirty="0">
                <a:solidFill>
                  <a:srgbClr val="4E8F00"/>
                </a:solidFill>
                <a:sym typeface="微软雅黑" panose="020B0503020204020204" pitchFamily="34" charset="-122"/>
              </a:rPr>
              <a:t>  软件结构化设计方法</a:t>
            </a:r>
            <a:endParaRPr lang="en-US" altLang="zh-CN" dirty="0">
              <a:solidFill>
                <a:srgbClr val="4E8F00"/>
              </a:solidFill>
              <a:sym typeface="微软雅黑" panose="020B0503020204020204" pitchFamily="34" charset="-122"/>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3.3</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软件结构化设计的工具</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r>
              <a:rPr lang="en-US" altLang="zh-CN" dirty="0">
                <a:solidFill>
                  <a:srgbClr val="4E8F00"/>
                </a:solidFill>
                <a:sym typeface="微软雅黑" panose="020B0503020204020204" pitchFamily="34" charset="-122"/>
              </a:rPr>
              <a:t>3.4</a:t>
            </a:r>
            <a:r>
              <a:rPr lang="zh-CN" altLang="en-US" dirty="0">
                <a:solidFill>
                  <a:srgbClr val="4E8F00"/>
                </a:solidFill>
                <a:sym typeface="微软雅黑" panose="020B0503020204020204" pitchFamily="34" charset="-122"/>
              </a:rPr>
              <a:t>  数据库结构设计</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3.5</a:t>
            </a:r>
            <a:r>
              <a:rPr lang="zh-CN" altLang="en-US" dirty="0">
                <a:solidFill>
                  <a:srgbClr val="4E8F00"/>
                </a:solidFill>
                <a:sym typeface="微软雅黑" panose="020B0503020204020204" pitchFamily="34" charset="-122"/>
              </a:rPr>
              <a:t>  人机界面设计</a:t>
            </a:r>
            <a:endParaRPr lang="en-US" altLang="zh-CN" dirty="0">
              <a:solidFill>
                <a:srgbClr val="4E8F00"/>
              </a:solidFill>
              <a:sym typeface="微软雅黑" panose="020B0503020204020204" pitchFamily="34" charset="-122"/>
            </a:endParaRPr>
          </a:p>
          <a:p>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71</a:t>
            </a:fld>
            <a:endParaRPr lang="zh-CN" altLang="en-US"/>
          </a:p>
        </p:txBody>
      </p:sp>
    </p:spTree>
    <p:extLst>
      <p:ext uri="{BB962C8B-B14F-4D97-AF65-F5344CB8AC3E}">
        <p14:creationId xmlns:p14="http://schemas.microsoft.com/office/powerpoint/2010/main" val="122583246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流程图</a:t>
            </a:r>
            <a:r>
              <a:rPr lang="zh-CN" altLang="en-US" dirty="0">
                <a:solidFill>
                  <a:srgbClr val="4E8F00"/>
                </a:solidFill>
                <a:ea typeface="Microsoft YaHei UI" panose="020B0503020204020204" pitchFamily="34" charset="-122"/>
              </a:rPr>
              <a:t>（</a:t>
            </a:r>
            <a:r>
              <a:rPr lang="en-US" altLang="zh-CN" dirty="0">
                <a:solidFill>
                  <a:srgbClr val="4E8F00"/>
                </a:solidFill>
                <a:ea typeface="Microsoft YaHei UI" panose="020B0503020204020204" pitchFamily="34" charset="-122"/>
              </a:rPr>
              <a:t>Flow Chart</a:t>
            </a:r>
            <a:r>
              <a:rPr lang="zh-CN" altLang="en-US" dirty="0">
                <a:solidFill>
                  <a:srgbClr val="4E8F00"/>
                </a:solidFill>
                <a:ea typeface="Microsoft YaHei UI" panose="020B0503020204020204" pitchFamily="34" charset="-122"/>
              </a:rPr>
              <a:t>）</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rPr>
              <a:t>流程图的概念</a:t>
            </a:r>
            <a:endParaRPr lang="zh-CN" altLang="en-US" sz="2400" dirty="0">
              <a:solidFill>
                <a:srgbClr val="CC6600"/>
              </a:solidFill>
              <a:sym typeface="微软雅黑" panose="020B0503020204020204" pitchFamily="34" charset="-122"/>
            </a:endParaRP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1421174" y="2598439"/>
            <a:ext cx="6688045" cy="1019404"/>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latin typeface="微软雅黑" panose="020B0503020204020204" pitchFamily="34" charset="-122"/>
              </a:rPr>
              <a:t>流程图：也称为程序流程图</a:t>
            </a:r>
            <a:endParaRPr lang="zh-CN" altLang="en-US" sz="1800" dirty="0">
              <a:solidFill>
                <a:srgbClr val="C00000"/>
              </a:solidFill>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latin typeface="微软雅黑" panose="020B0503020204020204" pitchFamily="34" charset="-122"/>
              </a:rPr>
              <a:t>程序流程图：以特定的图形符号加上说明，表示过程、算法、流程的一种框图</a:t>
            </a:r>
            <a:endParaRPr lang="en-US" altLang="zh-CN" sz="1800" dirty="0">
              <a:latin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latin typeface="微软雅黑" panose="020B0503020204020204" pitchFamily="34" charset="-122"/>
              </a:rPr>
              <a:t>程序流程图：直观地描述过程的控制流程</a:t>
            </a:r>
            <a:endParaRPr lang="zh-CN" altLang="en-US" sz="1800" dirty="0">
              <a:solidFill>
                <a:srgbClr val="C00000"/>
              </a:solidFill>
              <a:latin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7249473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流程图</a:t>
            </a:r>
            <a:r>
              <a:rPr lang="zh-CN" altLang="en-US" dirty="0">
                <a:solidFill>
                  <a:srgbClr val="4E8F00"/>
                </a:solidFill>
                <a:ea typeface="Microsoft YaHei UI" panose="020B0503020204020204" pitchFamily="34" charset="-122"/>
              </a:rPr>
              <a:t>（</a:t>
            </a:r>
            <a:r>
              <a:rPr lang="en-US" altLang="zh-CN" dirty="0">
                <a:solidFill>
                  <a:srgbClr val="4E8F00"/>
                </a:solidFill>
                <a:ea typeface="Microsoft YaHei UI" panose="020B0503020204020204" pitchFamily="34" charset="-122"/>
              </a:rPr>
              <a:t>Flow Chart</a:t>
            </a:r>
            <a:r>
              <a:rPr lang="zh-CN" altLang="en-US" dirty="0">
                <a:solidFill>
                  <a:srgbClr val="4E8F00"/>
                </a:solidFill>
                <a:ea typeface="Microsoft YaHei UI" panose="020B0503020204020204" pitchFamily="34" charset="-122"/>
              </a:rPr>
              <a:t>）</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rPr>
              <a:t>流程图的基本符号</a:t>
            </a:r>
            <a:endParaRPr lang="zh-CN" altLang="en-US" sz="2400" dirty="0">
              <a:solidFill>
                <a:srgbClr val="CC6600"/>
              </a:solidFill>
              <a:sym typeface="微软雅黑" panose="020B0503020204020204" pitchFamily="34" charset="-122"/>
            </a:endParaRPr>
          </a:p>
        </p:txBody>
      </p:sp>
      <p:pic>
        <p:nvPicPr>
          <p:cNvPr id="11" name="图片 4" descr="0314">
            <a:extLst>
              <a:ext uri="{FF2B5EF4-FFF2-40B4-BE49-F238E27FC236}">
                <a16:creationId xmlns:a16="http://schemas.microsoft.com/office/drawing/2014/main" id="{3429A3F5-9290-EB47-953C-DEDFA7499BC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8182" y="2576637"/>
            <a:ext cx="3283789" cy="2946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矩形 5">
            <a:extLst>
              <a:ext uri="{FF2B5EF4-FFF2-40B4-BE49-F238E27FC236}">
                <a16:creationId xmlns:a16="http://schemas.microsoft.com/office/drawing/2014/main" id="{141F296F-DEA7-534E-86A6-079674624BA2}"/>
              </a:ext>
            </a:extLst>
          </p:cNvPr>
          <p:cNvSpPr>
            <a:spLocks noChangeArrowheads="1"/>
          </p:cNvSpPr>
          <p:nvPr/>
        </p:nvSpPr>
        <p:spPr bwMode="auto">
          <a:xfrm>
            <a:off x="3381983" y="5776699"/>
            <a:ext cx="2516188"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dirty="0">
                <a:latin typeface="微软雅黑" panose="020B0503020204020204" pitchFamily="34" charset="-122"/>
                <a:ea typeface="微软雅黑" panose="020B0503020204020204" pitchFamily="34" charset="-122"/>
              </a:rPr>
              <a:t>程序流程图的基本符号 </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5977494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5" grpId="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流程图</a:t>
            </a:r>
            <a:r>
              <a:rPr lang="zh-CN" altLang="en-US" dirty="0">
                <a:solidFill>
                  <a:srgbClr val="4E8F00"/>
                </a:solidFill>
                <a:ea typeface="Microsoft YaHei UI" panose="020B0503020204020204" pitchFamily="34" charset="-122"/>
              </a:rPr>
              <a:t>（</a:t>
            </a:r>
            <a:r>
              <a:rPr lang="en-US" altLang="zh-CN" dirty="0">
                <a:solidFill>
                  <a:srgbClr val="4E8F00"/>
                </a:solidFill>
                <a:ea typeface="Microsoft YaHei UI" panose="020B0503020204020204" pitchFamily="34" charset="-122"/>
              </a:rPr>
              <a:t>Flow Chart</a:t>
            </a:r>
            <a:r>
              <a:rPr lang="zh-CN" altLang="en-US" dirty="0">
                <a:solidFill>
                  <a:srgbClr val="4E8F00"/>
                </a:solidFill>
                <a:ea typeface="Microsoft YaHei UI" panose="020B0503020204020204" pitchFamily="34" charset="-122"/>
              </a:rPr>
              <a:t>）</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zh-CN" sz="2400" dirty="0">
                <a:solidFill>
                  <a:srgbClr val="CC6600"/>
                </a:solidFill>
              </a:rPr>
              <a:t>程序流程图的控制结构 </a:t>
            </a:r>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pic>
        <p:nvPicPr>
          <p:cNvPr id="11" name="图片 11" descr="0315">
            <a:extLst>
              <a:ext uri="{FF2B5EF4-FFF2-40B4-BE49-F238E27FC236}">
                <a16:creationId xmlns:a16="http://schemas.microsoft.com/office/drawing/2014/main" id="{AABE19D5-A575-9B48-B25F-FA323DDC51F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4759"/>
          <a:stretch/>
        </p:blipFill>
        <p:spPr bwMode="auto">
          <a:xfrm>
            <a:off x="685385" y="4204721"/>
            <a:ext cx="4033838" cy="1816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11" descr="0315">
            <a:extLst>
              <a:ext uri="{FF2B5EF4-FFF2-40B4-BE49-F238E27FC236}">
                <a16:creationId xmlns:a16="http://schemas.microsoft.com/office/drawing/2014/main" id="{48EBE495-56CF-DE44-856E-2EC662BCD45D}"/>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44394" r="69779"/>
          <a:stretch/>
        </p:blipFill>
        <p:spPr bwMode="auto">
          <a:xfrm>
            <a:off x="5176423" y="3735121"/>
            <a:ext cx="1219076" cy="2232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11" descr="0315">
            <a:extLst>
              <a:ext uri="{FF2B5EF4-FFF2-40B4-BE49-F238E27FC236}">
                <a16:creationId xmlns:a16="http://schemas.microsoft.com/office/drawing/2014/main" id="{207C8B40-CA1D-9C41-B479-10CEBBC04249}"/>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5169" t="44394"/>
          <a:stretch/>
        </p:blipFill>
        <p:spPr bwMode="auto">
          <a:xfrm>
            <a:off x="6475012" y="3735121"/>
            <a:ext cx="2211788" cy="2232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Rectangle 3">
            <a:extLst>
              <a:ext uri="{FF2B5EF4-FFF2-40B4-BE49-F238E27FC236}">
                <a16:creationId xmlns:a16="http://schemas.microsoft.com/office/drawing/2014/main" id="{2691A606-8A69-9543-AD48-D25C13D74209}"/>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600"/>
              </a:spcBef>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顺序型、选择型、先判定型循环（</a:t>
            </a:r>
            <a:r>
              <a:rPr lang="en-US" altLang="zh-CN" dirty="0">
                <a:latin typeface="微软雅黑" panose="020B0503020204020204" pitchFamily="34" charset="-122"/>
                <a:ea typeface="微软雅黑" panose="020B0503020204020204" pitchFamily="34" charset="-122"/>
              </a:rPr>
              <a:t>WHILE-DO</a:t>
            </a:r>
            <a:r>
              <a:rPr lang="zh-CN" altLang="en-US" dirty="0">
                <a:latin typeface="微软雅黑" panose="020B0503020204020204" pitchFamily="34" charset="-122"/>
                <a:ea typeface="微软雅黑" panose="020B0503020204020204" pitchFamily="34" charset="-122"/>
              </a:rPr>
              <a:t>）、后判定型循环（</a:t>
            </a:r>
            <a:r>
              <a:rPr lang="en-US" altLang="zh-CN" dirty="0">
                <a:latin typeface="微软雅黑" panose="020B0503020204020204" pitchFamily="34" charset="-122"/>
                <a:ea typeface="微软雅黑" panose="020B0503020204020204" pitchFamily="34" charset="-122"/>
              </a:rPr>
              <a:t>DO-WHILE</a:t>
            </a:r>
            <a:r>
              <a:rPr lang="zh-CN" altLang="en-US" dirty="0">
                <a:latin typeface="微软雅黑" panose="020B0503020204020204" pitchFamily="34" charset="-122"/>
                <a:ea typeface="微软雅黑" panose="020B0503020204020204" pitchFamily="34" charset="-122"/>
              </a:rPr>
              <a:t>）和多分支选择型 </a:t>
            </a:r>
          </a:p>
        </p:txBody>
      </p:sp>
    </p:spTree>
    <p:extLst>
      <p:ext uri="{BB962C8B-B14F-4D97-AF65-F5344CB8AC3E}">
        <p14:creationId xmlns:p14="http://schemas.microsoft.com/office/powerpoint/2010/main" val="29505043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流程图</a:t>
            </a:r>
            <a:r>
              <a:rPr lang="zh-CN" altLang="en-US" dirty="0">
                <a:solidFill>
                  <a:srgbClr val="4E8F00"/>
                </a:solidFill>
                <a:ea typeface="Microsoft YaHei UI" panose="020B0503020204020204" pitchFamily="34" charset="-122"/>
              </a:rPr>
              <a:t>（</a:t>
            </a:r>
            <a:r>
              <a:rPr lang="en-US" altLang="zh-CN" dirty="0">
                <a:solidFill>
                  <a:srgbClr val="4E8F00"/>
                </a:solidFill>
                <a:ea typeface="Microsoft YaHei UI" panose="020B0503020204020204" pitchFamily="34" charset="-122"/>
              </a:rPr>
              <a:t>Flow Chart</a:t>
            </a:r>
            <a:r>
              <a:rPr lang="zh-CN" altLang="en-US" dirty="0">
                <a:solidFill>
                  <a:srgbClr val="4E8F00"/>
                </a:solidFill>
                <a:ea typeface="Microsoft YaHei UI" panose="020B0503020204020204" pitchFamily="34" charset="-122"/>
              </a:rPr>
              <a:t>）</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zh-CN" sz="2400" dirty="0">
                <a:solidFill>
                  <a:srgbClr val="CC6600"/>
                </a:solidFill>
              </a:rPr>
              <a:t>程序流程图</a:t>
            </a:r>
            <a:r>
              <a:rPr lang="zh-CN" altLang="en-US" sz="2400" dirty="0">
                <a:solidFill>
                  <a:srgbClr val="CC6600"/>
                </a:solidFill>
              </a:rPr>
              <a:t>示例</a:t>
            </a:r>
          </a:p>
          <a:p>
            <a:pPr marL="849313" indent="-849313"/>
            <a:endParaRPr lang="zh-CN" altLang="en-US" sz="2400" dirty="0">
              <a:solidFill>
                <a:srgbClr val="CC6600"/>
              </a:solidFill>
              <a:sym typeface="微软雅黑" panose="020B0503020204020204" pitchFamily="34" charset="-122"/>
            </a:endParaRPr>
          </a:p>
        </p:txBody>
      </p:sp>
      <p:pic>
        <p:nvPicPr>
          <p:cNvPr id="17" name="图片 3" descr="0316">
            <a:extLst>
              <a:ext uri="{FF2B5EF4-FFF2-40B4-BE49-F238E27FC236}">
                <a16:creationId xmlns:a16="http://schemas.microsoft.com/office/drawing/2014/main" id="{EFFB1333-F20B-F848-8D99-E1EB0ECE51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87411" y="1780214"/>
            <a:ext cx="3550224" cy="4543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563216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流程图</a:t>
            </a:r>
            <a:r>
              <a:rPr lang="zh-CN" altLang="en-US" dirty="0">
                <a:solidFill>
                  <a:srgbClr val="4E8F00"/>
                </a:solidFill>
                <a:ea typeface="Microsoft YaHei UI" panose="020B0503020204020204" pitchFamily="34" charset="-122"/>
              </a:rPr>
              <a:t>（</a:t>
            </a:r>
            <a:r>
              <a:rPr lang="en-US" altLang="zh-CN" dirty="0">
                <a:solidFill>
                  <a:srgbClr val="4E8F00"/>
                </a:solidFill>
                <a:ea typeface="Microsoft YaHei UI" panose="020B0503020204020204" pitchFamily="34" charset="-122"/>
              </a:rPr>
              <a:t>Flow Chart</a:t>
            </a:r>
            <a:r>
              <a:rPr lang="zh-CN" altLang="en-US" dirty="0">
                <a:solidFill>
                  <a:srgbClr val="4E8F00"/>
                </a:solidFill>
                <a:ea typeface="Microsoft YaHei UI" panose="020B0503020204020204" pitchFamily="34" charset="-122"/>
              </a:rPr>
              <a:t>）</a:t>
            </a: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2" name="图片 1">
            <a:extLst>
              <a:ext uri="{FF2B5EF4-FFF2-40B4-BE49-F238E27FC236}">
                <a16:creationId xmlns:a16="http://schemas.microsoft.com/office/drawing/2014/main" id="{B5186079-D72E-0548-8B23-37A3321D7B66}"/>
              </a:ext>
            </a:extLst>
          </p:cNvPr>
          <p:cNvPicPr>
            <a:picLocks noChangeAspect="1"/>
          </p:cNvPicPr>
          <p:nvPr/>
        </p:nvPicPr>
        <p:blipFill>
          <a:blip r:embed="rId2"/>
          <a:stretch>
            <a:fillRect/>
          </a:stretch>
        </p:blipFill>
        <p:spPr>
          <a:xfrm>
            <a:off x="586120" y="204399"/>
            <a:ext cx="7971760" cy="6425001"/>
          </a:xfrm>
          <a:prstGeom prst="rect">
            <a:avLst/>
          </a:prstGeom>
        </p:spPr>
      </p:pic>
      <p:sp>
        <p:nvSpPr>
          <p:cNvPr id="10" name="Rectangle 7">
            <a:extLst>
              <a:ext uri="{FF2B5EF4-FFF2-40B4-BE49-F238E27FC236}">
                <a16:creationId xmlns:a16="http://schemas.microsoft.com/office/drawing/2014/main" id="{E1FBB127-ED4F-1D44-9D83-04512CFEE2B6}"/>
              </a:ext>
            </a:extLst>
          </p:cNvPr>
          <p:cNvSpPr txBox="1">
            <a:spLocks noChangeArrowheads="1"/>
          </p:cNvSpPr>
          <p:nvPr/>
        </p:nvSpPr>
        <p:spPr>
          <a:xfrm>
            <a:off x="554393" y="425609"/>
            <a:ext cx="2371687" cy="1244165"/>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6350" indent="-6350"/>
            <a:r>
              <a:rPr lang="zh-CN" altLang="en-US" sz="1800" dirty="0">
                <a:solidFill>
                  <a:schemeClr val="accent5">
                    <a:lumMod val="75000"/>
                  </a:schemeClr>
                </a:solidFill>
                <a:latin typeface="微软雅黑" panose="020B0503020204020204" pitchFamily="34" charset="-122"/>
              </a:rPr>
              <a:t>例：用流程图描述</a:t>
            </a:r>
            <a:r>
              <a:rPr lang="en-US" altLang="zh-CN" sz="1800" dirty="0">
                <a:solidFill>
                  <a:schemeClr val="accent5">
                    <a:lumMod val="75000"/>
                  </a:schemeClr>
                </a:solidFill>
                <a:latin typeface="微软雅黑" panose="020B0503020204020204" pitchFamily="34" charset="-122"/>
              </a:rPr>
              <a:t>《</a:t>
            </a:r>
            <a:r>
              <a:rPr lang="zh-CN" altLang="en-US" sz="1800" dirty="0">
                <a:solidFill>
                  <a:schemeClr val="accent5">
                    <a:lumMod val="75000"/>
                  </a:schemeClr>
                </a:solidFill>
                <a:latin typeface="微软雅黑" panose="020B0503020204020204" pitchFamily="34" charset="-122"/>
              </a:rPr>
              <a:t>书店订书管理系统</a:t>
            </a:r>
            <a:r>
              <a:rPr lang="en-US" altLang="zh-CN" sz="1800" dirty="0">
                <a:solidFill>
                  <a:schemeClr val="accent5">
                    <a:lumMod val="75000"/>
                  </a:schemeClr>
                </a:solidFill>
                <a:latin typeface="微软雅黑" panose="020B0503020204020204" pitchFamily="34" charset="-122"/>
              </a:rPr>
              <a:t>》</a:t>
            </a:r>
            <a:r>
              <a:rPr lang="zh-CN" altLang="en-US" sz="1800" dirty="0">
                <a:solidFill>
                  <a:schemeClr val="accent5">
                    <a:lumMod val="75000"/>
                  </a:schemeClr>
                </a:solidFill>
                <a:latin typeface="微软雅黑" panose="020B0503020204020204" pitchFamily="34" charset="-122"/>
              </a:rPr>
              <a:t> 软件结构设计模型</a:t>
            </a:r>
            <a:endParaRPr lang="zh-CN" altLang="en-US" sz="1800" dirty="0">
              <a:solidFill>
                <a:schemeClr val="accent5">
                  <a:lumMod val="75000"/>
                </a:schemeClr>
              </a:solidFill>
              <a:sym typeface="微软雅黑" panose="020B0503020204020204" pitchFamily="34" charset="-122"/>
            </a:endParaRPr>
          </a:p>
        </p:txBody>
      </p:sp>
    </p:spTree>
    <p:extLst>
      <p:ext uri="{BB962C8B-B14F-4D97-AF65-F5344CB8AC3E}">
        <p14:creationId xmlns:p14="http://schemas.microsoft.com/office/powerpoint/2010/main" val="29369089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3.3.1</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流程图</a:t>
            </a:r>
            <a:r>
              <a:rPr lang="zh-CN" altLang="en-US" dirty="0">
                <a:solidFill>
                  <a:srgbClr val="4E8F00"/>
                </a:solidFill>
                <a:ea typeface="Microsoft YaHei UI" panose="020B0503020204020204" pitchFamily="34" charset="-122"/>
              </a:rPr>
              <a:t>（</a:t>
            </a:r>
            <a:r>
              <a:rPr lang="en-US" altLang="zh-CN" dirty="0">
                <a:solidFill>
                  <a:srgbClr val="4E8F00"/>
                </a:solidFill>
                <a:ea typeface="Microsoft YaHei UI" panose="020B0503020204020204" pitchFamily="34" charset="-122"/>
              </a:rPr>
              <a:t>Flow Chart</a:t>
            </a:r>
            <a:r>
              <a:rPr lang="zh-CN" altLang="en-US" dirty="0">
                <a:solidFill>
                  <a:srgbClr val="4E8F00"/>
                </a:solidFill>
                <a:ea typeface="Microsoft YaHei UI" panose="020B0503020204020204" pitchFamily="34" charset="-122"/>
              </a:rPr>
              <a:t>）</a:t>
            </a: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zh-CN" sz="2400" dirty="0">
                <a:solidFill>
                  <a:srgbClr val="CC6600"/>
                </a:solidFill>
              </a:rPr>
              <a:t>程序流程图的</a:t>
            </a:r>
            <a:r>
              <a:rPr lang="zh-CN" altLang="en-US" sz="2400" dirty="0">
                <a:solidFill>
                  <a:srgbClr val="CC6600"/>
                </a:solidFill>
              </a:rPr>
              <a:t>主要优点</a:t>
            </a:r>
          </a:p>
          <a:p>
            <a:pPr marL="849313" indent="-849313"/>
            <a:endParaRPr lang="zh-CN" altLang="en-US" sz="2400" dirty="0">
              <a:solidFill>
                <a:srgbClr val="CC6600"/>
              </a:solidFill>
              <a:sym typeface="微软雅黑" panose="020B0503020204020204" pitchFamily="34" charset="-122"/>
            </a:endParaRPr>
          </a:p>
        </p:txBody>
      </p:sp>
      <p:sp>
        <p:nvSpPr>
          <p:cNvPr id="17" name="Rectangle 3">
            <a:extLst>
              <a:ext uri="{FF2B5EF4-FFF2-40B4-BE49-F238E27FC236}">
                <a16:creationId xmlns:a16="http://schemas.microsoft.com/office/drawing/2014/main" id="{2691A606-8A69-9543-AD48-D25C13D74209}"/>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采用简单规范的符号，画法简单</a:t>
            </a:r>
          </a:p>
          <a:p>
            <a:pPr>
              <a:lnSpc>
                <a:spcPct val="150000"/>
              </a:lnSpc>
              <a:spcBef>
                <a:spcPct val="20000"/>
              </a:spcBef>
              <a:buFont typeface="Arial" panose="020B0604020202020204" pitchFamily="34" charset="0"/>
              <a:buChar char="•"/>
            </a:pPr>
            <a:r>
              <a:rPr lang="zh-CN" altLang="en-US"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结构清晰，逻辑性强</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便于描述，容易理解 </a:t>
            </a:r>
          </a:p>
        </p:txBody>
      </p:sp>
      <p:sp>
        <p:nvSpPr>
          <p:cNvPr id="18" name="Rectangle 7">
            <a:extLst>
              <a:ext uri="{FF2B5EF4-FFF2-40B4-BE49-F238E27FC236}">
                <a16:creationId xmlns:a16="http://schemas.microsoft.com/office/drawing/2014/main" id="{3790EDDB-0B58-4A41-AE47-207B32C38661}"/>
              </a:ext>
            </a:extLst>
          </p:cNvPr>
          <p:cNvSpPr txBox="1">
            <a:spLocks noChangeArrowheads="1"/>
          </p:cNvSpPr>
          <p:nvPr/>
        </p:nvSpPr>
        <p:spPr>
          <a:xfrm>
            <a:off x="1073823" y="386302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zh-CN" sz="2400" dirty="0">
                <a:solidFill>
                  <a:srgbClr val="CC6600"/>
                </a:solidFill>
              </a:rPr>
              <a:t>程序流程图的</a:t>
            </a:r>
            <a:r>
              <a:rPr lang="zh-CN" altLang="en-US" sz="2400" dirty="0">
                <a:solidFill>
                  <a:srgbClr val="CC6600"/>
                </a:solidFill>
              </a:rPr>
              <a:t>主要缺点</a:t>
            </a:r>
          </a:p>
          <a:p>
            <a:pPr marL="849313" indent="-849313"/>
            <a:endParaRPr lang="zh-CN" altLang="en-US" sz="2400" dirty="0">
              <a:solidFill>
                <a:srgbClr val="CC6600"/>
              </a:solidFill>
              <a:sym typeface="微软雅黑" panose="020B0503020204020204" pitchFamily="34" charset="-122"/>
            </a:endParaRPr>
          </a:p>
        </p:txBody>
      </p:sp>
      <p:sp>
        <p:nvSpPr>
          <p:cNvPr id="19" name="Rectangle 3">
            <a:extLst>
              <a:ext uri="{FF2B5EF4-FFF2-40B4-BE49-F238E27FC236}">
                <a16:creationId xmlns:a16="http://schemas.microsoft.com/office/drawing/2014/main" id="{FBB5E43F-CD0C-3D45-BA52-F88A51AC3DC1}"/>
              </a:ext>
            </a:extLst>
          </p:cNvPr>
          <p:cNvSpPr>
            <a:spLocks noChangeArrowheads="1"/>
          </p:cNvSpPr>
          <p:nvPr/>
        </p:nvSpPr>
        <p:spPr bwMode="auto">
          <a:xfrm>
            <a:off x="1418810" y="4564341"/>
            <a:ext cx="7049529"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不利于逐步求精的设计</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图中可用箭头随意地对控制进行转移，与结构化程序设计精神相悖</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不易于表示系统中所含的数据结构</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当目标系统比较复杂时，流程图会变得很繁杂、不清晰 </a:t>
            </a:r>
          </a:p>
        </p:txBody>
      </p:sp>
    </p:spTree>
    <p:extLst>
      <p:ext uri="{BB962C8B-B14F-4D97-AF65-F5344CB8AC3E}">
        <p14:creationId xmlns:p14="http://schemas.microsoft.com/office/powerpoint/2010/main" val="42713533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1000"/>
                                        <p:tgtEl>
                                          <p:spTgt spid="17"/>
                                        </p:tgtEl>
                                      </p:cBhvr>
                                    </p:animEffect>
                                    <p:anim calcmode="lin" valueType="num">
                                      <p:cBhvr>
                                        <p:cTn id="13" dur="1000" fill="hold"/>
                                        <p:tgtEl>
                                          <p:spTgt spid="17"/>
                                        </p:tgtEl>
                                        <p:attrNameLst>
                                          <p:attrName>ppt_x</p:attrName>
                                        </p:attrNameLst>
                                      </p:cBhvr>
                                      <p:tavLst>
                                        <p:tav tm="0">
                                          <p:val>
                                            <p:strVal val="#ppt_x"/>
                                          </p:val>
                                        </p:tav>
                                        <p:tav tm="100000">
                                          <p:val>
                                            <p:strVal val="#ppt_x"/>
                                          </p:val>
                                        </p:tav>
                                      </p:tavLst>
                                    </p:anim>
                                    <p:anim calcmode="lin" valueType="num">
                                      <p:cBhvr>
                                        <p:cTn id="1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1000"/>
                                        <p:tgtEl>
                                          <p:spTgt spid="19"/>
                                        </p:tgtEl>
                                      </p:cBhvr>
                                    </p:animEffect>
                                    <p:anim calcmode="lin" valueType="num">
                                      <p:cBhvr>
                                        <p:cTn id="25" dur="1000" fill="hold"/>
                                        <p:tgtEl>
                                          <p:spTgt spid="19"/>
                                        </p:tgtEl>
                                        <p:attrNameLst>
                                          <p:attrName>ppt_x</p:attrName>
                                        </p:attrNameLst>
                                      </p:cBhvr>
                                      <p:tavLst>
                                        <p:tav tm="0">
                                          <p:val>
                                            <p:strVal val="#ppt_x"/>
                                          </p:val>
                                        </p:tav>
                                        <p:tav tm="100000">
                                          <p:val>
                                            <p:strVal val="#ppt_x"/>
                                          </p:val>
                                        </p:tav>
                                      </p:tavLst>
                                    </p:anim>
                                    <p:anim calcmode="lin" valueType="num">
                                      <p:cBhvr>
                                        <p:cTn id="2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18" grpId="0"/>
      <p:bldP spid="19" grpId="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盒图（</a:t>
            </a:r>
            <a:r>
              <a:rPr lang="en-US" altLang="zh-CN" dirty="0">
                <a:solidFill>
                  <a:srgbClr val="4E8F00"/>
                </a:solidFill>
                <a:ea typeface="Microsoft YaHei UI" panose="020B0503020204020204" pitchFamily="34" charset="-122"/>
                <a:sym typeface="微软雅黑" panose="020B0503020204020204" pitchFamily="34" charset="-122"/>
              </a:rPr>
              <a:t>N-S</a:t>
            </a:r>
            <a:r>
              <a:rPr lang="zh-CN" altLang="en-US" dirty="0">
                <a:solidFill>
                  <a:srgbClr val="4E8F00"/>
                </a:solidFill>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rPr>
              <a:t>N-S</a:t>
            </a:r>
            <a:r>
              <a:rPr lang="zh-CN" altLang="en-US" sz="2400" dirty="0">
                <a:solidFill>
                  <a:srgbClr val="CC6600"/>
                </a:solidFill>
              </a:rPr>
              <a:t>图的基本符号与结构</a:t>
            </a:r>
            <a:endParaRPr lang="zh-CN" altLang="en-US" sz="2400" dirty="0">
              <a:solidFill>
                <a:srgbClr val="CC6600"/>
              </a:solidFill>
              <a:sym typeface="微软雅黑" panose="020B0503020204020204" pitchFamily="34" charset="-122"/>
            </a:endParaRPr>
          </a:p>
        </p:txBody>
      </p:sp>
      <p:pic>
        <p:nvPicPr>
          <p:cNvPr id="11" name="图片 2" descr="0317">
            <a:extLst>
              <a:ext uri="{FF2B5EF4-FFF2-40B4-BE49-F238E27FC236}">
                <a16:creationId xmlns:a16="http://schemas.microsoft.com/office/drawing/2014/main" id="{AD206069-3E77-2442-B07A-86FEFD5035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95116" y="2687073"/>
            <a:ext cx="4948237" cy="348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74111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79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盒图（</a:t>
            </a:r>
            <a:r>
              <a:rPr lang="en-US" altLang="zh-CN" dirty="0">
                <a:solidFill>
                  <a:srgbClr val="4E8F00"/>
                </a:solidFill>
                <a:ea typeface="Microsoft YaHei UI" panose="020B0503020204020204" pitchFamily="34" charset="-122"/>
                <a:sym typeface="微软雅黑" panose="020B0503020204020204" pitchFamily="34" charset="-122"/>
              </a:rPr>
              <a:t>N-S</a:t>
            </a:r>
            <a:r>
              <a:rPr lang="zh-CN" altLang="en-US" dirty="0">
                <a:solidFill>
                  <a:srgbClr val="4E8F00"/>
                </a:solidFill>
                <a:ea typeface="Microsoft YaHei UI" panose="020B0503020204020204" pitchFamily="34" charset="-122"/>
                <a:sym typeface="微软雅黑" panose="020B0503020204020204" pitchFamily="34" charset="-122"/>
              </a:rPr>
              <a:t>图）</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rPr>
              <a:t>盒图示例</a:t>
            </a:r>
          </a:p>
          <a:p>
            <a:pPr marL="849313" indent="-849313"/>
            <a:endParaRPr lang="zh-CN" altLang="en-US" sz="2400" dirty="0">
              <a:solidFill>
                <a:srgbClr val="CC6600"/>
              </a:solidFill>
              <a:sym typeface="微软雅黑" panose="020B0503020204020204" pitchFamily="34" charset="-122"/>
            </a:endParaRPr>
          </a:p>
        </p:txBody>
      </p:sp>
      <p:grpSp>
        <p:nvGrpSpPr>
          <p:cNvPr id="2" name="组合 1">
            <a:extLst>
              <a:ext uri="{FF2B5EF4-FFF2-40B4-BE49-F238E27FC236}">
                <a16:creationId xmlns:a16="http://schemas.microsoft.com/office/drawing/2014/main" id="{636B6FC6-AEE5-BF4D-A4EA-E3B096F00AEC}"/>
              </a:ext>
            </a:extLst>
          </p:cNvPr>
          <p:cNvGrpSpPr/>
          <p:nvPr/>
        </p:nvGrpSpPr>
        <p:grpSpPr>
          <a:xfrm>
            <a:off x="1146838" y="2622520"/>
            <a:ext cx="7059656" cy="3753110"/>
            <a:chOff x="1146838" y="2622520"/>
            <a:chExt cx="7059656" cy="3753110"/>
          </a:xfrm>
        </p:grpSpPr>
        <p:sp>
          <p:nvSpPr>
            <p:cNvPr id="11" name="Rectangle 8">
              <a:extLst>
                <a:ext uri="{FF2B5EF4-FFF2-40B4-BE49-F238E27FC236}">
                  <a16:creationId xmlns:a16="http://schemas.microsoft.com/office/drawing/2014/main" id="{A36E3538-C289-2E42-B439-79B883BAB09A}"/>
                </a:ext>
              </a:extLst>
            </p:cNvPr>
            <p:cNvSpPr>
              <a:spLocks noChangeArrowheads="1"/>
            </p:cNvSpPr>
            <p:nvPr/>
          </p:nvSpPr>
          <p:spPr bwMode="auto">
            <a:xfrm>
              <a:off x="2153967" y="2871812"/>
              <a:ext cx="4946495" cy="3246076"/>
            </a:xfrm>
            <a:prstGeom prst="rect">
              <a:avLst/>
            </a:prstGeom>
            <a:noFill/>
            <a:ln w="28575">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5" name="Line 9">
              <a:extLst>
                <a:ext uri="{FF2B5EF4-FFF2-40B4-BE49-F238E27FC236}">
                  <a16:creationId xmlns:a16="http://schemas.microsoft.com/office/drawing/2014/main" id="{B583534B-4451-5344-8A2F-5566DB0EB392}"/>
                </a:ext>
              </a:extLst>
            </p:cNvPr>
            <p:cNvSpPr>
              <a:spLocks noChangeShapeType="1"/>
            </p:cNvSpPr>
            <p:nvPr/>
          </p:nvSpPr>
          <p:spPr bwMode="auto">
            <a:xfrm>
              <a:off x="2153967" y="3145399"/>
              <a:ext cx="4946495" cy="0"/>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Text Box 10">
              <a:extLst>
                <a:ext uri="{FF2B5EF4-FFF2-40B4-BE49-F238E27FC236}">
                  <a16:creationId xmlns:a16="http://schemas.microsoft.com/office/drawing/2014/main" id="{B07213FF-3B92-0447-80D7-5E329A0FA1EC}"/>
                </a:ext>
              </a:extLst>
            </p:cNvPr>
            <p:cNvSpPr txBox="1">
              <a:spLocks noChangeArrowheads="1"/>
            </p:cNvSpPr>
            <p:nvPr/>
          </p:nvSpPr>
          <p:spPr bwMode="auto">
            <a:xfrm>
              <a:off x="4313097" y="2774630"/>
              <a:ext cx="447149"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a</a:t>
              </a:r>
            </a:p>
          </p:txBody>
        </p:sp>
        <p:sp>
          <p:nvSpPr>
            <p:cNvPr id="18" name="Line 11">
              <a:extLst>
                <a:ext uri="{FF2B5EF4-FFF2-40B4-BE49-F238E27FC236}">
                  <a16:creationId xmlns:a16="http://schemas.microsoft.com/office/drawing/2014/main" id="{2D793745-4705-364E-940D-4D92989EEBE3}"/>
                </a:ext>
              </a:extLst>
            </p:cNvPr>
            <p:cNvSpPr>
              <a:spLocks noChangeShapeType="1"/>
            </p:cNvSpPr>
            <p:nvPr/>
          </p:nvSpPr>
          <p:spPr bwMode="auto">
            <a:xfrm>
              <a:off x="2153967" y="5883384"/>
              <a:ext cx="4946495" cy="2113"/>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9" name="Line 12">
              <a:extLst>
                <a:ext uri="{FF2B5EF4-FFF2-40B4-BE49-F238E27FC236}">
                  <a16:creationId xmlns:a16="http://schemas.microsoft.com/office/drawing/2014/main" id="{CB1E7F96-4A84-AD45-BEDF-9B0745A9EEB3}"/>
                </a:ext>
              </a:extLst>
            </p:cNvPr>
            <p:cNvSpPr>
              <a:spLocks noChangeShapeType="1"/>
            </p:cNvSpPr>
            <p:nvPr/>
          </p:nvSpPr>
          <p:spPr bwMode="auto">
            <a:xfrm>
              <a:off x="2153967" y="5629867"/>
              <a:ext cx="4479845" cy="0"/>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0" name="Line 13">
              <a:extLst>
                <a:ext uri="{FF2B5EF4-FFF2-40B4-BE49-F238E27FC236}">
                  <a16:creationId xmlns:a16="http://schemas.microsoft.com/office/drawing/2014/main" id="{46F2CEC4-6C31-9045-8208-4615652001C8}"/>
                </a:ext>
              </a:extLst>
            </p:cNvPr>
            <p:cNvSpPr>
              <a:spLocks noChangeShapeType="1"/>
            </p:cNvSpPr>
            <p:nvPr/>
          </p:nvSpPr>
          <p:spPr bwMode="auto">
            <a:xfrm flipV="1">
              <a:off x="6631026" y="3145399"/>
              <a:ext cx="0" cy="2487637"/>
            </a:xfrm>
            <a:prstGeom prst="line">
              <a:avLst/>
            </a:prstGeom>
            <a:noFill/>
            <a:ln w="28575">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1" name="Line 14">
              <a:extLst>
                <a:ext uri="{FF2B5EF4-FFF2-40B4-BE49-F238E27FC236}">
                  <a16:creationId xmlns:a16="http://schemas.microsoft.com/office/drawing/2014/main" id="{7186EE21-74C0-8044-8ADD-17363794D822}"/>
                </a:ext>
              </a:extLst>
            </p:cNvPr>
            <p:cNvSpPr>
              <a:spLocks noChangeShapeType="1"/>
            </p:cNvSpPr>
            <p:nvPr/>
          </p:nvSpPr>
          <p:spPr bwMode="auto">
            <a:xfrm>
              <a:off x="2153967" y="3398916"/>
              <a:ext cx="4479845" cy="2113"/>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2" name="Line 15">
              <a:extLst>
                <a:ext uri="{FF2B5EF4-FFF2-40B4-BE49-F238E27FC236}">
                  <a16:creationId xmlns:a16="http://schemas.microsoft.com/office/drawing/2014/main" id="{9732198B-189F-2948-B429-6DC0C97C545A}"/>
                </a:ext>
              </a:extLst>
            </p:cNvPr>
            <p:cNvSpPr>
              <a:spLocks noChangeShapeType="1"/>
            </p:cNvSpPr>
            <p:nvPr/>
          </p:nvSpPr>
          <p:spPr bwMode="auto">
            <a:xfrm>
              <a:off x="2153967" y="3704193"/>
              <a:ext cx="4479845" cy="0"/>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3" name="Line 16">
              <a:extLst>
                <a:ext uri="{FF2B5EF4-FFF2-40B4-BE49-F238E27FC236}">
                  <a16:creationId xmlns:a16="http://schemas.microsoft.com/office/drawing/2014/main" id="{73221740-3677-274C-84EF-130800FA225C}"/>
                </a:ext>
              </a:extLst>
            </p:cNvPr>
            <p:cNvSpPr>
              <a:spLocks noChangeShapeType="1"/>
            </p:cNvSpPr>
            <p:nvPr/>
          </p:nvSpPr>
          <p:spPr bwMode="auto">
            <a:xfrm>
              <a:off x="2153967" y="3398916"/>
              <a:ext cx="2341610" cy="308446"/>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4" name="Line 17">
              <a:extLst>
                <a:ext uri="{FF2B5EF4-FFF2-40B4-BE49-F238E27FC236}">
                  <a16:creationId xmlns:a16="http://schemas.microsoft.com/office/drawing/2014/main" id="{A5FDFB63-F760-8F47-B9C8-0583B9D95527}"/>
                </a:ext>
              </a:extLst>
            </p:cNvPr>
            <p:cNvSpPr>
              <a:spLocks noChangeShapeType="1"/>
            </p:cNvSpPr>
            <p:nvPr/>
          </p:nvSpPr>
          <p:spPr bwMode="auto">
            <a:xfrm flipV="1">
              <a:off x="4492792" y="3398916"/>
              <a:ext cx="2135448" cy="308446"/>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5" name="Line 18">
              <a:extLst>
                <a:ext uri="{FF2B5EF4-FFF2-40B4-BE49-F238E27FC236}">
                  <a16:creationId xmlns:a16="http://schemas.microsoft.com/office/drawing/2014/main" id="{092069C4-053E-E642-81D1-8970E029FDE1}"/>
                </a:ext>
              </a:extLst>
            </p:cNvPr>
            <p:cNvSpPr>
              <a:spLocks noChangeShapeType="1"/>
            </p:cNvSpPr>
            <p:nvPr/>
          </p:nvSpPr>
          <p:spPr bwMode="auto">
            <a:xfrm>
              <a:off x="4492792" y="3704193"/>
              <a:ext cx="0" cy="1925674"/>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6" name="Line 19">
              <a:extLst>
                <a:ext uri="{FF2B5EF4-FFF2-40B4-BE49-F238E27FC236}">
                  <a16:creationId xmlns:a16="http://schemas.microsoft.com/office/drawing/2014/main" id="{1B461319-9EC6-0F49-A20B-D33E650A5FDB}"/>
                </a:ext>
              </a:extLst>
            </p:cNvPr>
            <p:cNvSpPr>
              <a:spLocks noChangeShapeType="1"/>
            </p:cNvSpPr>
            <p:nvPr/>
          </p:nvSpPr>
          <p:spPr bwMode="auto">
            <a:xfrm>
              <a:off x="2153967" y="4007357"/>
              <a:ext cx="4479845" cy="3169"/>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7" name="Line 20">
              <a:extLst>
                <a:ext uri="{FF2B5EF4-FFF2-40B4-BE49-F238E27FC236}">
                  <a16:creationId xmlns:a16="http://schemas.microsoft.com/office/drawing/2014/main" id="{1B259EB0-1AC5-3A41-A38D-96E02266B31E}"/>
                </a:ext>
              </a:extLst>
            </p:cNvPr>
            <p:cNvSpPr>
              <a:spLocks noChangeShapeType="1"/>
            </p:cNvSpPr>
            <p:nvPr/>
          </p:nvSpPr>
          <p:spPr bwMode="auto">
            <a:xfrm>
              <a:off x="2153967" y="3704193"/>
              <a:ext cx="401180" cy="306333"/>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8" name="Line 21">
              <a:extLst>
                <a:ext uri="{FF2B5EF4-FFF2-40B4-BE49-F238E27FC236}">
                  <a16:creationId xmlns:a16="http://schemas.microsoft.com/office/drawing/2014/main" id="{2DB79F76-39D9-E24C-8570-7CE2BE1CA35F}"/>
                </a:ext>
              </a:extLst>
            </p:cNvPr>
            <p:cNvSpPr>
              <a:spLocks noChangeShapeType="1"/>
            </p:cNvSpPr>
            <p:nvPr/>
          </p:nvSpPr>
          <p:spPr bwMode="auto">
            <a:xfrm flipH="1">
              <a:off x="4091612" y="3704193"/>
              <a:ext cx="401180" cy="303164"/>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29" name="Line 22">
              <a:extLst>
                <a:ext uri="{FF2B5EF4-FFF2-40B4-BE49-F238E27FC236}">
                  <a16:creationId xmlns:a16="http://schemas.microsoft.com/office/drawing/2014/main" id="{B6C9B378-261A-C440-B5B9-52E181C7692D}"/>
                </a:ext>
              </a:extLst>
            </p:cNvPr>
            <p:cNvSpPr>
              <a:spLocks noChangeShapeType="1"/>
            </p:cNvSpPr>
            <p:nvPr/>
          </p:nvSpPr>
          <p:spPr bwMode="auto">
            <a:xfrm>
              <a:off x="2153967" y="4311578"/>
              <a:ext cx="4479845" cy="0"/>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0" name="Line 23">
              <a:extLst>
                <a:ext uri="{FF2B5EF4-FFF2-40B4-BE49-F238E27FC236}">
                  <a16:creationId xmlns:a16="http://schemas.microsoft.com/office/drawing/2014/main" id="{CA904CA8-9602-F44C-9B7A-A6E345A67B3F}"/>
                </a:ext>
              </a:extLst>
            </p:cNvPr>
            <p:cNvSpPr>
              <a:spLocks noChangeShapeType="1"/>
            </p:cNvSpPr>
            <p:nvPr/>
          </p:nvSpPr>
          <p:spPr bwMode="auto">
            <a:xfrm>
              <a:off x="4492792" y="4007357"/>
              <a:ext cx="796788" cy="308446"/>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1" name="Line 24">
              <a:extLst>
                <a:ext uri="{FF2B5EF4-FFF2-40B4-BE49-F238E27FC236}">
                  <a16:creationId xmlns:a16="http://schemas.microsoft.com/office/drawing/2014/main" id="{E7343575-6A70-2245-AC98-CC7FE8F9F37E}"/>
                </a:ext>
              </a:extLst>
            </p:cNvPr>
            <p:cNvSpPr>
              <a:spLocks noChangeShapeType="1"/>
            </p:cNvSpPr>
            <p:nvPr/>
          </p:nvSpPr>
          <p:spPr bwMode="auto">
            <a:xfrm flipV="1">
              <a:off x="5295152" y="4007357"/>
              <a:ext cx="1337267" cy="308446"/>
            </a:xfrm>
            <a:prstGeom prst="line">
              <a:avLst/>
            </a:prstGeom>
            <a:noFill/>
            <a:ln w="19050">
              <a:no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2" name="Line 25">
              <a:extLst>
                <a:ext uri="{FF2B5EF4-FFF2-40B4-BE49-F238E27FC236}">
                  <a16:creationId xmlns:a16="http://schemas.microsoft.com/office/drawing/2014/main" id="{7C86EA51-4FC0-AF44-B4D2-D4D372763745}"/>
                </a:ext>
              </a:extLst>
            </p:cNvPr>
            <p:cNvSpPr>
              <a:spLocks noChangeShapeType="1"/>
            </p:cNvSpPr>
            <p:nvPr/>
          </p:nvSpPr>
          <p:spPr bwMode="auto">
            <a:xfrm>
              <a:off x="3356115" y="4007357"/>
              <a:ext cx="0" cy="1625679"/>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3" name="Line 26">
              <a:extLst>
                <a:ext uri="{FF2B5EF4-FFF2-40B4-BE49-F238E27FC236}">
                  <a16:creationId xmlns:a16="http://schemas.microsoft.com/office/drawing/2014/main" id="{2FAC0254-5232-524E-914D-7D28F4FF5FDC}"/>
                </a:ext>
              </a:extLst>
            </p:cNvPr>
            <p:cNvSpPr>
              <a:spLocks noChangeShapeType="1"/>
            </p:cNvSpPr>
            <p:nvPr/>
          </p:nvSpPr>
          <p:spPr bwMode="auto">
            <a:xfrm>
              <a:off x="3891022" y="4007357"/>
              <a:ext cx="0" cy="1625679"/>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4" name="Line 27">
              <a:extLst>
                <a:ext uri="{FF2B5EF4-FFF2-40B4-BE49-F238E27FC236}">
                  <a16:creationId xmlns:a16="http://schemas.microsoft.com/office/drawing/2014/main" id="{6C26FD27-23A3-6945-B856-0D36504E30AF}"/>
                </a:ext>
              </a:extLst>
            </p:cNvPr>
            <p:cNvSpPr>
              <a:spLocks noChangeShapeType="1"/>
            </p:cNvSpPr>
            <p:nvPr/>
          </p:nvSpPr>
          <p:spPr bwMode="auto">
            <a:xfrm>
              <a:off x="2432565" y="4607348"/>
              <a:ext cx="922157" cy="0"/>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5" name="Line 28">
              <a:extLst>
                <a:ext uri="{FF2B5EF4-FFF2-40B4-BE49-F238E27FC236}">
                  <a16:creationId xmlns:a16="http://schemas.microsoft.com/office/drawing/2014/main" id="{A71D5B87-83F3-3E45-8E72-2FD6E1B79D17}"/>
                </a:ext>
              </a:extLst>
            </p:cNvPr>
            <p:cNvSpPr>
              <a:spLocks noChangeShapeType="1"/>
            </p:cNvSpPr>
            <p:nvPr/>
          </p:nvSpPr>
          <p:spPr bwMode="auto">
            <a:xfrm>
              <a:off x="5295152" y="4311578"/>
              <a:ext cx="0" cy="1317233"/>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6" name="Line 29">
              <a:extLst>
                <a:ext uri="{FF2B5EF4-FFF2-40B4-BE49-F238E27FC236}">
                  <a16:creationId xmlns:a16="http://schemas.microsoft.com/office/drawing/2014/main" id="{E8C7D017-25F7-BB49-9D1D-836511D3BD61}"/>
                </a:ext>
              </a:extLst>
            </p:cNvPr>
            <p:cNvSpPr>
              <a:spLocks noChangeShapeType="1"/>
            </p:cNvSpPr>
            <p:nvPr/>
          </p:nvSpPr>
          <p:spPr bwMode="auto">
            <a:xfrm>
              <a:off x="4492792" y="4870372"/>
              <a:ext cx="796788" cy="0"/>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Line 30">
              <a:extLst>
                <a:ext uri="{FF2B5EF4-FFF2-40B4-BE49-F238E27FC236}">
                  <a16:creationId xmlns:a16="http://schemas.microsoft.com/office/drawing/2014/main" id="{01E4BB0A-384F-C94C-BA83-6DE5696EC1C9}"/>
                </a:ext>
              </a:extLst>
            </p:cNvPr>
            <p:cNvSpPr>
              <a:spLocks noChangeShapeType="1"/>
            </p:cNvSpPr>
            <p:nvPr/>
          </p:nvSpPr>
          <p:spPr bwMode="auto">
            <a:xfrm>
              <a:off x="5295152" y="5279168"/>
              <a:ext cx="1061456" cy="0"/>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8" name="Line 31">
              <a:extLst>
                <a:ext uri="{FF2B5EF4-FFF2-40B4-BE49-F238E27FC236}">
                  <a16:creationId xmlns:a16="http://schemas.microsoft.com/office/drawing/2014/main" id="{5E1AC129-81D9-9841-97B2-AADBC870F643}"/>
                </a:ext>
              </a:extLst>
            </p:cNvPr>
            <p:cNvSpPr>
              <a:spLocks noChangeShapeType="1"/>
            </p:cNvSpPr>
            <p:nvPr/>
          </p:nvSpPr>
          <p:spPr bwMode="auto">
            <a:xfrm flipV="1">
              <a:off x="6358001" y="4311578"/>
              <a:ext cx="0" cy="965478"/>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9" name="Text Box 32">
              <a:extLst>
                <a:ext uri="{FF2B5EF4-FFF2-40B4-BE49-F238E27FC236}">
                  <a16:creationId xmlns:a16="http://schemas.microsoft.com/office/drawing/2014/main" id="{0306F9D8-D089-974B-A4FA-A6FEA236D23C}"/>
                </a:ext>
              </a:extLst>
            </p:cNvPr>
            <p:cNvSpPr txBox="1">
              <a:spLocks noChangeArrowheads="1"/>
            </p:cNvSpPr>
            <p:nvPr/>
          </p:nvSpPr>
          <p:spPr bwMode="auto">
            <a:xfrm>
              <a:off x="4313097" y="3125329"/>
              <a:ext cx="447149"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b</a:t>
              </a:r>
            </a:p>
          </p:txBody>
        </p:sp>
        <p:sp>
          <p:nvSpPr>
            <p:cNvPr id="40" name="Text Box 33">
              <a:extLst>
                <a:ext uri="{FF2B5EF4-FFF2-40B4-BE49-F238E27FC236}">
                  <a16:creationId xmlns:a16="http://schemas.microsoft.com/office/drawing/2014/main" id="{CB3B8B7E-F004-5B4A-9EE9-06140A2192E4}"/>
                </a:ext>
              </a:extLst>
            </p:cNvPr>
            <p:cNvSpPr txBox="1">
              <a:spLocks noChangeArrowheads="1"/>
            </p:cNvSpPr>
            <p:nvPr/>
          </p:nvSpPr>
          <p:spPr bwMode="auto">
            <a:xfrm>
              <a:off x="3869423" y="3384655"/>
              <a:ext cx="1203540" cy="339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dirty="0">
                  <a:latin typeface="微软雅黑" panose="020B0503020204020204" pitchFamily="34" charset="-122"/>
                  <a:ea typeface="微软雅黑" panose="020B0503020204020204" pitchFamily="34" charset="-122"/>
                </a:rPr>
                <a:t>条件</a:t>
              </a:r>
              <a:r>
                <a:rPr lang="en-US" altLang="zh-CN" sz="1600" dirty="0">
                  <a:latin typeface="微软雅黑" panose="020B0503020204020204" pitchFamily="34" charset="-122"/>
                  <a:ea typeface="微软雅黑" panose="020B0503020204020204" pitchFamily="34" charset="-122"/>
                </a:rPr>
                <a:t>1</a:t>
              </a:r>
            </a:p>
          </p:txBody>
        </p:sp>
        <p:sp>
          <p:nvSpPr>
            <p:cNvPr id="41" name="Text Box 34">
              <a:extLst>
                <a:ext uri="{FF2B5EF4-FFF2-40B4-BE49-F238E27FC236}">
                  <a16:creationId xmlns:a16="http://schemas.microsoft.com/office/drawing/2014/main" id="{BBED3C17-57E6-9849-A023-216AD8C5FD13}"/>
                </a:ext>
              </a:extLst>
            </p:cNvPr>
            <p:cNvSpPr txBox="1">
              <a:spLocks noChangeArrowheads="1"/>
            </p:cNvSpPr>
            <p:nvPr/>
          </p:nvSpPr>
          <p:spPr bwMode="auto">
            <a:xfrm>
              <a:off x="2432565" y="3459127"/>
              <a:ext cx="402573" cy="339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T</a:t>
              </a:r>
            </a:p>
          </p:txBody>
        </p:sp>
        <p:sp>
          <p:nvSpPr>
            <p:cNvPr id="42" name="Text Box 35">
              <a:extLst>
                <a:ext uri="{FF2B5EF4-FFF2-40B4-BE49-F238E27FC236}">
                  <a16:creationId xmlns:a16="http://schemas.microsoft.com/office/drawing/2014/main" id="{D8716007-677C-EA4C-B335-1AEFF65BE8A9}"/>
                </a:ext>
              </a:extLst>
            </p:cNvPr>
            <p:cNvSpPr txBox="1">
              <a:spLocks noChangeArrowheads="1"/>
            </p:cNvSpPr>
            <p:nvPr/>
          </p:nvSpPr>
          <p:spPr bwMode="auto">
            <a:xfrm>
              <a:off x="5956821" y="3460183"/>
              <a:ext cx="401180" cy="339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F</a:t>
              </a:r>
            </a:p>
          </p:txBody>
        </p:sp>
        <p:sp>
          <p:nvSpPr>
            <p:cNvPr id="43" name="Text Box 36">
              <a:extLst>
                <a:ext uri="{FF2B5EF4-FFF2-40B4-BE49-F238E27FC236}">
                  <a16:creationId xmlns:a16="http://schemas.microsoft.com/office/drawing/2014/main" id="{A3B28326-E4D5-974A-A65E-C5EA09F57271}"/>
                </a:ext>
              </a:extLst>
            </p:cNvPr>
            <p:cNvSpPr txBox="1">
              <a:spLocks noChangeArrowheads="1"/>
            </p:cNvSpPr>
            <p:nvPr/>
          </p:nvSpPr>
          <p:spPr bwMode="auto">
            <a:xfrm>
              <a:off x="2353164" y="3753840"/>
              <a:ext cx="2069978"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a:latin typeface="微软雅黑" panose="020B0503020204020204" pitchFamily="34" charset="-122"/>
                  <a:ea typeface="微软雅黑" panose="020B0503020204020204" pitchFamily="34" charset="-122"/>
                </a:rPr>
                <a:t>    Case Xi, i=2,3,4</a:t>
              </a:r>
            </a:p>
          </p:txBody>
        </p:sp>
        <p:sp>
          <p:nvSpPr>
            <p:cNvPr id="44" name="Text Box 37">
              <a:extLst>
                <a:ext uri="{FF2B5EF4-FFF2-40B4-BE49-F238E27FC236}">
                  <a16:creationId xmlns:a16="http://schemas.microsoft.com/office/drawing/2014/main" id="{9446D5C5-7D87-194A-A860-BA0333EAC900}"/>
                </a:ext>
              </a:extLst>
            </p:cNvPr>
            <p:cNvSpPr txBox="1">
              <a:spLocks noChangeArrowheads="1"/>
            </p:cNvSpPr>
            <p:nvPr/>
          </p:nvSpPr>
          <p:spPr bwMode="auto">
            <a:xfrm>
              <a:off x="2541914" y="4021089"/>
              <a:ext cx="534907"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X2</a:t>
              </a:r>
            </a:p>
          </p:txBody>
        </p:sp>
        <p:sp>
          <p:nvSpPr>
            <p:cNvPr id="45" name="Text Box 38">
              <a:extLst>
                <a:ext uri="{FF2B5EF4-FFF2-40B4-BE49-F238E27FC236}">
                  <a16:creationId xmlns:a16="http://schemas.microsoft.com/office/drawing/2014/main" id="{31F20B83-4E5C-EE4D-ACEF-867973642658}"/>
                </a:ext>
              </a:extLst>
            </p:cNvPr>
            <p:cNvSpPr txBox="1">
              <a:spLocks noChangeArrowheads="1"/>
            </p:cNvSpPr>
            <p:nvPr/>
          </p:nvSpPr>
          <p:spPr bwMode="auto">
            <a:xfrm>
              <a:off x="3418799" y="4026144"/>
              <a:ext cx="536300"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1200"/>
                </a:spcBef>
              </a:pPr>
              <a:r>
                <a:rPr lang="en-US" altLang="zh-CN" sz="1400" dirty="0">
                  <a:latin typeface="微软雅黑" panose="020B0503020204020204" pitchFamily="34" charset="-122"/>
                  <a:ea typeface="微软雅黑" panose="020B0503020204020204" pitchFamily="34" charset="-122"/>
                </a:rPr>
                <a:t>X3</a:t>
              </a:r>
            </a:p>
          </p:txBody>
        </p:sp>
        <p:sp>
          <p:nvSpPr>
            <p:cNvPr id="46" name="Text Box 39">
              <a:extLst>
                <a:ext uri="{FF2B5EF4-FFF2-40B4-BE49-F238E27FC236}">
                  <a16:creationId xmlns:a16="http://schemas.microsoft.com/office/drawing/2014/main" id="{3DE7968D-72FB-D846-88D6-F5BECB16D5C3}"/>
                </a:ext>
              </a:extLst>
            </p:cNvPr>
            <p:cNvSpPr txBox="1">
              <a:spLocks noChangeArrowheads="1"/>
            </p:cNvSpPr>
            <p:nvPr/>
          </p:nvSpPr>
          <p:spPr bwMode="auto">
            <a:xfrm>
              <a:off x="3998298" y="4023355"/>
              <a:ext cx="536300"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X4</a:t>
              </a:r>
            </a:p>
          </p:txBody>
        </p:sp>
        <p:sp>
          <p:nvSpPr>
            <p:cNvPr id="47" name="Text Box 40">
              <a:extLst>
                <a:ext uri="{FF2B5EF4-FFF2-40B4-BE49-F238E27FC236}">
                  <a16:creationId xmlns:a16="http://schemas.microsoft.com/office/drawing/2014/main" id="{1AE83271-4BF4-6048-98B3-8531FC174E87}"/>
                </a:ext>
              </a:extLst>
            </p:cNvPr>
            <p:cNvSpPr txBox="1">
              <a:spLocks noChangeArrowheads="1"/>
            </p:cNvSpPr>
            <p:nvPr/>
          </p:nvSpPr>
          <p:spPr bwMode="auto">
            <a:xfrm>
              <a:off x="2173278" y="4329409"/>
              <a:ext cx="1404130"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latin typeface="微软雅黑" panose="020B0503020204020204" pitchFamily="34" charset="-122"/>
                  <a:ea typeface="微软雅黑" panose="020B0503020204020204" pitchFamily="34" charset="-122"/>
                </a:rPr>
                <a:t>当条件</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成立</a:t>
              </a:r>
            </a:p>
          </p:txBody>
        </p:sp>
        <p:sp>
          <p:nvSpPr>
            <p:cNvPr id="48" name="Text Box 41">
              <a:extLst>
                <a:ext uri="{FF2B5EF4-FFF2-40B4-BE49-F238E27FC236}">
                  <a16:creationId xmlns:a16="http://schemas.microsoft.com/office/drawing/2014/main" id="{C3E61909-0D65-DF43-928D-354CC5BB33E9}"/>
                </a:ext>
              </a:extLst>
            </p:cNvPr>
            <p:cNvSpPr txBox="1">
              <a:spLocks noChangeArrowheads="1"/>
            </p:cNvSpPr>
            <p:nvPr/>
          </p:nvSpPr>
          <p:spPr bwMode="auto">
            <a:xfrm>
              <a:off x="4956656" y="4001548"/>
              <a:ext cx="869224"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dirty="0">
                  <a:latin typeface="微软雅黑" panose="020B0503020204020204" pitchFamily="34" charset="-122"/>
                  <a:ea typeface="微软雅黑" panose="020B0503020204020204" pitchFamily="34" charset="-122"/>
                </a:rPr>
                <a:t>条件</a:t>
              </a:r>
              <a:r>
                <a:rPr lang="en-US" altLang="zh-CN" sz="1400" dirty="0">
                  <a:latin typeface="微软雅黑" panose="020B0503020204020204" pitchFamily="34" charset="-122"/>
                  <a:ea typeface="微软雅黑" panose="020B0503020204020204" pitchFamily="34" charset="-122"/>
                </a:rPr>
                <a:t>2</a:t>
              </a:r>
            </a:p>
          </p:txBody>
        </p:sp>
        <p:sp>
          <p:nvSpPr>
            <p:cNvPr id="49" name="Text Box 42">
              <a:extLst>
                <a:ext uri="{FF2B5EF4-FFF2-40B4-BE49-F238E27FC236}">
                  <a16:creationId xmlns:a16="http://schemas.microsoft.com/office/drawing/2014/main" id="{7983BFC9-0F36-9E4D-9976-DE10BA794F59}"/>
                </a:ext>
              </a:extLst>
            </p:cNvPr>
            <p:cNvSpPr txBox="1">
              <a:spLocks noChangeArrowheads="1"/>
            </p:cNvSpPr>
            <p:nvPr/>
          </p:nvSpPr>
          <p:spPr bwMode="auto">
            <a:xfrm>
              <a:off x="5289580" y="5310998"/>
              <a:ext cx="1536464"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latin typeface="微软雅黑" panose="020B0503020204020204" pitchFamily="34" charset="-122"/>
                  <a:ea typeface="微软雅黑" panose="020B0503020204020204" pitchFamily="34" charset="-122"/>
                </a:rPr>
                <a:t>直到条件</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成立</a:t>
              </a:r>
            </a:p>
          </p:txBody>
        </p:sp>
        <p:sp>
          <p:nvSpPr>
            <p:cNvPr id="50" name="Text Box 43">
              <a:extLst>
                <a:ext uri="{FF2B5EF4-FFF2-40B4-BE49-F238E27FC236}">
                  <a16:creationId xmlns:a16="http://schemas.microsoft.com/office/drawing/2014/main" id="{B7BEE869-EB07-3E42-87A5-35EAB354BAA7}"/>
                </a:ext>
              </a:extLst>
            </p:cNvPr>
            <p:cNvSpPr txBox="1">
              <a:spLocks noChangeArrowheads="1"/>
            </p:cNvSpPr>
            <p:nvPr/>
          </p:nvSpPr>
          <p:spPr bwMode="auto">
            <a:xfrm>
              <a:off x="3957885" y="5609395"/>
              <a:ext cx="1738447" cy="307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latin typeface="微软雅黑" panose="020B0503020204020204" pitchFamily="34" charset="-122"/>
                  <a:ea typeface="微软雅黑" panose="020B0503020204020204" pitchFamily="34" charset="-122"/>
                </a:rPr>
                <a:t>直到条件</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成立</a:t>
              </a:r>
            </a:p>
          </p:txBody>
        </p:sp>
        <p:sp>
          <p:nvSpPr>
            <p:cNvPr id="51" name="Text Box 44">
              <a:extLst>
                <a:ext uri="{FF2B5EF4-FFF2-40B4-BE49-F238E27FC236}">
                  <a16:creationId xmlns:a16="http://schemas.microsoft.com/office/drawing/2014/main" id="{EDC17ED2-FBC1-F241-8869-DC61A3F78D6F}"/>
                </a:ext>
              </a:extLst>
            </p:cNvPr>
            <p:cNvSpPr txBox="1">
              <a:spLocks noChangeArrowheads="1"/>
            </p:cNvSpPr>
            <p:nvPr/>
          </p:nvSpPr>
          <p:spPr bwMode="auto">
            <a:xfrm>
              <a:off x="2752952" y="4906287"/>
              <a:ext cx="469436"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c</a:t>
              </a:r>
            </a:p>
          </p:txBody>
        </p:sp>
        <p:sp>
          <p:nvSpPr>
            <p:cNvPr id="52" name="Text Box 45">
              <a:extLst>
                <a:ext uri="{FF2B5EF4-FFF2-40B4-BE49-F238E27FC236}">
                  <a16:creationId xmlns:a16="http://schemas.microsoft.com/office/drawing/2014/main" id="{E9D42953-66E6-0D49-AA05-83F84FA6B7CD}"/>
                </a:ext>
              </a:extLst>
            </p:cNvPr>
            <p:cNvSpPr txBox="1">
              <a:spLocks noChangeArrowheads="1"/>
            </p:cNvSpPr>
            <p:nvPr/>
          </p:nvSpPr>
          <p:spPr bwMode="auto">
            <a:xfrm>
              <a:off x="3422978" y="4892555"/>
              <a:ext cx="735497"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d</a:t>
              </a:r>
            </a:p>
          </p:txBody>
        </p:sp>
        <p:sp>
          <p:nvSpPr>
            <p:cNvPr id="53" name="Text Box 46">
              <a:extLst>
                <a:ext uri="{FF2B5EF4-FFF2-40B4-BE49-F238E27FC236}">
                  <a16:creationId xmlns:a16="http://schemas.microsoft.com/office/drawing/2014/main" id="{AA74ABA1-AD8F-444D-9358-884000AAA4FA}"/>
                </a:ext>
              </a:extLst>
            </p:cNvPr>
            <p:cNvSpPr txBox="1">
              <a:spLocks noChangeArrowheads="1"/>
            </p:cNvSpPr>
            <p:nvPr/>
          </p:nvSpPr>
          <p:spPr bwMode="auto">
            <a:xfrm>
              <a:off x="4091612" y="4920019"/>
              <a:ext cx="401180"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e</a:t>
              </a:r>
            </a:p>
          </p:txBody>
        </p:sp>
        <p:sp>
          <p:nvSpPr>
            <p:cNvPr id="54" name="Text Box 47">
              <a:extLst>
                <a:ext uri="{FF2B5EF4-FFF2-40B4-BE49-F238E27FC236}">
                  <a16:creationId xmlns:a16="http://schemas.microsoft.com/office/drawing/2014/main" id="{D546DDBA-1611-9546-AED3-1381EF3E3F5E}"/>
                </a:ext>
              </a:extLst>
            </p:cNvPr>
            <p:cNvSpPr txBox="1">
              <a:spLocks noChangeArrowheads="1"/>
            </p:cNvSpPr>
            <p:nvPr/>
          </p:nvSpPr>
          <p:spPr bwMode="auto">
            <a:xfrm>
              <a:off x="5563998" y="3703137"/>
              <a:ext cx="399787"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f</a:t>
              </a:r>
            </a:p>
          </p:txBody>
        </p:sp>
        <p:sp>
          <p:nvSpPr>
            <p:cNvPr id="55" name="Text Box 48">
              <a:extLst>
                <a:ext uri="{FF2B5EF4-FFF2-40B4-BE49-F238E27FC236}">
                  <a16:creationId xmlns:a16="http://schemas.microsoft.com/office/drawing/2014/main" id="{93991BDC-BF05-4849-87CB-7BBCAF9E5099}"/>
                </a:ext>
              </a:extLst>
            </p:cNvPr>
            <p:cNvSpPr txBox="1">
              <a:spLocks noChangeArrowheads="1"/>
            </p:cNvSpPr>
            <p:nvPr/>
          </p:nvSpPr>
          <p:spPr bwMode="auto">
            <a:xfrm>
              <a:off x="4827109" y="4412985"/>
              <a:ext cx="267453"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g</a:t>
              </a:r>
            </a:p>
          </p:txBody>
        </p:sp>
        <p:sp>
          <p:nvSpPr>
            <p:cNvPr id="56" name="Text Box 49">
              <a:extLst>
                <a:ext uri="{FF2B5EF4-FFF2-40B4-BE49-F238E27FC236}">
                  <a16:creationId xmlns:a16="http://schemas.microsoft.com/office/drawing/2014/main" id="{01AAF360-5ABD-6149-874A-BC44A5020536}"/>
                </a:ext>
              </a:extLst>
            </p:cNvPr>
            <p:cNvSpPr txBox="1">
              <a:spLocks noChangeArrowheads="1"/>
            </p:cNvSpPr>
            <p:nvPr/>
          </p:nvSpPr>
          <p:spPr bwMode="auto">
            <a:xfrm>
              <a:off x="4827109" y="5021426"/>
              <a:ext cx="468043"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h</a:t>
              </a:r>
            </a:p>
          </p:txBody>
        </p:sp>
        <p:sp>
          <p:nvSpPr>
            <p:cNvPr id="57" name="Text Box 50">
              <a:extLst>
                <a:ext uri="{FF2B5EF4-FFF2-40B4-BE49-F238E27FC236}">
                  <a16:creationId xmlns:a16="http://schemas.microsoft.com/office/drawing/2014/main" id="{9D61C682-1C0E-1F47-8623-DC42031B718D}"/>
                </a:ext>
              </a:extLst>
            </p:cNvPr>
            <p:cNvSpPr txBox="1">
              <a:spLocks noChangeArrowheads="1"/>
            </p:cNvSpPr>
            <p:nvPr/>
          </p:nvSpPr>
          <p:spPr bwMode="auto">
            <a:xfrm>
              <a:off x="5763196" y="4625305"/>
              <a:ext cx="735497"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微软雅黑" panose="020B0503020204020204" pitchFamily="34" charset="-122"/>
                  <a:ea typeface="微软雅黑" panose="020B0503020204020204" pitchFamily="34" charset="-122"/>
                </a:rPr>
                <a:t>i</a:t>
              </a:r>
            </a:p>
          </p:txBody>
        </p:sp>
        <p:sp>
          <p:nvSpPr>
            <p:cNvPr id="58" name="Text Box 51">
              <a:extLst>
                <a:ext uri="{FF2B5EF4-FFF2-40B4-BE49-F238E27FC236}">
                  <a16:creationId xmlns:a16="http://schemas.microsoft.com/office/drawing/2014/main" id="{902D7395-D831-7246-80AA-53E887CE8734}"/>
                </a:ext>
              </a:extLst>
            </p:cNvPr>
            <p:cNvSpPr txBox="1">
              <a:spLocks noChangeArrowheads="1"/>
            </p:cNvSpPr>
            <p:nvPr/>
          </p:nvSpPr>
          <p:spPr bwMode="auto">
            <a:xfrm>
              <a:off x="4359065" y="5798879"/>
              <a:ext cx="735497" cy="36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a:latin typeface="微软雅黑" panose="020B0503020204020204" pitchFamily="34" charset="-122"/>
                  <a:ea typeface="微软雅黑" panose="020B0503020204020204" pitchFamily="34" charset="-122"/>
                </a:rPr>
                <a:t>j</a:t>
              </a:r>
            </a:p>
          </p:txBody>
        </p:sp>
        <p:sp>
          <p:nvSpPr>
            <p:cNvPr id="59" name="AutoShape 52">
              <a:extLst>
                <a:ext uri="{FF2B5EF4-FFF2-40B4-BE49-F238E27FC236}">
                  <a16:creationId xmlns:a16="http://schemas.microsoft.com/office/drawing/2014/main" id="{90BA40CC-8827-BB4C-9A35-FC4426E28721}"/>
                </a:ext>
              </a:extLst>
            </p:cNvPr>
            <p:cNvSpPr>
              <a:spLocks noChangeArrowheads="1"/>
            </p:cNvSpPr>
            <p:nvPr/>
          </p:nvSpPr>
          <p:spPr bwMode="auto">
            <a:xfrm rot="10769650">
              <a:off x="7033599" y="2941529"/>
              <a:ext cx="736890" cy="202814"/>
            </a:xfrm>
            <a:prstGeom prst="leftArrow">
              <a:avLst>
                <a:gd name="adj1" fmla="val 50000"/>
                <a:gd name="adj2" fmla="val 68394"/>
              </a:avLst>
            </a:prstGeom>
            <a:solidFill>
              <a:srgbClr val="99CCFF"/>
            </a:solidFill>
            <a:ln w="9525">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0" name="Text Box 53">
              <a:extLst>
                <a:ext uri="{FF2B5EF4-FFF2-40B4-BE49-F238E27FC236}">
                  <a16:creationId xmlns:a16="http://schemas.microsoft.com/office/drawing/2014/main" id="{C53C3C65-3A9D-CB4C-A2B3-2024AF7F14DC}"/>
                </a:ext>
              </a:extLst>
            </p:cNvPr>
            <p:cNvSpPr txBox="1">
              <a:spLocks noChangeArrowheads="1"/>
            </p:cNvSpPr>
            <p:nvPr/>
          </p:nvSpPr>
          <p:spPr bwMode="auto">
            <a:xfrm>
              <a:off x="7806707" y="2622520"/>
              <a:ext cx="399787" cy="1080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latin typeface="微软雅黑" panose="020B0503020204020204" pitchFamily="34" charset="-122"/>
                  <a:ea typeface="微软雅黑" panose="020B0503020204020204" pitchFamily="34" charset="-122"/>
                </a:rPr>
                <a:t>顺序结构</a:t>
              </a:r>
            </a:p>
          </p:txBody>
        </p:sp>
        <p:sp>
          <p:nvSpPr>
            <p:cNvPr id="61" name="AutoShape 54">
              <a:extLst>
                <a:ext uri="{FF2B5EF4-FFF2-40B4-BE49-F238E27FC236}">
                  <a16:creationId xmlns:a16="http://schemas.microsoft.com/office/drawing/2014/main" id="{2A3C2F63-8536-A649-AF58-9375756DA5A6}"/>
                </a:ext>
              </a:extLst>
            </p:cNvPr>
            <p:cNvSpPr>
              <a:spLocks noChangeArrowheads="1"/>
            </p:cNvSpPr>
            <p:nvPr/>
          </p:nvSpPr>
          <p:spPr bwMode="auto">
            <a:xfrm rot="10842231">
              <a:off x="6594809" y="3435887"/>
              <a:ext cx="696493" cy="228165"/>
            </a:xfrm>
            <a:prstGeom prst="leftArrow">
              <a:avLst>
                <a:gd name="adj1" fmla="val 50000"/>
                <a:gd name="adj2" fmla="val 57834"/>
              </a:avLst>
            </a:prstGeom>
            <a:solidFill>
              <a:srgbClr val="99CCFF"/>
            </a:solidFill>
            <a:ln w="9525">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2" name="Text Box 55">
              <a:extLst>
                <a:ext uri="{FF2B5EF4-FFF2-40B4-BE49-F238E27FC236}">
                  <a16:creationId xmlns:a16="http://schemas.microsoft.com/office/drawing/2014/main" id="{AC5E020F-2996-8842-A78B-F402028124F0}"/>
                </a:ext>
              </a:extLst>
            </p:cNvPr>
            <p:cNvSpPr txBox="1">
              <a:spLocks noChangeArrowheads="1"/>
            </p:cNvSpPr>
            <p:nvPr/>
          </p:nvSpPr>
          <p:spPr bwMode="auto">
            <a:xfrm>
              <a:off x="7335877" y="3258425"/>
              <a:ext cx="399787" cy="105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latin typeface="微软雅黑" panose="020B0503020204020204" pitchFamily="34" charset="-122"/>
                  <a:ea typeface="微软雅黑" panose="020B0503020204020204" pitchFamily="34" charset="-122"/>
                </a:rPr>
                <a:t>选择结构</a:t>
              </a:r>
              <a:endParaRPr lang="zh-CN" altLang="en-US" dirty="0">
                <a:latin typeface="微软雅黑" panose="020B0503020204020204" pitchFamily="34" charset="-122"/>
                <a:ea typeface="微软雅黑" panose="020B0503020204020204" pitchFamily="34" charset="-122"/>
              </a:endParaRPr>
            </a:p>
          </p:txBody>
        </p:sp>
        <p:sp>
          <p:nvSpPr>
            <p:cNvPr id="63" name="AutoShape 56">
              <a:extLst>
                <a:ext uri="{FF2B5EF4-FFF2-40B4-BE49-F238E27FC236}">
                  <a16:creationId xmlns:a16="http://schemas.microsoft.com/office/drawing/2014/main" id="{0FAE50FE-8065-2549-8C1A-8CBA68489E20}"/>
                </a:ext>
              </a:extLst>
            </p:cNvPr>
            <p:cNvSpPr>
              <a:spLocks noChangeArrowheads="1"/>
            </p:cNvSpPr>
            <p:nvPr/>
          </p:nvSpPr>
          <p:spPr bwMode="auto">
            <a:xfrm rot="1919143">
              <a:off x="1497871" y="3602786"/>
              <a:ext cx="738283" cy="204926"/>
            </a:xfrm>
            <a:prstGeom prst="leftArrow">
              <a:avLst>
                <a:gd name="adj1" fmla="val 39222"/>
                <a:gd name="adj2" fmla="val 70560"/>
              </a:avLst>
            </a:prstGeom>
            <a:solidFill>
              <a:srgbClr val="99CCFF"/>
            </a:solidFill>
            <a:ln w="9525">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4" name="Text Box 57">
              <a:extLst>
                <a:ext uri="{FF2B5EF4-FFF2-40B4-BE49-F238E27FC236}">
                  <a16:creationId xmlns:a16="http://schemas.microsoft.com/office/drawing/2014/main" id="{9422E330-4A1C-DB46-BC23-A5E1EC323367}"/>
                </a:ext>
              </a:extLst>
            </p:cNvPr>
            <p:cNvSpPr txBox="1">
              <a:spLocks noChangeArrowheads="1"/>
            </p:cNvSpPr>
            <p:nvPr/>
          </p:nvSpPr>
          <p:spPr bwMode="auto">
            <a:xfrm>
              <a:off x="1195593" y="2993289"/>
              <a:ext cx="399787" cy="1366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微软雅黑" panose="020B0503020204020204" pitchFamily="34" charset="-122"/>
                  <a:ea typeface="微软雅黑" panose="020B0503020204020204" pitchFamily="34" charset="-122"/>
                </a:rPr>
                <a:t>多分支选择结构</a:t>
              </a:r>
            </a:p>
          </p:txBody>
        </p:sp>
        <p:sp>
          <p:nvSpPr>
            <p:cNvPr id="65" name="AutoShape 58">
              <a:extLst>
                <a:ext uri="{FF2B5EF4-FFF2-40B4-BE49-F238E27FC236}">
                  <a16:creationId xmlns:a16="http://schemas.microsoft.com/office/drawing/2014/main" id="{3500F999-7DD8-CA44-9919-E13333420E93}"/>
                </a:ext>
              </a:extLst>
            </p:cNvPr>
            <p:cNvSpPr>
              <a:spLocks noChangeArrowheads="1"/>
            </p:cNvSpPr>
            <p:nvPr/>
          </p:nvSpPr>
          <p:spPr bwMode="auto">
            <a:xfrm>
              <a:off x="1549411" y="4869316"/>
              <a:ext cx="739676" cy="202814"/>
            </a:xfrm>
            <a:prstGeom prst="leftArrow">
              <a:avLst>
                <a:gd name="adj1" fmla="val 50000"/>
                <a:gd name="adj2" fmla="val 68750"/>
              </a:avLst>
            </a:prstGeom>
            <a:solidFill>
              <a:srgbClr val="99CCFF"/>
            </a:solidFill>
            <a:ln w="9525">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6" name="Text Box 59">
              <a:extLst>
                <a:ext uri="{FF2B5EF4-FFF2-40B4-BE49-F238E27FC236}">
                  <a16:creationId xmlns:a16="http://schemas.microsoft.com/office/drawing/2014/main" id="{4D4B09BD-F390-3D47-BF00-5C756055BED6}"/>
                </a:ext>
              </a:extLst>
            </p:cNvPr>
            <p:cNvSpPr txBox="1">
              <a:spLocks noChangeArrowheads="1"/>
            </p:cNvSpPr>
            <p:nvPr/>
          </p:nvSpPr>
          <p:spPr bwMode="auto">
            <a:xfrm>
              <a:off x="1146838" y="4423548"/>
              <a:ext cx="399787" cy="167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微软雅黑" panose="020B0503020204020204" pitchFamily="34" charset="-122"/>
                  <a:ea typeface="微软雅黑" panose="020B0503020204020204" pitchFamily="34" charset="-122"/>
                </a:rPr>
                <a:t>先判定型循环结构</a:t>
              </a:r>
            </a:p>
          </p:txBody>
        </p:sp>
        <p:sp>
          <p:nvSpPr>
            <p:cNvPr id="67" name="AutoShape 60">
              <a:extLst>
                <a:ext uri="{FF2B5EF4-FFF2-40B4-BE49-F238E27FC236}">
                  <a16:creationId xmlns:a16="http://schemas.microsoft.com/office/drawing/2014/main" id="{0D2B2314-FF67-D34C-BC97-1666E86F1DC2}"/>
                </a:ext>
              </a:extLst>
            </p:cNvPr>
            <p:cNvSpPr>
              <a:spLocks noChangeArrowheads="1"/>
            </p:cNvSpPr>
            <p:nvPr/>
          </p:nvSpPr>
          <p:spPr bwMode="auto">
            <a:xfrm rot="10802755">
              <a:off x="6562770" y="4869316"/>
              <a:ext cx="873403" cy="202814"/>
            </a:xfrm>
            <a:prstGeom prst="leftArrow">
              <a:avLst>
                <a:gd name="adj1" fmla="val 50000"/>
                <a:gd name="adj2" fmla="val 81510"/>
              </a:avLst>
            </a:prstGeom>
            <a:solidFill>
              <a:srgbClr val="99CCFF"/>
            </a:solidFill>
            <a:ln w="9525">
              <a:solidFill>
                <a:schemeClr val="tx1"/>
              </a:solidFill>
              <a:miter lim="800000"/>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68" name="Text Box 61">
              <a:extLst>
                <a:ext uri="{FF2B5EF4-FFF2-40B4-BE49-F238E27FC236}">
                  <a16:creationId xmlns:a16="http://schemas.microsoft.com/office/drawing/2014/main" id="{79237E4D-2090-B34A-A0FF-FF7CE02AE4E0}"/>
                </a:ext>
              </a:extLst>
            </p:cNvPr>
            <p:cNvSpPr txBox="1">
              <a:spLocks noChangeArrowheads="1"/>
            </p:cNvSpPr>
            <p:nvPr/>
          </p:nvSpPr>
          <p:spPr bwMode="auto">
            <a:xfrm>
              <a:off x="7464032" y="4311578"/>
              <a:ext cx="399787" cy="2064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dirty="0">
                  <a:latin typeface="微软雅黑" panose="020B0503020204020204" pitchFamily="34" charset="-122"/>
                  <a:ea typeface="微软雅黑" panose="020B0503020204020204" pitchFamily="34" charset="-122"/>
                </a:rPr>
                <a:t> 后判定型循环结构</a:t>
              </a:r>
            </a:p>
          </p:txBody>
        </p:sp>
        <p:sp>
          <p:nvSpPr>
            <p:cNvPr id="69" name="Text Box 62">
              <a:extLst>
                <a:ext uri="{FF2B5EF4-FFF2-40B4-BE49-F238E27FC236}">
                  <a16:creationId xmlns:a16="http://schemas.microsoft.com/office/drawing/2014/main" id="{A1FD0ECA-4FC1-AD4C-BF0B-0FFFAFD50A68}"/>
                </a:ext>
              </a:extLst>
            </p:cNvPr>
            <p:cNvSpPr txBox="1">
              <a:spLocks noChangeArrowheads="1"/>
            </p:cNvSpPr>
            <p:nvPr/>
          </p:nvSpPr>
          <p:spPr bwMode="auto">
            <a:xfrm>
              <a:off x="4236482" y="3812994"/>
              <a:ext cx="260488" cy="26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100">
                  <a:latin typeface="微软雅黑" panose="020B0503020204020204" pitchFamily="34" charset="-122"/>
                  <a:ea typeface="微软雅黑" panose="020B0503020204020204" pitchFamily="34" charset="-122"/>
                </a:rPr>
                <a:t>F</a:t>
              </a:r>
            </a:p>
          </p:txBody>
        </p:sp>
        <p:sp>
          <p:nvSpPr>
            <p:cNvPr id="70" name="Text Box 63">
              <a:extLst>
                <a:ext uri="{FF2B5EF4-FFF2-40B4-BE49-F238E27FC236}">
                  <a16:creationId xmlns:a16="http://schemas.microsoft.com/office/drawing/2014/main" id="{4B41EAA9-2C2A-7748-8F1F-3A2CBC43EEB0}"/>
                </a:ext>
              </a:extLst>
            </p:cNvPr>
            <p:cNvSpPr txBox="1">
              <a:spLocks noChangeArrowheads="1"/>
            </p:cNvSpPr>
            <p:nvPr/>
          </p:nvSpPr>
          <p:spPr bwMode="auto">
            <a:xfrm>
              <a:off x="2152574" y="3782361"/>
              <a:ext cx="264667" cy="261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100" dirty="0">
                  <a:latin typeface="微软雅黑" panose="020B0503020204020204" pitchFamily="34" charset="-122"/>
                  <a:ea typeface="微软雅黑" panose="020B0503020204020204" pitchFamily="34" charset="-122"/>
                </a:rPr>
                <a:t>T</a:t>
              </a:r>
            </a:p>
          </p:txBody>
        </p:sp>
        <p:sp>
          <p:nvSpPr>
            <p:cNvPr id="71" name="Text Box 64">
              <a:extLst>
                <a:ext uri="{FF2B5EF4-FFF2-40B4-BE49-F238E27FC236}">
                  <a16:creationId xmlns:a16="http://schemas.microsoft.com/office/drawing/2014/main" id="{1EAA0348-AF80-8B4F-92F1-8C4D7FFA8844}"/>
                </a:ext>
              </a:extLst>
            </p:cNvPr>
            <p:cNvSpPr txBox="1">
              <a:spLocks noChangeArrowheads="1"/>
            </p:cNvSpPr>
            <p:nvPr/>
          </p:nvSpPr>
          <p:spPr bwMode="auto">
            <a:xfrm>
              <a:off x="4492792" y="4068624"/>
              <a:ext cx="4025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T</a:t>
              </a:r>
              <a:endParaRPr lang="en-US" altLang="zh-CN" dirty="0">
                <a:latin typeface="微软雅黑" panose="020B0503020204020204" pitchFamily="34" charset="-122"/>
                <a:ea typeface="微软雅黑" panose="020B0503020204020204" pitchFamily="34" charset="-122"/>
              </a:endParaRPr>
            </a:p>
          </p:txBody>
        </p:sp>
        <p:sp>
          <p:nvSpPr>
            <p:cNvPr id="72" name="Text Box 65">
              <a:extLst>
                <a:ext uri="{FF2B5EF4-FFF2-40B4-BE49-F238E27FC236}">
                  <a16:creationId xmlns:a16="http://schemas.microsoft.com/office/drawing/2014/main" id="{8C5100DD-2D5A-DA42-86A4-BCF9F9E3C46E}"/>
                </a:ext>
              </a:extLst>
            </p:cNvPr>
            <p:cNvSpPr txBox="1">
              <a:spLocks noChangeArrowheads="1"/>
            </p:cNvSpPr>
            <p:nvPr/>
          </p:nvSpPr>
          <p:spPr bwMode="auto">
            <a:xfrm>
              <a:off x="6344671" y="4047832"/>
              <a:ext cx="3997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400" dirty="0">
                  <a:latin typeface="微软雅黑" panose="020B0503020204020204" pitchFamily="34" charset="-122"/>
                  <a:ea typeface="微软雅黑" panose="020B0503020204020204" pitchFamily="34" charset="-122"/>
                </a:rPr>
                <a:t>F</a:t>
              </a:r>
              <a:endParaRPr lang="en-US" altLang="zh-CN" dirty="0">
                <a:latin typeface="微软雅黑" panose="020B0503020204020204" pitchFamily="34" charset="-122"/>
                <a:ea typeface="微软雅黑" panose="020B0503020204020204" pitchFamily="34" charset="-122"/>
              </a:endParaRPr>
            </a:p>
          </p:txBody>
        </p:sp>
        <p:sp>
          <p:nvSpPr>
            <p:cNvPr id="73" name="Line 66">
              <a:extLst>
                <a:ext uri="{FF2B5EF4-FFF2-40B4-BE49-F238E27FC236}">
                  <a16:creationId xmlns:a16="http://schemas.microsoft.com/office/drawing/2014/main" id="{91EDEF9C-2B1E-E543-BDCF-5453A0753BD5}"/>
                </a:ext>
              </a:extLst>
            </p:cNvPr>
            <p:cNvSpPr>
              <a:spLocks noChangeShapeType="1"/>
            </p:cNvSpPr>
            <p:nvPr/>
          </p:nvSpPr>
          <p:spPr bwMode="auto">
            <a:xfrm>
              <a:off x="2426993" y="4617911"/>
              <a:ext cx="0" cy="1004562"/>
            </a:xfrm>
            <a:prstGeom prst="line">
              <a:avLst/>
            </a:prstGeom>
            <a:noFill/>
            <a:ln w="19050">
              <a:solidFill>
                <a:schemeClr val="tx1"/>
              </a:solidFill>
              <a:round/>
              <a:headEnd/>
              <a:tailEnd/>
            </a:ln>
            <a:effectLst/>
          </p:spPr>
          <p:txBody>
            <a:bodyP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74" name="Line 17">
              <a:extLst>
                <a:ext uri="{FF2B5EF4-FFF2-40B4-BE49-F238E27FC236}">
                  <a16:creationId xmlns:a16="http://schemas.microsoft.com/office/drawing/2014/main" id="{0FA4D8F8-9E3E-4F43-99A1-AFEC92C6A31B}"/>
                </a:ext>
              </a:extLst>
            </p:cNvPr>
            <p:cNvSpPr>
              <a:spLocks noChangeShapeType="1"/>
            </p:cNvSpPr>
            <p:nvPr/>
          </p:nvSpPr>
          <p:spPr bwMode="auto">
            <a:xfrm flipV="1">
              <a:off x="5290812" y="4020033"/>
              <a:ext cx="1344393" cy="297353"/>
            </a:xfrm>
            <a:prstGeom prst="line">
              <a:avLst/>
            </a:prstGeom>
            <a:noFill/>
            <a:ln w="19050">
              <a:solidFill>
                <a:schemeClr val="tx1"/>
              </a:solidFill>
              <a:round/>
              <a:headEnd/>
              <a:tailEnd/>
            </a:ln>
            <a:effectLst/>
          </p:spPr>
          <p:txBody>
            <a:bodyPr wrap="none" anchor="ctr"/>
            <a:lstStyle/>
            <a:p>
              <a:pPr eaLnBrk="1" fontAlgn="auto" hangingPunct="1">
                <a:spcBef>
                  <a:spcPts val="0"/>
                </a:spcBef>
                <a:spcAft>
                  <a:spcPts val="0"/>
                </a:spcAft>
                <a:defRPr/>
              </a:pPr>
              <a:endParaRPr lang="zh-CN" altLang="en-US"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5331992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3.3.2</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盒图（</a:t>
            </a:r>
            <a:r>
              <a:rPr lang="en-US" altLang="zh-CN" dirty="0">
                <a:solidFill>
                  <a:srgbClr val="4E8F00"/>
                </a:solidFill>
                <a:ea typeface="Microsoft YaHei UI" panose="020B0503020204020204" pitchFamily="34" charset="-122"/>
                <a:sym typeface="微软雅黑" panose="020B0503020204020204" pitchFamily="34" charset="-122"/>
              </a:rPr>
              <a:t>N-S</a:t>
            </a:r>
            <a:r>
              <a:rPr lang="zh-CN" altLang="en-US" dirty="0">
                <a:solidFill>
                  <a:srgbClr val="4E8F00"/>
                </a:solidFill>
                <a:ea typeface="Microsoft YaHei UI" panose="020B0503020204020204" pitchFamily="34" charset="-122"/>
                <a:sym typeface="微软雅黑" panose="020B0503020204020204" pitchFamily="34" charset="-122"/>
              </a:rPr>
              <a:t>图）</a:t>
            </a: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N-S</a:t>
            </a:r>
            <a:r>
              <a:rPr lang="zh-CN" altLang="en-US" sz="2400" dirty="0">
                <a:solidFill>
                  <a:srgbClr val="CC6600"/>
                </a:solidFill>
                <a:sym typeface="微软雅黑" panose="020B0503020204020204" pitchFamily="34" charset="-122"/>
              </a:rPr>
              <a:t>图的主要特点 </a:t>
            </a:r>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17" name="Rectangle 3">
            <a:extLst>
              <a:ext uri="{FF2B5EF4-FFF2-40B4-BE49-F238E27FC236}">
                <a16:creationId xmlns:a16="http://schemas.microsoft.com/office/drawing/2014/main" id="{2691A606-8A69-9543-AD48-D25C13D74209}"/>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不允许随意的控制转移，有利于严格的结构化程序设计</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可以很方便地确定一个特定控制结构的作用域，以及局部数据和全局数据的作用域</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可以很方便地表示嵌套关系以及模块之间的层次关系 </a:t>
            </a:r>
          </a:p>
        </p:txBody>
      </p:sp>
    </p:spTree>
    <p:extLst>
      <p:ext uri="{BB962C8B-B14F-4D97-AF65-F5344CB8AC3E}">
        <p14:creationId xmlns:p14="http://schemas.microsoft.com/office/powerpoint/2010/main" val="30611016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3.3.3</a:t>
            </a:r>
            <a:r>
              <a:rPr lang="zh-CN" altLang="en-US" dirty="0">
                <a:solidFill>
                  <a:srgbClr val="4E8F00"/>
                </a:solidFill>
                <a:ea typeface="Microsoft YaHei UI" panose="020B0503020204020204" pitchFamily="34" charset="-122"/>
              </a:rPr>
              <a:t> </a:t>
            </a:r>
            <a:r>
              <a:rPr lang="en-US" altLang="zh-CN" dirty="0">
                <a:solidFill>
                  <a:srgbClr val="4E8F00"/>
                </a:solidFill>
                <a:ea typeface="Microsoft YaHei UI" panose="020B0503020204020204" pitchFamily="34" charset="-122"/>
                <a:sym typeface="微软雅黑" panose="020B0503020204020204" pitchFamily="34" charset="-122"/>
              </a:rPr>
              <a:t>PAD</a:t>
            </a:r>
            <a:r>
              <a:rPr lang="zh-CN" altLang="en-US" dirty="0">
                <a:solidFill>
                  <a:srgbClr val="4E8F00"/>
                </a:solidFill>
                <a:ea typeface="Microsoft YaHei UI" panose="020B0503020204020204" pitchFamily="34" charset="-122"/>
                <a:sym typeface="微软雅黑" panose="020B0503020204020204" pitchFamily="34" charset="-122"/>
              </a:rPr>
              <a:t>图</a:t>
            </a:r>
            <a:r>
              <a:rPr lang="zh-CN" altLang="en-US" dirty="0">
                <a:solidFill>
                  <a:srgbClr val="4E8F00"/>
                </a:solidFill>
                <a:ea typeface="Microsoft YaHei UI" panose="020B0503020204020204" pitchFamily="34" charset="-122"/>
              </a:rPr>
              <a:t>（问题分析图表）</a:t>
            </a:r>
            <a:endParaRPr lang="zh-CN" altLang="en-US" dirty="0">
              <a:solidFill>
                <a:srgbClr val="4E8F00"/>
              </a:solidFill>
              <a:ea typeface="Microsoft YaHei UI" panose="020B0503020204020204" pitchFamily="34" charset="-122"/>
              <a:sym typeface="微软雅黑" panose="020B0503020204020204" pitchFamily="34" charset="-122"/>
            </a:endParaRP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PAD</a:t>
            </a:r>
            <a:r>
              <a:rPr lang="zh-CN" altLang="en-US" sz="2400" dirty="0">
                <a:solidFill>
                  <a:srgbClr val="CC6600"/>
                </a:solidFill>
                <a:sym typeface="微软雅黑" panose="020B0503020204020204" pitchFamily="34" charset="-122"/>
              </a:rPr>
              <a:t>图的基本方法</a:t>
            </a:r>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17" name="Rectangle 3">
            <a:extLst>
              <a:ext uri="{FF2B5EF4-FFF2-40B4-BE49-F238E27FC236}">
                <a16:creationId xmlns:a16="http://schemas.microsoft.com/office/drawing/2014/main" id="{2691A606-8A69-9543-AD48-D25C13D74209}"/>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一条竖线代表一个层次，最左边的竖线是第一层控制结构，随着层次的加深，图形不断地向右展</a:t>
            </a:r>
          </a:p>
        </p:txBody>
      </p:sp>
    </p:spTree>
    <p:extLst>
      <p:ext uri="{BB962C8B-B14F-4D97-AF65-F5344CB8AC3E}">
        <p14:creationId xmlns:p14="http://schemas.microsoft.com/office/powerpoint/2010/main" val="51659528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1000"/>
                                        <p:tgtEl>
                                          <p:spTgt spid="17"/>
                                        </p:tgtEl>
                                      </p:cBhvr>
                                    </p:animEffect>
                                    <p:anim calcmode="lin" valueType="num">
                                      <p:cBhvr>
                                        <p:cTn id="19" dur="1000" fill="hold"/>
                                        <p:tgtEl>
                                          <p:spTgt spid="17"/>
                                        </p:tgtEl>
                                        <p:attrNameLst>
                                          <p:attrName>ppt_x</p:attrName>
                                        </p:attrNameLst>
                                      </p:cBhvr>
                                      <p:tavLst>
                                        <p:tav tm="0">
                                          <p:val>
                                            <p:strVal val="#ppt_x"/>
                                          </p:val>
                                        </p:tav>
                                        <p:tav tm="100000">
                                          <p:val>
                                            <p:strVal val="#ppt_x"/>
                                          </p:val>
                                        </p:tav>
                                      </p:tavLst>
                                    </p:anim>
                                    <p:anim calcmode="lin" valueType="num">
                                      <p:cBhvr>
                                        <p:cTn id="2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7" grpId="0"/>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3.3.3</a:t>
            </a:r>
            <a:r>
              <a:rPr lang="zh-CN" altLang="en-US" dirty="0">
                <a:solidFill>
                  <a:srgbClr val="4E8F00"/>
                </a:solidFill>
                <a:ea typeface="Microsoft YaHei UI" panose="020B0503020204020204" pitchFamily="34" charset="-122"/>
              </a:rPr>
              <a:t> </a:t>
            </a:r>
            <a:r>
              <a:rPr lang="en-US" altLang="zh-CN" dirty="0">
                <a:solidFill>
                  <a:srgbClr val="4E8F00"/>
                </a:solidFill>
                <a:ea typeface="Microsoft YaHei UI" panose="020B0503020204020204" pitchFamily="34" charset="-122"/>
                <a:sym typeface="微软雅黑" panose="020B0503020204020204" pitchFamily="34" charset="-122"/>
              </a:rPr>
              <a:t>PAD</a:t>
            </a:r>
            <a:r>
              <a:rPr lang="zh-CN" altLang="en-US" dirty="0">
                <a:solidFill>
                  <a:srgbClr val="4E8F00"/>
                </a:solidFill>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PAD</a:t>
            </a:r>
            <a:r>
              <a:rPr lang="zh-CN" altLang="en-US" sz="2400" dirty="0">
                <a:solidFill>
                  <a:srgbClr val="CC6600"/>
                </a:solidFill>
                <a:sym typeface="微软雅黑" panose="020B0503020204020204" pitchFamily="34" charset="-122"/>
              </a:rPr>
              <a:t>图的</a:t>
            </a:r>
            <a:r>
              <a:rPr lang="zh-CN" altLang="en-US" sz="2400" dirty="0">
                <a:solidFill>
                  <a:srgbClr val="CC6600"/>
                </a:solidFill>
              </a:rPr>
              <a:t>基本控制结构</a:t>
            </a:r>
            <a:endParaRPr lang="en-US" altLang="zh-CN" sz="2400" dirty="0">
              <a:solidFill>
                <a:srgbClr val="CC6600"/>
              </a:solidFill>
              <a:sym typeface="微软雅黑" panose="020B0503020204020204" pitchFamily="34" charset="-122"/>
            </a:endParaRP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grpSp>
        <p:nvGrpSpPr>
          <p:cNvPr id="2" name="组合 1">
            <a:extLst>
              <a:ext uri="{FF2B5EF4-FFF2-40B4-BE49-F238E27FC236}">
                <a16:creationId xmlns:a16="http://schemas.microsoft.com/office/drawing/2014/main" id="{6398FC6D-DEBC-8E46-A246-DDB9A7A95A0A}"/>
              </a:ext>
            </a:extLst>
          </p:cNvPr>
          <p:cNvGrpSpPr/>
          <p:nvPr/>
        </p:nvGrpSpPr>
        <p:grpSpPr>
          <a:xfrm>
            <a:off x="184765" y="2186607"/>
            <a:ext cx="8445500" cy="4236157"/>
            <a:chOff x="184765" y="2186607"/>
            <a:chExt cx="8445500" cy="4236157"/>
          </a:xfrm>
        </p:grpSpPr>
        <p:sp>
          <p:nvSpPr>
            <p:cNvPr id="11" name="Rectangle 4">
              <a:extLst>
                <a:ext uri="{FF2B5EF4-FFF2-40B4-BE49-F238E27FC236}">
                  <a16:creationId xmlns:a16="http://schemas.microsoft.com/office/drawing/2014/main" id="{B1F48FBD-D8A8-7A44-B253-54DE34CC6F69}"/>
                </a:ext>
              </a:extLst>
            </p:cNvPr>
            <p:cNvSpPr>
              <a:spLocks noChangeArrowheads="1"/>
            </p:cNvSpPr>
            <p:nvPr/>
          </p:nvSpPr>
          <p:spPr bwMode="auto">
            <a:xfrm>
              <a:off x="484802" y="2781867"/>
              <a:ext cx="990600" cy="342717"/>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任务</a:t>
              </a:r>
              <a:r>
                <a:rPr lang="en-US" altLang="zh-CN" sz="1600" dirty="0">
                  <a:latin typeface="微软雅黑" panose="020B0503020204020204" pitchFamily="34" charset="-122"/>
                  <a:ea typeface="微软雅黑" panose="020B0503020204020204" pitchFamily="34" charset="-122"/>
                </a:rPr>
                <a:t>1</a:t>
              </a:r>
            </a:p>
          </p:txBody>
        </p:sp>
        <p:sp>
          <p:nvSpPr>
            <p:cNvPr id="15" name="Rectangle 5">
              <a:extLst>
                <a:ext uri="{FF2B5EF4-FFF2-40B4-BE49-F238E27FC236}">
                  <a16:creationId xmlns:a16="http://schemas.microsoft.com/office/drawing/2014/main" id="{A59E8F07-748F-FD48-A2DC-A38E3713AD08}"/>
                </a:ext>
              </a:extLst>
            </p:cNvPr>
            <p:cNvSpPr>
              <a:spLocks noChangeArrowheads="1"/>
            </p:cNvSpPr>
            <p:nvPr/>
          </p:nvSpPr>
          <p:spPr bwMode="auto">
            <a:xfrm>
              <a:off x="484802" y="3524420"/>
              <a:ext cx="990600" cy="342717"/>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任务</a:t>
              </a:r>
              <a:r>
                <a:rPr lang="en-US" altLang="zh-CN" sz="1600">
                  <a:latin typeface="微软雅黑" panose="020B0503020204020204" pitchFamily="34" charset="-122"/>
                  <a:ea typeface="微软雅黑" panose="020B0503020204020204" pitchFamily="34" charset="-122"/>
                </a:rPr>
                <a:t>2</a:t>
              </a:r>
            </a:p>
          </p:txBody>
        </p:sp>
        <p:sp>
          <p:nvSpPr>
            <p:cNvPr id="16" name="Rectangle 6">
              <a:extLst>
                <a:ext uri="{FF2B5EF4-FFF2-40B4-BE49-F238E27FC236}">
                  <a16:creationId xmlns:a16="http://schemas.microsoft.com/office/drawing/2014/main" id="{6A32E7BD-F9E7-9944-82E5-BD48267D9941}"/>
                </a:ext>
              </a:extLst>
            </p:cNvPr>
            <p:cNvSpPr>
              <a:spLocks noChangeArrowheads="1"/>
            </p:cNvSpPr>
            <p:nvPr/>
          </p:nvSpPr>
          <p:spPr bwMode="auto">
            <a:xfrm>
              <a:off x="484802" y="4209854"/>
              <a:ext cx="990600" cy="342717"/>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任务</a:t>
              </a:r>
              <a:r>
                <a:rPr lang="en-US" altLang="zh-CN" sz="1600">
                  <a:latin typeface="微软雅黑" panose="020B0503020204020204" pitchFamily="34" charset="-122"/>
                  <a:ea typeface="微软雅黑" panose="020B0503020204020204" pitchFamily="34" charset="-122"/>
                </a:rPr>
                <a:t>3</a:t>
              </a:r>
            </a:p>
          </p:txBody>
        </p:sp>
        <p:sp>
          <p:nvSpPr>
            <p:cNvPr id="18" name="Line 7">
              <a:extLst>
                <a:ext uri="{FF2B5EF4-FFF2-40B4-BE49-F238E27FC236}">
                  <a16:creationId xmlns:a16="http://schemas.microsoft.com/office/drawing/2014/main" id="{8D7F4008-BECF-BD48-A599-E9564BD589B3}"/>
                </a:ext>
              </a:extLst>
            </p:cNvPr>
            <p:cNvSpPr>
              <a:spLocks noChangeShapeType="1"/>
            </p:cNvSpPr>
            <p:nvPr/>
          </p:nvSpPr>
          <p:spPr bwMode="auto">
            <a:xfrm>
              <a:off x="484802" y="3067464"/>
              <a:ext cx="0" cy="5140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8">
              <a:extLst>
                <a:ext uri="{FF2B5EF4-FFF2-40B4-BE49-F238E27FC236}">
                  <a16:creationId xmlns:a16="http://schemas.microsoft.com/office/drawing/2014/main" id="{DB7EE1F9-AB71-3D4F-B9CB-82B08CADAD55}"/>
                </a:ext>
              </a:extLst>
            </p:cNvPr>
            <p:cNvSpPr txBox="1">
              <a:spLocks noChangeArrowheads="1"/>
            </p:cNvSpPr>
            <p:nvPr/>
          </p:nvSpPr>
          <p:spPr bwMode="auto">
            <a:xfrm>
              <a:off x="184765" y="4641820"/>
              <a:ext cx="1668462" cy="36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dirty="0">
                  <a:latin typeface="Kaiti SC" panose="02010600040101010101" pitchFamily="2" charset="-122"/>
                  <a:ea typeface="Kaiti SC" panose="02010600040101010101" pitchFamily="2" charset="-122"/>
                </a:rPr>
                <a:t> </a:t>
              </a:r>
              <a:r>
                <a:rPr lang="zh-CN" altLang="en-US" dirty="0">
                  <a:latin typeface="Kaiti SC" panose="02010600040101010101" pitchFamily="2" charset="-122"/>
                  <a:ea typeface="Kaiti SC" panose="02010600040101010101" pitchFamily="2" charset="-122"/>
                </a:rPr>
                <a:t>顺序结构</a:t>
              </a:r>
            </a:p>
          </p:txBody>
        </p:sp>
        <p:sp>
          <p:nvSpPr>
            <p:cNvPr id="20" name="Line 9">
              <a:extLst>
                <a:ext uri="{FF2B5EF4-FFF2-40B4-BE49-F238E27FC236}">
                  <a16:creationId xmlns:a16="http://schemas.microsoft.com/office/drawing/2014/main" id="{9C9C35FC-D5E9-8944-A5F5-67050F91362E}"/>
                </a:ext>
              </a:extLst>
            </p:cNvPr>
            <p:cNvSpPr>
              <a:spLocks noChangeShapeType="1"/>
            </p:cNvSpPr>
            <p:nvPr/>
          </p:nvSpPr>
          <p:spPr bwMode="auto">
            <a:xfrm>
              <a:off x="484802" y="3810018"/>
              <a:ext cx="0" cy="4569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Rectangle 11">
              <a:extLst>
                <a:ext uri="{FF2B5EF4-FFF2-40B4-BE49-F238E27FC236}">
                  <a16:creationId xmlns:a16="http://schemas.microsoft.com/office/drawing/2014/main" id="{BB46E3F2-C2CE-B841-96AC-59C41488934A}"/>
                </a:ext>
              </a:extLst>
            </p:cNvPr>
            <p:cNvSpPr>
              <a:spLocks noChangeArrowheads="1"/>
            </p:cNvSpPr>
            <p:nvPr/>
          </p:nvSpPr>
          <p:spPr bwMode="auto">
            <a:xfrm>
              <a:off x="765790" y="5538526"/>
              <a:ext cx="1960562" cy="400410"/>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a:latin typeface="微软雅黑" panose="020B0503020204020204" pitchFamily="34" charset="-122"/>
                  <a:ea typeface="微软雅黑" panose="020B0503020204020204" pitchFamily="34" charset="-122"/>
                </a:rPr>
                <a:t>WHILE</a:t>
              </a:r>
              <a:r>
                <a:rPr lang="zh-CN" altLang="en-US" sz="1600">
                  <a:latin typeface="微软雅黑" panose="020B0503020204020204" pitchFamily="34" charset="-122"/>
                  <a:ea typeface="微软雅黑" panose="020B0503020204020204" pitchFamily="34" charset="-122"/>
                </a:rPr>
                <a:t>型条件</a:t>
              </a:r>
            </a:p>
          </p:txBody>
        </p:sp>
        <p:sp>
          <p:nvSpPr>
            <p:cNvPr id="23" name="Rectangle 12">
              <a:extLst>
                <a:ext uri="{FF2B5EF4-FFF2-40B4-BE49-F238E27FC236}">
                  <a16:creationId xmlns:a16="http://schemas.microsoft.com/office/drawing/2014/main" id="{EF3B87F6-48A0-024D-AFAE-EEEFBFE60EC1}"/>
                </a:ext>
              </a:extLst>
            </p:cNvPr>
            <p:cNvSpPr>
              <a:spLocks noChangeArrowheads="1"/>
            </p:cNvSpPr>
            <p:nvPr/>
          </p:nvSpPr>
          <p:spPr bwMode="auto">
            <a:xfrm>
              <a:off x="3091477" y="5538526"/>
              <a:ext cx="990600" cy="400410"/>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循环体</a:t>
              </a:r>
            </a:p>
          </p:txBody>
        </p:sp>
        <p:sp>
          <p:nvSpPr>
            <p:cNvPr id="24" name="Line 13">
              <a:extLst>
                <a:ext uri="{FF2B5EF4-FFF2-40B4-BE49-F238E27FC236}">
                  <a16:creationId xmlns:a16="http://schemas.microsoft.com/office/drawing/2014/main" id="{35E05F84-A3EB-7544-B2A0-1A01D637CA1F}"/>
                </a:ext>
              </a:extLst>
            </p:cNvPr>
            <p:cNvSpPr>
              <a:spLocks noChangeShapeType="1"/>
            </p:cNvSpPr>
            <p:nvPr/>
          </p:nvSpPr>
          <p:spPr bwMode="auto">
            <a:xfrm>
              <a:off x="2710477" y="5710130"/>
              <a:ext cx="3810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5" name="Text Box 14">
              <a:extLst>
                <a:ext uri="{FF2B5EF4-FFF2-40B4-BE49-F238E27FC236}">
                  <a16:creationId xmlns:a16="http://schemas.microsoft.com/office/drawing/2014/main" id="{63CE1126-ABEF-6A45-924F-B56B12B61B2A}"/>
                </a:ext>
              </a:extLst>
            </p:cNvPr>
            <p:cNvSpPr txBox="1">
              <a:spLocks noChangeArrowheads="1"/>
            </p:cNvSpPr>
            <p:nvPr/>
          </p:nvSpPr>
          <p:spPr bwMode="auto">
            <a:xfrm>
              <a:off x="1491277" y="6053338"/>
              <a:ext cx="2895600" cy="369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Kaiti SC" panose="02010600040101010101" pitchFamily="2" charset="-122"/>
                  <a:ea typeface="Kaiti SC" panose="02010600040101010101" pitchFamily="2" charset="-122"/>
                </a:rPr>
                <a:t>先判定型循环结构</a:t>
              </a:r>
            </a:p>
          </p:txBody>
        </p:sp>
        <p:sp>
          <p:nvSpPr>
            <p:cNvPr id="28" name="Rectangle 17">
              <a:extLst>
                <a:ext uri="{FF2B5EF4-FFF2-40B4-BE49-F238E27FC236}">
                  <a16:creationId xmlns:a16="http://schemas.microsoft.com/office/drawing/2014/main" id="{5FB717F4-D0BF-6A42-9BC9-307AF1AE9ED6}"/>
                </a:ext>
              </a:extLst>
            </p:cNvPr>
            <p:cNvSpPr>
              <a:spLocks noChangeArrowheads="1"/>
            </p:cNvSpPr>
            <p:nvPr/>
          </p:nvSpPr>
          <p:spPr bwMode="auto">
            <a:xfrm>
              <a:off x="2148502" y="3331539"/>
              <a:ext cx="762434" cy="514350"/>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条件</a:t>
              </a:r>
            </a:p>
          </p:txBody>
        </p:sp>
        <p:sp>
          <p:nvSpPr>
            <p:cNvPr id="29" name="AutoShape 18">
              <a:extLst>
                <a:ext uri="{FF2B5EF4-FFF2-40B4-BE49-F238E27FC236}">
                  <a16:creationId xmlns:a16="http://schemas.microsoft.com/office/drawing/2014/main" id="{C58DD6AF-0273-9848-B3F0-4C48ADD46C26}"/>
                </a:ext>
              </a:extLst>
            </p:cNvPr>
            <p:cNvSpPr>
              <a:spLocks noChangeArrowheads="1"/>
            </p:cNvSpPr>
            <p:nvPr/>
          </p:nvSpPr>
          <p:spPr bwMode="auto">
            <a:xfrm>
              <a:off x="2834693" y="3560139"/>
              <a:ext cx="686191" cy="285750"/>
            </a:xfrm>
            <a:prstGeom prst="rtTriangle">
              <a:avLst/>
            </a:prstGeom>
            <a:no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latin typeface="微软雅黑" panose="020B0503020204020204" pitchFamily="34" charset="-122"/>
                <a:ea typeface="微软雅黑" panose="020B0503020204020204" pitchFamily="34" charset="-122"/>
              </a:endParaRPr>
            </a:p>
          </p:txBody>
        </p:sp>
        <p:sp>
          <p:nvSpPr>
            <p:cNvPr id="30" name="AutoShape 19">
              <a:extLst>
                <a:ext uri="{FF2B5EF4-FFF2-40B4-BE49-F238E27FC236}">
                  <a16:creationId xmlns:a16="http://schemas.microsoft.com/office/drawing/2014/main" id="{351D41DA-33D1-D14F-899D-AD69B0656585}"/>
                </a:ext>
              </a:extLst>
            </p:cNvPr>
            <p:cNvSpPr>
              <a:spLocks noChangeArrowheads="1"/>
            </p:cNvSpPr>
            <p:nvPr/>
          </p:nvSpPr>
          <p:spPr bwMode="auto">
            <a:xfrm flipV="1">
              <a:off x="2834693" y="3331539"/>
              <a:ext cx="686191" cy="285750"/>
            </a:xfrm>
            <a:prstGeom prst="rtTriangle">
              <a:avLst/>
            </a:prstGeom>
            <a:noFill/>
            <a:ln>
              <a:noFill/>
            </a:ln>
            <a:extLst>
              <a:ext uri="{91240B29-F687-4F45-9708-019B960494DF}">
                <a14:hiddenLine xmlns:a14="http://schemas.microsoft.com/office/drawing/2010/main" w="28575">
                  <a:solidFill>
                    <a:srgbClr val="000000"/>
                  </a:solidFill>
                  <a:miter lim="800000"/>
                  <a:headEnd/>
                  <a:tailEnd/>
                </a14:hiddenLine>
              </a:ext>
            </a:extLst>
          </p:spPr>
          <p:txBody>
            <a:bodyPr rot="10800000"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latin typeface="微软雅黑" panose="020B0503020204020204" pitchFamily="34" charset="-122"/>
                <a:ea typeface="微软雅黑" panose="020B0503020204020204" pitchFamily="34" charset="-122"/>
              </a:endParaRPr>
            </a:p>
          </p:txBody>
        </p:sp>
        <p:sp>
          <p:nvSpPr>
            <p:cNvPr id="31" name="Line 20">
              <a:extLst>
                <a:ext uri="{FF2B5EF4-FFF2-40B4-BE49-F238E27FC236}">
                  <a16:creationId xmlns:a16="http://schemas.microsoft.com/office/drawing/2014/main" id="{8FBB5053-389A-5E40-BD24-9C355A0F178C}"/>
                </a:ext>
              </a:extLst>
            </p:cNvPr>
            <p:cNvSpPr>
              <a:spLocks noChangeShapeType="1"/>
            </p:cNvSpPr>
            <p:nvPr/>
          </p:nvSpPr>
          <p:spPr bwMode="auto">
            <a:xfrm flipV="1">
              <a:off x="2148502" y="3845889"/>
              <a:ext cx="1642409" cy="35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1">
              <a:extLst>
                <a:ext uri="{FF2B5EF4-FFF2-40B4-BE49-F238E27FC236}">
                  <a16:creationId xmlns:a16="http://schemas.microsoft.com/office/drawing/2014/main" id="{AA9A6560-85D8-1145-8F59-CF30839F3ED4}"/>
                </a:ext>
              </a:extLst>
            </p:cNvPr>
            <p:cNvSpPr>
              <a:spLocks noChangeShapeType="1"/>
            </p:cNvSpPr>
            <p:nvPr/>
          </p:nvSpPr>
          <p:spPr bwMode="auto">
            <a:xfrm>
              <a:off x="2772745" y="3327647"/>
              <a:ext cx="1008637" cy="1071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Rectangle 22">
              <a:extLst>
                <a:ext uri="{FF2B5EF4-FFF2-40B4-BE49-F238E27FC236}">
                  <a16:creationId xmlns:a16="http://schemas.microsoft.com/office/drawing/2014/main" id="{57142F6A-FB4D-6541-B19F-0176661D02F6}"/>
                </a:ext>
              </a:extLst>
            </p:cNvPr>
            <p:cNvSpPr>
              <a:spLocks noChangeArrowheads="1"/>
            </p:cNvSpPr>
            <p:nvPr/>
          </p:nvSpPr>
          <p:spPr bwMode="auto">
            <a:xfrm>
              <a:off x="3794089" y="3137467"/>
              <a:ext cx="1143651" cy="342900"/>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latin typeface="微软雅黑" panose="020B0503020204020204" pitchFamily="34" charset="-122"/>
                  <a:ea typeface="微软雅黑" panose="020B0503020204020204" pitchFamily="34" charset="-122"/>
                </a:rPr>
                <a:t>then</a:t>
              </a:r>
              <a:r>
                <a:rPr lang="zh-CN" altLang="en-US" sz="1600">
                  <a:latin typeface="微软雅黑" panose="020B0503020204020204" pitchFamily="34" charset="-122"/>
                  <a:ea typeface="微软雅黑" panose="020B0503020204020204" pitchFamily="34" charset="-122"/>
                </a:rPr>
                <a:t>部分</a:t>
              </a:r>
            </a:p>
          </p:txBody>
        </p:sp>
        <p:sp>
          <p:nvSpPr>
            <p:cNvPr id="34" name="Rectangle 23">
              <a:extLst>
                <a:ext uri="{FF2B5EF4-FFF2-40B4-BE49-F238E27FC236}">
                  <a16:creationId xmlns:a16="http://schemas.microsoft.com/office/drawing/2014/main" id="{E446DED2-6A66-2C49-ACCA-3CC57527EEBE}"/>
                </a:ext>
              </a:extLst>
            </p:cNvPr>
            <p:cNvSpPr>
              <a:spLocks noChangeArrowheads="1"/>
            </p:cNvSpPr>
            <p:nvPr/>
          </p:nvSpPr>
          <p:spPr bwMode="auto">
            <a:xfrm>
              <a:off x="3792500" y="3735161"/>
              <a:ext cx="1143651" cy="342900"/>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a:latin typeface="微软雅黑" panose="020B0503020204020204" pitchFamily="34" charset="-122"/>
                  <a:ea typeface="微软雅黑" panose="020B0503020204020204" pitchFamily="34" charset="-122"/>
                </a:rPr>
                <a:t>else</a:t>
              </a:r>
              <a:r>
                <a:rPr lang="zh-CN" altLang="en-US" sz="1600">
                  <a:latin typeface="微软雅黑" panose="020B0503020204020204" pitchFamily="34" charset="-122"/>
                  <a:ea typeface="微软雅黑" panose="020B0503020204020204" pitchFamily="34" charset="-122"/>
                </a:rPr>
                <a:t>部分</a:t>
              </a:r>
            </a:p>
          </p:txBody>
        </p:sp>
        <p:sp>
          <p:nvSpPr>
            <p:cNvPr id="35" name="Text Box 24">
              <a:extLst>
                <a:ext uri="{FF2B5EF4-FFF2-40B4-BE49-F238E27FC236}">
                  <a16:creationId xmlns:a16="http://schemas.microsoft.com/office/drawing/2014/main" id="{8BC84573-3C0A-7E4E-BDE6-E86FBAF4AF6A}"/>
                </a:ext>
              </a:extLst>
            </p:cNvPr>
            <p:cNvSpPr txBox="1">
              <a:spLocks noChangeArrowheads="1"/>
            </p:cNvSpPr>
            <p:nvPr/>
          </p:nvSpPr>
          <p:spPr bwMode="auto">
            <a:xfrm>
              <a:off x="2750507" y="4259035"/>
              <a:ext cx="1448625" cy="369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a:latin typeface="Kaiti SC" panose="02010600040101010101" pitchFamily="2" charset="-122"/>
                  <a:ea typeface="Kaiti SC" panose="02010600040101010101" pitchFamily="2" charset="-122"/>
                </a:rPr>
                <a:t>选择结构</a:t>
              </a:r>
            </a:p>
          </p:txBody>
        </p:sp>
        <p:sp>
          <p:nvSpPr>
            <p:cNvPr id="36" name="Line 25">
              <a:extLst>
                <a:ext uri="{FF2B5EF4-FFF2-40B4-BE49-F238E27FC236}">
                  <a16:creationId xmlns:a16="http://schemas.microsoft.com/office/drawing/2014/main" id="{F76B00A9-5B78-FA4C-9F28-8E3B6371EB8A}"/>
                </a:ext>
              </a:extLst>
            </p:cNvPr>
            <p:cNvSpPr>
              <a:spLocks noChangeShapeType="1"/>
            </p:cNvSpPr>
            <p:nvPr/>
          </p:nvSpPr>
          <p:spPr bwMode="auto">
            <a:xfrm flipV="1">
              <a:off x="2931585" y="3331539"/>
              <a:ext cx="589298" cy="24407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37" name="Line 26">
              <a:extLst>
                <a:ext uri="{FF2B5EF4-FFF2-40B4-BE49-F238E27FC236}">
                  <a16:creationId xmlns:a16="http://schemas.microsoft.com/office/drawing/2014/main" id="{ACB053A6-3FD9-6D4F-8A59-B7C6CFF89721}"/>
                </a:ext>
              </a:extLst>
            </p:cNvPr>
            <p:cNvSpPr>
              <a:spLocks noChangeShapeType="1"/>
            </p:cNvSpPr>
            <p:nvPr/>
          </p:nvSpPr>
          <p:spPr bwMode="auto">
            <a:xfrm>
              <a:off x="2874403" y="3591095"/>
              <a:ext cx="646481" cy="25479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38" name="Text Box 27">
              <a:extLst>
                <a:ext uri="{FF2B5EF4-FFF2-40B4-BE49-F238E27FC236}">
                  <a16:creationId xmlns:a16="http://schemas.microsoft.com/office/drawing/2014/main" id="{C4C2C3DF-563D-2943-BB9E-0D11237CB6FA}"/>
                </a:ext>
              </a:extLst>
            </p:cNvPr>
            <p:cNvSpPr txBox="1">
              <a:spLocks noChangeArrowheads="1"/>
            </p:cNvSpPr>
            <p:nvPr/>
          </p:nvSpPr>
          <p:spPr bwMode="auto">
            <a:xfrm>
              <a:off x="2845391" y="3266021"/>
              <a:ext cx="6099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a:latin typeface="微软雅黑" panose="020B0503020204020204" pitchFamily="34" charset="-122"/>
                  <a:ea typeface="微软雅黑" panose="020B0503020204020204" pitchFamily="34" charset="-122"/>
                </a:rPr>
                <a:t>T</a:t>
              </a:r>
            </a:p>
          </p:txBody>
        </p:sp>
        <p:sp>
          <p:nvSpPr>
            <p:cNvPr id="39" name="Text Box 28">
              <a:extLst>
                <a:ext uri="{FF2B5EF4-FFF2-40B4-BE49-F238E27FC236}">
                  <a16:creationId xmlns:a16="http://schemas.microsoft.com/office/drawing/2014/main" id="{AC4E7CB6-5AC2-2D4C-8823-8952D10C55D2}"/>
                </a:ext>
              </a:extLst>
            </p:cNvPr>
            <p:cNvSpPr txBox="1">
              <a:spLocks noChangeArrowheads="1"/>
            </p:cNvSpPr>
            <p:nvPr/>
          </p:nvSpPr>
          <p:spPr bwMode="auto">
            <a:xfrm>
              <a:off x="2858390" y="3597706"/>
              <a:ext cx="6099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1600" dirty="0">
                  <a:latin typeface="微软雅黑" panose="020B0503020204020204" pitchFamily="34" charset="-122"/>
                  <a:ea typeface="微软雅黑" panose="020B0503020204020204" pitchFamily="34" charset="-122"/>
                </a:rPr>
                <a:t>F</a:t>
              </a:r>
            </a:p>
          </p:txBody>
        </p:sp>
        <p:sp>
          <p:nvSpPr>
            <p:cNvPr id="40" name="Line 29">
              <a:extLst>
                <a:ext uri="{FF2B5EF4-FFF2-40B4-BE49-F238E27FC236}">
                  <a16:creationId xmlns:a16="http://schemas.microsoft.com/office/drawing/2014/main" id="{0D6D15BD-8B82-6D48-B061-51E9FEE4A013}"/>
                </a:ext>
              </a:extLst>
            </p:cNvPr>
            <p:cNvSpPr>
              <a:spLocks noChangeShapeType="1"/>
            </p:cNvSpPr>
            <p:nvPr/>
          </p:nvSpPr>
          <p:spPr bwMode="auto">
            <a:xfrm flipV="1">
              <a:off x="2928409" y="3329158"/>
              <a:ext cx="608359" cy="261937"/>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0">
              <a:extLst>
                <a:ext uri="{FF2B5EF4-FFF2-40B4-BE49-F238E27FC236}">
                  <a16:creationId xmlns:a16="http://schemas.microsoft.com/office/drawing/2014/main" id="{C12E4E34-EBB3-1A45-89E6-EF8FB4A0DE45}"/>
                </a:ext>
              </a:extLst>
            </p:cNvPr>
            <p:cNvSpPr>
              <a:spLocks noChangeShapeType="1"/>
            </p:cNvSpPr>
            <p:nvPr/>
          </p:nvSpPr>
          <p:spPr bwMode="auto">
            <a:xfrm flipH="1" flipV="1">
              <a:off x="2937939" y="3594667"/>
              <a:ext cx="505113" cy="24884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Rectangle 33">
              <a:extLst>
                <a:ext uri="{FF2B5EF4-FFF2-40B4-BE49-F238E27FC236}">
                  <a16:creationId xmlns:a16="http://schemas.microsoft.com/office/drawing/2014/main" id="{D4A42059-C2BF-5842-AF97-5A7003BFDC52}"/>
                </a:ext>
              </a:extLst>
            </p:cNvPr>
            <p:cNvSpPr>
              <a:spLocks noChangeArrowheads="1"/>
            </p:cNvSpPr>
            <p:nvPr/>
          </p:nvSpPr>
          <p:spPr bwMode="auto">
            <a:xfrm>
              <a:off x="4705965" y="5536939"/>
              <a:ext cx="1866145" cy="400626"/>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00" dirty="0">
                  <a:latin typeface="微软雅黑" panose="020B0503020204020204" pitchFamily="34" charset="-122"/>
                  <a:ea typeface="微软雅黑" panose="020B0503020204020204" pitchFamily="34" charset="-122"/>
                </a:rPr>
                <a:t>UNTIL</a:t>
              </a:r>
              <a:r>
                <a:rPr lang="zh-CN" altLang="en-US" sz="1600" dirty="0">
                  <a:latin typeface="微软雅黑" panose="020B0503020204020204" pitchFamily="34" charset="-122"/>
                  <a:ea typeface="微软雅黑" panose="020B0503020204020204" pitchFamily="34" charset="-122"/>
                </a:rPr>
                <a:t>型条件</a:t>
              </a:r>
            </a:p>
          </p:txBody>
        </p:sp>
        <p:sp>
          <p:nvSpPr>
            <p:cNvPr id="46" name="Rectangle 34">
              <a:extLst>
                <a:ext uri="{FF2B5EF4-FFF2-40B4-BE49-F238E27FC236}">
                  <a16:creationId xmlns:a16="http://schemas.microsoft.com/office/drawing/2014/main" id="{2C94BB2D-D5BA-384E-BD27-B55F882034F9}"/>
                </a:ext>
              </a:extLst>
            </p:cNvPr>
            <p:cNvSpPr>
              <a:spLocks noChangeArrowheads="1"/>
            </p:cNvSpPr>
            <p:nvPr/>
          </p:nvSpPr>
          <p:spPr bwMode="auto">
            <a:xfrm>
              <a:off x="7106881" y="5538131"/>
              <a:ext cx="990199" cy="400626"/>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循环体</a:t>
              </a:r>
            </a:p>
          </p:txBody>
        </p:sp>
        <p:sp>
          <p:nvSpPr>
            <p:cNvPr id="47" name="Text Box 35">
              <a:extLst>
                <a:ext uri="{FF2B5EF4-FFF2-40B4-BE49-F238E27FC236}">
                  <a16:creationId xmlns:a16="http://schemas.microsoft.com/office/drawing/2014/main" id="{FF000C76-8291-B947-BDED-966A946B9280}"/>
                </a:ext>
              </a:extLst>
            </p:cNvPr>
            <p:cNvSpPr txBox="1">
              <a:spLocks noChangeArrowheads="1"/>
            </p:cNvSpPr>
            <p:nvPr/>
          </p:nvSpPr>
          <p:spPr bwMode="auto">
            <a:xfrm>
              <a:off x="5431159" y="5995989"/>
              <a:ext cx="3199106" cy="36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a:latin typeface="Kaiti SC" panose="02010600040101010101" pitchFamily="2" charset="-122"/>
                  <a:ea typeface="Kaiti SC" panose="02010600040101010101" pitchFamily="2" charset="-122"/>
                </a:rPr>
                <a:t>后判定型循环结构</a:t>
              </a:r>
            </a:p>
          </p:txBody>
        </p:sp>
        <p:sp>
          <p:nvSpPr>
            <p:cNvPr id="48" name="Line 36">
              <a:extLst>
                <a:ext uri="{FF2B5EF4-FFF2-40B4-BE49-F238E27FC236}">
                  <a16:creationId xmlns:a16="http://schemas.microsoft.com/office/drawing/2014/main" id="{D7C5C87D-C441-1348-BF2B-6DABBE693674}"/>
                </a:ext>
              </a:extLst>
            </p:cNvPr>
            <p:cNvSpPr>
              <a:spLocks noChangeShapeType="1"/>
            </p:cNvSpPr>
            <p:nvPr/>
          </p:nvSpPr>
          <p:spPr bwMode="auto">
            <a:xfrm>
              <a:off x="6454683" y="5542901"/>
              <a:ext cx="0" cy="3946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4" name="Line 37">
              <a:extLst>
                <a:ext uri="{FF2B5EF4-FFF2-40B4-BE49-F238E27FC236}">
                  <a16:creationId xmlns:a16="http://schemas.microsoft.com/office/drawing/2014/main" id="{FEB5E03E-598A-424C-BDDE-9126F481CEA1}"/>
                </a:ext>
              </a:extLst>
            </p:cNvPr>
            <p:cNvSpPr>
              <a:spLocks noChangeShapeType="1"/>
            </p:cNvSpPr>
            <p:nvPr/>
          </p:nvSpPr>
          <p:spPr bwMode="auto">
            <a:xfrm>
              <a:off x="6573697" y="5699097"/>
              <a:ext cx="53318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0" name="Rectangle 39">
              <a:extLst>
                <a:ext uri="{FF2B5EF4-FFF2-40B4-BE49-F238E27FC236}">
                  <a16:creationId xmlns:a16="http://schemas.microsoft.com/office/drawing/2014/main" id="{E4E14FF3-AC91-5B49-8A65-CD97559B8741}"/>
                </a:ext>
              </a:extLst>
            </p:cNvPr>
            <p:cNvSpPr>
              <a:spLocks noChangeArrowheads="1"/>
            </p:cNvSpPr>
            <p:nvPr/>
          </p:nvSpPr>
          <p:spPr bwMode="auto">
            <a:xfrm>
              <a:off x="5358427" y="2529558"/>
              <a:ext cx="686150" cy="2000546"/>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微软雅黑" panose="020B0503020204020204" pitchFamily="34" charset="-122"/>
                  <a:ea typeface="微软雅黑" panose="020B0503020204020204" pitchFamily="34" charset="-122"/>
                </a:rPr>
                <a:t>控</a:t>
              </a:r>
            </a:p>
            <a:p>
              <a:pPr eaLnBrk="1" hangingPunct="1"/>
              <a:r>
                <a:rPr lang="zh-CN" altLang="en-US" sz="1600" dirty="0">
                  <a:latin typeface="微软雅黑" panose="020B0503020204020204" pitchFamily="34" charset="-122"/>
                  <a:ea typeface="微软雅黑" panose="020B0503020204020204" pitchFamily="34" charset="-122"/>
                </a:rPr>
                <a:t>制</a:t>
              </a:r>
            </a:p>
            <a:p>
              <a:pPr eaLnBrk="1" hangingPunct="1"/>
              <a:r>
                <a:rPr lang="zh-CN" altLang="en-US" sz="1600" dirty="0">
                  <a:latin typeface="微软雅黑" panose="020B0503020204020204" pitchFamily="34" charset="-122"/>
                  <a:ea typeface="微软雅黑" panose="020B0503020204020204" pitchFamily="34" charset="-122"/>
                </a:rPr>
                <a:t>变</a:t>
              </a:r>
            </a:p>
            <a:p>
              <a:pPr eaLnBrk="1" hangingPunct="1"/>
              <a:r>
                <a:rPr lang="zh-CN" altLang="en-US" sz="1600" dirty="0">
                  <a:latin typeface="微软雅黑" panose="020B0503020204020204" pitchFamily="34" charset="-122"/>
                  <a:ea typeface="微软雅黑" panose="020B0503020204020204" pitchFamily="34" charset="-122"/>
                </a:rPr>
                <a:t>量</a:t>
              </a:r>
            </a:p>
            <a:p>
              <a:pPr eaLnBrk="1" hangingPunct="1"/>
              <a:r>
                <a:rPr lang="zh-CN" altLang="en-US" sz="1600" dirty="0">
                  <a:latin typeface="微软雅黑" panose="020B0503020204020204" pitchFamily="34" charset="-122"/>
                  <a:ea typeface="微软雅黑" panose="020B0503020204020204" pitchFamily="34" charset="-122"/>
                </a:rPr>
                <a:t> </a:t>
              </a:r>
            </a:p>
          </p:txBody>
        </p:sp>
        <p:sp>
          <p:nvSpPr>
            <p:cNvPr id="51" name="AutoShape 40">
              <a:extLst>
                <a:ext uri="{FF2B5EF4-FFF2-40B4-BE49-F238E27FC236}">
                  <a16:creationId xmlns:a16="http://schemas.microsoft.com/office/drawing/2014/main" id="{6FA47437-9B9C-AF4B-802B-221B24E9DEFF}"/>
                </a:ext>
              </a:extLst>
            </p:cNvPr>
            <p:cNvSpPr>
              <a:spLocks noChangeArrowheads="1"/>
            </p:cNvSpPr>
            <p:nvPr/>
          </p:nvSpPr>
          <p:spPr bwMode="auto">
            <a:xfrm>
              <a:off x="5952455" y="4187153"/>
              <a:ext cx="686150" cy="342951"/>
            </a:xfrm>
            <a:prstGeom prst="rtTriangle">
              <a:avLst/>
            </a:prstGeom>
            <a:no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52" name="AutoShape 41">
              <a:extLst>
                <a:ext uri="{FF2B5EF4-FFF2-40B4-BE49-F238E27FC236}">
                  <a16:creationId xmlns:a16="http://schemas.microsoft.com/office/drawing/2014/main" id="{3B250E95-C96D-7442-9730-34AD38C86B78}"/>
                </a:ext>
              </a:extLst>
            </p:cNvPr>
            <p:cNvSpPr>
              <a:spLocks noChangeArrowheads="1"/>
            </p:cNvSpPr>
            <p:nvPr/>
          </p:nvSpPr>
          <p:spPr bwMode="auto">
            <a:xfrm flipV="1">
              <a:off x="5952455" y="2529558"/>
              <a:ext cx="686150" cy="342951"/>
            </a:xfrm>
            <a:prstGeom prst="rtTriangle">
              <a:avLst/>
            </a:prstGeom>
            <a:noFill/>
            <a:ln>
              <a:noFill/>
            </a:ln>
            <a:extLst>
              <a:ext uri="{91240B29-F687-4F45-9708-019B960494DF}">
                <a14:hiddenLine xmlns:a14="http://schemas.microsoft.com/office/drawing/2010/main" w="28575">
                  <a:solidFill>
                    <a:srgbClr val="000000"/>
                  </a:solidFill>
                  <a:miter lim="800000"/>
                  <a:headEnd/>
                  <a:tailEnd/>
                </a14:hiddenLine>
              </a:ext>
            </a:extLst>
          </p:spPr>
          <p:txBody>
            <a:bodyPr rot="10800000"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latin typeface="微软雅黑" panose="020B0503020204020204" pitchFamily="34" charset="-122"/>
                <a:ea typeface="微软雅黑" panose="020B0503020204020204" pitchFamily="34" charset="-122"/>
              </a:endParaRPr>
            </a:p>
          </p:txBody>
        </p:sp>
        <p:sp>
          <p:nvSpPr>
            <p:cNvPr id="53" name="AutoShape 42">
              <a:extLst>
                <a:ext uri="{FF2B5EF4-FFF2-40B4-BE49-F238E27FC236}">
                  <a16:creationId xmlns:a16="http://schemas.microsoft.com/office/drawing/2014/main" id="{9E3EF2BC-A1E2-2E49-9C4E-CA78466DCF56}"/>
                </a:ext>
              </a:extLst>
            </p:cNvPr>
            <p:cNvSpPr>
              <a:spLocks noChangeArrowheads="1"/>
            </p:cNvSpPr>
            <p:nvPr/>
          </p:nvSpPr>
          <p:spPr bwMode="auto">
            <a:xfrm rot="5290529">
              <a:off x="5871789" y="2645086"/>
              <a:ext cx="763303" cy="979988"/>
            </a:xfrm>
            <a:prstGeom prst="triangle">
              <a:avLst>
                <a:gd name="adj" fmla="val 50000"/>
              </a:avLst>
            </a:prstGeom>
            <a:no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54" name="Line 43">
              <a:extLst>
                <a:ext uri="{FF2B5EF4-FFF2-40B4-BE49-F238E27FC236}">
                  <a16:creationId xmlns:a16="http://schemas.microsoft.com/office/drawing/2014/main" id="{4145C58E-117A-7241-AC3D-9600ACD84B6E}"/>
                </a:ext>
              </a:extLst>
            </p:cNvPr>
            <p:cNvSpPr>
              <a:spLocks noChangeShapeType="1"/>
            </p:cNvSpPr>
            <p:nvPr/>
          </p:nvSpPr>
          <p:spPr bwMode="auto">
            <a:xfrm flipV="1">
              <a:off x="5952455" y="2525985"/>
              <a:ext cx="1497777" cy="35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Line 44">
              <a:extLst>
                <a:ext uri="{FF2B5EF4-FFF2-40B4-BE49-F238E27FC236}">
                  <a16:creationId xmlns:a16="http://schemas.microsoft.com/office/drawing/2014/main" id="{1F1F2ED9-3316-014B-BA20-AA97E5C2B653}"/>
                </a:ext>
              </a:extLst>
            </p:cNvPr>
            <p:cNvSpPr>
              <a:spLocks noChangeShapeType="1"/>
            </p:cNvSpPr>
            <p:nvPr/>
          </p:nvSpPr>
          <p:spPr bwMode="auto">
            <a:xfrm flipV="1">
              <a:off x="6028694" y="2522717"/>
              <a:ext cx="648031" cy="33342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6" name="Line 45">
              <a:extLst>
                <a:ext uri="{FF2B5EF4-FFF2-40B4-BE49-F238E27FC236}">
                  <a16:creationId xmlns:a16="http://schemas.microsoft.com/office/drawing/2014/main" id="{E71A27D9-9528-A84E-99D2-75E575294A63}"/>
                </a:ext>
              </a:extLst>
            </p:cNvPr>
            <p:cNvSpPr>
              <a:spLocks noChangeShapeType="1"/>
            </p:cNvSpPr>
            <p:nvPr/>
          </p:nvSpPr>
          <p:spPr bwMode="auto">
            <a:xfrm>
              <a:off x="6043382" y="2853455"/>
              <a:ext cx="698857" cy="27626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 name="Line 46">
              <a:extLst>
                <a:ext uri="{FF2B5EF4-FFF2-40B4-BE49-F238E27FC236}">
                  <a16:creationId xmlns:a16="http://schemas.microsoft.com/office/drawing/2014/main" id="{4B2791D6-6376-FA49-8590-44BE4D7DCB76}"/>
                </a:ext>
              </a:extLst>
            </p:cNvPr>
            <p:cNvSpPr>
              <a:spLocks noChangeShapeType="1"/>
            </p:cNvSpPr>
            <p:nvPr/>
          </p:nvSpPr>
          <p:spPr bwMode="auto">
            <a:xfrm flipV="1">
              <a:off x="6046166" y="3120195"/>
              <a:ext cx="648031" cy="3048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 name="Line 47">
              <a:extLst>
                <a:ext uri="{FF2B5EF4-FFF2-40B4-BE49-F238E27FC236}">
                  <a16:creationId xmlns:a16="http://schemas.microsoft.com/office/drawing/2014/main" id="{61BFF536-B9EC-5548-8516-57ADD367B6D9}"/>
                </a:ext>
              </a:extLst>
            </p:cNvPr>
            <p:cNvSpPr>
              <a:spLocks noChangeShapeType="1"/>
            </p:cNvSpPr>
            <p:nvPr/>
          </p:nvSpPr>
          <p:spPr bwMode="auto">
            <a:xfrm>
              <a:off x="6028694" y="4244311"/>
              <a:ext cx="609911" cy="28579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Lst>
          </p:spPr>
          <p:txBody>
            <a:bodyPr wrap="none" anchor="ctr"/>
            <a:lstStyle/>
            <a:p>
              <a:endParaRPr lang="zh-CN" altLang="en-US"/>
            </a:p>
          </p:txBody>
        </p:sp>
        <p:sp>
          <p:nvSpPr>
            <p:cNvPr id="59" name="Line 48">
              <a:extLst>
                <a:ext uri="{FF2B5EF4-FFF2-40B4-BE49-F238E27FC236}">
                  <a16:creationId xmlns:a16="http://schemas.microsoft.com/office/drawing/2014/main" id="{AB0ED686-5711-154D-B5D8-D00AB3C04387}"/>
                </a:ext>
              </a:extLst>
            </p:cNvPr>
            <p:cNvSpPr>
              <a:spLocks noChangeShapeType="1"/>
            </p:cNvSpPr>
            <p:nvPr/>
          </p:nvSpPr>
          <p:spPr bwMode="auto">
            <a:xfrm>
              <a:off x="7955398" y="3372425"/>
              <a:ext cx="0" cy="62874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49">
              <a:extLst>
                <a:ext uri="{FF2B5EF4-FFF2-40B4-BE49-F238E27FC236}">
                  <a16:creationId xmlns:a16="http://schemas.microsoft.com/office/drawing/2014/main" id="{22676CB0-3EC7-C248-9E9F-C3EE657A21E5}"/>
                </a:ext>
              </a:extLst>
            </p:cNvPr>
            <p:cNvSpPr>
              <a:spLocks noChangeShapeType="1"/>
            </p:cNvSpPr>
            <p:nvPr/>
          </p:nvSpPr>
          <p:spPr bwMode="auto">
            <a:xfrm>
              <a:off x="6028694" y="4530103"/>
              <a:ext cx="145330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Rectangle 50">
              <a:extLst>
                <a:ext uri="{FF2B5EF4-FFF2-40B4-BE49-F238E27FC236}">
                  <a16:creationId xmlns:a16="http://schemas.microsoft.com/office/drawing/2014/main" id="{D30DB12C-FAA4-EB48-ADCA-430DBA76E674}"/>
                </a:ext>
              </a:extLst>
            </p:cNvPr>
            <p:cNvSpPr>
              <a:spLocks noChangeArrowheads="1"/>
            </p:cNvSpPr>
            <p:nvPr/>
          </p:nvSpPr>
          <p:spPr bwMode="auto">
            <a:xfrm>
              <a:off x="7434055" y="2186607"/>
              <a:ext cx="991106" cy="342951"/>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dirty="0">
                  <a:latin typeface="微软雅黑" panose="020B0503020204020204" pitchFamily="34" charset="-122"/>
                  <a:ea typeface="微软雅黑" panose="020B0503020204020204" pitchFamily="34" charset="-122"/>
                </a:rPr>
                <a:t>任务</a:t>
              </a:r>
              <a:r>
                <a:rPr lang="en-US" altLang="zh-CN" sz="1600" dirty="0">
                  <a:latin typeface="微软雅黑" panose="020B0503020204020204" pitchFamily="34" charset="-122"/>
                  <a:ea typeface="微软雅黑" panose="020B0503020204020204" pitchFamily="34" charset="-122"/>
                </a:rPr>
                <a:t>1</a:t>
              </a:r>
            </a:p>
          </p:txBody>
        </p:sp>
        <p:sp>
          <p:nvSpPr>
            <p:cNvPr id="62" name="Rectangle 51">
              <a:extLst>
                <a:ext uri="{FF2B5EF4-FFF2-40B4-BE49-F238E27FC236}">
                  <a16:creationId xmlns:a16="http://schemas.microsoft.com/office/drawing/2014/main" id="{886FC4BE-2EF7-5946-A800-1D8EC25038D5}"/>
                </a:ext>
              </a:extLst>
            </p:cNvPr>
            <p:cNvSpPr>
              <a:spLocks noChangeArrowheads="1"/>
            </p:cNvSpPr>
            <p:nvPr/>
          </p:nvSpPr>
          <p:spPr bwMode="auto">
            <a:xfrm>
              <a:off x="7435938" y="2777244"/>
              <a:ext cx="991106" cy="342951"/>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任务</a:t>
              </a:r>
              <a:r>
                <a:rPr lang="en-US" altLang="zh-CN" sz="1600">
                  <a:latin typeface="微软雅黑" panose="020B0503020204020204" pitchFamily="34" charset="-122"/>
                  <a:ea typeface="微软雅黑" panose="020B0503020204020204" pitchFamily="34" charset="-122"/>
                </a:rPr>
                <a:t>2</a:t>
              </a:r>
            </a:p>
          </p:txBody>
        </p:sp>
        <p:sp>
          <p:nvSpPr>
            <p:cNvPr id="63" name="Line 52">
              <a:extLst>
                <a:ext uri="{FF2B5EF4-FFF2-40B4-BE49-F238E27FC236}">
                  <a16:creationId xmlns:a16="http://schemas.microsoft.com/office/drawing/2014/main" id="{6A589A03-6FF0-6D4B-950A-8B7394193715}"/>
                </a:ext>
              </a:extLst>
            </p:cNvPr>
            <p:cNvSpPr>
              <a:spLocks noChangeShapeType="1"/>
            </p:cNvSpPr>
            <p:nvPr/>
          </p:nvSpPr>
          <p:spPr bwMode="auto">
            <a:xfrm>
              <a:off x="6689432" y="3120195"/>
              <a:ext cx="73856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Rectangle 53">
              <a:extLst>
                <a:ext uri="{FF2B5EF4-FFF2-40B4-BE49-F238E27FC236}">
                  <a16:creationId xmlns:a16="http://schemas.microsoft.com/office/drawing/2014/main" id="{0212E451-BAF5-F446-8EB2-013736019C5B}"/>
                </a:ext>
              </a:extLst>
            </p:cNvPr>
            <p:cNvSpPr>
              <a:spLocks noChangeArrowheads="1"/>
            </p:cNvSpPr>
            <p:nvPr/>
          </p:nvSpPr>
          <p:spPr bwMode="auto">
            <a:xfrm>
              <a:off x="7449938" y="4187153"/>
              <a:ext cx="991106" cy="342951"/>
            </a:xfrm>
            <a:prstGeom prst="rect">
              <a:avLst/>
            </a:prstGeom>
            <a:noFill/>
            <a:ln w="12700">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a:latin typeface="微软雅黑" panose="020B0503020204020204" pitchFamily="34" charset="-122"/>
                  <a:ea typeface="微软雅黑" panose="020B0503020204020204" pitchFamily="34" charset="-122"/>
                </a:rPr>
                <a:t>任务</a:t>
              </a:r>
              <a:r>
                <a:rPr lang="en-US" altLang="zh-CN" sz="1600">
                  <a:latin typeface="微软雅黑" panose="020B0503020204020204" pitchFamily="34" charset="-122"/>
                  <a:ea typeface="微软雅黑" panose="020B0503020204020204" pitchFamily="34" charset="-122"/>
                </a:rPr>
                <a:t>n</a:t>
              </a:r>
            </a:p>
          </p:txBody>
        </p:sp>
        <p:sp>
          <p:nvSpPr>
            <p:cNvPr id="65" name="Text Box 54">
              <a:extLst>
                <a:ext uri="{FF2B5EF4-FFF2-40B4-BE49-F238E27FC236}">
                  <a16:creationId xmlns:a16="http://schemas.microsoft.com/office/drawing/2014/main" id="{47FCF4D3-06DF-BC4A-884E-4D5D5BCB60DD}"/>
                </a:ext>
              </a:extLst>
            </p:cNvPr>
            <p:cNvSpPr txBox="1">
              <a:spLocks noChangeArrowheads="1"/>
            </p:cNvSpPr>
            <p:nvPr/>
          </p:nvSpPr>
          <p:spPr bwMode="auto">
            <a:xfrm>
              <a:off x="5968338" y="4646802"/>
              <a:ext cx="2363407" cy="369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dirty="0">
                  <a:latin typeface="Kaiti SC" panose="02010600040101010101" pitchFamily="2" charset="-122"/>
                  <a:ea typeface="Kaiti SC" panose="02010600040101010101" pitchFamily="2" charset="-122"/>
                </a:rPr>
                <a:t>多分支选择结构</a:t>
              </a:r>
            </a:p>
          </p:txBody>
        </p:sp>
        <p:sp>
          <p:nvSpPr>
            <p:cNvPr id="66" name="Text Box 55">
              <a:extLst>
                <a:ext uri="{FF2B5EF4-FFF2-40B4-BE49-F238E27FC236}">
                  <a16:creationId xmlns:a16="http://schemas.microsoft.com/office/drawing/2014/main" id="{9C8F59DC-7A54-524D-90DE-0AA8480395E2}"/>
                </a:ext>
              </a:extLst>
            </p:cNvPr>
            <p:cNvSpPr txBox="1">
              <a:spLocks noChangeArrowheads="1"/>
            </p:cNvSpPr>
            <p:nvPr/>
          </p:nvSpPr>
          <p:spPr bwMode="auto">
            <a:xfrm>
              <a:off x="5725357" y="2489895"/>
              <a:ext cx="7878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dirty="0">
                  <a:latin typeface="微软雅黑" panose="020B0503020204020204" pitchFamily="34" charset="-122"/>
                  <a:ea typeface="微软雅黑" panose="020B0503020204020204" pitchFamily="34" charset="-122"/>
                </a:rPr>
                <a:t>值 </a:t>
              </a:r>
              <a:r>
                <a:rPr lang="en-US" altLang="zh-CN" sz="1600" dirty="0">
                  <a:latin typeface="微软雅黑" panose="020B0503020204020204" pitchFamily="34" charset="-122"/>
                  <a:ea typeface="微软雅黑" panose="020B0503020204020204" pitchFamily="34" charset="-122"/>
                </a:rPr>
                <a:t>1</a:t>
              </a:r>
            </a:p>
          </p:txBody>
        </p:sp>
        <p:sp>
          <p:nvSpPr>
            <p:cNvPr id="67" name="Text Box 56">
              <a:extLst>
                <a:ext uri="{FF2B5EF4-FFF2-40B4-BE49-F238E27FC236}">
                  <a16:creationId xmlns:a16="http://schemas.microsoft.com/office/drawing/2014/main" id="{3EBAB545-EC68-F24B-BEBE-5204FC48A7DC}"/>
                </a:ext>
              </a:extLst>
            </p:cNvPr>
            <p:cNvSpPr txBox="1">
              <a:spLocks noChangeArrowheads="1"/>
            </p:cNvSpPr>
            <p:nvPr/>
          </p:nvSpPr>
          <p:spPr bwMode="auto">
            <a:xfrm>
              <a:off x="5723739" y="2929667"/>
              <a:ext cx="8386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a:latin typeface="微软雅黑" panose="020B0503020204020204" pitchFamily="34" charset="-122"/>
                  <a:ea typeface="微软雅黑" panose="020B0503020204020204" pitchFamily="34" charset="-122"/>
                </a:rPr>
                <a:t>值 </a:t>
              </a:r>
              <a:r>
                <a:rPr lang="en-US" altLang="zh-CN" sz="1600">
                  <a:latin typeface="微软雅黑" panose="020B0503020204020204" pitchFamily="34" charset="-122"/>
                  <a:ea typeface="微软雅黑" panose="020B0503020204020204" pitchFamily="34" charset="-122"/>
                </a:rPr>
                <a:t>2</a:t>
              </a:r>
            </a:p>
          </p:txBody>
        </p:sp>
        <p:sp>
          <p:nvSpPr>
            <p:cNvPr id="68" name="Text Box 57">
              <a:extLst>
                <a:ext uri="{FF2B5EF4-FFF2-40B4-BE49-F238E27FC236}">
                  <a16:creationId xmlns:a16="http://schemas.microsoft.com/office/drawing/2014/main" id="{D05272D2-3A58-9A4A-BD0D-D0C5EAB604AF}"/>
                </a:ext>
              </a:extLst>
            </p:cNvPr>
            <p:cNvSpPr txBox="1">
              <a:spLocks noChangeArrowheads="1"/>
            </p:cNvSpPr>
            <p:nvPr/>
          </p:nvSpPr>
          <p:spPr bwMode="auto">
            <a:xfrm>
              <a:off x="5726638" y="4197512"/>
              <a:ext cx="8386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600" dirty="0">
                  <a:latin typeface="微软雅黑" panose="020B0503020204020204" pitchFamily="34" charset="-122"/>
                  <a:ea typeface="微软雅黑" panose="020B0503020204020204" pitchFamily="34" charset="-122"/>
                </a:rPr>
                <a:t>值 </a:t>
              </a:r>
              <a:r>
                <a:rPr lang="en-US" altLang="zh-CN" sz="1600" dirty="0">
                  <a:latin typeface="微软雅黑" panose="020B0503020204020204" pitchFamily="34" charset="-122"/>
                  <a:ea typeface="微软雅黑" panose="020B0503020204020204" pitchFamily="34" charset="-122"/>
                </a:rPr>
                <a:t>n</a:t>
              </a:r>
            </a:p>
          </p:txBody>
        </p:sp>
        <p:sp>
          <p:nvSpPr>
            <p:cNvPr id="69" name="Line 58">
              <a:extLst>
                <a:ext uri="{FF2B5EF4-FFF2-40B4-BE49-F238E27FC236}">
                  <a16:creationId xmlns:a16="http://schemas.microsoft.com/office/drawing/2014/main" id="{269033E2-01F6-4A48-B330-800EBA5C364B}"/>
                </a:ext>
              </a:extLst>
            </p:cNvPr>
            <p:cNvSpPr>
              <a:spLocks noChangeShapeType="1"/>
            </p:cNvSpPr>
            <p:nvPr/>
          </p:nvSpPr>
          <p:spPr bwMode="auto">
            <a:xfrm>
              <a:off x="5917512" y="3380980"/>
              <a:ext cx="0" cy="628743"/>
            </a:xfrm>
            <a:prstGeom prst="line">
              <a:avLst/>
            </a:prstGeom>
            <a:noFill/>
            <a:ln w="28575">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59">
              <a:extLst>
                <a:ext uri="{FF2B5EF4-FFF2-40B4-BE49-F238E27FC236}">
                  <a16:creationId xmlns:a16="http://schemas.microsoft.com/office/drawing/2014/main" id="{26D78ADC-AAB2-4D4B-B7B6-B4D593907403}"/>
                </a:ext>
              </a:extLst>
            </p:cNvPr>
            <p:cNvSpPr>
              <a:spLocks noChangeShapeType="1"/>
            </p:cNvSpPr>
            <p:nvPr/>
          </p:nvSpPr>
          <p:spPr bwMode="auto">
            <a:xfrm>
              <a:off x="6042989" y="4230021"/>
              <a:ext cx="603558" cy="29650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36">
              <a:extLst>
                <a:ext uri="{FF2B5EF4-FFF2-40B4-BE49-F238E27FC236}">
                  <a16:creationId xmlns:a16="http://schemas.microsoft.com/office/drawing/2014/main" id="{CCF81161-78CE-2A47-9BA7-C8ABA4C3A2B6}"/>
                </a:ext>
              </a:extLst>
            </p:cNvPr>
            <p:cNvSpPr>
              <a:spLocks noChangeShapeType="1"/>
            </p:cNvSpPr>
            <p:nvPr/>
          </p:nvSpPr>
          <p:spPr bwMode="auto">
            <a:xfrm>
              <a:off x="2601465" y="5542901"/>
              <a:ext cx="0" cy="39466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grpSp>
    </p:spTree>
    <p:extLst>
      <p:ext uri="{BB962C8B-B14F-4D97-AF65-F5344CB8AC3E}">
        <p14:creationId xmlns:p14="http://schemas.microsoft.com/office/powerpoint/2010/main" val="29951499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3.3.3</a:t>
            </a:r>
            <a:r>
              <a:rPr lang="zh-CN" altLang="en-US" dirty="0">
                <a:solidFill>
                  <a:srgbClr val="4E8F00"/>
                </a:solidFill>
                <a:ea typeface="Microsoft YaHei UI" panose="020B0503020204020204" pitchFamily="34" charset="-122"/>
              </a:rPr>
              <a:t> </a:t>
            </a:r>
            <a:r>
              <a:rPr lang="en-US" altLang="zh-CN" dirty="0">
                <a:solidFill>
                  <a:srgbClr val="4E8F00"/>
                </a:solidFill>
                <a:ea typeface="Microsoft YaHei UI" panose="020B0503020204020204" pitchFamily="34" charset="-122"/>
                <a:sym typeface="微软雅黑" panose="020B0503020204020204" pitchFamily="34" charset="-122"/>
              </a:rPr>
              <a:t>PAD</a:t>
            </a:r>
            <a:r>
              <a:rPr lang="zh-CN" altLang="en-US" dirty="0">
                <a:solidFill>
                  <a:srgbClr val="4E8F00"/>
                </a:solidFill>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grpSp>
        <p:nvGrpSpPr>
          <p:cNvPr id="5" name="组合 4">
            <a:extLst>
              <a:ext uri="{FF2B5EF4-FFF2-40B4-BE49-F238E27FC236}">
                <a16:creationId xmlns:a16="http://schemas.microsoft.com/office/drawing/2014/main" id="{691310F1-4D12-8E49-A80D-CD252EEA62D8}"/>
              </a:ext>
            </a:extLst>
          </p:cNvPr>
          <p:cNvGrpSpPr/>
          <p:nvPr/>
        </p:nvGrpSpPr>
        <p:grpSpPr>
          <a:xfrm>
            <a:off x="3185424" y="112423"/>
            <a:ext cx="5397477" cy="6633154"/>
            <a:chOff x="1479759" y="348911"/>
            <a:chExt cx="5669990" cy="6968055"/>
          </a:xfrm>
        </p:grpSpPr>
        <p:pic>
          <p:nvPicPr>
            <p:cNvPr id="2" name="图片 1">
              <a:extLst>
                <a:ext uri="{FF2B5EF4-FFF2-40B4-BE49-F238E27FC236}">
                  <a16:creationId xmlns:a16="http://schemas.microsoft.com/office/drawing/2014/main" id="{CDEF9732-74C2-674D-BCB4-A4F86B7F1D34}"/>
                </a:ext>
              </a:extLst>
            </p:cNvPr>
            <p:cNvPicPr>
              <a:picLocks noChangeAspect="1"/>
            </p:cNvPicPr>
            <p:nvPr/>
          </p:nvPicPr>
          <p:blipFill rotWithShape="1">
            <a:blip r:embed="rId2"/>
            <a:srcRect l="2956"/>
            <a:stretch/>
          </p:blipFill>
          <p:spPr>
            <a:xfrm>
              <a:off x="1479759" y="348911"/>
              <a:ext cx="5669990" cy="4601132"/>
            </a:xfrm>
            <a:prstGeom prst="rect">
              <a:avLst/>
            </a:prstGeom>
          </p:spPr>
        </p:pic>
        <p:pic>
          <p:nvPicPr>
            <p:cNvPr id="4" name="图片 3">
              <a:extLst>
                <a:ext uri="{FF2B5EF4-FFF2-40B4-BE49-F238E27FC236}">
                  <a16:creationId xmlns:a16="http://schemas.microsoft.com/office/drawing/2014/main" id="{697E3FE6-5D1B-144B-BD58-0B943B5F9A50}"/>
                </a:ext>
              </a:extLst>
            </p:cNvPr>
            <p:cNvPicPr>
              <a:picLocks noChangeAspect="1"/>
            </p:cNvPicPr>
            <p:nvPr/>
          </p:nvPicPr>
          <p:blipFill>
            <a:blip r:embed="rId3"/>
            <a:stretch>
              <a:fillRect/>
            </a:stretch>
          </p:blipFill>
          <p:spPr>
            <a:xfrm>
              <a:off x="1479759" y="4807833"/>
              <a:ext cx="5669990" cy="2509133"/>
            </a:xfrm>
            <a:prstGeom prst="rect">
              <a:avLst/>
            </a:prstGeom>
          </p:spPr>
        </p:pic>
      </p:grpSp>
      <p:sp>
        <p:nvSpPr>
          <p:cNvPr id="11" name="Rectangle 7">
            <a:extLst>
              <a:ext uri="{FF2B5EF4-FFF2-40B4-BE49-F238E27FC236}">
                <a16:creationId xmlns:a16="http://schemas.microsoft.com/office/drawing/2014/main" id="{1BF25E0B-6564-BA42-B9BD-3EE9CF277BBF}"/>
              </a:ext>
            </a:extLst>
          </p:cNvPr>
          <p:cNvSpPr txBox="1">
            <a:spLocks noChangeArrowheads="1"/>
          </p:cNvSpPr>
          <p:nvPr/>
        </p:nvSpPr>
        <p:spPr>
          <a:xfrm>
            <a:off x="683314" y="2161601"/>
            <a:ext cx="2053954" cy="2195438"/>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6350" indent="-6350"/>
            <a:r>
              <a:rPr lang="zh-CN" altLang="en-US" sz="1800" dirty="0">
                <a:solidFill>
                  <a:schemeClr val="accent5">
                    <a:lumMod val="75000"/>
                  </a:schemeClr>
                </a:solidFill>
                <a:latin typeface="微软雅黑" panose="020B0503020204020204" pitchFamily="34" charset="-122"/>
              </a:rPr>
              <a:t>例：</a:t>
            </a:r>
            <a:endParaRPr lang="en-US" altLang="zh-CN" sz="1800" dirty="0">
              <a:solidFill>
                <a:schemeClr val="accent5">
                  <a:lumMod val="75000"/>
                </a:schemeClr>
              </a:solidFill>
              <a:latin typeface="微软雅黑" panose="020B0503020204020204" pitchFamily="34" charset="-122"/>
            </a:endParaRPr>
          </a:p>
          <a:p>
            <a:pPr marL="6350" indent="-6350"/>
            <a:r>
              <a:rPr lang="zh-CN" altLang="en-US" sz="1800" dirty="0">
                <a:solidFill>
                  <a:schemeClr val="accent5">
                    <a:lumMod val="75000"/>
                  </a:schemeClr>
                </a:solidFill>
                <a:latin typeface="微软雅黑" panose="020B0503020204020204" pitchFamily="34" charset="-122"/>
              </a:rPr>
              <a:t>用</a:t>
            </a:r>
            <a:r>
              <a:rPr lang="en-US" altLang="zh-CN" sz="1800" dirty="0">
                <a:solidFill>
                  <a:schemeClr val="accent5">
                    <a:lumMod val="75000"/>
                  </a:schemeClr>
                </a:solidFill>
                <a:latin typeface="微软雅黑" panose="020B0503020204020204" pitchFamily="34" charset="-122"/>
              </a:rPr>
              <a:t>PAD</a:t>
            </a:r>
            <a:r>
              <a:rPr lang="zh-CN" altLang="en-US" sz="1800" dirty="0">
                <a:solidFill>
                  <a:schemeClr val="accent5">
                    <a:lumMod val="75000"/>
                  </a:schemeClr>
                </a:solidFill>
                <a:latin typeface="微软雅黑" panose="020B0503020204020204" pitchFamily="34" charset="-122"/>
              </a:rPr>
              <a:t>图描述</a:t>
            </a:r>
            <a:r>
              <a:rPr lang="en-US" altLang="zh-CN" sz="1800" dirty="0">
                <a:solidFill>
                  <a:schemeClr val="accent5">
                    <a:lumMod val="75000"/>
                  </a:schemeClr>
                </a:solidFill>
                <a:latin typeface="微软雅黑" panose="020B0503020204020204" pitchFamily="34" charset="-122"/>
              </a:rPr>
              <a:t>《</a:t>
            </a:r>
            <a:r>
              <a:rPr lang="zh-CN" altLang="en-US" sz="1800" dirty="0">
                <a:solidFill>
                  <a:schemeClr val="accent5">
                    <a:lumMod val="75000"/>
                  </a:schemeClr>
                </a:solidFill>
                <a:latin typeface="微软雅黑" panose="020B0503020204020204" pitchFamily="34" charset="-122"/>
              </a:rPr>
              <a:t>大众任务</a:t>
            </a:r>
            <a:r>
              <a:rPr lang="en-US" altLang="zh-CN" sz="1800" dirty="0">
                <a:solidFill>
                  <a:schemeClr val="accent5">
                    <a:lumMod val="75000"/>
                  </a:schemeClr>
                </a:solidFill>
                <a:latin typeface="微软雅黑" panose="020B0503020204020204" pitchFamily="34" charset="-122"/>
              </a:rPr>
              <a:t>》 App</a:t>
            </a:r>
            <a:r>
              <a:rPr lang="zh-CN" altLang="en-US" sz="1800" dirty="0">
                <a:solidFill>
                  <a:schemeClr val="accent5">
                    <a:lumMod val="75000"/>
                  </a:schemeClr>
                </a:solidFill>
                <a:latin typeface="微软雅黑" panose="020B0503020204020204" pitchFamily="34" charset="-122"/>
              </a:rPr>
              <a:t> 软件结构设计模型</a:t>
            </a:r>
            <a:endParaRPr lang="zh-CN" altLang="en-US" sz="1800" dirty="0">
              <a:solidFill>
                <a:schemeClr val="accent5">
                  <a:lumMod val="75000"/>
                </a:schemeClr>
              </a:solidFill>
              <a:sym typeface="微软雅黑" panose="020B0503020204020204" pitchFamily="34" charset="-122"/>
            </a:endParaRPr>
          </a:p>
        </p:txBody>
      </p:sp>
    </p:spTree>
    <p:extLst>
      <p:ext uri="{BB962C8B-B14F-4D97-AF65-F5344CB8AC3E}">
        <p14:creationId xmlns:p14="http://schemas.microsoft.com/office/powerpoint/2010/main" val="971354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3.3.3</a:t>
            </a:r>
            <a:r>
              <a:rPr lang="zh-CN" altLang="en-US" dirty="0">
                <a:solidFill>
                  <a:srgbClr val="4E8F00"/>
                </a:solidFill>
                <a:ea typeface="Microsoft YaHei UI" panose="020B0503020204020204" pitchFamily="34" charset="-122"/>
              </a:rPr>
              <a:t> </a:t>
            </a:r>
            <a:r>
              <a:rPr lang="en-US" altLang="zh-CN" dirty="0">
                <a:solidFill>
                  <a:srgbClr val="4E8F00"/>
                </a:solidFill>
                <a:ea typeface="Microsoft YaHei UI" panose="020B0503020204020204" pitchFamily="34" charset="-122"/>
                <a:sym typeface="微软雅黑" panose="020B0503020204020204" pitchFamily="34" charset="-122"/>
              </a:rPr>
              <a:t>PAD</a:t>
            </a:r>
            <a:r>
              <a:rPr lang="zh-CN" altLang="en-US" dirty="0">
                <a:solidFill>
                  <a:srgbClr val="4E8F00"/>
                </a:solidFill>
                <a:ea typeface="Microsoft YaHei UI" panose="020B0503020204020204" pitchFamily="34" charset="-122"/>
                <a:sym typeface="微软雅黑" panose="020B0503020204020204" pitchFamily="34" charset="-122"/>
              </a:rPr>
              <a:t>图</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PAD</a:t>
            </a:r>
            <a:r>
              <a:rPr lang="zh-CN" altLang="en-US" sz="2400" dirty="0">
                <a:solidFill>
                  <a:srgbClr val="CC6600"/>
                </a:solidFill>
                <a:sym typeface="微软雅黑" panose="020B0503020204020204" pitchFamily="34" charset="-122"/>
              </a:rPr>
              <a:t>图的主要特点</a:t>
            </a:r>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表示的程序结构的执行顺序是自最左边的竖线的上端开始，自上而下，自左向右</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表示的程序片断结构清晰、层次分明</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支持自顶向下、逐步求精的设计方法</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只能用于结构化的程序设计</a:t>
            </a:r>
          </a:p>
          <a:p>
            <a:pPr>
              <a:lnSpc>
                <a:spcPct val="150000"/>
              </a:lnSpc>
              <a:spcBef>
                <a:spcPct val="20000"/>
              </a:spcBef>
              <a:buFont typeface="Arial" panose="020B0604020202020204" pitchFamily="34" charset="0"/>
              <a:buChar char="•"/>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不仅可以表示程序逻辑，还能表示数据结构 </a:t>
            </a:r>
          </a:p>
        </p:txBody>
      </p:sp>
    </p:spTree>
    <p:extLst>
      <p:ext uri="{BB962C8B-B14F-4D97-AF65-F5344CB8AC3E}">
        <p14:creationId xmlns:p14="http://schemas.microsoft.com/office/powerpoint/2010/main" val="2023291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1000"/>
                                        <p:tgtEl>
                                          <p:spTgt spid="71"/>
                                        </p:tgtEl>
                                      </p:cBhvr>
                                    </p:animEffect>
                                    <p:anim calcmode="lin" valueType="num">
                                      <p:cBhvr>
                                        <p:cTn id="14" dur="1000" fill="hold"/>
                                        <p:tgtEl>
                                          <p:spTgt spid="71"/>
                                        </p:tgtEl>
                                        <p:attrNameLst>
                                          <p:attrName>ppt_x</p:attrName>
                                        </p:attrNameLst>
                                      </p:cBhvr>
                                      <p:tavLst>
                                        <p:tav tm="0">
                                          <p:val>
                                            <p:strVal val="#ppt_x"/>
                                          </p:val>
                                        </p:tav>
                                        <p:tav tm="100000">
                                          <p:val>
                                            <p:strVal val="#ppt_x"/>
                                          </p:val>
                                        </p:tav>
                                      </p:tavLst>
                                    </p:anim>
                                    <p:anim calcmode="lin" valueType="num">
                                      <p:cBhvr>
                                        <p:cTn id="15"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1" grpId="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85</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判定表</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判定表的表达方法</a:t>
            </a:r>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418811" y="2481534"/>
            <a:ext cx="6596104" cy="3482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判定表能够清晰地表示复杂的条件组合与应做的动作之间的对应关系 </a:t>
            </a:r>
          </a:p>
          <a:p>
            <a:pPr>
              <a:lnSpc>
                <a:spcPct val="150000"/>
              </a:lnSpc>
              <a:spcBef>
                <a:spcPts val="6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判定表的组成</a:t>
            </a:r>
          </a:p>
          <a:p>
            <a:pPr lvl="1">
              <a:lnSpc>
                <a:spcPct val="150000"/>
              </a:lnSpc>
              <a:spcBef>
                <a:spcPts val="600"/>
              </a:spcBef>
              <a:buFont typeface="Wingdings" pitchFamily="2" charset="2"/>
              <a:buChar char="p"/>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左上部列出所有条件</a:t>
            </a:r>
          </a:p>
          <a:p>
            <a:pPr lvl="1">
              <a:lnSpc>
                <a:spcPct val="150000"/>
              </a:lnSpc>
              <a:spcBef>
                <a:spcPts val="600"/>
              </a:spcBef>
              <a:buFont typeface="Wingdings" pitchFamily="2" charset="2"/>
              <a:buChar char="p"/>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左下部是所有可能做的动作</a:t>
            </a:r>
          </a:p>
          <a:p>
            <a:pPr lvl="1">
              <a:lnSpc>
                <a:spcPct val="150000"/>
              </a:lnSpc>
              <a:spcBef>
                <a:spcPts val="600"/>
              </a:spcBef>
              <a:buFont typeface="Wingdings" pitchFamily="2" charset="2"/>
              <a:buChar char="p"/>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右上部是表示各种条件组合的一个矩阵</a:t>
            </a:r>
          </a:p>
          <a:p>
            <a:pPr lvl="1">
              <a:lnSpc>
                <a:spcPct val="150000"/>
              </a:lnSpc>
              <a:spcBef>
                <a:spcPts val="600"/>
              </a:spcBef>
              <a:buFont typeface="Wingdings" pitchFamily="2" charset="2"/>
              <a:buChar char="p"/>
            </a:pPr>
            <a:r>
              <a:rPr lang="zh-CN" altLang="en-US"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右下部是和每种条件组合相对应的动作 </a:t>
            </a:r>
            <a:endParaRPr lang="zh-CN" altLang="en-US" dirty="0">
              <a:latin typeface="Calibri" panose="020F0502020204030204" pitchFamily="34" charset="0"/>
            </a:endParaRPr>
          </a:p>
        </p:txBody>
      </p:sp>
    </p:spTree>
    <p:extLst>
      <p:ext uri="{BB962C8B-B14F-4D97-AF65-F5344CB8AC3E}">
        <p14:creationId xmlns:p14="http://schemas.microsoft.com/office/powerpoint/2010/main" val="103171498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fade">
                                      <p:cBhvr>
                                        <p:cTn id="18" dur="1000"/>
                                        <p:tgtEl>
                                          <p:spTgt spid="71"/>
                                        </p:tgtEl>
                                      </p:cBhvr>
                                    </p:animEffect>
                                    <p:anim calcmode="lin" valueType="num">
                                      <p:cBhvr>
                                        <p:cTn id="19" dur="1000" fill="hold"/>
                                        <p:tgtEl>
                                          <p:spTgt spid="71"/>
                                        </p:tgtEl>
                                        <p:attrNameLst>
                                          <p:attrName>ppt_x</p:attrName>
                                        </p:attrNameLst>
                                      </p:cBhvr>
                                      <p:tavLst>
                                        <p:tav tm="0">
                                          <p:val>
                                            <p:strVal val="#ppt_x"/>
                                          </p:val>
                                        </p:tav>
                                        <p:tav tm="100000">
                                          <p:val>
                                            <p:strVal val="#ppt_x"/>
                                          </p:val>
                                        </p:tav>
                                      </p:tavLst>
                                    </p:anim>
                                    <p:anim calcmode="lin" valueType="num">
                                      <p:cBhvr>
                                        <p:cTn id="20"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71" grpId="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86</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判定表</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grpSp>
        <p:nvGrpSpPr>
          <p:cNvPr id="2" name="组合 1">
            <a:extLst>
              <a:ext uri="{FF2B5EF4-FFF2-40B4-BE49-F238E27FC236}">
                <a16:creationId xmlns:a16="http://schemas.microsoft.com/office/drawing/2014/main" id="{2BBAD010-A60A-8F4F-A156-E5B645A68557}"/>
              </a:ext>
            </a:extLst>
          </p:cNvPr>
          <p:cNvGrpSpPr/>
          <p:nvPr/>
        </p:nvGrpSpPr>
        <p:grpSpPr>
          <a:xfrm>
            <a:off x="69892" y="2304528"/>
            <a:ext cx="8308975" cy="3797300"/>
            <a:chOff x="69892" y="2304528"/>
            <a:chExt cx="8308975" cy="3797300"/>
          </a:xfrm>
        </p:grpSpPr>
        <p:sp>
          <p:nvSpPr>
            <p:cNvPr id="10" name="Rectangle 806">
              <a:extLst>
                <a:ext uri="{FF2B5EF4-FFF2-40B4-BE49-F238E27FC236}">
                  <a16:creationId xmlns:a16="http://schemas.microsoft.com/office/drawing/2014/main" id="{8CC2A377-61EC-894D-B1BB-EC3A21D4C734}"/>
                </a:ext>
              </a:extLst>
            </p:cNvPr>
            <p:cNvSpPr>
              <a:spLocks noChangeArrowheads="1"/>
            </p:cNvSpPr>
            <p:nvPr/>
          </p:nvSpPr>
          <p:spPr bwMode="auto">
            <a:xfrm>
              <a:off x="69892" y="3218928"/>
              <a:ext cx="14478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en-US" b="1">
                  <a:latin typeface="微软雅黑" panose="020B0503020204020204" pitchFamily="34" charset="-122"/>
                  <a:ea typeface="微软雅黑" panose="020B0503020204020204" pitchFamily="34" charset="-122"/>
                </a:rPr>
                <a:t>条件行</a:t>
              </a:r>
              <a:endParaRPr lang="en-US" altLang="zh-CN" b="1">
                <a:latin typeface="微软雅黑" panose="020B0503020204020204" pitchFamily="34" charset="-122"/>
                <a:ea typeface="微软雅黑" panose="020B0503020204020204" pitchFamily="34" charset="-122"/>
              </a:endParaRPr>
            </a:p>
          </p:txBody>
        </p:sp>
        <p:sp>
          <p:nvSpPr>
            <p:cNvPr id="11" name="Rectangle 807">
              <a:extLst>
                <a:ext uri="{FF2B5EF4-FFF2-40B4-BE49-F238E27FC236}">
                  <a16:creationId xmlns:a16="http://schemas.microsoft.com/office/drawing/2014/main" id="{41B471CF-54B5-E147-9D99-6A74ED4C2B35}"/>
                </a:ext>
              </a:extLst>
            </p:cNvPr>
            <p:cNvSpPr>
              <a:spLocks noChangeArrowheads="1"/>
            </p:cNvSpPr>
            <p:nvPr/>
          </p:nvSpPr>
          <p:spPr bwMode="auto">
            <a:xfrm>
              <a:off x="69892" y="4419078"/>
              <a:ext cx="1447800" cy="31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en-US" b="1">
                  <a:latin typeface="微软雅黑" panose="020B0503020204020204" pitchFamily="34" charset="-122"/>
                  <a:ea typeface="微软雅黑" panose="020B0503020204020204" pitchFamily="34" charset="-122"/>
                </a:rPr>
                <a:t>动作行</a:t>
              </a:r>
              <a:endParaRPr lang="en-US" altLang="zh-CN" b="1">
                <a:latin typeface="微软雅黑" panose="020B0503020204020204" pitchFamily="34" charset="-122"/>
                <a:ea typeface="微软雅黑" panose="020B0503020204020204" pitchFamily="34" charset="-122"/>
              </a:endParaRPr>
            </a:p>
          </p:txBody>
        </p:sp>
        <p:grpSp>
          <p:nvGrpSpPr>
            <p:cNvPr id="15" name="Group 810">
              <a:extLst>
                <a:ext uri="{FF2B5EF4-FFF2-40B4-BE49-F238E27FC236}">
                  <a16:creationId xmlns:a16="http://schemas.microsoft.com/office/drawing/2014/main" id="{2F9B7CF0-52D5-0247-8683-D7E5F7BCE1CA}"/>
                </a:ext>
              </a:extLst>
            </p:cNvPr>
            <p:cNvGrpSpPr>
              <a:grpSpLocks/>
            </p:cNvGrpSpPr>
            <p:nvPr/>
          </p:nvGrpSpPr>
          <p:grpSpPr bwMode="auto">
            <a:xfrm>
              <a:off x="1898692" y="2304528"/>
              <a:ext cx="6480175" cy="2971800"/>
              <a:chOff x="1296" y="624"/>
              <a:chExt cx="4082" cy="2496"/>
            </a:xfrm>
          </p:grpSpPr>
          <p:grpSp>
            <p:nvGrpSpPr>
              <p:cNvPr id="16" name="Group 801">
                <a:extLst>
                  <a:ext uri="{FF2B5EF4-FFF2-40B4-BE49-F238E27FC236}">
                    <a16:creationId xmlns:a16="http://schemas.microsoft.com/office/drawing/2014/main" id="{4E050255-BDE0-EA44-9848-8265AF84175B}"/>
                  </a:ext>
                </a:extLst>
              </p:cNvPr>
              <p:cNvGrpSpPr>
                <a:grpSpLocks/>
              </p:cNvGrpSpPr>
              <p:nvPr/>
            </p:nvGrpSpPr>
            <p:grpSpPr bwMode="auto">
              <a:xfrm>
                <a:off x="1296" y="624"/>
                <a:ext cx="4082" cy="2496"/>
                <a:chOff x="-3" y="-3"/>
                <a:chExt cx="4322" cy="4614"/>
              </a:xfrm>
            </p:grpSpPr>
            <p:grpSp>
              <p:nvGrpSpPr>
                <p:cNvPr id="20" name="Group 799">
                  <a:extLst>
                    <a:ext uri="{FF2B5EF4-FFF2-40B4-BE49-F238E27FC236}">
                      <a16:creationId xmlns:a16="http://schemas.microsoft.com/office/drawing/2014/main" id="{B088CAAC-5C89-C24F-A105-6B48E19F0300}"/>
                    </a:ext>
                  </a:extLst>
                </p:cNvPr>
                <p:cNvGrpSpPr>
                  <a:grpSpLocks/>
                </p:cNvGrpSpPr>
                <p:nvPr/>
              </p:nvGrpSpPr>
              <p:grpSpPr bwMode="auto">
                <a:xfrm>
                  <a:off x="0" y="0"/>
                  <a:ext cx="4319" cy="4608"/>
                  <a:chOff x="0" y="0"/>
                  <a:chExt cx="4319" cy="4608"/>
                </a:xfrm>
              </p:grpSpPr>
              <p:grpSp>
                <p:nvGrpSpPr>
                  <p:cNvPr id="22" name="Group 536">
                    <a:extLst>
                      <a:ext uri="{FF2B5EF4-FFF2-40B4-BE49-F238E27FC236}">
                        <a16:creationId xmlns:a16="http://schemas.microsoft.com/office/drawing/2014/main" id="{3DA3565E-CDDE-DE43-9C77-5089A390AE73}"/>
                      </a:ext>
                    </a:extLst>
                  </p:cNvPr>
                  <p:cNvGrpSpPr>
                    <a:grpSpLocks/>
                  </p:cNvGrpSpPr>
                  <p:nvPr/>
                </p:nvGrpSpPr>
                <p:grpSpPr bwMode="auto">
                  <a:xfrm>
                    <a:off x="0" y="0"/>
                    <a:ext cx="1464" cy="384"/>
                    <a:chOff x="0" y="0"/>
                    <a:chExt cx="1464" cy="384"/>
                  </a:xfrm>
                </p:grpSpPr>
                <p:sp>
                  <p:nvSpPr>
                    <p:cNvPr id="417" name="Rectangle 403">
                      <a:extLst>
                        <a:ext uri="{FF2B5EF4-FFF2-40B4-BE49-F238E27FC236}">
                          <a16:creationId xmlns:a16="http://schemas.microsoft.com/office/drawing/2014/main" id="{FBB88C6D-BB04-A048-9E52-CF77EDDF93E0}"/>
                        </a:ext>
                      </a:extLst>
                    </p:cNvPr>
                    <p:cNvSpPr>
                      <a:spLocks noChangeArrowheads="1"/>
                    </p:cNvSpPr>
                    <p:nvPr/>
                  </p:nvSpPr>
                  <p:spPr bwMode="auto">
                    <a:xfrm>
                      <a:off x="43" y="4"/>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18" name="Rectangle 535">
                      <a:extLst>
                        <a:ext uri="{FF2B5EF4-FFF2-40B4-BE49-F238E27FC236}">
                          <a16:creationId xmlns:a16="http://schemas.microsoft.com/office/drawing/2014/main" id="{5EBEA37F-6696-E94F-B8A7-58822CED48DD}"/>
                        </a:ext>
                      </a:extLst>
                    </p:cNvPr>
                    <p:cNvSpPr>
                      <a:spLocks noChangeArrowheads="1"/>
                    </p:cNvSpPr>
                    <p:nvPr/>
                  </p:nvSpPr>
                  <p:spPr bwMode="auto">
                    <a:xfrm>
                      <a:off x="0" y="0"/>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3" name="Group 538">
                    <a:extLst>
                      <a:ext uri="{FF2B5EF4-FFF2-40B4-BE49-F238E27FC236}">
                        <a16:creationId xmlns:a16="http://schemas.microsoft.com/office/drawing/2014/main" id="{2E1FCB27-1B16-794E-9EF2-82DA95EEC2DA}"/>
                      </a:ext>
                    </a:extLst>
                  </p:cNvPr>
                  <p:cNvGrpSpPr>
                    <a:grpSpLocks/>
                  </p:cNvGrpSpPr>
                  <p:nvPr/>
                </p:nvGrpSpPr>
                <p:grpSpPr bwMode="auto">
                  <a:xfrm>
                    <a:off x="1464" y="0"/>
                    <a:ext cx="284" cy="384"/>
                    <a:chOff x="1464" y="0"/>
                    <a:chExt cx="284" cy="384"/>
                  </a:xfrm>
                </p:grpSpPr>
                <p:sp>
                  <p:nvSpPr>
                    <p:cNvPr id="415" name="Rectangle 404">
                      <a:extLst>
                        <a:ext uri="{FF2B5EF4-FFF2-40B4-BE49-F238E27FC236}">
                          <a16:creationId xmlns:a16="http://schemas.microsoft.com/office/drawing/2014/main" id="{D83F7EA6-C654-7A40-A7B8-73D96EE93214}"/>
                        </a:ext>
                      </a:extLst>
                    </p:cNvPr>
                    <p:cNvSpPr>
                      <a:spLocks noChangeArrowheads="1"/>
                    </p:cNvSpPr>
                    <p:nvPr/>
                  </p:nvSpPr>
                  <p:spPr bwMode="auto">
                    <a:xfrm>
                      <a:off x="1507" y="1"/>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1</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16" name="Rectangle 537">
                      <a:extLst>
                        <a:ext uri="{FF2B5EF4-FFF2-40B4-BE49-F238E27FC236}">
                          <a16:creationId xmlns:a16="http://schemas.microsoft.com/office/drawing/2014/main" id="{D356E2E0-4D4D-AA41-B0F2-A91DEB7D4513}"/>
                        </a:ext>
                      </a:extLst>
                    </p:cNvPr>
                    <p:cNvSpPr>
                      <a:spLocks noChangeArrowheads="1"/>
                    </p:cNvSpPr>
                    <p:nvPr/>
                  </p:nvSpPr>
                  <p:spPr bwMode="auto">
                    <a:xfrm>
                      <a:off x="1464"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4" name="Group 540">
                    <a:extLst>
                      <a:ext uri="{FF2B5EF4-FFF2-40B4-BE49-F238E27FC236}">
                        <a16:creationId xmlns:a16="http://schemas.microsoft.com/office/drawing/2014/main" id="{6E02E84A-52AD-A547-8F4B-36BA2E3BFF19}"/>
                      </a:ext>
                    </a:extLst>
                  </p:cNvPr>
                  <p:cNvGrpSpPr>
                    <a:grpSpLocks/>
                  </p:cNvGrpSpPr>
                  <p:nvPr/>
                </p:nvGrpSpPr>
                <p:grpSpPr bwMode="auto">
                  <a:xfrm>
                    <a:off x="1748" y="0"/>
                    <a:ext cx="284" cy="384"/>
                    <a:chOff x="1748" y="0"/>
                    <a:chExt cx="284" cy="384"/>
                  </a:xfrm>
                </p:grpSpPr>
                <p:sp>
                  <p:nvSpPr>
                    <p:cNvPr id="413" name="Rectangle 405">
                      <a:extLst>
                        <a:ext uri="{FF2B5EF4-FFF2-40B4-BE49-F238E27FC236}">
                          <a16:creationId xmlns:a16="http://schemas.microsoft.com/office/drawing/2014/main" id="{BF117232-ADDF-954C-BEBA-4F9540D43CF7}"/>
                        </a:ext>
                      </a:extLst>
                    </p:cNvPr>
                    <p:cNvSpPr>
                      <a:spLocks noChangeArrowheads="1"/>
                    </p:cNvSpPr>
                    <p:nvPr/>
                  </p:nvSpPr>
                  <p:spPr bwMode="auto">
                    <a:xfrm>
                      <a:off x="1791" y="1"/>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2</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14" name="Rectangle 539">
                      <a:extLst>
                        <a:ext uri="{FF2B5EF4-FFF2-40B4-BE49-F238E27FC236}">
                          <a16:creationId xmlns:a16="http://schemas.microsoft.com/office/drawing/2014/main" id="{81B61877-E855-E244-81AA-C74BC17D8020}"/>
                        </a:ext>
                      </a:extLst>
                    </p:cNvPr>
                    <p:cNvSpPr>
                      <a:spLocks noChangeArrowheads="1"/>
                    </p:cNvSpPr>
                    <p:nvPr/>
                  </p:nvSpPr>
                  <p:spPr bwMode="auto">
                    <a:xfrm>
                      <a:off x="1748"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5" name="Group 542">
                    <a:extLst>
                      <a:ext uri="{FF2B5EF4-FFF2-40B4-BE49-F238E27FC236}">
                        <a16:creationId xmlns:a16="http://schemas.microsoft.com/office/drawing/2014/main" id="{ACA01C55-F4B4-9E4B-9F1F-C2FB4CF1ADDE}"/>
                      </a:ext>
                    </a:extLst>
                  </p:cNvPr>
                  <p:cNvGrpSpPr>
                    <a:grpSpLocks/>
                  </p:cNvGrpSpPr>
                  <p:nvPr/>
                </p:nvGrpSpPr>
                <p:grpSpPr bwMode="auto">
                  <a:xfrm>
                    <a:off x="2032" y="0"/>
                    <a:ext cx="284" cy="384"/>
                    <a:chOff x="2032" y="0"/>
                    <a:chExt cx="284" cy="384"/>
                  </a:xfrm>
                </p:grpSpPr>
                <p:sp>
                  <p:nvSpPr>
                    <p:cNvPr id="411" name="Rectangle 406">
                      <a:extLst>
                        <a:ext uri="{FF2B5EF4-FFF2-40B4-BE49-F238E27FC236}">
                          <a16:creationId xmlns:a16="http://schemas.microsoft.com/office/drawing/2014/main" id="{16B79CA9-EEA4-164D-BB0F-ED7BF85442E5}"/>
                        </a:ext>
                      </a:extLst>
                    </p:cNvPr>
                    <p:cNvSpPr>
                      <a:spLocks noChangeArrowheads="1"/>
                    </p:cNvSpPr>
                    <p:nvPr/>
                  </p:nvSpPr>
                  <p:spPr bwMode="auto">
                    <a:xfrm>
                      <a:off x="2075" y="1"/>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3</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12" name="Rectangle 541">
                      <a:extLst>
                        <a:ext uri="{FF2B5EF4-FFF2-40B4-BE49-F238E27FC236}">
                          <a16:creationId xmlns:a16="http://schemas.microsoft.com/office/drawing/2014/main" id="{FACE7FAD-2A2F-624A-A0ED-2AFCD3EDB998}"/>
                        </a:ext>
                      </a:extLst>
                    </p:cNvPr>
                    <p:cNvSpPr>
                      <a:spLocks noChangeArrowheads="1"/>
                    </p:cNvSpPr>
                    <p:nvPr/>
                  </p:nvSpPr>
                  <p:spPr bwMode="auto">
                    <a:xfrm>
                      <a:off x="2032"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6" name="Group 544">
                    <a:extLst>
                      <a:ext uri="{FF2B5EF4-FFF2-40B4-BE49-F238E27FC236}">
                        <a16:creationId xmlns:a16="http://schemas.microsoft.com/office/drawing/2014/main" id="{A34B9805-2258-9D43-9BE7-98884DE31104}"/>
                      </a:ext>
                    </a:extLst>
                  </p:cNvPr>
                  <p:cNvGrpSpPr>
                    <a:grpSpLocks/>
                  </p:cNvGrpSpPr>
                  <p:nvPr/>
                </p:nvGrpSpPr>
                <p:grpSpPr bwMode="auto">
                  <a:xfrm>
                    <a:off x="2316" y="0"/>
                    <a:ext cx="284" cy="384"/>
                    <a:chOff x="2316" y="0"/>
                    <a:chExt cx="284" cy="384"/>
                  </a:xfrm>
                </p:grpSpPr>
                <p:sp>
                  <p:nvSpPr>
                    <p:cNvPr id="409" name="Rectangle 407">
                      <a:extLst>
                        <a:ext uri="{FF2B5EF4-FFF2-40B4-BE49-F238E27FC236}">
                          <a16:creationId xmlns:a16="http://schemas.microsoft.com/office/drawing/2014/main" id="{AFDB9C1B-7938-EA40-864D-1B23EFFAF540}"/>
                        </a:ext>
                      </a:extLst>
                    </p:cNvPr>
                    <p:cNvSpPr>
                      <a:spLocks noChangeArrowheads="1"/>
                    </p:cNvSpPr>
                    <p:nvPr/>
                  </p:nvSpPr>
                  <p:spPr bwMode="auto">
                    <a:xfrm>
                      <a:off x="2359" y="1"/>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4</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10" name="Rectangle 543">
                      <a:extLst>
                        <a:ext uri="{FF2B5EF4-FFF2-40B4-BE49-F238E27FC236}">
                          <a16:creationId xmlns:a16="http://schemas.microsoft.com/office/drawing/2014/main" id="{930FCB62-EA22-9641-AC2B-C5C20B3C54F1}"/>
                        </a:ext>
                      </a:extLst>
                    </p:cNvPr>
                    <p:cNvSpPr>
                      <a:spLocks noChangeArrowheads="1"/>
                    </p:cNvSpPr>
                    <p:nvPr/>
                  </p:nvSpPr>
                  <p:spPr bwMode="auto">
                    <a:xfrm>
                      <a:off x="2316"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7" name="Group 546">
                    <a:extLst>
                      <a:ext uri="{FF2B5EF4-FFF2-40B4-BE49-F238E27FC236}">
                        <a16:creationId xmlns:a16="http://schemas.microsoft.com/office/drawing/2014/main" id="{B323D395-08FC-4F4C-B098-EBF662056A2B}"/>
                      </a:ext>
                    </a:extLst>
                  </p:cNvPr>
                  <p:cNvGrpSpPr>
                    <a:grpSpLocks/>
                  </p:cNvGrpSpPr>
                  <p:nvPr/>
                </p:nvGrpSpPr>
                <p:grpSpPr bwMode="auto">
                  <a:xfrm>
                    <a:off x="2600" y="0"/>
                    <a:ext cx="284" cy="384"/>
                    <a:chOff x="2600" y="0"/>
                    <a:chExt cx="284" cy="384"/>
                  </a:xfrm>
                </p:grpSpPr>
                <p:sp>
                  <p:nvSpPr>
                    <p:cNvPr id="407" name="Rectangle 408">
                      <a:extLst>
                        <a:ext uri="{FF2B5EF4-FFF2-40B4-BE49-F238E27FC236}">
                          <a16:creationId xmlns:a16="http://schemas.microsoft.com/office/drawing/2014/main" id="{C57C6F4D-CF06-8942-9787-83594595F869}"/>
                        </a:ext>
                      </a:extLst>
                    </p:cNvPr>
                    <p:cNvSpPr>
                      <a:spLocks noChangeArrowheads="1"/>
                    </p:cNvSpPr>
                    <p:nvPr/>
                  </p:nvSpPr>
                  <p:spPr bwMode="auto">
                    <a:xfrm>
                      <a:off x="2643" y="1"/>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5</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08" name="Rectangle 545">
                      <a:extLst>
                        <a:ext uri="{FF2B5EF4-FFF2-40B4-BE49-F238E27FC236}">
                          <a16:creationId xmlns:a16="http://schemas.microsoft.com/office/drawing/2014/main" id="{127E74FB-C565-6141-B19E-C29148635CED}"/>
                        </a:ext>
                      </a:extLst>
                    </p:cNvPr>
                    <p:cNvSpPr>
                      <a:spLocks noChangeArrowheads="1"/>
                    </p:cNvSpPr>
                    <p:nvPr/>
                  </p:nvSpPr>
                  <p:spPr bwMode="auto">
                    <a:xfrm>
                      <a:off x="2600"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8" name="Group 548">
                    <a:extLst>
                      <a:ext uri="{FF2B5EF4-FFF2-40B4-BE49-F238E27FC236}">
                        <a16:creationId xmlns:a16="http://schemas.microsoft.com/office/drawing/2014/main" id="{B62D963B-912A-2249-AE32-641EC7736E7F}"/>
                      </a:ext>
                    </a:extLst>
                  </p:cNvPr>
                  <p:cNvGrpSpPr>
                    <a:grpSpLocks/>
                  </p:cNvGrpSpPr>
                  <p:nvPr/>
                </p:nvGrpSpPr>
                <p:grpSpPr bwMode="auto">
                  <a:xfrm>
                    <a:off x="2884" y="0"/>
                    <a:ext cx="284" cy="384"/>
                    <a:chOff x="2884" y="0"/>
                    <a:chExt cx="284" cy="384"/>
                  </a:xfrm>
                </p:grpSpPr>
                <p:sp>
                  <p:nvSpPr>
                    <p:cNvPr id="405" name="Rectangle 409">
                      <a:extLst>
                        <a:ext uri="{FF2B5EF4-FFF2-40B4-BE49-F238E27FC236}">
                          <a16:creationId xmlns:a16="http://schemas.microsoft.com/office/drawing/2014/main" id="{A503C3DE-4346-854A-B0A2-16C2469D9C01}"/>
                        </a:ext>
                      </a:extLst>
                    </p:cNvPr>
                    <p:cNvSpPr>
                      <a:spLocks noChangeArrowheads="1"/>
                    </p:cNvSpPr>
                    <p:nvPr/>
                  </p:nvSpPr>
                  <p:spPr bwMode="auto">
                    <a:xfrm>
                      <a:off x="2927" y="1"/>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6</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06" name="Rectangle 547">
                      <a:extLst>
                        <a:ext uri="{FF2B5EF4-FFF2-40B4-BE49-F238E27FC236}">
                          <a16:creationId xmlns:a16="http://schemas.microsoft.com/office/drawing/2014/main" id="{38CDCF33-1272-AC48-8268-65E7AFC0DDE5}"/>
                        </a:ext>
                      </a:extLst>
                    </p:cNvPr>
                    <p:cNvSpPr>
                      <a:spLocks noChangeArrowheads="1"/>
                    </p:cNvSpPr>
                    <p:nvPr/>
                  </p:nvSpPr>
                  <p:spPr bwMode="auto">
                    <a:xfrm>
                      <a:off x="2884"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29" name="Group 550">
                    <a:extLst>
                      <a:ext uri="{FF2B5EF4-FFF2-40B4-BE49-F238E27FC236}">
                        <a16:creationId xmlns:a16="http://schemas.microsoft.com/office/drawing/2014/main" id="{66F9FFBA-4297-1E4C-891E-08F7075B9200}"/>
                      </a:ext>
                    </a:extLst>
                  </p:cNvPr>
                  <p:cNvGrpSpPr>
                    <a:grpSpLocks/>
                  </p:cNvGrpSpPr>
                  <p:nvPr/>
                </p:nvGrpSpPr>
                <p:grpSpPr bwMode="auto">
                  <a:xfrm>
                    <a:off x="3168" y="0"/>
                    <a:ext cx="284" cy="384"/>
                    <a:chOff x="3168" y="0"/>
                    <a:chExt cx="284" cy="384"/>
                  </a:xfrm>
                </p:grpSpPr>
                <p:sp>
                  <p:nvSpPr>
                    <p:cNvPr id="403" name="Rectangle 410">
                      <a:extLst>
                        <a:ext uri="{FF2B5EF4-FFF2-40B4-BE49-F238E27FC236}">
                          <a16:creationId xmlns:a16="http://schemas.microsoft.com/office/drawing/2014/main" id="{886FFAF9-49D8-9447-B65F-FB32997693B2}"/>
                        </a:ext>
                      </a:extLst>
                    </p:cNvPr>
                    <p:cNvSpPr>
                      <a:spLocks noChangeArrowheads="1"/>
                    </p:cNvSpPr>
                    <p:nvPr/>
                  </p:nvSpPr>
                  <p:spPr bwMode="auto">
                    <a:xfrm>
                      <a:off x="3210" y="1"/>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7</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04" name="Rectangle 549">
                      <a:extLst>
                        <a:ext uri="{FF2B5EF4-FFF2-40B4-BE49-F238E27FC236}">
                          <a16:creationId xmlns:a16="http://schemas.microsoft.com/office/drawing/2014/main" id="{00317048-AA2D-B848-981B-E0FFF5E4216D}"/>
                        </a:ext>
                      </a:extLst>
                    </p:cNvPr>
                    <p:cNvSpPr>
                      <a:spLocks noChangeArrowheads="1"/>
                    </p:cNvSpPr>
                    <p:nvPr/>
                  </p:nvSpPr>
                  <p:spPr bwMode="auto">
                    <a:xfrm>
                      <a:off x="3168"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0" name="Group 552">
                    <a:extLst>
                      <a:ext uri="{FF2B5EF4-FFF2-40B4-BE49-F238E27FC236}">
                        <a16:creationId xmlns:a16="http://schemas.microsoft.com/office/drawing/2014/main" id="{86CCC600-03DD-6947-AA74-74A1BBD25DD8}"/>
                      </a:ext>
                    </a:extLst>
                  </p:cNvPr>
                  <p:cNvGrpSpPr>
                    <a:grpSpLocks/>
                  </p:cNvGrpSpPr>
                  <p:nvPr/>
                </p:nvGrpSpPr>
                <p:grpSpPr bwMode="auto">
                  <a:xfrm>
                    <a:off x="3452" y="0"/>
                    <a:ext cx="284" cy="384"/>
                    <a:chOff x="3452" y="0"/>
                    <a:chExt cx="284" cy="384"/>
                  </a:xfrm>
                </p:grpSpPr>
                <p:sp>
                  <p:nvSpPr>
                    <p:cNvPr id="401" name="Rectangle 411">
                      <a:extLst>
                        <a:ext uri="{FF2B5EF4-FFF2-40B4-BE49-F238E27FC236}">
                          <a16:creationId xmlns:a16="http://schemas.microsoft.com/office/drawing/2014/main" id="{453B297D-0454-9147-A7CB-E63BA23E2A95}"/>
                        </a:ext>
                      </a:extLst>
                    </p:cNvPr>
                    <p:cNvSpPr>
                      <a:spLocks noChangeArrowheads="1"/>
                    </p:cNvSpPr>
                    <p:nvPr/>
                  </p:nvSpPr>
                  <p:spPr bwMode="auto">
                    <a:xfrm>
                      <a:off x="3495" y="1"/>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8</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02" name="Rectangle 551">
                      <a:extLst>
                        <a:ext uri="{FF2B5EF4-FFF2-40B4-BE49-F238E27FC236}">
                          <a16:creationId xmlns:a16="http://schemas.microsoft.com/office/drawing/2014/main" id="{16FE564C-5E43-2D48-9361-098A7E386097}"/>
                        </a:ext>
                      </a:extLst>
                    </p:cNvPr>
                    <p:cNvSpPr>
                      <a:spLocks noChangeArrowheads="1"/>
                    </p:cNvSpPr>
                    <p:nvPr/>
                  </p:nvSpPr>
                  <p:spPr bwMode="auto">
                    <a:xfrm>
                      <a:off x="3452"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1" name="Group 554">
                    <a:extLst>
                      <a:ext uri="{FF2B5EF4-FFF2-40B4-BE49-F238E27FC236}">
                        <a16:creationId xmlns:a16="http://schemas.microsoft.com/office/drawing/2014/main" id="{5C80FBD1-D293-4B4B-ABAF-4CF82BB1C097}"/>
                      </a:ext>
                    </a:extLst>
                  </p:cNvPr>
                  <p:cNvGrpSpPr>
                    <a:grpSpLocks/>
                  </p:cNvGrpSpPr>
                  <p:nvPr/>
                </p:nvGrpSpPr>
                <p:grpSpPr bwMode="auto">
                  <a:xfrm>
                    <a:off x="3736" y="0"/>
                    <a:ext cx="284" cy="384"/>
                    <a:chOff x="3736" y="0"/>
                    <a:chExt cx="284" cy="384"/>
                  </a:xfrm>
                </p:grpSpPr>
                <p:sp>
                  <p:nvSpPr>
                    <p:cNvPr id="399" name="Rectangle 412">
                      <a:extLst>
                        <a:ext uri="{FF2B5EF4-FFF2-40B4-BE49-F238E27FC236}">
                          <a16:creationId xmlns:a16="http://schemas.microsoft.com/office/drawing/2014/main" id="{7F34FDE6-A521-D742-80BE-6330125A486D}"/>
                        </a:ext>
                      </a:extLst>
                    </p:cNvPr>
                    <p:cNvSpPr>
                      <a:spLocks noChangeArrowheads="1"/>
                    </p:cNvSpPr>
                    <p:nvPr/>
                  </p:nvSpPr>
                  <p:spPr bwMode="auto">
                    <a:xfrm>
                      <a:off x="3779" y="1"/>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9</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400" name="Rectangle 553">
                      <a:extLst>
                        <a:ext uri="{FF2B5EF4-FFF2-40B4-BE49-F238E27FC236}">
                          <a16:creationId xmlns:a16="http://schemas.microsoft.com/office/drawing/2014/main" id="{43AEE643-E2E2-BA40-B976-B71BED159B5B}"/>
                        </a:ext>
                      </a:extLst>
                    </p:cNvPr>
                    <p:cNvSpPr>
                      <a:spLocks noChangeArrowheads="1"/>
                    </p:cNvSpPr>
                    <p:nvPr/>
                  </p:nvSpPr>
                  <p:spPr bwMode="auto">
                    <a:xfrm>
                      <a:off x="3736"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2" name="Group 556">
                    <a:extLst>
                      <a:ext uri="{FF2B5EF4-FFF2-40B4-BE49-F238E27FC236}">
                        <a16:creationId xmlns:a16="http://schemas.microsoft.com/office/drawing/2014/main" id="{B5261CA8-1B59-084A-8DD3-F10B1875E71D}"/>
                      </a:ext>
                    </a:extLst>
                  </p:cNvPr>
                  <p:cNvGrpSpPr>
                    <a:grpSpLocks/>
                  </p:cNvGrpSpPr>
                  <p:nvPr/>
                </p:nvGrpSpPr>
                <p:grpSpPr bwMode="auto">
                  <a:xfrm>
                    <a:off x="4003" y="0"/>
                    <a:ext cx="316" cy="393"/>
                    <a:chOff x="4003" y="0"/>
                    <a:chExt cx="316" cy="393"/>
                  </a:xfrm>
                </p:grpSpPr>
                <p:sp>
                  <p:nvSpPr>
                    <p:cNvPr id="397" name="Rectangle 413">
                      <a:extLst>
                        <a:ext uri="{FF2B5EF4-FFF2-40B4-BE49-F238E27FC236}">
                          <a16:creationId xmlns:a16="http://schemas.microsoft.com/office/drawing/2014/main" id="{614A4561-543E-F446-8091-B2C4F18443F7}"/>
                        </a:ext>
                      </a:extLst>
                    </p:cNvPr>
                    <p:cNvSpPr>
                      <a:spLocks noChangeArrowheads="1"/>
                    </p:cNvSpPr>
                    <p:nvPr/>
                  </p:nvSpPr>
                  <p:spPr bwMode="auto">
                    <a:xfrm>
                      <a:off x="4003" y="9"/>
                      <a:ext cx="31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dirty="0">
                          <a:latin typeface="微软雅黑" panose="020B0503020204020204" pitchFamily="34" charset="-122"/>
                          <a:ea typeface="微软雅黑" panose="020B0503020204020204" pitchFamily="34" charset="-122"/>
                        </a:rPr>
                        <a:t>10</a:t>
                      </a:r>
                    </a:p>
                    <a:p>
                      <a:pPr algn="ctr" eaLnBrk="1" hangingPunct="1"/>
                      <a:endParaRPr lang="en-US" altLang="zh-CN" sz="1000" dirty="0">
                        <a:latin typeface="微软雅黑" panose="020B0503020204020204" pitchFamily="34" charset="-122"/>
                        <a:ea typeface="微软雅黑" panose="020B0503020204020204" pitchFamily="34" charset="-122"/>
                      </a:endParaRPr>
                    </a:p>
                  </p:txBody>
                </p:sp>
                <p:sp>
                  <p:nvSpPr>
                    <p:cNvPr id="398" name="Rectangle 555">
                      <a:extLst>
                        <a:ext uri="{FF2B5EF4-FFF2-40B4-BE49-F238E27FC236}">
                          <a16:creationId xmlns:a16="http://schemas.microsoft.com/office/drawing/2014/main" id="{13DA4978-2715-CD44-95B5-742C8D3255D7}"/>
                        </a:ext>
                      </a:extLst>
                    </p:cNvPr>
                    <p:cNvSpPr>
                      <a:spLocks noChangeArrowheads="1"/>
                    </p:cNvSpPr>
                    <p:nvPr/>
                  </p:nvSpPr>
                  <p:spPr bwMode="auto">
                    <a:xfrm>
                      <a:off x="4020" y="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3" name="Group 558">
                    <a:extLst>
                      <a:ext uri="{FF2B5EF4-FFF2-40B4-BE49-F238E27FC236}">
                        <a16:creationId xmlns:a16="http://schemas.microsoft.com/office/drawing/2014/main" id="{52CD0047-61C7-E941-99CC-5F315D3735A3}"/>
                      </a:ext>
                    </a:extLst>
                  </p:cNvPr>
                  <p:cNvGrpSpPr>
                    <a:grpSpLocks/>
                  </p:cNvGrpSpPr>
                  <p:nvPr/>
                </p:nvGrpSpPr>
                <p:grpSpPr bwMode="auto">
                  <a:xfrm>
                    <a:off x="0" y="384"/>
                    <a:ext cx="1464" cy="384"/>
                    <a:chOff x="0" y="384"/>
                    <a:chExt cx="1464" cy="384"/>
                  </a:xfrm>
                </p:grpSpPr>
                <p:sp>
                  <p:nvSpPr>
                    <p:cNvPr id="395" name="Rectangle 414">
                      <a:extLst>
                        <a:ext uri="{FF2B5EF4-FFF2-40B4-BE49-F238E27FC236}">
                          <a16:creationId xmlns:a16="http://schemas.microsoft.com/office/drawing/2014/main" id="{836D9442-74B6-7F45-A65A-7059887ADAD1}"/>
                        </a:ext>
                      </a:extLst>
                    </p:cNvPr>
                    <p:cNvSpPr>
                      <a:spLocks noChangeArrowheads="1"/>
                    </p:cNvSpPr>
                    <p:nvPr/>
                  </p:nvSpPr>
                  <p:spPr bwMode="auto">
                    <a:xfrm>
                      <a:off x="43" y="393"/>
                      <a:ext cx="137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96" name="Rectangle 557">
                      <a:extLst>
                        <a:ext uri="{FF2B5EF4-FFF2-40B4-BE49-F238E27FC236}">
                          <a16:creationId xmlns:a16="http://schemas.microsoft.com/office/drawing/2014/main" id="{F74F9D38-374C-FD40-81CB-13A20B533AD4}"/>
                        </a:ext>
                      </a:extLst>
                    </p:cNvPr>
                    <p:cNvSpPr>
                      <a:spLocks noChangeArrowheads="1"/>
                    </p:cNvSpPr>
                    <p:nvPr/>
                  </p:nvSpPr>
                  <p:spPr bwMode="auto">
                    <a:xfrm>
                      <a:off x="0" y="384"/>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4" name="Group 560">
                    <a:extLst>
                      <a:ext uri="{FF2B5EF4-FFF2-40B4-BE49-F238E27FC236}">
                        <a16:creationId xmlns:a16="http://schemas.microsoft.com/office/drawing/2014/main" id="{7139BDBA-35CC-9240-988E-EDD3DD944598}"/>
                      </a:ext>
                    </a:extLst>
                  </p:cNvPr>
                  <p:cNvGrpSpPr>
                    <a:grpSpLocks/>
                  </p:cNvGrpSpPr>
                  <p:nvPr/>
                </p:nvGrpSpPr>
                <p:grpSpPr bwMode="auto">
                  <a:xfrm>
                    <a:off x="1464" y="384"/>
                    <a:ext cx="284" cy="384"/>
                    <a:chOff x="1464" y="384"/>
                    <a:chExt cx="284" cy="384"/>
                  </a:xfrm>
                </p:grpSpPr>
                <p:sp>
                  <p:nvSpPr>
                    <p:cNvPr id="393" name="Rectangle 415">
                      <a:extLst>
                        <a:ext uri="{FF2B5EF4-FFF2-40B4-BE49-F238E27FC236}">
                          <a16:creationId xmlns:a16="http://schemas.microsoft.com/office/drawing/2014/main" id="{ADE499E3-9C20-5E48-B7DE-3E07AC6534F8}"/>
                        </a:ext>
                      </a:extLst>
                    </p:cNvPr>
                    <p:cNvSpPr>
                      <a:spLocks noChangeArrowheads="1"/>
                    </p:cNvSpPr>
                    <p:nvPr/>
                  </p:nvSpPr>
                  <p:spPr bwMode="auto">
                    <a:xfrm>
                      <a:off x="1507" y="393"/>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94" name="Rectangle 559">
                      <a:extLst>
                        <a:ext uri="{FF2B5EF4-FFF2-40B4-BE49-F238E27FC236}">
                          <a16:creationId xmlns:a16="http://schemas.microsoft.com/office/drawing/2014/main" id="{6C66B6FA-AF6F-2B44-8749-1D353B0F0D0D}"/>
                        </a:ext>
                      </a:extLst>
                    </p:cNvPr>
                    <p:cNvSpPr>
                      <a:spLocks noChangeArrowheads="1"/>
                    </p:cNvSpPr>
                    <p:nvPr/>
                  </p:nvSpPr>
                  <p:spPr bwMode="auto">
                    <a:xfrm>
                      <a:off x="1464"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5" name="Group 562">
                    <a:extLst>
                      <a:ext uri="{FF2B5EF4-FFF2-40B4-BE49-F238E27FC236}">
                        <a16:creationId xmlns:a16="http://schemas.microsoft.com/office/drawing/2014/main" id="{C15E31E5-4009-7242-BF70-E7A209BD56A0}"/>
                      </a:ext>
                    </a:extLst>
                  </p:cNvPr>
                  <p:cNvGrpSpPr>
                    <a:grpSpLocks/>
                  </p:cNvGrpSpPr>
                  <p:nvPr/>
                </p:nvGrpSpPr>
                <p:grpSpPr bwMode="auto">
                  <a:xfrm>
                    <a:off x="1748" y="384"/>
                    <a:ext cx="284" cy="384"/>
                    <a:chOff x="1748" y="384"/>
                    <a:chExt cx="284" cy="384"/>
                  </a:xfrm>
                </p:grpSpPr>
                <p:sp>
                  <p:nvSpPr>
                    <p:cNvPr id="391" name="Rectangle 416">
                      <a:extLst>
                        <a:ext uri="{FF2B5EF4-FFF2-40B4-BE49-F238E27FC236}">
                          <a16:creationId xmlns:a16="http://schemas.microsoft.com/office/drawing/2014/main" id="{33E1F452-EB52-1B46-B9C0-F35BEB059854}"/>
                        </a:ext>
                      </a:extLst>
                    </p:cNvPr>
                    <p:cNvSpPr>
                      <a:spLocks noChangeArrowheads="1"/>
                    </p:cNvSpPr>
                    <p:nvPr/>
                  </p:nvSpPr>
                  <p:spPr bwMode="auto">
                    <a:xfrm>
                      <a:off x="1791" y="393"/>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92" name="Rectangle 561">
                      <a:extLst>
                        <a:ext uri="{FF2B5EF4-FFF2-40B4-BE49-F238E27FC236}">
                          <a16:creationId xmlns:a16="http://schemas.microsoft.com/office/drawing/2014/main" id="{60E4BF1D-A068-6F42-81E7-AAE891D9D988}"/>
                        </a:ext>
                      </a:extLst>
                    </p:cNvPr>
                    <p:cNvSpPr>
                      <a:spLocks noChangeArrowheads="1"/>
                    </p:cNvSpPr>
                    <p:nvPr/>
                  </p:nvSpPr>
                  <p:spPr bwMode="auto">
                    <a:xfrm>
                      <a:off x="1748"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6" name="Group 564">
                    <a:extLst>
                      <a:ext uri="{FF2B5EF4-FFF2-40B4-BE49-F238E27FC236}">
                        <a16:creationId xmlns:a16="http://schemas.microsoft.com/office/drawing/2014/main" id="{6E694246-27E7-4D46-82F4-F5CE13305C38}"/>
                      </a:ext>
                    </a:extLst>
                  </p:cNvPr>
                  <p:cNvGrpSpPr>
                    <a:grpSpLocks/>
                  </p:cNvGrpSpPr>
                  <p:nvPr/>
                </p:nvGrpSpPr>
                <p:grpSpPr bwMode="auto">
                  <a:xfrm>
                    <a:off x="2032" y="384"/>
                    <a:ext cx="284" cy="384"/>
                    <a:chOff x="2032" y="384"/>
                    <a:chExt cx="284" cy="384"/>
                  </a:xfrm>
                </p:grpSpPr>
                <p:sp>
                  <p:nvSpPr>
                    <p:cNvPr id="389" name="Rectangle 417">
                      <a:extLst>
                        <a:ext uri="{FF2B5EF4-FFF2-40B4-BE49-F238E27FC236}">
                          <a16:creationId xmlns:a16="http://schemas.microsoft.com/office/drawing/2014/main" id="{09CD0724-46B6-CF4E-81EE-29BA0CE80CE7}"/>
                        </a:ext>
                      </a:extLst>
                    </p:cNvPr>
                    <p:cNvSpPr>
                      <a:spLocks noChangeArrowheads="1"/>
                    </p:cNvSpPr>
                    <p:nvPr/>
                  </p:nvSpPr>
                  <p:spPr bwMode="auto">
                    <a:xfrm>
                      <a:off x="2075" y="393"/>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90" name="Rectangle 563">
                      <a:extLst>
                        <a:ext uri="{FF2B5EF4-FFF2-40B4-BE49-F238E27FC236}">
                          <a16:creationId xmlns:a16="http://schemas.microsoft.com/office/drawing/2014/main" id="{4A04D045-ECC8-3E48-9520-9A576E1FCA3A}"/>
                        </a:ext>
                      </a:extLst>
                    </p:cNvPr>
                    <p:cNvSpPr>
                      <a:spLocks noChangeArrowheads="1"/>
                    </p:cNvSpPr>
                    <p:nvPr/>
                  </p:nvSpPr>
                  <p:spPr bwMode="auto">
                    <a:xfrm>
                      <a:off x="2032"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7" name="Group 566">
                    <a:extLst>
                      <a:ext uri="{FF2B5EF4-FFF2-40B4-BE49-F238E27FC236}">
                        <a16:creationId xmlns:a16="http://schemas.microsoft.com/office/drawing/2014/main" id="{51A60330-8F46-7643-98D5-C7A635E83F5B}"/>
                      </a:ext>
                    </a:extLst>
                  </p:cNvPr>
                  <p:cNvGrpSpPr>
                    <a:grpSpLocks/>
                  </p:cNvGrpSpPr>
                  <p:nvPr/>
                </p:nvGrpSpPr>
                <p:grpSpPr bwMode="auto">
                  <a:xfrm>
                    <a:off x="2316" y="384"/>
                    <a:ext cx="284" cy="384"/>
                    <a:chOff x="2316" y="384"/>
                    <a:chExt cx="284" cy="384"/>
                  </a:xfrm>
                </p:grpSpPr>
                <p:sp>
                  <p:nvSpPr>
                    <p:cNvPr id="387" name="Rectangle 418">
                      <a:extLst>
                        <a:ext uri="{FF2B5EF4-FFF2-40B4-BE49-F238E27FC236}">
                          <a16:creationId xmlns:a16="http://schemas.microsoft.com/office/drawing/2014/main" id="{72480F5C-E5EA-AE4E-9DFE-C7AE7474A652}"/>
                        </a:ext>
                      </a:extLst>
                    </p:cNvPr>
                    <p:cNvSpPr>
                      <a:spLocks noChangeArrowheads="1"/>
                    </p:cNvSpPr>
                    <p:nvPr/>
                  </p:nvSpPr>
                  <p:spPr bwMode="auto">
                    <a:xfrm>
                      <a:off x="2359" y="393"/>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88" name="Rectangle 565">
                      <a:extLst>
                        <a:ext uri="{FF2B5EF4-FFF2-40B4-BE49-F238E27FC236}">
                          <a16:creationId xmlns:a16="http://schemas.microsoft.com/office/drawing/2014/main" id="{993D2B31-B469-024E-A70E-10D08AEB22B1}"/>
                        </a:ext>
                      </a:extLst>
                    </p:cNvPr>
                    <p:cNvSpPr>
                      <a:spLocks noChangeArrowheads="1"/>
                    </p:cNvSpPr>
                    <p:nvPr/>
                  </p:nvSpPr>
                  <p:spPr bwMode="auto">
                    <a:xfrm>
                      <a:off x="2316"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8" name="Group 568">
                    <a:extLst>
                      <a:ext uri="{FF2B5EF4-FFF2-40B4-BE49-F238E27FC236}">
                        <a16:creationId xmlns:a16="http://schemas.microsoft.com/office/drawing/2014/main" id="{BF6982D7-6713-CF4D-98DA-052D890009CA}"/>
                      </a:ext>
                    </a:extLst>
                  </p:cNvPr>
                  <p:cNvGrpSpPr>
                    <a:grpSpLocks/>
                  </p:cNvGrpSpPr>
                  <p:nvPr/>
                </p:nvGrpSpPr>
                <p:grpSpPr bwMode="auto">
                  <a:xfrm>
                    <a:off x="2600" y="384"/>
                    <a:ext cx="284" cy="384"/>
                    <a:chOff x="2600" y="384"/>
                    <a:chExt cx="284" cy="384"/>
                  </a:xfrm>
                </p:grpSpPr>
                <p:sp>
                  <p:nvSpPr>
                    <p:cNvPr id="385" name="Rectangle 419">
                      <a:extLst>
                        <a:ext uri="{FF2B5EF4-FFF2-40B4-BE49-F238E27FC236}">
                          <a16:creationId xmlns:a16="http://schemas.microsoft.com/office/drawing/2014/main" id="{FE210C75-A3E0-F048-8AD0-D246FA07F9AC}"/>
                        </a:ext>
                      </a:extLst>
                    </p:cNvPr>
                    <p:cNvSpPr>
                      <a:spLocks noChangeArrowheads="1"/>
                    </p:cNvSpPr>
                    <p:nvPr/>
                  </p:nvSpPr>
                  <p:spPr bwMode="auto">
                    <a:xfrm>
                      <a:off x="2643" y="393"/>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86" name="Rectangle 567">
                      <a:extLst>
                        <a:ext uri="{FF2B5EF4-FFF2-40B4-BE49-F238E27FC236}">
                          <a16:creationId xmlns:a16="http://schemas.microsoft.com/office/drawing/2014/main" id="{3104D8A5-DA05-CC45-AC5A-819D09B30A1A}"/>
                        </a:ext>
                      </a:extLst>
                    </p:cNvPr>
                    <p:cNvSpPr>
                      <a:spLocks noChangeArrowheads="1"/>
                    </p:cNvSpPr>
                    <p:nvPr/>
                  </p:nvSpPr>
                  <p:spPr bwMode="auto">
                    <a:xfrm>
                      <a:off x="2600"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39" name="Group 570">
                    <a:extLst>
                      <a:ext uri="{FF2B5EF4-FFF2-40B4-BE49-F238E27FC236}">
                        <a16:creationId xmlns:a16="http://schemas.microsoft.com/office/drawing/2014/main" id="{4FC5949D-3FB6-C44F-8DC2-A0CB3FE97455}"/>
                      </a:ext>
                    </a:extLst>
                  </p:cNvPr>
                  <p:cNvGrpSpPr>
                    <a:grpSpLocks/>
                  </p:cNvGrpSpPr>
                  <p:nvPr/>
                </p:nvGrpSpPr>
                <p:grpSpPr bwMode="auto">
                  <a:xfrm>
                    <a:off x="2884" y="384"/>
                    <a:ext cx="284" cy="384"/>
                    <a:chOff x="2884" y="384"/>
                    <a:chExt cx="284" cy="384"/>
                  </a:xfrm>
                </p:grpSpPr>
                <p:sp>
                  <p:nvSpPr>
                    <p:cNvPr id="383" name="Rectangle 420">
                      <a:extLst>
                        <a:ext uri="{FF2B5EF4-FFF2-40B4-BE49-F238E27FC236}">
                          <a16:creationId xmlns:a16="http://schemas.microsoft.com/office/drawing/2014/main" id="{E2ABA374-BC68-474A-83B0-60909F7B09E8}"/>
                        </a:ext>
                      </a:extLst>
                    </p:cNvPr>
                    <p:cNvSpPr>
                      <a:spLocks noChangeArrowheads="1"/>
                    </p:cNvSpPr>
                    <p:nvPr/>
                  </p:nvSpPr>
                  <p:spPr bwMode="auto">
                    <a:xfrm>
                      <a:off x="2927" y="393"/>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84" name="Rectangle 569">
                      <a:extLst>
                        <a:ext uri="{FF2B5EF4-FFF2-40B4-BE49-F238E27FC236}">
                          <a16:creationId xmlns:a16="http://schemas.microsoft.com/office/drawing/2014/main" id="{0261A91C-9AD8-B644-829C-46D0F3ED9A11}"/>
                        </a:ext>
                      </a:extLst>
                    </p:cNvPr>
                    <p:cNvSpPr>
                      <a:spLocks noChangeArrowheads="1"/>
                    </p:cNvSpPr>
                    <p:nvPr/>
                  </p:nvSpPr>
                  <p:spPr bwMode="auto">
                    <a:xfrm>
                      <a:off x="2884"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0" name="Group 572">
                    <a:extLst>
                      <a:ext uri="{FF2B5EF4-FFF2-40B4-BE49-F238E27FC236}">
                        <a16:creationId xmlns:a16="http://schemas.microsoft.com/office/drawing/2014/main" id="{4826BF9B-3B42-434D-8B67-91FD660828FB}"/>
                      </a:ext>
                    </a:extLst>
                  </p:cNvPr>
                  <p:cNvGrpSpPr>
                    <a:grpSpLocks/>
                  </p:cNvGrpSpPr>
                  <p:nvPr/>
                </p:nvGrpSpPr>
                <p:grpSpPr bwMode="auto">
                  <a:xfrm>
                    <a:off x="3168" y="384"/>
                    <a:ext cx="284" cy="384"/>
                    <a:chOff x="3168" y="384"/>
                    <a:chExt cx="284" cy="384"/>
                  </a:xfrm>
                </p:grpSpPr>
                <p:sp>
                  <p:nvSpPr>
                    <p:cNvPr id="381" name="Rectangle 421">
                      <a:extLst>
                        <a:ext uri="{FF2B5EF4-FFF2-40B4-BE49-F238E27FC236}">
                          <a16:creationId xmlns:a16="http://schemas.microsoft.com/office/drawing/2014/main" id="{B4A8CC49-C758-944B-AAFB-53A6AC5B533F}"/>
                        </a:ext>
                      </a:extLst>
                    </p:cNvPr>
                    <p:cNvSpPr>
                      <a:spLocks noChangeArrowheads="1"/>
                    </p:cNvSpPr>
                    <p:nvPr/>
                  </p:nvSpPr>
                  <p:spPr bwMode="auto">
                    <a:xfrm>
                      <a:off x="3210" y="393"/>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82" name="Rectangle 571">
                      <a:extLst>
                        <a:ext uri="{FF2B5EF4-FFF2-40B4-BE49-F238E27FC236}">
                          <a16:creationId xmlns:a16="http://schemas.microsoft.com/office/drawing/2014/main" id="{16061EB4-7994-3144-945F-48C1244404F5}"/>
                        </a:ext>
                      </a:extLst>
                    </p:cNvPr>
                    <p:cNvSpPr>
                      <a:spLocks noChangeArrowheads="1"/>
                    </p:cNvSpPr>
                    <p:nvPr/>
                  </p:nvSpPr>
                  <p:spPr bwMode="auto">
                    <a:xfrm>
                      <a:off x="3168"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1" name="Group 574">
                    <a:extLst>
                      <a:ext uri="{FF2B5EF4-FFF2-40B4-BE49-F238E27FC236}">
                        <a16:creationId xmlns:a16="http://schemas.microsoft.com/office/drawing/2014/main" id="{F0330337-A87A-D747-897D-4AFC79E75D16}"/>
                      </a:ext>
                    </a:extLst>
                  </p:cNvPr>
                  <p:cNvGrpSpPr>
                    <a:grpSpLocks/>
                  </p:cNvGrpSpPr>
                  <p:nvPr/>
                </p:nvGrpSpPr>
                <p:grpSpPr bwMode="auto">
                  <a:xfrm>
                    <a:off x="3452" y="384"/>
                    <a:ext cx="284" cy="384"/>
                    <a:chOff x="3452" y="384"/>
                    <a:chExt cx="284" cy="384"/>
                  </a:xfrm>
                </p:grpSpPr>
                <p:sp>
                  <p:nvSpPr>
                    <p:cNvPr id="379" name="Rectangle 422">
                      <a:extLst>
                        <a:ext uri="{FF2B5EF4-FFF2-40B4-BE49-F238E27FC236}">
                          <a16:creationId xmlns:a16="http://schemas.microsoft.com/office/drawing/2014/main" id="{E5BAE9C6-BC7E-1F4D-A29F-17C0F1E93D7B}"/>
                        </a:ext>
                      </a:extLst>
                    </p:cNvPr>
                    <p:cNvSpPr>
                      <a:spLocks noChangeArrowheads="1"/>
                    </p:cNvSpPr>
                    <p:nvPr/>
                  </p:nvSpPr>
                  <p:spPr bwMode="auto">
                    <a:xfrm>
                      <a:off x="3495" y="393"/>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80" name="Rectangle 573">
                      <a:extLst>
                        <a:ext uri="{FF2B5EF4-FFF2-40B4-BE49-F238E27FC236}">
                          <a16:creationId xmlns:a16="http://schemas.microsoft.com/office/drawing/2014/main" id="{B0034E4B-460F-2649-9632-CE2C9CE0A232}"/>
                        </a:ext>
                      </a:extLst>
                    </p:cNvPr>
                    <p:cNvSpPr>
                      <a:spLocks noChangeArrowheads="1"/>
                    </p:cNvSpPr>
                    <p:nvPr/>
                  </p:nvSpPr>
                  <p:spPr bwMode="auto">
                    <a:xfrm>
                      <a:off x="3452"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2" name="Group 576">
                    <a:extLst>
                      <a:ext uri="{FF2B5EF4-FFF2-40B4-BE49-F238E27FC236}">
                        <a16:creationId xmlns:a16="http://schemas.microsoft.com/office/drawing/2014/main" id="{1718E0E4-4A1F-6449-AAE1-C595645F145D}"/>
                      </a:ext>
                    </a:extLst>
                  </p:cNvPr>
                  <p:cNvGrpSpPr>
                    <a:grpSpLocks/>
                  </p:cNvGrpSpPr>
                  <p:nvPr/>
                </p:nvGrpSpPr>
                <p:grpSpPr bwMode="auto">
                  <a:xfrm>
                    <a:off x="3736" y="384"/>
                    <a:ext cx="284" cy="384"/>
                    <a:chOff x="3736" y="384"/>
                    <a:chExt cx="284" cy="384"/>
                  </a:xfrm>
                </p:grpSpPr>
                <p:sp>
                  <p:nvSpPr>
                    <p:cNvPr id="377" name="Rectangle 423">
                      <a:extLst>
                        <a:ext uri="{FF2B5EF4-FFF2-40B4-BE49-F238E27FC236}">
                          <a16:creationId xmlns:a16="http://schemas.microsoft.com/office/drawing/2014/main" id="{EB012AA5-D42D-5949-A7A7-159B8D2F1C22}"/>
                        </a:ext>
                      </a:extLst>
                    </p:cNvPr>
                    <p:cNvSpPr>
                      <a:spLocks noChangeArrowheads="1"/>
                    </p:cNvSpPr>
                    <p:nvPr/>
                  </p:nvSpPr>
                  <p:spPr bwMode="auto">
                    <a:xfrm>
                      <a:off x="3779" y="393"/>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78" name="Rectangle 575">
                      <a:extLst>
                        <a:ext uri="{FF2B5EF4-FFF2-40B4-BE49-F238E27FC236}">
                          <a16:creationId xmlns:a16="http://schemas.microsoft.com/office/drawing/2014/main" id="{711FF6FD-9DA1-8149-A842-36DC2CA16EBC}"/>
                        </a:ext>
                      </a:extLst>
                    </p:cNvPr>
                    <p:cNvSpPr>
                      <a:spLocks noChangeArrowheads="1"/>
                    </p:cNvSpPr>
                    <p:nvPr/>
                  </p:nvSpPr>
                  <p:spPr bwMode="auto">
                    <a:xfrm>
                      <a:off x="3736"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3" name="Group 578">
                    <a:extLst>
                      <a:ext uri="{FF2B5EF4-FFF2-40B4-BE49-F238E27FC236}">
                        <a16:creationId xmlns:a16="http://schemas.microsoft.com/office/drawing/2014/main" id="{AF3C979D-D1FC-214C-ABC2-11CF7068F343}"/>
                      </a:ext>
                    </a:extLst>
                  </p:cNvPr>
                  <p:cNvGrpSpPr>
                    <a:grpSpLocks/>
                  </p:cNvGrpSpPr>
                  <p:nvPr/>
                </p:nvGrpSpPr>
                <p:grpSpPr bwMode="auto">
                  <a:xfrm>
                    <a:off x="4020" y="384"/>
                    <a:ext cx="284" cy="384"/>
                    <a:chOff x="4020" y="384"/>
                    <a:chExt cx="284" cy="384"/>
                  </a:xfrm>
                </p:grpSpPr>
                <p:sp>
                  <p:nvSpPr>
                    <p:cNvPr id="375" name="Rectangle 424">
                      <a:extLst>
                        <a:ext uri="{FF2B5EF4-FFF2-40B4-BE49-F238E27FC236}">
                          <a16:creationId xmlns:a16="http://schemas.microsoft.com/office/drawing/2014/main" id="{1B407CDD-A522-2840-A09F-A629D9E13EFA}"/>
                        </a:ext>
                      </a:extLst>
                    </p:cNvPr>
                    <p:cNvSpPr>
                      <a:spLocks noChangeArrowheads="1"/>
                    </p:cNvSpPr>
                    <p:nvPr/>
                  </p:nvSpPr>
                  <p:spPr bwMode="auto">
                    <a:xfrm>
                      <a:off x="4062" y="393"/>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76" name="Rectangle 577">
                      <a:extLst>
                        <a:ext uri="{FF2B5EF4-FFF2-40B4-BE49-F238E27FC236}">
                          <a16:creationId xmlns:a16="http://schemas.microsoft.com/office/drawing/2014/main" id="{16D06B78-65E4-7643-95E0-79816399B231}"/>
                        </a:ext>
                      </a:extLst>
                    </p:cNvPr>
                    <p:cNvSpPr>
                      <a:spLocks noChangeArrowheads="1"/>
                    </p:cNvSpPr>
                    <p:nvPr/>
                  </p:nvSpPr>
                  <p:spPr bwMode="auto">
                    <a:xfrm>
                      <a:off x="4020" y="38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4" name="Group 580">
                    <a:extLst>
                      <a:ext uri="{FF2B5EF4-FFF2-40B4-BE49-F238E27FC236}">
                        <a16:creationId xmlns:a16="http://schemas.microsoft.com/office/drawing/2014/main" id="{8BA86115-88FA-864C-A802-667D169471F3}"/>
                      </a:ext>
                    </a:extLst>
                  </p:cNvPr>
                  <p:cNvGrpSpPr>
                    <a:grpSpLocks/>
                  </p:cNvGrpSpPr>
                  <p:nvPr/>
                </p:nvGrpSpPr>
                <p:grpSpPr bwMode="auto">
                  <a:xfrm>
                    <a:off x="0" y="768"/>
                    <a:ext cx="1464" cy="384"/>
                    <a:chOff x="0" y="768"/>
                    <a:chExt cx="1464" cy="384"/>
                  </a:xfrm>
                </p:grpSpPr>
                <p:sp>
                  <p:nvSpPr>
                    <p:cNvPr id="373" name="Rectangle 425">
                      <a:extLst>
                        <a:ext uri="{FF2B5EF4-FFF2-40B4-BE49-F238E27FC236}">
                          <a16:creationId xmlns:a16="http://schemas.microsoft.com/office/drawing/2014/main" id="{E299DBF6-B8F1-2143-B205-5F3AC0EB057D}"/>
                        </a:ext>
                      </a:extLst>
                    </p:cNvPr>
                    <p:cNvSpPr>
                      <a:spLocks noChangeArrowheads="1"/>
                    </p:cNvSpPr>
                    <p:nvPr/>
                  </p:nvSpPr>
                  <p:spPr bwMode="auto">
                    <a:xfrm>
                      <a:off x="43" y="768"/>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74" name="Rectangle 579">
                      <a:extLst>
                        <a:ext uri="{FF2B5EF4-FFF2-40B4-BE49-F238E27FC236}">
                          <a16:creationId xmlns:a16="http://schemas.microsoft.com/office/drawing/2014/main" id="{630579EA-54F1-324B-973F-1F160F77AC23}"/>
                        </a:ext>
                      </a:extLst>
                    </p:cNvPr>
                    <p:cNvSpPr>
                      <a:spLocks noChangeArrowheads="1"/>
                    </p:cNvSpPr>
                    <p:nvPr/>
                  </p:nvSpPr>
                  <p:spPr bwMode="auto">
                    <a:xfrm>
                      <a:off x="0" y="768"/>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5" name="Group 582">
                    <a:extLst>
                      <a:ext uri="{FF2B5EF4-FFF2-40B4-BE49-F238E27FC236}">
                        <a16:creationId xmlns:a16="http://schemas.microsoft.com/office/drawing/2014/main" id="{F45CFF46-B8A3-0A40-A01C-BC489E6EB5C6}"/>
                      </a:ext>
                    </a:extLst>
                  </p:cNvPr>
                  <p:cNvGrpSpPr>
                    <a:grpSpLocks/>
                  </p:cNvGrpSpPr>
                  <p:nvPr/>
                </p:nvGrpSpPr>
                <p:grpSpPr bwMode="auto">
                  <a:xfrm>
                    <a:off x="1464" y="768"/>
                    <a:ext cx="284" cy="384"/>
                    <a:chOff x="1464" y="768"/>
                    <a:chExt cx="284" cy="384"/>
                  </a:xfrm>
                </p:grpSpPr>
                <p:sp>
                  <p:nvSpPr>
                    <p:cNvPr id="371" name="Rectangle 426">
                      <a:extLst>
                        <a:ext uri="{FF2B5EF4-FFF2-40B4-BE49-F238E27FC236}">
                          <a16:creationId xmlns:a16="http://schemas.microsoft.com/office/drawing/2014/main" id="{4A5F860F-D34A-EC4B-A8D3-858FD847082B}"/>
                        </a:ext>
                      </a:extLst>
                    </p:cNvPr>
                    <p:cNvSpPr>
                      <a:spLocks noChangeArrowheads="1"/>
                    </p:cNvSpPr>
                    <p:nvPr/>
                  </p:nvSpPr>
                  <p:spPr bwMode="auto">
                    <a:xfrm>
                      <a:off x="1507" y="768"/>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72" name="Rectangle 581">
                      <a:extLst>
                        <a:ext uri="{FF2B5EF4-FFF2-40B4-BE49-F238E27FC236}">
                          <a16:creationId xmlns:a16="http://schemas.microsoft.com/office/drawing/2014/main" id="{FBE2ABF0-EBAE-DC41-AB49-A2D0B7DCE75F}"/>
                        </a:ext>
                      </a:extLst>
                    </p:cNvPr>
                    <p:cNvSpPr>
                      <a:spLocks noChangeArrowheads="1"/>
                    </p:cNvSpPr>
                    <p:nvPr/>
                  </p:nvSpPr>
                  <p:spPr bwMode="auto">
                    <a:xfrm>
                      <a:off x="1464"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6" name="Group 584">
                    <a:extLst>
                      <a:ext uri="{FF2B5EF4-FFF2-40B4-BE49-F238E27FC236}">
                        <a16:creationId xmlns:a16="http://schemas.microsoft.com/office/drawing/2014/main" id="{AE64E72B-784E-2145-8080-1697605F3959}"/>
                      </a:ext>
                    </a:extLst>
                  </p:cNvPr>
                  <p:cNvGrpSpPr>
                    <a:grpSpLocks/>
                  </p:cNvGrpSpPr>
                  <p:nvPr/>
                </p:nvGrpSpPr>
                <p:grpSpPr bwMode="auto">
                  <a:xfrm>
                    <a:off x="1748" y="768"/>
                    <a:ext cx="284" cy="384"/>
                    <a:chOff x="1748" y="768"/>
                    <a:chExt cx="284" cy="384"/>
                  </a:xfrm>
                </p:grpSpPr>
                <p:sp>
                  <p:nvSpPr>
                    <p:cNvPr id="369" name="Rectangle 427">
                      <a:extLst>
                        <a:ext uri="{FF2B5EF4-FFF2-40B4-BE49-F238E27FC236}">
                          <a16:creationId xmlns:a16="http://schemas.microsoft.com/office/drawing/2014/main" id="{BB7575AF-31E0-9743-9BBC-9900BFF42E35}"/>
                        </a:ext>
                      </a:extLst>
                    </p:cNvPr>
                    <p:cNvSpPr>
                      <a:spLocks noChangeArrowheads="1"/>
                    </p:cNvSpPr>
                    <p:nvPr/>
                  </p:nvSpPr>
                  <p:spPr bwMode="auto">
                    <a:xfrm>
                      <a:off x="1791" y="768"/>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70" name="Rectangle 583">
                      <a:extLst>
                        <a:ext uri="{FF2B5EF4-FFF2-40B4-BE49-F238E27FC236}">
                          <a16:creationId xmlns:a16="http://schemas.microsoft.com/office/drawing/2014/main" id="{5C1D0AB5-BFF3-6342-A607-C6AC507C19A1}"/>
                        </a:ext>
                      </a:extLst>
                    </p:cNvPr>
                    <p:cNvSpPr>
                      <a:spLocks noChangeArrowheads="1"/>
                    </p:cNvSpPr>
                    <p:nvPr/>
                  </p:nvSpPr>
                  <p:spPr bwMode="auto">
                    <a:xfrm>
                      <a:off x="1748"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7" name="Group 586">
                    <a:extLst>
                      <a:ext uri="{FF2B5EF4-FFF2-40B4-BE49-F238E27FC236}">
                        <a16:creationId xmlns:a16="http://schemas.microsoft.com/office/drawing/2014/main" id="{066E3300-F4D1-C64F-8380-90E5B5AE5DFB}"/>
                      </a:ext>
                    </a:extLst>
                  </p:cNvPr>
                  <p:cNvGrpSpPr>
                    <a:grpSpLocks/>
                  </p:cNvGrpSpPr>
                  <p:nvPr/>
                </p:nvGrpSpPr>
                <p:grpSpPr bwMode="auto">
                  <a:xfrm>
                    <a:off x="2032" y="768"/>
                    <a:ext cx="284" cy="384"/>
                    <a:chOff x="2032" y="768"/>
                    <a:chExt cx="284" cy="384"/>
                  </a:xfrm>
                </p:grpSpPr>
                <p:sp>
                  <p:nvSpPr>
                    <p:cNvPr id="367" name="Rectangle 428">
                      <a:extLst>
                        <a:ext uri="{FF2B5EF4-FFF2-40B4-BE49-F238E27FC236}">
                          <a16:creationId xmlns:a16="http://schemas.microsoft.com/office/drawing/2014/main" id="{10E87334-7FC3-DD4C-BD3D-2ECDBED78D95}"/>
                        </a:ext>
                      </a:extLst>
                    </p:cNvPr>
                    <p:cNvSpPr>
                      <a:spLocks noChangeArrowheads="1"/>
                    </p:cNvSpPr>
                    <p:nvPr/>
                  </p:nvSpPr>
                  <p:spPr bwMode="auto">
                    <a:xfrm>
                      <a:off x="2075" y="768"/>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68" name="Rectangle 585">
                      <a:extLst>
                        <a:ext uri="{FF2B5EF4-FFF2-40B4-BE49-F238E27FC236}">
                          <a16:creationId xmlns:a16="http://schemas.microsoft.com/office/drawing/2014/main" id="{E9FF90AB-09E8-794E-81BB-C8F0F2E9C246}"/>
                        </a:ext>
                      </a:extLst>
                    </p:cNvPr>
                    <p:cNvSpPr>
                      <a:spLocks noChangeArrowheads="1"/>
                    </p:cNvSpPr>
                    <p:nvPr/>
                  </p:nvSpPr>
                  <p:spPr bwMode="auto">
                    <a:xfrm>
                      <a:off x="2032"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8" name="Group 588">
                    <a:extLst>
                      <a:ext uri="{FF2B5EF4-FFF2-40B4-BE49-F238E27FC236}">
                        <a16:creationId xmlns:a16="http://schemas.microsoft.com/office/drawing/2014/main" id="{FDF19C4F-4171-BC4D-AF47-2ECBFE815446}"/>
                      </a:ext>
                    </a:extLst>
                  </p:cNvPr>
                  <p:cNvGrpSpPr>
                    <a:grpSpLocks/>
                  </p:cNvGrpSpPr>
                  <p:nvPr/>
                </p:nvGrpSpPr>
                <p:grpSpPr bwMode="auto">
                  <a:xfrm>
                    <a:off x="2316" y="768"/>
                    <a:ext cx="284" cy="384"/>
                    <a:chOff x="2316" y="768"/>
                    <a:chExt cx="284" cy="384"/>
                  </a:xfrm>
                </p:grpSpPr>
                <p:sp>
                  <p:nvSpPr>
                    <p:cNvPr id="365" name="Rectangle 429">
                      <a:extLst>
                        <a:ext uri="{FF2B5EF4-FFF2-40B4-BE49-F238E27FC236}">
                          <a16:creationId xmlns:a16="http://schemas.microsoft.com/office/drawing/2014/main" id="{19491413-1F0E-8742-8DDA-0EE1C26A1877}"/>
                        </a:ext>
                      </a:extLst>
                    </p:cNvPr>
                    <p:cNvSpPr>
                      <a:spLocks noChangeArrowheads="1"/>
                    </p:cNvSpPr>
                    <p:nvPr/>
                  </p:nvSpPr>
                  <p:spPr bwMode="auto">
                    <a:xfrm>
                      <a:off x="2359" y="768"/>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66" name="Rectangle 587">
                      <a:extLst>
                        <a:ext uri="{FF2B5EF4-FFF2-40B4-BE49-F238E27FC236}">
                          <a16:creationId xmlns:a16="http://schemas.microsoft.com/office/drawing/2014/main" id="{A9D5068F-62C6-7647-8833-98226F558E84}"/>
                        </a:ext>
                      </a:extLst>
                    </p:cNvPr>
                    <p:cNvSpPr>
                      <a:spLocks noChangeArrowheads="1"/>
                    </p:cNvSpPr>
                    <p:nvPr/>
                  </p:nvSpPr>
                  <p:spPr bwMode="auto">
                    <a:xfrm>
                      <a:off x="2316"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49" name="Group 590">
                    <a:extLst>
                      <a:ext uri="{FF2B5EF4-FFF2-40B4-BE49-F238E27FC236}">
                        <a16:creationId xmlns:a16="http://schemas.microsoft.com/office/drawing/2014/main" id="{309E3417-CC6E-5942-AD97-8F87E889F265}"/>
                      </a:ext>
                    </a:extLst>
                  </p:cNvPr>
                  <p:cNvGrpSpPr>
                    <a:grpSpLocks/>
                  </p:cNvGrpSpPr>
                  <p:nvPr/>
                </p:nvGrpSpPr>
                <p:grpSpPr bwMode="auto">
                  <a:xfrm>
                    <a:off x="2600" y="768"/>
                    <a:ext cx="284" cy="384"/>
                    <a:chOff x="2600" y="768"/>
                    <a:chExt cx="284" cy="384"/>
                  </a:xfrm>
                </p:grpSpPr>
                <p:sp>
                  <p:nvSpPr>
                    <p:cNvPr id="363" name="Rectangle 430">
                      <a:extLst>
                        <a:ext uri="{FF2B5EF4-FFF2-40B4-BE49-F238E27FC236}">
                          <a16:creationId xmlns:a16="http://schemas.microsoft.com/office/drawing/2014/main" id="{33C26FAA-D88A-934E-8D84-C6F6D4C2EE8D}"/>
                        </a:ext>
                      </a:extLst>
                    </p:cNvPr>
                    <p:cNvSpPr>
                      <a:spLocks noChangeArrowheads="1"/>
                    </p:cNvSpPr>
                    <p:nvPr/>
                  </p:nvSpPr>
                  <p:spPr bwMode="auto">
                    <a:xfrm>
                      <a:off x="2643" y="768"/>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64" name="Rectangle 589">
                      <a:extLst>
                        <a:ext uri="{FF2B5EF4-FFF2-40B4-BE49-F238E27FC236}">
                          <a16:creationId xmlns:a16="http://schemas.microsoft.com/office/drawing/2014/main" id="{FD26A905-ECB8-0A4F-912A-3E58A0007B53}"/>
                        </a:ext>
                      </a:extLst>
                    </p:cNvPr>
                    <p:cNvSpPr>
                      <a:spLocks noChangeArrowheads="1"/>
                    </p:cNvSpPr>
                    <p:nvPr/>
                  </p:nvSpPr>
                  <p:spPr bwMode="auto">
                    <a:xfrm>
                      <a:off x="2600"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0" name="Group 592">
                    <a:extLst>
                      <a:ext uri="{FF2B5EF4-FFF2-40B4-BE49-F238E27FC236}">
                        <a16:creationId xmlns:a16="http://schemas.microsoft.com/office/drawing/2014/main" id="{DF6A1F12-1E42-234D-82BF-D6FAE41F276A}"/>
                      </a:ext>
                    </a:extLst>
                  </p:cNvPr>
                  <p:cNvGrpSpPr>
                    <a:grpSpLocks/>
                  </p:cNvGrpSpPr>
                  <p:nvPr/>
                </p:nvGrpSpPr>
                <p:grpSpPr bwMode="auto">
                  <a:xfrm>
                    <a:off x="2884" y="768"/>
                    <a:ext cx="284" cy="384"/>
                    <a:chOff x="2884" y="768"/>
                    <a:chExt cx="284" cy="384"/>
                  </a:xfrm>
                </p:grpSpPr>
                <p:sp>
                  <p:nvSpPr>
                    <p:cNvPr id="361" name="Rectangle 431">
                      <a:extLst>
                        <a:ext uri="{FF2B5EF4-FFF2-40B4-BE49-F238E27FC236}">
                          <a16:creationId xmlns:a16="http://schemas.microsoft.com/office/drawing/2014/main" id="{55FC4A58-C03D-9844-8A2E-56E250707E51}"/>
                        </a:ext>
                      </a:extLst>
                    </p:cNvPr>
                    <p:cNvSpPr>
                      <a:spLocks noChangeArrowheads="1"/>
                    </p:cNvSpPr>
                    <p:nvPr/>
                  </p:nvSpPr>
                  <p:spPr bwMode="auto">
                    <a:xfrm>
                      <a:off x="2927" y="768"/>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62" name="Rectangle 591">
                      <a:extLst>
                        <a:ext uri="{FF2B5EF4-FFF2-40B4-BE49-F238E27FC236}">
                          <a16:creationId xmlns:a16="http://schemas.microsoft.com/office/drawing/2014/main" id="{1037533B-2C4C-B542-B84C-ABD2C70BD5FB}"/>
                        </a:ext>
                      </a:extLst>
                    </p:cNvPr>
                    <p:cNvSpPr>
                      <a:spLocks noChangeArrowheads="1"/>
                    </p:cNvSpPr>
                    <p:nvPr/>
                  </p:nvSpPr>
                  <p:spPr bwMode="auto">
                    <a:xfrm>
                      <a:off x="2884"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1" name="Group 594">
                    <a:extLst>
                      <a:ext uri="{FF2B5EF4-FFF2-40B4-BE49-F238E27FC236}">
                        <a16:creationId xmlns:a16="http://schemas.microsoft.com/office/drawing/2014/main" id="{4FBE3846-4FB3-E141-A008-4D179F1B96C3}"/>
                      </a:ext>
                    </a:extLst>
                  </p:cNvPr>
                  <p:cNvGrpSpPr>
                    <a:grpSpLocks/>
                  </p:cNvGrpSpPr>
                  <p:nvPr/>
                </p:nvGrpSpPr>
                <p:grpSpPr bwMode="auto">
                  <a:xfrm>
                    <a:off x="3168" y="768"/>
                    <a:ext cx="284" cy="384"/>
                    <a:chOff x="3168" y="768"/>
                    <a:chExt cx="284" cy="384"/>
                  </a:xfrm>
                </p:grpSpPr>
                <p:sp>
                  <p:nvSpPr>
                    <p:cNvPr id="359" name="Rectangle 432">
                      <a:extLst>
                        <a:ext uri="{FF2B5EF4-FFF2-40B4-BE49-F238E27FC236}">
                          <a16:creationId xmlns:a16="http://schemas.microsoft.com/office/drawing/2014/main" id="{43C02717-D1A9-9D4F-A9B5-A53440D178D1}"/>
                        </a:ext>
                      </a:extLst>
                    </p:cNvPr>
                    <p:cNvSpPr>
                      <a:spLocks noChangeArrowheads="1"/>
                    </p:cNvSpPr>
                    <p:nvPr/>
                  </p:nvSpPr>
                  <p:spPr bwMode="auto">
                    <a:xfrm>
                      <a:off x="3210" y="768"/>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60" name="Rectangle 593">
                      <a:extLst>
                        <a:ext uri="{FF2B5EF4-FFF2-40B4-BE49-F238E27FC236}">
                          <a16:creationId xmlns:a16="http://schemas.microsoft.com/office/drawing/2014/main" id="{8258E29C-915D-7441-9E82-43E2525BFC34}"/>
                        </a:ext>
                      </a:extLst>
                    </p:cNvPr>
                    <p:cNvSpPr>
                      <a:spLocks noChangeArrowheads="1"/>
                    </p:cNvSpPr>
                    <p:nvPr/>
                  </p:nvSpPr>
                  <p:spPr bwMode="auto">
                    <a:xfrm>
                      <a:off x="3168"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2" name="Group 596">
                    <a:extLst>
                      <a:ext uri="{FF2B5EF4-FFF2-40B4-BE49-F238E27FC236}">
                        <a16:creationId xmlns:a16="http://schemas.microsoft.com/office/drawing/2014/main" id="{A42EFA4A-DECF-9F4B-A696-3F257677D17B}"/>
                      </a:ext>
                    </a:extLst>
                  </p:cNvPr>
                  <p:cNvGrpSpPr>
                    <a:grpSpLocks/>
                  </p:cNvGrpSpPr>
                  <p:nvPr/>
                </p:nvGrpSpPr>
                <p:grpSpPr bwMode="auto">
                  <a:xfrm>
                    <a:off x="3452" y="768"/>
                    <a:ext cx="284" cy="384"/>
                    <a:chOff x="3452" y="768"/>
                    <a:chExt cx="284" cy="384"/>
                  </a:xfrm>
                </p:grpSpPr>
                <p:sp>
                  <p:nvSpPr>
                    <p:cNvPr id="357" name="Rectangle 433">
                      <a:extLst>
                        <a:ext uri="{FF2B5EF4-FFF2-40B4-BE49-F238E27FC236}">
                          <a16:creationId xmlns:a16="http://schemas.microsoft.com/office/drawing/2014/main" id="{1755EB1C-6BD7-0749-9F52-BE293FDCE464}"/>
                        </a:ext>
                      </a:extLst>
                    </p:cNvPr>
                    <p:cNvSpPr>
                      <a:spLocks noChangeArrowheads="1"/>
                    </p:cNvSpPr>
                    <p:nvPr/>
                  </p:nvSpPr>
                  <p:spPr bwMode="auto">
                    <a:xfrm>
                      <a:off x="3495" y="768"/>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58" name="Rectangle 595">
                      <a:extLst>
                        <a:ext uri="{FF2B5EF4-FFF2-40B4-BE49-F238E27FC236}">
                          <a16:creationId xmlns:a16="http://schemas.microsoft.com/office/drawing/2014/main" id="{00DD87A2-EE6A-0042-A5BA-B9DD993CE1DC}"/>
                        </a:ext>
                      </a:extLst>
                    </p:cNvPr>
                    <p:cNvSpPr>
                      <a:spLocks noChangeArrowheads="1"/>
                    </p:cNvSpPr>
                    <p:nvPr/>
                  </p:nvSpPr>
                  <p:spPr bwMode="auto">
                    <a:xfrm>
                      <a:off x="3452"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3" name="Group 598">
                    <a:extLst>
                      <a:ext uri="{FF2B5EF4-FFF2-40B4-BE49-F238E27FC236}">
                        <a16:creationId xmlns:a16="http://schemas.microsoft.com/office/drawing/2014/main" id="{77218080-F176-B644-B09D-F55FAAFD9A43}"/>
                      </a:ext>
                    </a:extLst>
                  </p:cNvPr>
                  <p:cNvGrpSpPr>
                    <a:grpSpLocks/>
                  </p:cNvGrpSpPr>
                  <p:nvPr/>
                </p:nvGrpSpPr>
                <p:grpSpPr bwMode="auto">
                  <a:xfrm>
                    <a:off x="3736" y="768"/>
                    <a:ext cx="284" cy="384"/>
                    <a:chOff x="3736" y="768"/>
                    <a:chExt cx="284" cy="384"/>
                  </a:xfrm>
                </p:grpSpPr>
                <p:sp>
                  <p:nvSpPr>
                    <p:cNvPr id="355" name="Rectangle 434">
                      <a:extLst>
                        <a:ext uri="{FF2B5EF4-FFF2-40B4-BE49-F238E27FC236}">
                          <a16:creationId xmlns:a16="http://schemas.microsoft.com/office/drawing/2014/main" id="{C8ED7287-1B49-F54F-8F6A-2C2146813851}"/>
                        </a:ext>
                      </a:extLst>
                    </p:cNvPr>
                    <p:cNvSpPr>
                      <a:spLocks noChangeArrowheads="1"/>
                    </p:cNvSpPr>
                    <p:nvPr/>
                  </p:nvSpPr>
                  <p:spPr bwMode="auto">
                    <a:xfrm>
                      <a:off x="3779" y="768"/>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56" name="Rectangle 597">
                      <a:extLst>
                        <a:ext uri="{FF2B5EF4-FFF2-40B4-BE49-F238E27FC236}">
                          <a16:creationId xmlns:a16="http://schemas.microsoft.com/office/drawing/2014/main" id="{A7E7D57F-D983-0245-8B44-0C56503AAE38}"/>
                        </a:ext>
                      </a:extLst>
                    </p:cNvPr>
                    <p:cNvSpPr>
                      <a:spLocks noChangeArrowheads="1"/>
                    </p:cNvSpPr>
                    <p:nvPr/>
                  </p:nvSpPr>
                  <p:spPr bwMode="auto">
                    <a:xfrm>
                      <a:off x="3736"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4" name="Group 600">
                    <a:extLst>
                      <a:ext uri="{FF2B5EF4-FFF2-40B4-BE49-F238E27FC236}">
                        <a16:creationId xmlns:a16="http://schemas.microsoft.com/office/drawing/2014/main" id="{335AA716-3586-7349-A928-BB3314EF5E3D}"/>
                      </a:ext>
                    </a:extLst>
                  </p:cNvPr>
                  <p:cNvGrpSpPr>
                    <a:grpSpLocks/>
                  </p:cNvGrpSpPr>
                  <p:nvPr/>
                </p:nvGrpSpPr>
                <p:grpSpPr bwMode="auto">
                  <a:xfrm>
                    <a:off x="4020" y="768"/>
                    <a:ext cx="284" cy="384"/>
                    <a:chOff x="4020" y="768"/>
                    <a:chExt cx="284" cy="384"/>
                  </a:xfrm>
                </p:grpSpPr>
                <p:sp>
                  <p:nvSpPr>
                    <p:cNvPr id="353" name="Rectangle 435">
                      <a:extLst>
                        <a:ext uri="{FF2B5EF4-FFF2-40B4-BE49-F238E27FC236}">
                          <a16:creationId xmlns:a16="http://schemas.microsoft.com/office/drawing/2014/main" id="{47ACE5D1-7F2C-0B45-A48A-2D5C6FF59F15}"/>
                        </a:ext>
                      </a:extLst>
                    </p:cNvPr>
                    <p:cNvSpPr>
                      <a:spLocks noChangeArrowheads="1"/>
                    </p:cNvSpPr>
                    <p:nvPr/>
                  </p:nvSpPr>
                  <p:spPr bwMode="auto">
                    <a:xfrm>
                      <a:off x="4062" y="768"/>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54" name="Rectangle 599">
                      <a:extLst>
                        <a:ext uri="{FF2B5EF4-FFF2-40B4-BE49-F238E27FC236}">
                          <a16:creationId xmlns:a16="http://schemas.microsoft.com/office/drawing/2014/main" id="{7421A2AF-493F-5F49-80FC-3ACD5ED786F6}"/>
                        </a:ext>
                      </a:extLst>
                    </p:cNvPr>
                    <p:cNvSpPr>
                      <a:spLocks noChangeArrowheads="1"/>
                    </p:cNvSpPr>
                    <p:nvPr/>
                  </p:nvSpPr>
                  <p:spPr bwMode="auto">
                    <a:xfrm>
                      <a:off x="4020" y="76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5" name="Group 602">
                    <a:extLst>
                      <a:ext uri="{FF2B5EF4-FFF2-40B4-BE49-F238E27FC236}">
                        <a16:creationId xmlns:a16="http://schemas.microsoft.com/office/drawing/2014/main" id="{E65D8D45-78D2-5549-9807-FB491F85A908}"/>
                      </a:ext>
                    </a:extLst>
                  </p:cNvPr>
                  <p:cNvGrpSpPr>
                    <a:grpSpLocks/>
                  </p:cNvGrpSpPr>
                  <p:nvPr/>
                </p:nvGrpSpPr>
                <p:grpSpPr bwMode="auto">
                  <a:xfrm>
                    <a:off x="0" y="1152"/>
                    <a:ext cx="1464" cy="384"/>
                    <a:chOff x="0" y="1152"/>
                    <a:chExt cx="1464" cy="384"/>
                  </a:xfrm>
                </p:grpSpPr>
                <p:sp>
                  <p:nvSpPr>
                    <p:cNvPr id="351" name="Rectangle 436">
                      <a:extLst>
                        <a:ext uri="{FF2B5EF4-FFF2-40B4-BE49-F238E27FC236}">
                          <a16:creationId xmlns:a16="http://schemas.microsoft.com/office/drawing/2014/main" id="{10B04326-0459-B949-BC14-87BAB8AB24C9}"/>
                        </a:ext>
                      </a:extLst>
                    </p:cNvPr>
                    <p:cNvSpPr>
                      <a:spLocks noChangeArrowheads="1"/>
                    </p:cNvSpPr>
                    <p:nvPr/>
                  </p:nvSpPr>
                  <p:spPr bwMode="auto">
                    <a:xfrm>
                      <a:off x="43" y="1152"/>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52" name="Rectangle 601">
                      <a:extLst>
                        <a:ext uri="{FF2B5EF4-FFF2-40B4-BE49-F238E27FC236}">
                          <a16:creationId xmlns:a16="http://schemas.microsoft.com/office/drawing/2014/main" id="{DB18FB81-8797-5945-A9F4-744952ECFB32}"/>
                        </a:ext>
                      </a:extLst>
                    </p:cNvPr>
                    <p:cNvSpPr>
                      <a:spLocks noChangeArrowheads="1"/>
                    </p:cNvSpPr>
                    <p:nvPr/>
                  </p:nvSpPr>
                  <p:spPr bwMode="auto">
                    <a:xfrm>
                      <a:off x="0" y="1152"/>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6" name="Group 604">
                    <a:extLst>
                      <a:ext uri="{FF2B5EF4-FFF2-40B4-BE49-F238E27FC236}">
                        <a16:creationId xmlns:a16="http://schemas.microsoft.com/office/drawing/2014/main" id="{0930E07A-721E-9F4D-9DF0-F2DC874584DC}"/>
                      </a:ext>
                    </a:extLst>
                  </p:cNvPr>
                  <p:cNvGrpSpPr>
                    <a:grpSpLocks/>
                  </p:cNvGrpSpPr>
                  <p:nvPr/>
                </p:nvGrpSpPr>
                <p:grpSpPr bwMode="auto">
                  <a:xfrm>
                    <a:off x="1464" y="1152"/>
                    <a:ext cx="284" cy="384"/>
                    <a:chOff x="1464" y="1152"/>
                    <a:chExt cx="284" cy="384"/>
                  </a:xfrm>
                </p:grpSpPr>
                <p:sp>
                  <p:nvSpPr>
                    <p:cNvPr id="349" name="Rectangle 437">
                      <a:extLst>
                        <a:ext uri="{FF2B5EF4-FFF2-40B4-BE49-F238E27FC236}">
                          <a16:creationId xmlns:a16="http://schemas.microsoft.com/office/drawing/2014/main" id="{92023F94-DEF1-A54D-BB33-14B7016D9150}"/>
                        </a:ext>
                      </a:extLst>
                    </p:cNvPr>
                    <p:cNvSpPr>
                      <a:spLocks noChangeArrowheads="1"/>
                    </p:cNvSpPr>
                    <p:nvPr/>
                  </p:nvSpPr>
                  <p:spPr bwMode="auto">
                    <a:xfrm>
                      <a:off x="1507" y="1152"/>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50" name="Rectangle 603">
                      <a:extLst>
                        <a:ext uri="{FF2B5EF4-FFF2-40B4-BE49-F238E27FC236}">
                          <a16:creationId xmlns:a16="http://schemas.microsoft.com/office/drawing/2014/main" id="{7FE8F5A0-314B-3B49-AA01-5408BC1C1687}"/>
                        </a:ext>
                      </a:extLst>
                    </p:cNvPr>
                    <p:cNvSpPr>
                      <a:spLocks noChangeArrowheads="1"/>
                    </p:cNvSpPr>
                    <p:nvPr/>
                  </p:nvSpPr>
                  <p:spPr bwMode="auto">
                    <a:xfrm>
                      <a:off x="1464"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7" name="Group 606">
                    <a:extLst>
                      <a:ext uri="{FF2B5EF4-FFF2-40B4-BE49-F238E27FC236}">
                        <a16:creationId xmlns:a16="http://schemas.microsoft.com/office/drawing/2014/main" id="{4DFEA0AA-D30C-8249-BDCB-0C9CCE1E3FC6}"/>
                      </a:ext>
                    </a:extLst>
                  </p:cNvPr>
                  <p:cNvGrpSpPr>
                    <a:grpSpLocks/>
                  </p:cNvGrpSpPr>
                  <p:nvPr/>
                </p:nvGrpSpPr>
                <p:grpSpPr bwMode="auto">
                  <a:xfrm>
                    <a:off x="1748" y="1152"/>
                    <a:ext cx="284" cy="384"/>
                    <a:chOff x="1748" y="1152"/>
                    <a:chExt cx="284" cy="384"/>
                  </a:xfrm>
                </p:grpSpPr>
                <p:sp>
                  <p:nvSpPr>
                    <p:cNvPr id="347" name="Rectangle 438">
                      <a:extLst>
                        <a:ext uri="{FF2B5EF4-FFF2-40B4-BE49-F238E27FC236}">
                          <a16:creationId xmlns:a16="http://schemas.microsoft.com/office/drawing/2014/main" id="{AC4F92EF-6107-3E48-85ED-C68EC3A170C7}"/>
                        </a:ext>
                      </a:extLst>
                    </p:cNvPr>
                    <p:cNvSpPr>
                      <a:spLocks noChangeArrowheads="1"/>
                    </p:cNvSpPr>
                    <p:nvPr/>
                  </p:nvSpPr>
                  <p:spPr bwMode="auto">
                    <a:xfrm>
                      <a:off x="1791" y="1152"/>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48" name="Rectangle 605">
                      <a:extLst>
                        <a:ext uri="{FF2B5EF4-FFF2-40B4-BE49-F238E27FC236}">
                          <a16:creationId xmlns:a16="http://schemas.microsoft.com/office/drawing/2014/main" id="{86800177-F383-D14A-8055-25EB76740F8C}"/>
                        </a:ext>
                      </a:extLst>
                    </p:cNvPr>
                    <p:cNvSpPr>
                      <a:spLocks noChangeArrowheads="1"/>
                    </p:cNvSpPr>
                    <p:nvPr/>
                  </p:nvSpPr>
                  <p:spPr bwMode="auto">
                    <a:xfrm>
                      <a:off x="1748"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8" name="Group 608">
                    <a:extLst>
                      <a:ext uri="{FF2B5EF4-FFF2-40B4-BE49-F238E27FC236}">
                        <a16:creationId xmlns:a16="http://schemas.microsoft.com/office/drawing/2014/main" id="{615F2D94-8103-F345-86A1-6A84F9D20560}"/>
                      </a:ext>
                    </a:extLst>
                  </p:cNvPr>
                  <p:cNvGrpSpPr>
                    <a:grpSpLocks/>
                  </p:cNvGrpSpPr>
                  <p:nvPr/>
                </p:nvGrpSpPr>
                <p:grpSpPr bwMode="auto">
                  <a:xfrm>
                    <a:off x="2032" y="1152"/>
                    <a:ext cx="284" cy="384"/>
                    <a:chOff x="2032" y="1152"/>
                    <a:chExt cx="284" cy="384"/>
                  </a:xfrm>
                </p:grpSpPr>
                <p:sp>
                  <p:nvSpPr>
                    <p:cNvPr id="345" name="Rectangle 439">
                      <a:extLst>
                        <a:ext uri="{FF2B5EF4-FFF2-40B4-BE49-F238E27FC236}">
                          <a16:creationId xmlns:a16="http://schemas.microsoft.com/office/drawing/2014/main" id="{994A1F90-18B2-524F-B921-C62946A3BD18}"/>
                        </a:ext>
                      </a:extLst>
                    </p:cNvPr>
                    <p:cNvSpPr>
                      <a:spLocks noChangeArrowheads="1"/>
                    </p:cNvSpPr>
                    <p:nvPr/>
                  </p:nvSpPr>
                  <p:spPr bwMode="auto">
                    <a:xfrm>
                      <a:off x="2075" y="1152"/>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46" name="Rectangle 607">
                      <a:extLst>
                        <a:ext uri="{FF2B5EF4-FFF2-40B4-BE49-F238E27FC236}">
                          <a16:creationId xmlns:a16="http://schemas.microsoft.com/office/drawing/2014/main" id="{1760047E-39A5-5A4A-A3B2-73CAF134FDD7}"/>
                        </a:ext>
                      </a:extLst>
                    </p:cNvPr>
                    <p:cNvSpPr>
                      <a:spLocks noChangeArrowheads="1"/>
                    </p:cNvSpPr>
                    <p:nvPr/>
                  </p:nvSpPr>
                  <p:spPr bwMode="auto">
                    <a:xfrm>
                      <a:off x="2032"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59" name="Group 610">
                    <a:extLst>
                      <a:ext uri="{FF2B5EF4-FFF2-40B4-BE49-F238E27FC236}">
                        <a16:creationId xmlns:a16="http://schemas.microsoft.com/office/drawing/2014/main" id="{B95BA12E-EFD8-184F-929A-A5DFF8E53B16}"/>
                      </a:ext>
                    </a:extLst>
                  </p:cNvPr>
                  <p:cNvGrpSpPr>
                    <a:grpSpLocks/>
                  </p:cNvGrpSpPr>
                  <p:nvPr/>
                </p:nvGrpSpPr>
                <p:grpSpPr bwMode="auto">
                  <a:xfrm>
                    <a:off x="2316" y="1152"/>
                    <a:ext cx="284" cy="384"/>
                    <a:chOff x="2316" y="1152"/>
                    <a:chExt cx="284" cy="384"/>
                  </a:xfrm>
                </p:grpSpPr>
                <p:sp>
                  <p:nvSpPr>
                    <p:cNvPr id="343" name="Rectangle 440">
                      <a:extLst>
                        <a:ext uri="{FF2B5EF4-FFF2-40B4-BE49-F238E27FC236}">
                          <a16:creationId xmlns:a16="http://schemas.microsoft.com/office/drawing/2014/main" id="{964F29AF-B8DC-F24E-B2DF-4D1622880A1A}"/>
                        </a:ext>
                      </a:extLst>
                    </p:cNvPr>
                    <p:cNvSpPr>
                      <a:spLocks noChangeArrowheads="1"/>
                    </p:cNvSpPr>
                    <p:nvPr/>
                  </p:nvSpPr>
                  <p:spPr bwMode="auto">
                    <a:xfrm>
                      <a:off x="2359" y="1152"/>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44" name="Rectangle 609">
                      <a:extLst>
                        <a:ext uri="{FF2B5EF4-FFF2-40B4-BE49-F238E27FC236}">
                          <a16:creationId xmlns:a16="http://schemas.microsoft.com/office/drawing/2014/main" id="{4B792EDB-B3E6-424E-846B-456C6F4935C2}"/>
                        </a:ext>
                      </a:extLst>
                    </p:cNvPr>
                    <p:cNvSpPr>
                      <a:spLocks noChangeArrowheads="1"/>
                    </p:cNvSpPr>
                    <p:nvPr/>
                  </p:nvSpPr>
                  <p:spPr bwMode="auto">
                    <a:xfrm>
                      <a:off x="2316"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0" name="Group 612">
                    <a:extLst>
                      <a:ext uri="{FF2B5EF4-FFF2-40B4-BE49-F238E27FC236}">
                        <a16:creationId xmlns:a16="http://schemas.microsoft.com/office/drawing/2014/main" id="{9F8DFE0B-F612-B942-9B24-57EC8FB3F36F}"/>
                      </a:ext>
                    </a:extLst>
                  </p:cNvPr>
                  <p:cNvGrpSpPr>
                    <a:grpSpLocks/>
                  </p:cNvGrpSpPr>
                  <p:nvPr/>
                </p:nvGrpSpPr>
                <p:grpSpPr bwMode="auto">
                  <a:xfrm>
                    <a:off x="2600" y="1152"/>
                    <a:ext cx="284" cy="384"/>
                    <a:chOff x="2600" y="1152"/>
                    <a:chExt cx="284" cy="384"/>
                  </a:xfrm>
                </p:grpSpPr>
                <p:sp>
                  <p:nvSpPr>
                    <p:cNvPr id="341" name="Rectangle 441">
                      <a:extLst>
                        <a:ext uri="{FF2B5EF4-FFF2-40B4-BE49-F238E27FC236}">
                          <a16:creationId xmlns:a16="http://schemas.microsoft.com/office/drawing/2014/main" id="{2DCD6480-A569-2640-80A5-737FF676CC65}"/>
                        </a:ext>
                      </a:extLst>
                    </p:cNvPr>
                    <p:cNvSpPr>
                      <a:spLocks noChangeArrowheads="1"/>
                    </p:cNvSpPr>
                    <p:nvPr/>
                  </p:nvSpPr>
                  <p:spPr bwMode="auto">
                    <a:xfrm>
                      <a:off x="2643" y="1152"/>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42" name="Rectangle 611">
                      <a:extLst>
                        <a:ext uri="{FF2B5EF4-FFF2-40B4-BE49-F238E27FC236}">
                          <a16:creationId xmlns:a16="http://schemas.microsoft.com/office/drawing/2014/main" id="{45576680-D08A-B541-A4F5-7C88A2BC607A}"/>
                        </a:ext>
                      </a:extLst>
                    </p:cNvPr>
                    <p:cNvSpPr>
                      <a:spLocks noChangeArrowheads="1"/>
                    </p:cNvSpPr>
                    <p:nvPr/>
                  </p:nvSpPr>
                  <p:spPr bwMode="auto">
                    <a:xfrm>
                      <a:off x="2600"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1" name="Group 614">
                    <a:extLst>
                      <a:ext uri="{FF2B5EF4-FFF2-40B4-BE49-F238E27FC236}">
                        <a16:creationId xmlns:a16="http://schemas.microsoft.com/office/drawing/2014/main" id="{96F40926-0B06-9442-AAAD-34B5FB769F24}"/>
                      </a:ext>
                    </a:extLst>
                  </p:cNvPr>
                  <p:cNvGrpSpPr>
                    <a:grpSpLocks/>
                  </p:cNvGrpSpPr>
                  <p:nvPr/>
                </p:nvGrpSpPr>
                <p:grpSpPr bwMode="auto">
                  <a:xfrm>
                    <a:off x="2884" y="1152"/>
                    <a:ext cx="284" cy="384"/>
                    <a:chOff x="2884" y="1152"/>
                    <a:chExt cx="284" cy="384"/>
                  </a:xfrm>
                </p:grpSpPr>
                <p:sp>
                  <p:nvSpPr>
                    <p:cNvPr id="339" name="Rectangle 442">
                      <a:extLst>
                        <a:ext uri="{FF2B5EF4-FFF2-40B4-BE49-F238E27FC236}">
                          <a16:creationId xmlns:a16="http://schemas.microsoft.com/office/drawing/2014/main" id="{E72A9EDB-FB66-0049-BD1D-FD2E50FC9415}"/>
                        </a:ext>
                      </a:extLst>
                    </p:cNvPr>
                    <p:cNvSpPr>
                      <a:spLocks noChangeArrowheads="1"/>
                    </p:cNvSpPr>
                    <p:nvPr/>
                  </p:nvSpPr>
                  <p:spPr bwMode="auto">
                    <a:xfrm>
                      <a:off x="2927" y="1152"/>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40" name="Rectangle 613">
                      <a:extLst>
                        <a:ext uri="{FF2B5EF4-FFF2-40B4-BE49-F238E27FC236}">
                          <a16:creationId xmlns:a16="http://schemas.microsoft.com/office/drawing/2014/main" id="{424BAAF0-F911-A64C-9468-CF4F9331BA42}"/>
                        </a:ext>
                      </a:extLst>
                    </p:cNvPr>
                    <p:cNvSpPr>
                      <a:spLocks noChangeArrowheads="1"/>
                    </p:cNvSpPr>
                    <p:nvPr/>
                  </p:nvSpPr>
                  <p:spPr bwMode="auto">
                    <a:xfrm>
                      <a:off x="2884"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2" name="Group 616">
                    <a:extLst>
                      <a:ext uri="{FF2B5EF4-FFF2-40B4-BE49-F238E27FC236}">
                        <a16:creationId xmlns:a16="http://schemas.microsoft.com/office/drawing/2014/main" id="{1093A0F8-5826-9442-B09D-3999F05AFF6E}"/>
                      </a:ext>
                    </a:extLst>
                  </p:cNvPr>
                  <p:cNvGrpSpPr>
                    <a:grpSpLocks/>
                  </p:cNvGrpSpPr>
                  <p:nvPr/>
                </p:nvGrpSpPr>
                <p:grpSpPr bwMode="auto">
                  <a:xfrm>
                    <a:off x="3168" y="1152"/>
                    <a:ext cx="284" cy="384"/>
                    <a:chOff x="3168" y="1152"/>
                    <a:chExt cx="284" cy="384"/>
                  </a:xfrm>
                </p:grpSpPr>
                <p:sp>
                  <p:nvSpPr>
                    <p:cNvPr id="337" name="Rectangle 443">
                      <a:extLst>
                        <a:ext uri="{FF2B5EF4-FFF2-40B4-BE49-F238E27FC236}">
                          <a16:creationId xmlns:a16="http://schemas.microsoft.com/office/drawing/2014/main" id="{5B1C6575-F083-5841-BD77-A71A60ED2965}"/>
                        </a:ext>
                      </a:extLst>
                    </p:cNvPr>
                    <p:cNvSpPr>
                      <a:spLocks noChangeArrowheads="1"/>
                    </p:cNvSpPr>
                    <p:nvPr/>
                  </p:nvSpPr>
                  <p:spPr bwMode="auto">
                    <a:xfrm>
                      <a:off x="3210" y="1152"/>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38" name="Rectangle 615">
                      <a:extLst>
                        <a:ext uri="{FF2B5EF4-FFF2-40B4-BE49-F238E27FC236}">
                          <a16:creationId xmlns:a16="http://schemas.microsoft.com/office/drawing/2014/main" id="{540CC5EB-A135-DC47-B7DB-C75FD0ACAA48}"/>
                        </a:ext>
                      </a:extLst>
                    </p:cNvPr>
                    <p:cNvSpPr>
                      <a:spLocks noChangeArrowheads="1"/>
                    </p:cNvSpPr>
                    <p:nvPr/>
                  </p:nvSpPr>
                  <p:spPr bwMode="auto">
                    <a:xfrm>
                      <a:off x="3168"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3" name="Group 618">
                    <a:extLst>
                      <a:ext uri="{FF2B5EF4-FFF2-40B4-BE49-F238E27FC236}">
                        <a16:creationId xmlns:a16="http://schemas.microsoft.com/office/drawing/2014/main" id="{263DE912-C5FF-9546-8D59-8E958F7046BD}"/>
                      </a:ext>
                    </a:extLst>
                  </p:cNvPr>
                  <p:cNvGrpSpPr>
                    <a:grpSpLocks/>
                  </p:cNvGrpSpPr>
                  <p:nvPr/>
                </p:nvGrpSpPr>
                <p:grpSpPr bwMode="auto">
                  <a:xfrm>
                    <a:off x="3452" y="1152"/>
                    <a:ext cx="284" cy="384"/>
                    <a:chOff x="3452" y="1152"/>
                    <a:chExt cx="284" cy="384"/>
                  </a:xfrm>
                </p:grpSpPr>
                <p:sp>
                  <p:nvSpPr>
                    <p:cNvPr id="335" name="Rectangle 444">
                      <a:extLst>
                        <a:ext uri="{FF2B5EF4-FFF2-40B4-BE49-F238E27FC236}">
                          <a16:creationId xmlns:a16="http://schemas.microsoft.com/office/drawing/2014/main" id="{44A46B13-DC1B-A841-85C3-3F51F82C470A}"/>
                        </a:ext>
                      </a:extLst>
                    </p:cNvPr>
                    <p:cNvSpPr>
                      <a:spLocks noChangeArrowheads="1"/>
                    </p:cNvSpPr>
                    <p:nvPr/>
                  </p:nvSpPr>
                  <p:spPr bwMode="auto">
                    <a:xfrm>
                      <a:off x="3495" y="1152"/>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36" name="Rectangle 617">
                      <a:extLst>
                        <a:ext uri="{FF2B5EF4-FFF2-40B4-BE49-F238E27FC236}">
                          <a16:creationId xmlns:a16="http://schemas.microsoft.com/office/drawing/2014/main" id="{098A880B-210D-5641-BF40-2EC4BFF423DD}"/>
                        </a:ext>
                      </a:extLst>
                    </p:cNvPr>
                    <p:cNvSpPr>
                      <a:spLocks noChangeArrowheads="1"/>
                    </p:cNvSpPr>
                    <p:nvPr/>
                  </p:nvSpPr>
                  <p:spPr bwMode="auto">
                    <a:xfrm>
                      <a:off x="3452"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4" name="Group 620">
                    <a:extLst>
                      <a:ext uri="{FF2B5EF4-FFF2-40B4-BE49-F238E27FC236}">
                        <a16:creationId xmlns:a16="http://schemas.microsoft.com/office/drawing/2014/main" id="{E6BECBF4-E265-CC4E-8025-2CC2E768653F}"/>
                      </a:ext>
                    </a:extLst>
                  </p:cNvPr>
                  <p:cNvGrpSpPr>
                    <a:grpSpLocks/>
                  </p:cNvGrpSpPr>
                  <p:nvPr/>
                </p:nvGrpSpPr>
                <p:grpSpPr bwMode="auto">
                  <a:xfrm>
                    <a:off x="3736" y="1152"/>
                    <a:ext cx="284" cy="384"/>
                    <a:chOff x="3736" y="1152"/>
                    <a:chExt cx="284" cy="384"/>
                  </a:xfrm>
                </p:grpSpPr>
                <p:sp>
                  <p:nvSpPr>
                    <p:cNvPr id="333" name="Rectangle 445">
                      <a:extLst>
                        <a:ext uri="{FF2B5EF4-FFF2-40B4-BE49-F238E27FC236}">
                          <a16:creationId xmlns:a16="http://schemas.microsoft.com/office/drawing/2014/main" id="{E7379258-B54E-DF4B-9C14-5929BDF292DA}"/>
                        </a:ext>
                      </a:extLst>
                    </p:cNvPr>
                    <p:cNvSpPr>
                      <a:spLocks noChangeArrowheads="1"/>
                    </p:cNvSpPr>
                    <p:nvPr/>
                  </p:nvSpPr>
                  <p:spPr bwMode="auto">
                    <a:xfrm>
                      <a:off x="3779" y="1152"/>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34" name="Rectangle 619">
                      <a:extLst>
                        <a:ext uri="{FF2B5EF4-FFF2-40B4-BE49-F238E27FC236}">
                          <a16:creationId xmlns:a16="http://schemas.microsoft.com/office/drawing/2014/main" id="{80DB7D1D-E122-A14A-9052-C449B1ABA2DD}"/>
                        </a:ext>
                      </a:extLst>
                    </p:cNvPr>
                    <p:cNvSpPr>
                      <a:spLocks noChangeArrowheads="1"/>
                    </p:cNvSpPr>
                    <p:nvPr/>
                  </p:nvSpPr>
                  <p:spPr bwMode="auto">
                    <a:xfrm>
                      <a:off x="3736"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5" name="Group 622">
                    <a:extLst>
                      <a:ext uri="{FF2B5EF4-FFF2-40B4-BE49-F238E27FC236}">
                        <a16:creationId xmlns:a16="http://schemas.microsoft.com/office/drawing/2014/main" id="{418E05BD-20FA-7B46-9852-D0F914195C6F}"/>
                      </a:ext>
                    </a:extLst>
                  </p:cNvPr>
                  <p:cNvGrpSpPr>
                    <a:grpSpLocks/>
                  </p:cNvGrpSpPr>
                  <p:nvPr/>
                </p:nvGrpSpPr>
                <p:grpSpPr bwMode="auto">
                  <a:xfrm>
                    <a:off x="4020" y="1152"/>
                    <a:ext cx="284" cy="384"/>
                    <a:chOff x="4020" y="1152"/>
                    <a:chExt cx="284" cy="384"/>
                  </a:xfrm>
                </p:grpSpPr>
                <p:sp>
                  <p:nvSpPr>
                    <p:cNvPr id="331" name="Rectangle 446">
                      <a:extLst>
                        <a:ext uri="{FF2B5EF4-FFF2-40B4-BE49-F238E27FC236}">
                          <a16:creationId xmlns:a16="http://schemas.microsoft.com/office/drawing/2014/main" id="{2B26138C-C500-E14E-9ECB-174BB2307747}"/>
                        </a:ext>
                      </a:extLst>
                    </p:cNvPr>
                    <p:cNvSpPr>
                      <a:spLocks noChangeArrowheads="1"/>
                    </p:cNvSpPr>
                    <p:nvPr/>
                  </p:nvSpPr>
                  <p:spPr bwMode="auto">
                    <a:xfrm>
                      <a:off x="4062" y="1152"/>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32" name="Rectangle 621">
                      <a:extLst>
                        <a:ext uri="{FF2B5EF4-FFF2-40B4-BE49-F238E27FC236}">
                          <a16:creationId xmlns:a16="http://schemas.microsoft.com/office/drawing/2014/main" id="{96C0A54B-5E8A-E241-BF2A-30AA45027393}"/>
                        </a:ext>
                      </a:extLst>
                    </p:cNvPr>
                    <p:cNvSpPr>
                      <a:spLocks noChangeArrowheads="1"/>
                    </p:cNvSpPr>
                    <p:nvPr/>
                  </p:nvSpPr>
                  <p:spPr bwMode="auto">
                    <a:xfrm>
                      <a:off x="4020" y="115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6" name="Group 624">
                    <a:extLst>
                      <a:ext uri="{FF2B5EF4-FFF2-40B4-BE49-F238E27FC236}">
                        <a16:creationId xmlns:a16="http://schemas.microsoft.com/office/drawing/2014/main" id="{A9021D89-E38F-9240-B05D-E3BA2D5882CC}"/>
                      </a:ext>
                    </a:extLst>
                  </p:cNvPr>
                  <p:cNvGrpSpPr>
                    <a:grpSpLocks/>
                  </p:cNvGrpSpPr>
                  <p:nvPr/>
                </p:nvGrpSpPr>
                <p:grpSpPr bwMode="auto">
                  <a:xfrm>
                    <a:off x="0" y="1536"/>
                    <a:ext cx="1464" cy="384"/>
                    <a:chOff x="0" y="1536"/>
                    <a:chExt cx="1464" cy="384"/>
                  </a:xfrm>
                </p:grpSpPr>
                <p:sp>
                  <p:nvSpPr>
                    <p:cNvPr id="329" name="Rectangle 447">
                      <a:extLst>
                        <a:ext uri="{FF2B5EF4-FFF2-40B4-BE49-F238E27FC236}">
                          <a16:creationId xmlns:a16="http://schemas.microsoft.com/office/drawing/2014/main" id="{DAD5EE2F-0FDE-0D47-9A1B-4AD2C923D5B8}"/>
                        </a:ext>
                      </a:extLst>
                    </p:cNvPr>
                    <p:cNvSpPr>
                      <a:spLocks noChangeArrowheads="1"/>
                    </p:cNvSpPr>
                    <p:nvPr/>
                  </p:nvSpPr>
                  <p:spPr bwMode="auto">
                    <a:xfrm>
                      <a:off x="43" y="1542"/>
                      <a:ext cx="137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30" name="Rectangle 623">
                      <a:extLst>
                        <a:ext uri="{FF2B5EF4-FFF2-40B4-BE49-F238E27FC236}">
                          <a16:creationId xmlns:a16="http://schemas.microsoft.com/office/drawing/2014/main" id="{2A12F1C3-3B9C-D247-A564-8745DA7D4B23}"/>
                        </a:ext>
                      </a:extLst>
                    </p:cNvPr>
                    <p:cNvSpPr>
                      <a:spLocks noChangeArrowheads="1"/>
                    </p:cNvSpPr>
                    <p:nvPr/>
                  </p:nvSpPr>
                  <p:spPr bwMode="auto">
                    <a:xfrm>
                      <a:off x="0" y="1536"/>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7" name="Group 626">
                    <a:extLst>
                      <a:ext uri="{FF2B5EF4-FFF2-40B4-BE49-F238E27FC236}">
                        <a16:creationId xmlns:a16="http://schemas.microsoft.com/office/drawing/2014/main" id="{50834183-3B6F-544B-87AE-F9947541DA03}"/>
                      </a:ext>
                    </a:extLst>
                  </p:cNvPr>
                  <p:cNvGrpSpPr>
                    <a:grpSpLocks/>
                  </p:cNvGrpSpPr>
                  <p:nvPr/>
                </p:nvGrpSpPr>
                <p:grpSpPr bwMode="auto">
                  <a:xfrm>
                    <a:off x="1464" y="1536"/>
                    <a:ext cx="284" cy="384"/>
                    <a:chOff x="1464" y="1536"/>
                    <a:chExt cx="284" cy="384"/>
                  </a:xfrm>
                </p:grpSpPr>
                <p:sp>
                  <p:nvSpPr>
                    <p:cNvPr id="327" name="Rectangle 448">
                      <a:extLst>
                        <a:ext uri="{FF2B5EF4-FFF2-40B4-BE49-F238E27FC236}">
                          <a16:creationId xmlns:a16="http://schemas.microsoft.com/office/drawing/2014/main" id="{91F5D84C-68B9-E846-ACD2-CC2A24CD3874}"/>
                        </a:ext>
                      </a:extLst>
                    </p:cNvPr>
                    <p:cNvSpPr>
                      <a:spLocks noChangeArrowheads="1"/>
                    </p:cNvSpPr>
                    <p:nvPr/>
                  </p:nvSpPr>
                  <p:spPr bwMode="auto">
                    <a:xfrm>
                      <a:off x="1507" y="1542"/>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28" name="Rectangle 625">
                      <a:extLst>
                        <a:ext uri="{FF2B5EF4-FFF2-40B4-BE49-F238E27FC236}">
                          <a16:creationId xmlns:a16="http://schemas.microsoft.com/office/drawing/2014/main" id="{6391C392-478B-334A-A6C8-48B6ED9305A3}"/>
                        </a:ext>
                      </a:extLst>
                    </p:cNvPr>
                    <p:cNvSpPr>
                      <a:spLocks noChangeArrowheads="1"/>
                    </p:cNvSpPr>
                    <p:nvPr/>
                  </p:nvSpPr>
                  <p:spPr bwMode="auto">
                    <a:xfrm>
                      <a:off x="1464"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8" name="Group 628">
                    <a:extLst>
                      <a:ext uri="{FF2B5EF4-FFF2-40B4-BE49-F238E27FC236}">
                        <a16:creationId xmlns:a16="http://schemas.microsoft.com/office/drawing/2014/main" id="{A574509D-4F50-3B45-B622-003599848A7D}"/>
                      </a:ext>
                    </a:extLst>
                  </p:cNvPr>
                  <p:cNvGrpSpPr>
                    <a:grpSpLocks/>
                  </p:cNvGrpSpPr>
                  <p:nvPr/>
                </p:nvGrpSpPr>
                <p:grpSpPr bwMode="auto">
                  <a:xfrm>
                    <a:off x="1748" y="1536"/>
                    <a:ext cx="284" cy="384"/>
                    <a:chOff x="1748" y="1536"/>
                    <a:chExt cx="284" cy="384"/>
                  </a:xfrm>
                </p:grpSpPr>
                <p:sp>
                  <p:nvSpPr>
                    <p:cNvPr id="325" name="Rectangle 449">
                      <a:extLst>
                        <a:ext uri="{FF2B5EF4-FFF2-40B4-BE49-F238E27FC236}">
                          <a16:creationId xmlns:a16="http://schemas.microsoft.com/office/drawing/2014/main" id="{F6F9B534-4AF2-4543-B611-1A8DD14B5BB5}"/>
                        </a:ext>
                      </a:extLst>
                    </p:cNvPr>
                    <p:cNvSpPr>
                      <a:spLocks noChangeArrowheads="1"/>
                    </p:cNvSpPr>
                    <p:nvPr/>
                  </p:nvSpPr>
                  <p:spPr bwMode="auto">
                    <a:xfrm>
                      <a:off x="1791" y="1542"/>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26" name="Rectangle 627">
                      <a:extLst>
                        <a:ext uri="{FF2B5EF4-FFF2-40B4-BE49-F238E27FC236}">
                          <a16:creationId xmlns:a16="http://schemas.microsoft.com/office/drawing/2014/main" id="{A7B6B6F7-3163-0B41-AA6B-CA789032428B}"/>
                        </a:ext>
                      </a:extLst>
                    </p:cNvPr>
                    <p:cNvSpPr>
                      <a:spLocks noChangeArrowheads="1"/>
                    </p:cNvSpPr>
                    <p:nvPr/>
                  </p:nvSpPr>
                  <p:spPr bwMode="auto">
                    <a:xfrm>
                      <a:off x="1748"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69" name="Group 630">
                    <a:extLst>
                      <a:ext uri="{FF2B5EF4-FFF2-40B4-BE49-F238E27FC236}">
                        <a16:creationId xmlns:a16="http://schemas.microsoft.com/office/drawing/2014/main" id="{F9F31A3A-4F23-A64C-ACAF-2CDAB249A258}"/>
                      </a:ext>
                    </a:extLst>
                  </p:cNvPr>
                  <p:cNvGrpSpPr>
                    <a:grpSpLocks/>
                  </p:cNvGrpSpPr>
                  <p:nvPr/>
                </p:nvGrpSpPr>
                <p:grpSpPr bwMode="auto">
                  <a:xfrm>
                    <a:off x="2032" y="1536"/>
                    <a:ext cx="284" cy="384"/>
                    <a:chOff x="2032" y="1536"/>
                    <a:chExt cx="284" cy="384"/>
                  </a:xfrm>
                </p:grpSpPr>
                <p:sp>
                  <p:nvSpPr>
                    <p:cNvPr id="323" name="Rectangle 450">
                      <a:extLst>
                        <a:ext uri="{FF2B5EF4-FFF2-40B4-BE49-F238E27FC236}">
                          <a16:creationId xmlns:a16="http://schemas.microsoft.com/office/drawing/2014/main" id="{F4CCA780-B054-0C45-82D5-D985CC6CA87E}"/>
                        </a:ext>
                      </a:extLst>
                    </p:cNvPr>
                    <p:cNvSpPr>
                      <a:spLocks noChangeArrowheads="1"/>
                    </p:cNvSpPr>
                    <p:nvPr/>
                  </p:nvSpPr>
                  <p:spPr bwMode="auto">
                    <a:xfrm>
                      <a:off x="2075" y="1542"/>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24" name="Rectangle 629">
                      <a:extLst>
                        <a:ext uri="{FF2B5EF4-FFF2-40B4-BE49-F238E27FC236}">
                          <a16:creationId xmlns:a16="http://schemas.microsoft.com/office/drawing/2014/main" id="{165DE8FE-D090-0345-A698-90F23EC97E81}"/>
                        </a:ext>
                      </a:extLst>
                    </p:cNvPr>
                    <p:cNvSpPr>
                      <a:spLocks noChangeArrowheads="1"/>
                    </p:cNvSpPr>
                    <p:nvPr/>
                  </p:nvSpPr>
                  <p:spPr bwMode="auto">
                    <a:xfrm>
                      <a:off x="2032"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0" name="Group 632">
                    <a:extLst>
                      <a:ext uri="{FF2B5EF4-FFF2-40B4-BE49-F238E27FC236}">
                        <a16:creationId xmlns:a16="http://schemas.microsoft.com/office/drawing/2014/main" id="{5E520040-4C40-DF4C-9340-3B4D9E19CEBA}"/>
                      </a:ext>
                    </a:extLst>
                  </p:cNvPr>
                  <p:cNvGrpSpPr>
                    <a:grpSpLocks/>
                  </p:cNvGrpSpPr>
                  <p:nvPr/>
                </p:nvGrpSpPr>
                <p:grpSpPr bwMode="auto">
                  <a:xfrm>
                    <a:off x="2316" y="1536"/>
                    <a:ext cx="284" cy="384"/>
                    <a:chOff x="2316" y="1536"/>
                    <a:chExt cx="284" cy="384"/>
                  </a:xfrm>
                </p:grpSpPr>
                <p:sp>
                  <p:nvSpPr>
                    <p:cNvPr id="321" name="Rectangle 451">
                      <a:extLst>
                        <a:ext uri="{FF2B5EF4-FFF2-40B4-BE49-F238E27FC236}">
                          <a16:creationId xmlns:a16="http://schemas.microsoft.com/office/drawing/2014/main" id="{9D02586B-6DFD-B44D-8E65-95BC97084552}"/>
                        </a:ext>
                      </a:extLst>
                    </p:cNvPr>
                    <p:cNvSpPr>
                      <a:spLocks noChangeArrowheads="1"/>
                    </p:cNvSpPr>
                    <p:nvPr/>
                  </p:nvSpPr>
                  <p:spPr bwMode="auto">
                    <a:xfrm>
                      <a:off x="2359" y="1542"/>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22" name="Rectangle 631">
                      <a:extLst>
                        <a:ext uri="{FF2B5EF4-FFF2-40B4-BE49-F238E27FC236}">
                          <a16:creationId xmlns:a16="http://schemas.microsoft.com/office/drawing/2014/main" id="{6450B543-B012-D140-AA39-0BA362EBCC5E}"/>
                        </a:ext>
                      </a:extLst>
                    </p:cNvPr>
                    <p:cNvSpPr>
                      <a:spLocks noChangeArrowheads="1"/>
                    </p:cNvSpPr>
                    <p:nvPr/>
                  </p:nvSpPr>
                  <p:spPr bwMode="auto">
                    <a:xfrm>
                      <a:off x="2316"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2" name="Group 634">
                    <a:extLst>
                      <a:ext uri="{FF2B5EF4-FFF2-40B4-BE49-F238E27FC236}">
                        <a16:creationId xmlns:a16="http://schemas.microsoft.com/office/drawing/2014/main" id="{FB1FF178-D8F5-064F-B635-00301DB4EE54}"/>
                      </a:ext>
                    </a:extLst>
                  </p:cNvPr>
                  <p:cNvGrpSpPr>
                    <a:grpSpLocks/>
                  </p:cNvGrpSpPr>
                  <p:nvPr/>
                </p:nvGrpSpPr>
                <p:grpSpPr bwMode="auto">
                  <a:xfrm>
                    <a:off x="2600" y="1536"/>
                    <a:ext cx="284" cy="384"/>
                    <a:chOff x="2600" y="1536"/>
                    <a:chExt cx="284" cy="384"/>
                  </a:xfrm>
                </p:grpSpPr>
                <p:sp>
                  <p:nvSpPr>
                    <p:cNvPr id="319" name="Rectangle 452">
                      <a:extLst>
                        <a:ext uri="{FF2B5EF4-FFF2-40B4-BE49-F238E27FC236}">
                          <a16:creationId xmlns:a16="http://schemas.microsoft.com/office/drawing/2014/main" id="{0DE5D1BE-F0FD-8246-8360-F381008A84EE}"/>
                        </a:ext>
                      </a:extLst>
                    </p:cNvPr>
                    <p:cNvSpPr>
                      <a:spLocks noChangeArrowheads="1"/>
                    </p:cNvSpPr>
                    <p:nvPr/>
                  </p:nvSpPr>
                  <p:spPr bwMode="auto">
                    <a:xfrm>
                      <a:off x="2643" y="1542"/>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20" name="Rectangle 633">
                      <a:extLst>
                        <a:ext uri="{FF2B5EF4-FFF2-40B4-BE49-F238E27FC236}">
                          <a16:creationId xmlns:a16="http://schemas.microsoft.com/office/drawing/2014/main" id="{0BA2F0C9-FE44-5945-885E-72EC179ED2A9}"/>
                        </a:ext>
                      </a:extLst>
                    </p:cNvPr>
                    <p:cNvSpPr>
                      <a:spLocks noChangeArrowheads="1"/>
                    </p:cNvSpPr>
                    <p:nvPr/>
                  </p:nvSpPr>
                  <p:spPr bwMode="auto">
                    <a:xfrm>
                      <a:off x="2600"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3" name="Group 636">
                    <a:extLst>
                      <a:ext uri="{FF2B5EF4-FFF2-40B4-BE49-F238E27FC236}">
                        <a16:creationId xmlns:a16="http://schemas.microsoft.com/office/drawing/2014/main" id="{E467B009-823A-2B4E-B02C-17845346FA64}"/>
                      </a:ext>
                    </a:extLst>
                  </p:cNvPr>
                  <p:cNvGrpSpPr>
                    <a:grpSpLocks/>
                  </p:cNvGrpSpPr>
                  <p:nvPr/>
                </p:nvGrpSpPr>
                <p:grpSpPr bwMode="auto">
                  <a:xfrm>
                    <a:off x="2884" y="1536"/>
                    <a:ext cx="284" cy="384"/>
                    <a:chOff x="2884" y="1536"/>
                    <a:chExt cx="284" cy="384"/>
                  </a:xfrm>
                </p:grpSpPr>
                <p:sp>
                  <p:nvSpPr>
                    <p:cNvPr id="317" name="Rectangle 453">
                      <a:extLst>
                        <a:ext uri="{FF2B5EF4-FFF2-40B4-BE49-F238E27FC236}">
                          <a16:creationId xmlns:a16="http://schemas.microsoft.com/office/drawing/2014/main" id="{893BFA86-ECEF-5B44-B103-CD834D0067AE}"/>
                        </a:ext>
                      </a:extLst>
                    </p:cNvPr>
                    <p:cNvSpPr>
                      <a:spLocks noChangeArrowheads="1"/>
                    </p:cNvSpPr>
                    <p:nvPr/>
                  </p:nvSpPr>
                  <p:spPr bwMode="auto">
                    <a:xfrm>
                      <a:off x="2927" y="1542"/>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18" name="Rectangle 635">
                      <a:extLst>
                        <a:ext uri="{FF2B5EF4-FFF2-40B4-BE49-F238E27FC236}">
                          <a16:creationId xmlns:a16="http://schemas.microsoft.com/office/drawing/2014/main" id="{5AAC21A6-89C6-8B43-9BDA-89BC5C03F1C5}"/>
                        </a:ext>
                      </a:extLst>
                    </p:cNvPr>
                    <p:cNvSpPr>
                      <a:spLocks noChangeArrowheads="1"/>
                    </p:cNvSpPr>
                    <p:nvPr/>
                  </p:nvSpPr>
                  <p:spPr bwMode="auto">
                    <a:xfrm>
                      <a:off x="2884"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4" name="Group 638">
                    <a:extLst>
                      <a:ext uri="{FF2B5EF4-FFF2-40B4-BE49-F238E27FC236}">
                        <a16:creationId xmlns:a16="http://schemas.microsoft.com/office/drawing/2014/main" id="{679D9560-1D60-894E-982B-2EF75B5D5771}"/>
                      </a:ext>
                    </a:extLst>
                  </p:cNvPr>
                  <p:cNvGrpSpPr>
                    <a:grpSpLocks/>
                  </p:cNvGrpSpPr>
                  <p:nvPr/>
                </p:nvGrpSpPr>
                <p:grpSpPr bwMode="auto">
                  <a:xfrm>
                    <a:off x="3168" y="1536"/>
                    <a:ext cx="284" cy="384"/>
                    <a:chOff x="3168" y="1536"/>
                    <a:chExt cx="284" cy="384"/>
                  </a:xfrm>
                </p:grpSpPr>
                <p:sp>
                  <p:nvSpPr>
                    <p:cNvPr id="315" name="Rectangle 454">
                      <a:extLst>
                        <a:ext uri="{FF2B5EF4-FFF2-40B4-BE49-F238E27FC236}">
                          <a16:creationId xmlns:a16="http://schemas.microsoft.com/office/drawing/2014/main" id="{7412A60F-5C43-3E4F-B24D-0FDE3D078D11}"/>
                        </a:ext>
                      </a:extLst>
                    </p:cNvPr>
                    <p:cNvSpPr>
                      <a:spLocks noChangeArrowheads="1"/>
                    </p:cNvSpPr>
                    <p:nvPr/>
                  </p:nvSpPr>
                  <p:spPr bwMode="auto">
                    <a:xfrm>
                      <a:off x="3210" y="1542"/>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16" name="Rectangle 637">
                      <a:extLst>
                        <a:ext uri="{FF2B5EF4-FFF2-40B4-BE49-F238E27FC236}">
                          <a16:creationId xmlns:a16="http://schemas.microsoft.com/office/drawing/2014/main" id="{DF2D9383-1295-0546-9B5B-F2052EB930DF}"/>
                        </a:ext>
                      </a:extLst>
                    </p:cNvPr>
                    <p:cNvSpPr>
                      <a:spLocks noChangeArrowheads="1"/>
                    </p:cNvSpPr>
                    <p:nvPr/>
                  </p:nvSpPr>
                  <p:spPr bwMode="auto">
                    <a:xfrm>
                      <a:off x="3168"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5" name="Group 640">
                    <a:extLst>
                      <a:ext uri="{FF2B5EF4-FFF2-40B4-BE49-F238E27FC236}">
                        <a16:creationId xmlns:a16="http://schemas.microsoft.com/office/drawing/2014/main" id="{25CAEFEC-F6D4-8743-A914-A9FE5BBBCB63}"/>
                      </a:ext>
                    </a:extLst>
                  </p:cNvPr>
                  <p:cNvGrpSpPr>
                    <a:grpSpLocks/>
                  </p:cNvGrpSpPr>
                  <p:nvPr/>
                </p:nvGrpSpPr>
                <p:grpSpPr bwMode="auto">
                  <a:xfrm>
                    <a:off x="3452" y="1536"/>
                    <a:ext cx="284" cy="384"/>
                    <a:chOff x="3452" y="1536"/>
                    <a:chExt cx="284" cy="384"/>
                  </a:xfrm>
                </p:grpSpPr>
                <p:sp>
                  <p:nvSpPr>
                    <p:cNvPr id="313" name="Rectangle 455">
                      <a:extLst>
                        <a:ext uri="{FF2B5EF4-FFF2-40B4-BE49-F238E27FC236}">
                          <a16:creationId xmlns:a16="http://schemas.microsoft.com/office/drawing/2014/main" id="{5E6CFB6E-17D4-E246-A901-B34D7F4E6322}"/>
                        </a:ext>
                      </a:extLst>
                    </p:cNvPr>
                    <p:cNvSpPr>
                      <a:spLocks noChangeArrowheads="1"/>
                    </p:cNvSpPr>
                    <p:nvPr/>
                  </p:nvSpPr>
                  <p:spPr bwMode="auto">
                    <a:xfrm>
                      <a:off x="3495" y="1542"/>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14" name="Rectangle 639">
                      <a:extLst>
                        <a:ext uri="{FF2B5EF4-FFF2-40B4-BE49-F238E27FC236}">
                          <a16:creationId xmlns:a16="http://schemas.microsoft.com/office/drawing/2014/main" id="{40EAA5B3-4EB4-4B46-A825-00425ACA0218}"/>
                        </a:ext>
                      </a:extLst>
                    </p:cNvPr>
                    <p:cNvSpPr>
                      <a:spLocks noChangeArrowheads="1"/>
                    </p:cNvSpPr>
                    <p:nvPr/>
                  </p:nvSpPr>
                  <p:spPr bwMode="auto">
                    <a:xfrm>
                      <a:off x="3452"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6" name="Group 642">
                    <a:extLst>
                      <a:ext uri="{FF2B5EF4-FFF2-40B4-BE49-F238E27FC236}">
                        <a16:creationId xmlns:a16="http://schemas.microsoft.com/office/drawing/2014/main" id="{4C761218-B52D-9C49-8156-771A6A70ED0E}"/>
                      </a:ext>
                    </a:extLst>
                  </p:cNvPr>
                  <p:cNvGrpSpPr>
                    <a:grpSpLocks/>
                  </p:cNvGrpSpPr>
                  <p:nvPr/>
                </p:nvGrpSpPr>
                <p:grpSpPr bwMode="auto">
                  <a:xfrm>
                    <a:off x="3736" y="1536"/>
                    <a:ext cx="284" cy="384"/>
                    <a:chOff x="3736" y="1536"/>
                    <a:chExt cx="284" cy="384"/>
                  </a:xfrm>
                </p:grpSpPr>
                <p:sp>
                  <p:nvSpPr>
                    <p:cNvPr id="311" name="Rectangle 456">
                      <a:extLst>
                        <a:ext uri="{FF2B5EF4-FFF2-40B4-BE49-F238E27FC236}">
                          <a16:creationId xmlns:a16="http://schemas.microsoft.com/office/drawing/2014/main" id="{315E4399-72C5-F748-B958-C00197DF76CA}"/>
                        </a:ext>
                      </a:extLst>
                    </p:cNvPr>
                    <p:cNvSpPr>
                      <a:spLocks noChangeArrowheads="1"/>
                    </p:cNvSpPr>
                    <p:nvPr/>
                  </p:nvSpPr>
                  <p:spPr bwMode="auto">
                    <a:xfrm>
                      <a:off x="3779" y="1542"/>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12" name="Rectangle 641">
                      <a:extLst>
                        <a:ext uri="{FF2B5EF4-FFF2-40B4-BE49-F238E27FC236}">
                          <a16:creationId xmlns:a16="http://schemas.microsoft.com/office/drawing/2014/main" id="{42B608FF-B3DE-8241-9FCC-9662374D58E0}"/>
                        </a:ext>
                      </a:extLst>
                    </p:cNvPr>
                    <p:cNvSpPr>
                      <a:spLocks noChangeArrowheads="1"/>
                    </p:cNvSpPr>
                    <p:nvPr/>
                  </p:nvSpPr>
                  <p:spPr bwMode="auto">
                    <a:xfrm>
                      <a:off x="3736"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7" name="Group 644">
                    <a:extLst>
                      <a:ext uri="{FF2B5EF4-FFF2-40B4-BE49-F238E27FC236}">
                        <a16:creationId xmlns:a16="http://schemas.microsoft.com/office/drawing/2014/main" id="{55A8765F-3011-B346-BDF5-1BA66553B6FC}"/>
                      </a:ext>
                    </a:extLst>
                  </p:cNvPr>
                  <p:cNvGrpSpPr>
                    <a:grpSpLocks/>
                  </p:cNvGrpSpPr>
                  <p:nvPr/>
                </p:nvGrpSpPr>
                <p:grpSpPr bwMode="auto">
                  <a:xfrm>
                    <a:off x="4020" y="1536"/>
                    <a:ext cx="284" cy="384"/>
                    <a:chOff x="4020" y="1536"/>
                    <a:chExt cx="284" cy="384"/>
                  </a:xfrm>
                </p:grpSpPr>
                <p:sp>
                  <p:nvSpPr>
                    <p:cNvPr id="309" name="Rectangle 457">
                      <a:extLst>
                        <a:ext uri="{FF2B5EF4-FFF2-40B4-BE49-F238E27FC236}">
                          <a16:creationId xmlns:a16="http://schemas.microsoft.com/office/drawing/2014/main" id="{C5F08E86-51D7-CD4E-B1F1-95CB946875CA}"/>
                        </a:ext>
                      </a:extLst>
                    </p:cNvPr>
                    <p:cNvSpPr>
                      <a:spLocks noChangeArrowheads="1"/>
                    </p:cNvSpPr>
                    <p:nvPr/>
                  </p:nvSpPr>
                  <p:spPr bwMode="auto">
                    <a:xfrm>
                      <a:off x="4062" y="1542"/>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10" name="Rectangle 643">
                      <a:extLst>
                        <a:ext uri="{FF2B5EF4-FFF2-40B4-BE49-F238E27FC236}">
                          <a16:creationId xmlns:a16="http://schemas.microsoft.com/office/drawing/2014/main" id="{33D47A43-D225-054B-B96D-A3FC7F7EAB87}"/>
                        </a:ext>
                      </a:extLst>
                    </p:cNvPr>
                    <p:cNvSpPr>
                      <a:spLocks noChangeArrowheads="1"/>
                    </p:cNvSpPr>
                    <p:nvPr/>
                  </p:nvSpPr>
                  <p:spPr bwMode="auto">
                    <a:xfrm>
                      <a:off x="4020" y="153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8" name="Group 646">
                    <a:extLst>
                      <a:ext uri="{FF2B5EF4-FFF2-40B4-BE49-F238E27FC236}">
                        <a16:creationId xmlns:a16="http://schemas.microsoft.com/office/drawing/2014/main" id="{087AF2C1-0308-E946-B0F9-684984B3C5D9}"/>
                      </a:ext>
                    </a:extLst>
                  </p:cNvPr>
                  <p:cNvGrpSpPr>
                    <a:grpSpLocks/>
                  </p:cNvGrpSpPr>
                  <p:nvPr/>
                </p:nvGrpSpPr>
                <p:grpSpPr bwMode="auto">
                  <a:xfrm>
                    <a:off x="0" y="1920"/>
                    <a:ext cx="1464" cy="384"/>
                    <a:chOff x="0" y="1920"/>
                    <a:chExt cx="1464" cy="384"/>
                  </a:xfrm>
                </p:grpSpPr>
                <p:sp>
                  <p:nvSpPr>
                    <p:cNvPr id="307" name="Rectangle 458">
                      <a:extLst>
                        <a:ext uri="{FF2B5EF4-FFF2-40B4-BE49-F238E27FC236}">
                          <a16:creationId xmlns:a16="http://schemas.microsoft.com/office/drawing/2014/main" id="{F328AE56-8398-AB49-8EA0-486B77DFD11B}"/>
                        </a:ext>
                      </a:extLst>
                    </p:cNvPr>
                    <p:cNvSpPr>
                      <a:spLocks noChangeArrowheads="1"/>
                    </p:cNvSpPr>
                    <p:nvPr/>
                  </p:nvSpPr>
                  <p:spPr bwMode="auto">
                    <a:xfrm>
                      <a:off x="43" y="1920"/>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08" name="Rectangle 645">
                      <a:extLst>
                        <a:ext uri="{FF2B5EF4-FFF2-40B4-BE49-F238E27FC236}">
                          <a16:creationId xmlns:a16="http://schemas.microsoft.com/office/drawing/2014/main" id="{9BE962DF-950F-BD44-B4F4-8D3E92008438}"/>
                        </a:ext>
                      </a:extLst>
                    </p:cNvPr>
                    <p:cNvSpPr>
                      <a:spLocks noChangeArrowheads="1"/>
                    </p:cNvSpPr>
                    <p:nvPr/>
                  </p:nvSpPr>
                  <p:spPr bwMode="auto">
                    <a:xfrm>
                      <a:off x="0" y="1920"/>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79" name="Group 648">
                    <a:extLst>
                      <a:ext uri="{FF2B5EF4-FFF2-40B4-BE49-F238E27FC236}">
                        <a16:creationId xmlns:a16="http://schemas.microsoft.com/office/drawing/2014/main" id="{30F2D5C1-669E-984E-B4D2-9026E623D476}"/>
                      </a:ext>
                    </a:extLst>
                  </p:cNvPr>
                  <p:cNvGrpSpPr>
                    <a:grpSpLocks/>
                  </p:cNvGrpSpPr>
                  <p:nvPr/>
                </p:nvGrpSpPr>
                <p:grpSpPr bwMode="auto">
                  <a:xfrm>
                    <a:off x="1464" y="1920"/>
                    <a:ext cx="284" cy="384"/>
                    <a:chOff x="1464" y="1920"/>
                    <a:chExt cx="284" cy="384"/>
                  </a:xfrm>
                </p:grpSpPr>
                <p:sp>
                  <p:nvSpPr>
                    <p:cNvPr id="305" name="Rectangle 459">
                      <a:extLst>
                        <a:ext uri="{FF2B5EF4-FFF2-40B4-BE49-F238E27FC236}">
                          <a16:creationId xmlns:a16="http://schemas.microsoft.com/office/drawing/2014/main" id="{D2FDDB7B-207B-AE4A-9A94-5BA27B1C3A7C}"/>
                        </a:ext>
                      </a:extLst>
                    </p:cNvPr>
                    <p:cNvSpPr>
                      <a:spLocks noChangeArrowheads="1"/>
                    </p:cNvSpPr>
                    <p:nvPr/>
                  </p:nvSpPr>
                  <p:spPr bwMode="auto">
                    <a:xfrm>
                      <a:off x="1507" y="1920"/>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06" name="Rectangle 647">
                      <a:extLst>
                        <a:ext uri="{FF2B5EF4-FFF2-40B4-BE49-F238E27FC236}">
                          <a16:creationId xmlns:a16="http://schemas.microsoft.com/office/drawing/2014/main" id="{3E77135C-CD5F-A045-8910-6F5B4A77E832}"/>
                        </a:ext>
                      </a:extLst>
                    </p:cNvPr>
                    <p:cNvSpPr>
                      <a:spLocks noChangeArrowheads="1"/>
                    </p:cNvSpPr>
                    <p:nvPr/>
                  </p:nvSpPr>
                  <p:spPr bwMode="auto">
                    <a:xfrm>
                      <a:off x="1464"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0" name="Group 650">
                    <a:extLst>
                      <a:ext uri="{FF2B5EF4-FFF2-40B4-BE49-F238E27FC236}">
                        <a16:creationId xmlns:a16="http://schemas.microsoft.com/office/drawing/2014/main" id="{483C34B1-11BD-254C-A19D-30FF765EC39A}"/>
                      </a:ext>
                    </a:extLst>
                  </p:cNvPr>
                  <p:cNvGrpSpPr>
                    <a:grpSpLocks/>
                  </p:cNvGrpSpPr>
                  <p:nvPr/>
                </p:nvGrpSpPr>
                <p:grpSpPr bwMode="auto">
                  <a:xfrm>
                    <a:off x="1748" y="1920"/>
                    <a:ext cx="284" cy="384"/>
                    <a:chOff x="1748" y="1920"/>
                    <a:chExt cx="284" cy="384"/>
                  </a:xfrm>
                </p:grpSpPr>
                <p:sp>
                  <p:nvSpPr>
                    <p:cNvPr id="303" name="Rectangle 460">
                      <a:extLst>
                        <a:ext uri="{FF2B5EF4-FFF2-40B4-BE49-F238E27FC236}">
                          <a16:creationId xmlns:a16="http://schemas.microsoft.com/office/drawing/2014/main" id="{48A6A791-3A60-7E45-A09B-A2EA39F2404B}"/>
                        </a:ext>
                      </a:extLst>
                    </p:cNvPr>
                    <p:cNvSpPr>
                      <a:spLocks noChangeArrowheads="1"/>
                    </p:cNvSpPr>
                    <p:nvPr/>
                  </p:nvSpPr>
                  <p:spPr bwMode="auto">
                    <a:xfrm>
                      <a:off x="1791" y="1920"/>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04" name="Rectangle 649">
                      <a:extLst>
                        <a:ext uri="{FF2B5EF4-FFF2-40B4-BE49-F238E27FC236}">
                          <a16:creationId xmlns:a16="http://schemas.microsoft.com/office/drawing/2014/main" id="{689D0333-C797-5843-855C-07FB87E169CF}"/>
                        </a:ext>
                      </a:extLst>
                    </p:cNvPr>
                    <p:cNvSpPr>
                      <a:spLocks noChangeArrowheads="1"/>
                    </p:cNvSpPr>
                    <p:nvPr/>
                  </p:nvSpPr>
                  <p:spPr bwMode="auto">
                    <a:xfrm>
                      <a:off x="1748"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1" name="Group 652">
                    <a:extLst>
                      <a:ext uri="{FF2B5EF4-FFF2-40B4-BE49-F238E27FC236}">
                        <a16:creationId xmlns:a16="http://schemas.microsoft.com/office/drawing/2014/main" id="{A7824D9D-EE9C-364B-8324-86A67F47BD46}"/>
                      </a:ext>
                    </a:extLst>
                  </p:cNvPr>
                  <p:cNvGrpSpPr>
                    <a:grpSpLocks/>
                  </p:cNvGrpSpPr>
                  <p:nvPr/>
                </p:nvGrpSpPr>
                <p:grpSpPr bwMode="auto">
                  <a:xfrm>
                    <a:off x="2032" y="1920"/>
                    <a:ext cx="284" cy="384"/>
                    <a:chOff x="2032" y="1920"/>
                    <a:chExt cx="284" cy="384"/>
                  </a:xfrm>
                </p:grpSpPr>
                <p:sp>
                  <p:nvSpPr>
                    <p:cNvPr id="301" name="Rectangle 461">
                      <a:extLst>
                        <a:ext uri="{FF2B5EF4-FFF2-40B4-BE49-F238E27FC236}">
                          <a16:creationId xmlns:a16="http://schemas.microsoft.com/office/drawing/2014/main" id="{D8726258-FBC5-C74A-A5C4-BAA681BCD38D}"/>
                        </a:ext>
                      </a:extLst>
                    </p:cNvPr>
                    <p:cNvSpPr>
                      <a:spLocks noChangeArrowheads="1"/>
                    </p:cNvSpPr>
                    <p:nvPr/>
                  </p:nvSpPr>
                  <p:spPr bwMode="auto">
                    <a:xfrm>
                      <a:off x="2075" y="1920"/>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02" name="Rectangle 651">
                      <a:extLst>
                        <a:ext uri="{FF2B5EF4-FFF2-40B4-BE49-F238E27FC236}">
                          <a16:creationId xmlns:a16="http://schemas.microsoft.com/office/drawing/2014/main" id="{72B5DC2F-0AA7-BF45-855D-9BD317A25A7D}"/>
                        </a:ext>
                      </a:extLst>
                    </p:cNvPr>
                    <p:cNvSpPr>
                      <a:spLocks noChangeArrowheads="1"/>
                    </p:cNvSpPr>
                    <p:nvPr/>
                  </p:nvSpPr>
                  <p:spPr bwMode="auto">
                    <a:xfrm>
                      <a:off x="2032"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2" name="Group 654">
                    <a:extLst>
                      <a:ext uri="{FF2B5EF4-FFF2-40B4-BE49-F238E27FC236}">
                        <a16:creationId xmlns:a16="http://schemas.microsoft.com/office/drawing/2014/main" id="{EA8725AA-69DE-FC44-AF69-5F098AF5F05D}"/>
                      </a:ext>
                    </a:extLst>
                  </p:cNvPr>
                  <p:cNvGrpSpPr>
                    <a:grpSpLocks/>
                  </p:cNvGrpSpPr>
                  <p:nvPr/>
                </p:nvGrpSpPr>
                <p:grpSpPr bwMode="auto">
                  <a:xfrm>
                    <a:off x="2316" y="1920"/>
                    <a:ext cx="284" cy="384"/>
                    <a:chOff x="2316" y="1920"/>
                    <a:chExt cx="284" cy="384"/>
                  </a:xfrm>
                </p:grpSpPr>
                <p:sp>
                  <p:nvSpPr>
                    <p:cNvPr id="299" name="Rectangle 462">
                      <a:extLst>
                        <a:ext uri="{FF2B5EF4-FFF2-40B4-BE49-F238E27FC236}">
                          <a16:creationId xmlns:a16="http://schemas.microsoft.com/office/drawing/2014/main" id="{FD4106A1-9A19-2041-A638-9AA605924138}"/>
                        </a:ext>
                      </a:extLst>
                    </p:cNvPr>
                    <p:cNvSpPr>
                      <a:spLocks noChangeArrowheads="1"/>
                    </p:cNvSpPr>
                    <p:nvPr/>
                  </p:nvSpPr>
                  <p:spPr bwMode="auto">
                    <a:xfrm>
                      <a:off x="2359" y="1920"/>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300" name="Rectangle 653">
                      <a:extLst>
                        <a:ext uri="{FF2B5EF4-FFF2-40B4-BE49-F238E27FC236}">
                          <a16:creationId xmlns:a16="http://schemas.microsoft.com/office/drawing/2014/main" id="{F61CC6AE-4EC3-8141-83D3-FE951D64D486}"/>
                        </a:ext>
                      </a:extLst>
                    </p:cNvPr>
                    <p:cNvSpPr>
                      <a:spLocks noChangeArrowheads="1"/>
                    </p:cNvSpPr>
                    <p:nvPr/>
                  </p:nvSpPr>
                  <p:spPr bwMode="auto">
                    <a:xfrm>
                      <a:off x="2316"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3" name="Group 656">
                    <a:extLst>
                      <a:ext uri="{FF2B5EF4-FFF2-40B4-BE49-F238E27FC236}">
                        <a16:creationId xmlns:a16="http://schemas.microsoft.com/office/drawing/2014/main" id="{60E4358E-DDBE-7341-A80D-FD0443E81EB6}"/>
                      </a:ext>
                    </a:extLst>
                  </p:cNvPr>
                  <p:cNvGrpSpPr>
                    <a:grpSpLocks/>
                  </p:cNvGrpSpPr>
                  <p:nvPr/>
                </p:nvGrpSpPr>
                <p:grpSpPr bwMode="auto">
                  <a:xfrm>
                    <a:off x="2600" y="1920"/>
                    <a:ext cx="284" cy="384"/>
                    <a:chOff x="2600" y="1920"/>
                    <a:chExt cx="284" cy="384"/>
                  </a:xfrm>
                </p:grpSpPr>
                <p:sp>
                  <p:nvSpPr>
                    <p:cNvPr id="297" name="Rectangle 463">
                      <a:extLst>
                        <a:ext uri="{FF2B5EF4-FFF2-40B4-BE49-F238E27FC236}">
                          <a16:creationId xmlns:a16="http://schemas.microsoft.com/office/drawing/2014/main" id="{0DA7415D-2A18-1F48-B79E-8E99136760F7}"/>
                        </a:ext>
                      </a:extLst>
                    </p:cNvPr>
                    <p:cNvSpPr>
                      <a:spLocks noChangeArrowheads="1"/>
                    </p:cNvSpPr>
                    <p:nvPr/>
                  </p:nvSpPr>
                  <p:spPr bwMode="auto">
                    <a:xfrm>
                      <a:off x="2643" y="1920"/>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98" name="Rectangle 655">
                      <a:extLst>
                        <a:ext uri="{FF2B5EF4-FFF2-40B4-BE49-F238E27FC236}">
                          <a16:creationId xmlns:a16="http://schemas.microsoft.com/office/drawing/2014/main" id="{1FD8AD51-F893-534C-A61E-1CF907DF6CC2}"/>
                        </a:ext>
                      </a:extLst>
                    </p:cNvPr>
                    <p:cNvSpPr>
                      <a:spLocks noChangeArrowheads="1"/>
                    </p:cNvSpPr>
                    <p:nvPr/>
                  </p:nvSpPr>
                  <p:spPr bwMode="auto">
                    <a:xfrm>
                      <a:off x="2600"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4" name="Group 658">
                    <a:extLst>
                      <a:ext uri="{FF2B5EF4-FFF2-40B4-BE49-F238E27FC236}">
                        <a16:creationId xmlns:a16="http://schemas.microsoft.com/office/drawing/2014/main" id="{07E73A74-2C3C-5A40-9227-41F962CD3C42}"/>
                      </a:ext>
                    </a:extLst>
                  </p:cNvPr>
                  <p:cNvGrpSpPr>
                    <a:grpSpLocks/>
                  </p:cNvGrpSpPr>
                  <p:nvPr/>
                </p:nvGrpSpPr>
                <p:grpSpPr bwMode="auto">
                  <a:xfrm>
                    <a:off x="2884" y="1920"/>
                    <a:ext cx="284" cy="384"/>
                    <a:chOff x="2884" y="1920"/>
                    <a:chExt cx="284" cy="384"/>
                  </a:xfrm>
                </p:grpSpPr>
                <p:sp>
                  <p:nvSpPr>
                    <p:cNvPr id="295" name="Rectangle 464">
                      <a:extLst>
                        <a:ext uri="{FF2B5EF4-FFF2-40B4-BE49-F238E27FC236}">
                          <a16:creationId xmlns:a16="http://schemas.microsoft.com/office/drawing/2014/main" id="{B534D189-1ECA-5F41-A564-B9CD0F71228D}"/>
                        </a:ext>
                      </a:extLst>
                    </p:cNvPr>
                    <p:cNvSpPr>
                      <a:spLocks noChangeArrowheads="1"/>
                    </p:cNvSpPr>
                    <p:nvPr/>
                  </p:nvSpPr>
                  <p:spPr bwMode="auto">
                    <a:xfrm>
                      <a:off x="2927" y="1920"/>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96" name="Rectangle 657">
                      <a:extLst>
                        <a:ext uri="{FF2B5EF4-FFF2-40B4-BE49-F238E27FC236}">
                          <a16:creationId xmlns:a16="http://schemas.microsoft.com/office/drawing/2014/main" id="{952B0405-4D77-754B-BFB5-E96E2AD746CA}"/>
                        </a:ext>
                      </a:extLst>
                    </p:cNvPr>
                    <p:cNvSpPr>
                      <a:spLocks noChangeArrowheads="1"/>
                    </p:cNvSpPr>
                    <p:nvPr/>
                  </p:nvSpPr>
                  <p:spPr bwMode="auto">
                    <a:xfrm>
                      <a:off x="2884"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5" name="Group 660">
                    <a:extLst>
                      <a:ext uri="{FF2B5EF4-FFF2-40B4-BE49-F238E27FC236}">
                        <a16:creationId xmlns:a16="http://schemas.microsoft.com/office/drawing/2014/main" id="{1FF37CA5-47B9-F544-92F1-2A74C8060ED0}"/>
                      </a:ext>
                    </a:extLst>
                  </p:cNvPr>
                  <p:cNvGrpSpPr>
                    <a:grpSpLocks/>
                  </p:cNvGrpSpPr>
                  <p:nvPr/>
                </p:nvGrpSpPr>
                <p:grpSpPr bwMode="auto">
                  <a:xfrm>
                    <a:off x="3168" y="1920"/>
                    <a:ext cx="284" cy="384"/>
                    <a:chOff x="3168" y="1920"/>
                    <a:chExt cx="284" cy="384"/>
                  </a:xfrm>
                </p:grpSpPr>
                <p:sp>
                  <p:nvSpPr>
                    <p:cNvPr id="293" name="Rectangle 465">
                      <a:extLst>
                        <a:ext uri="{FF2B5EF4-FFF2-40B4-BE49-F238E27FC236}">
                          <a16:creationId xmlns:a16="http://schemas.microsoft.com/office/drawing/2014/main" id="{900A9910-00BD-D446-AE93-CDCA3EF8B79F}"/>
                        </a:ext>
                      </a:extLst>
                    </p:cNvPr>
                    <p:cNvSpPr>
                      <a:spLocks noChangeArrowheads="1"/>
                    </p:cNvSpPr>
                    <p:nvPr/>
                  </p:nvSpPr>
                  <p:spPr bwMode="auto">
                    <a:xfrm>
                      <a:off x="3210" y="1920"/>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94" name="Rectangle 659">
                      <a:extLst>
                        <a:ext uri="{FF2B5EF4-FFF2-40B4-BE49-F238E27FC236}">
                          <a16:creationId xmlns:a16="http://schemas.microsoft.com/office/drawing/2014/main" id="{1AC47DE4-40FB-2B48-B8EB-D5F329DFD717}"/>
                        </a:ext>
                      </a:extLst>
                    </p:cNvPr>
                    <p:cNvSpPr>
                      <a:spLocks noChangeArrowheads="1"/>
                    </p:cNvSpPr>
                    <p:nvPr/>
                  </p:nvSpPr>
                  <p:spPr bwMode="auto">
                    <a:xfrm>
                      <a:off x="3168"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6" name="Group 662">
                    <a:extLst>
                      <a:ext uri="{FF2B5EF4-FFF2-40B4-BE49-F238E27FC236}">
                        <a16:creationId xmlns:a16="http://schemas.microsoft.com/office/drawing/2014/main" id="{A2323A9A-0618-EC41-BC32-AAD20E883770}"/>
                      </a:ext>
                    </a:extLst>
                  </p:cNvPr>
                  <p:cNvGrpSpPr>
                    <a:grpSpLocks/>
                  </p:cNvGrpSpPr>
                  <p:nvPr/>
                </p:nvGrpSpPr>
                <p:grpSpPr bwMode="auto">
                  <a:xfrm>
                    <a:off x="3452" y="1920"/>
                    <a:ext cx="284" cy="384"/>
                    <a:chOff x="3452" y="1920"/>
                    <a:chExt cx="284" cy="384"/>
                  </a:xfrm>
                </p:grpSpPr>
                <p:sp>
                  <p:nvSpPr>
                    <p:cNvPr id="291" name="Rectangle 466">
                      <a:extLst>
                        <a:ext uri="{FF2B5EF4-FFF2-40B4-BE49-F238E27FC236}">
                          <a16:creationId xmlns:a16="http://schemas.microsoft.com/office/drawing/2014/main" id="{3781F056-9328-1C42-8FC6-06D5BB7762C8}"/>
                        </a:ext>
                      </a:extLst>
                    </p:cNvPr>
                    <p:cNvSpPr>
                      <a:spLocks noChangeArrowheads="1"/>
                    </p:cNvSpPr>
                    <p:nvPr/>
                  </p:nvSpPr>
                  <p:spPr bwMode="auto">
                    <a:xfrm>
                      <a:off x="3495" y="1920"/>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92" name="Rectangle 661">
                      <a:extLst>
                        <a:ext uri="{FF2B5EF4-FFF2-40B4-BE49-F238E27FC236}">
                          <a16:creationId xmlns:a16="http://schemas.microsoft.com/office/drawing/2014/main" id="{7EB36185-7C58-BC47-80E5-D612C0A7307F}"/>
                        </a:ext>
                      </a:extLst>
                    </p:cNvPr>
                    <p:cNvSpPr>
                      <a:spLocks noChangeArrowheads="1"/>
                    </p:cNvSpPr>
                    <p:nvPr/>
                  </p:nvSpPr>
                  <p:spPr bwMode="auto">
                    <a:xfrm>
                      <a:off x="3452"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7" name="Group 664">
                    <a:extLst>
                      <a:ext uri="{FF2B5EF4-FFF2-40B4-BE49-F238E27FC236}">
                        <a16:creationId xmlns:a16="http://schemas.microsoft.com/office/drawing/2014/main" id="{427A676B-8830-1B48-A36E-9C52BBBC7BE7}"/>
                      </a:ext>
                    </a:extLst>
                  </p:cNvPr>
                  <p:cNvGrpSpPr>
                    <a:grpSpLocks/>
                  </p:cNvGrpSpPr>
                  <p:nvPr/>
                </p:nvGrpSpPr>
                <p:grpSpPr bwMode="auto">
                  <a:xfrm>
                    <a:off x="3736" y="1920"/>
                    <a:ext cx="284" cy="384"/>
                    <a:chOff x="3736" y="1920"/>
                    <a:chExt cx="284" cy="384"/>
                  </a:xfrm>
                </p:grpSpPr>
                <p:sp>
                  <p:nvSpPr>
                    <p:cNvPr id="289" name="Rectangle 467">
                      <a:extLst>
                        <a:ext uri="{FF2B5EF4-FFF2-40B4-BE49-F238E27FC236}">
                          <a16:creationId xmlns:a16="http://schemas.microsoft.com/office/drawing/2014/main" id="{8F0D68F9-9720-734D-B9FB-E52674B7057D}"/>
                        </a:ext>
                      </a:extLst>
                    </p:cNvPr>
                    <p:cNvSpPr>
                      <a:spLocks noChangeArrowheads="1"/>
                    </p:cNvSpPr>
                    <p:nvPr/>
                  </p:nvSpPr>
                  <p:spPr bwMode="auto">
                    <a:xfrm>
                      <a:off x="3779" y="1920"/>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90" name="Rectangle 663">
                      <a:extLst>
                        <a:ext uri="{FF2B5EF4-FFF2-40B4-BE49-F238E27FC236}">
                          <a16:creationId xmlns:a16="http://schemas.microsoft.com/office/drawing/2014/main" id="{E1905D43-A98E-B447-B1BD-03AF978E29C2}"/>
                        </a:ext>
                      </a:extLst>
                    </p:cNvPr>
                    <p:cNvSpPr>
                      <a:spLocks noChangeArrowheads="1"/>
                    </p:cNvSpPr>
                    <p:nvPr/>
                  </p:nvSpPr>
                  <p:spPr bwMode="auto">
                    <a:xfrm>
                      <a:off x="3736"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8" name="Group 666">
                    <a:extLst>
                      <a:ext uri="{FF2B5EF4-FFF2-40B4-BE49-F238E27FC236}">
                        <a16:creationId xmlns:a16="http://schemas.microsoft.com/office/drawing/2014/main" id="{DAF8EA30-126F-4849-80E9-33FA2CF5EAAF}"/>
                      </a:ext>
                    </a:extLst>
                  </p:cNvPr>
                  <p:cNvGrpSpPr>
                    <a:grpSpLocks/>
                  </p:cNvGrpSpPr>
                  <p:nvPr/>
                </p:nvGrpSpPr>
                <p:grpSpPr bwMode="auto">
                  <a:xfrm>
                    <a:off x="4020" y="1920"/>
                    <a:ext cx="284" cy="384"/>
                    <a:chOff x="4020" y="1920"/>
                    <a:chExt cx="284" cy="384"/>
                  </a:xfrm>
                </p:grpSpPr>
                <p:sp>
                  <p:nvSpPr>
                    <p:cNvPr id="287" name="Rectangle 468">
                      <a:extLst>
                        <a:ext uri="{FF2B5EF4-FFF2-40B4-BE49-F238E27FC236}">
                          <a16:creationId xmlns:a16="http://schemas.microsoft.com/office/drawing/2014/main" id="{1330347C-5849-5549-872C-D3E1826DFABC}"/>
                        </a:ext>
                      </a:extLst>
                    </p:cNvPr>
                    <p:cNvSpPr>
                      <a:spLocks noChangeArrowheads="1"/>
                    </p:cNvSpPr>
                    <p:nvPr/>
                  </p:nvSpPr>
                  <p:spPr bwMode="auto">
                    <a:xfrm>
                      <a:off x="4062" y="1920"/>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88" name="Rectangle 665">
                      <a:extLst>
                        <a:ext uri="{FF2B5EF4-FFF2-40B4-BE49-F238E27FC236}">
                          <a16:creationId xmlns:a16="http://schemas.microsoft.com/office/drawing/2014/main" id="{956DC2DC-871F-1446-B7AD-501C7E114C3E}"/>
                        </a:ext>
                      </a:extLst>
                    </p:cNvPr>
                    <p:cNvSpPr>
                      <a:spLocks noChangeArrowheads="1"/>
                    </p:cNvSpPr>
                    <p:nvPr/>
                  </p:nvSpPr>
                  <p:spPr bwMode="auto">
                    <a:xfrm>
                      <a:off x="4020" y="192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89" name="Group 668">
                    <a:extLst>
                      <a:ext uri="{FF2B5EF4-FFF2-40B4-BE49-F238E27FC236}">
                        <a16:creationId xmlns:a16="http://schemas.microsoft.com/office/drawing/2014/main" id="{1C8ADE32-E22A-3A4F-A9A8-11768261B913}"/>
                      </a:ext>
                    </a:extLst>
                  </p:cNvPr>
                  <p:cNvGrpSpPr>
                    <a:grpSpLocks/>
                  </p:cNvGrpSpPr>
                  <p:nvPr/>
                </p:nvGrpSpPr>
                <p:grpSpPr bwMode="auto">
                  <a:xfrm>
                    <a:off x="0" y="2304"/>
                    <a:ext cx="1464" cy="384"/>
                    <a:chOff x="0" y="2304"/>
                    <a:chExt cx="1464" cy="384"/>
                  </a:xfrm>
                </p:grpSpPr>
                <p:sp>
                  <p:nvSpPr>
                    <p:cNvPr id="285" name="Rectangle 469">
                      <a:extLst>
                        <a:ext uri="{FF2B5EF4-FFF2-40B4-BE49-F238E27FC236}">
                          <a16:creationId xmlns:a16="http://schemas.microsoft.com/office/drawing/2014/main" id="{C564A598-B3DD-AE4F-B202-9C2AEFAB9E4D}"/>
                        </a:ext>
                      </a:extLst>
                    </p:cNvPr>
                    <p:cNvSpPr>
                      <a:spLocks noChangeArrowheads="1"/>
                    </p:cNvSpPr>
                    <p:nvPr/>
                  </p:nvSpPr>
                  <p:spPr bwMode="auto">
                    <a:xfrm>
                      <a:off x="43" y="2304"/>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86" name="Rectangle 667">
                      <a:extLst>
                        <a:ext uri="{FF2B5EF4-FFF2-40B4-BE49-F238E27FC236}">
                          <a16:creationId xmlns:a16="http://schemas.microsoft.com/office/drawing/2014/main" id="{A7C71306-A952-8246-828E-EE6BD2D78C83}"/>
                        </a:ext>
                      </a:extLst>
                    </p:cNvPr>
                    <p:cNvSpPr>
                      <a:spLocks noChangeArrowheads="1"/>
                    </p:cNvSpPr>
                    <p:nvPr/>
                  </p:nvSpPr>
                  <p:spPr bwMode="auto">
                    <a:xfrm>
                      <a:off x="0" y="2304"/>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0" name="Group 670">
                    <a:extLst>
                      <a:ext uri="{FF2B5EF4-FFF2-40B4-BE49-F238E27FC236}">
                        <a16:creationId xmlns:a16="http://schemas.microsoft.com/office/drawing/2014/main" id="{1E65E5AE-5660-E440-A002-D61F3E7417C5}"/>
                      </a:ext>
                    </a:extLst>
                  </p:cNvPr>
                  <p:cNvGrpSpPr>
                    <a:grpSpLocks/>
                  </p:cNvGrpSpPr>
                  <p:nvPr/>
                </p:nvGrpSpPr>
                <p:grpSpPr bwMode="auto">
                  <a:xfrm>
                    <a:off x="1464" y="2304"/>
                    <a:ext cx="284" cy="384"/>
                    <a:chOff x="1464" y="2304"/>
                    <a:chExt cx="284" cy="384"/>
                  </a:xfrm>
                </p:grpSpPr>
                <p:sp>
                  <p:nvSpPr>
                    <p:cNvPr id="283" name="Rectangle 470">
                      <a:extLst>
                        <a:ext uri="{FF2B5EF4-FFF2-40B4-BE49-F238E27FC236}">
                          <a16:creationId xmlns:a16="http://schemas.microsoft.com/office/drawing/2014/main" id="{429B483D-002F-244F-8183-BCF157469D9A}"/>
                        </a:ext>
                      </a:extLst>
                    </p:cNvPr>
                    <p:cNvSpPr>
                      <a:spLocks noChangeArrowheads="1"/>
                    </p:cNvSpPr>
                    <p:nvPr/>
                  </p:nvSpPr>
                  <p:spPr bwMode="auto">
                    <a:xfrm>
                      <a:off x="1507" y="2304"/>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84" name="Rectangle 669">
                      <a:extLst>
                        <a:ext uri="{FF2B5EF4-FFF2-40B4-BE49-F238E27FC236}">
                          <a16:creationId xmlns:a16="http://schemas.microsoft.com/office/drawing/2014/main" id="{0842FAAA-0E32-5E45-8270-B9D38539C8EC}"/>
                        </a:ext>
                      </a:extLst>
                    </p:cNvPr>
                    <p:cNvSpPr>
                      <a:spLocks noChangeArrowheads="1"/>
                    </p:cNvSpPr>
                    <p:nvPr/>
                  </p:nvSpPr>
                  <p:spPr bwMode="auto">
                    <a:xfrm>
                      <a:off x="1464"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1" name="Group 672">
                    <a:extLst>
                      <a:ext uri="{FF2B5EF4-FFF2-40B4-BE49-F238E27FC236}">
                        <a16:creationId xmlns:a16="http://schemas.microsoft.com/office/drawing/2014/main" id="{69CE79AF-5F34-E443-8372-8B6A664B6563}"/>
                      </a:ext>
                    </a:extLst>
                  </p:cNvPr>
                  <p:cNvGrpSpPr>
                    <a:grpSpLocks/>
                  </p:cNvGrpSpPr>
                  <p:nvPr/>
                </p:nvGrpSpPr>
                <p:grpSpPr bwMode="auto">
                  <a:xfrm>
                    <a:off x="1748" y="2304"/>
                    <a:ext cx="284" cy="384"/>
                    <a:chOff x="1748" y="2304"/>
                    <a:chExt cx="284" cy="384"/>
                  </a:xfrm>
                </p:grpSpPr>
                <p:sp>
                  <p:nvSpPr>
                    <p:cNvPr id="281" name="Rectangle 471">
                      <a:extLst>
                        <a:ext uri="{FF2B5EF4-FFF2-40B4-BE49-F238E27FC236}">
                          <a16:creationId xmlns:a16="http://schemas.microsoft.com/office/drawing/2014/main" id="{66FBD0F6-E4F7-D844-A54D-7F262DCD00BC}"/>
                        </a:ext>
                      </a:extLst>
                    </p:cNvPr>
                    <p:cNvSpPr>
                      <a:spLocks noChangeArrowheads="1"/>
                    </p:cNvSpPr>
                    <p:nvPr/>
                  </p:nvSpPr>
                  <p:spPr bwMode="auto">
                    <a:xfrm>
                      <a:off x="1791" y="2304"/>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82" name="Rectangle 671">
                      <a:extLst>
                        <a:ext uri="{FF2B5EF4-FFF2-40B4-BE49-F238E27FC236}">
                          <a16:creationId xmlns:a16="http://schemas.microsoft.com/office/drawing/2014/main" id="{16BC98F5-802A-AD4B-A952-5525DC8DDD13}"/>
                        </a:ext>
                      </a:extLst>
                    </p:cNvPr>
                    <p:cNvSpPr>
                      <a:spLocks noChangeArrowheads="1"/>
                    </p:cNvSpPr>
                    <p:nvPr/>
                  </p:nvSpPr>
                  <p:spPr bwMode="auto">
                    <a:xfrm>
                      <a:off x="1748"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2" name="Group 674">
                    <a:extLst>
                      <a:ext uri="{FF2B5EF4-FFF2-40B4-BE49-F238E27FC236}">
                        <a16:creationId xmlns:a16="http://schemas.microsoft.com/office/drawing/2014/main" id="{740339CC-648A-734F-944C-3C7652888784}"/>
                      </a:ext>
                    </a:extLst>
                  </p:cNvPr>
                  <p:cNvGrpSpPr>
                    <a:grpSpLocks/>
                  </p:cNvGrpSpPr>
                  <p:nvPr/>
                </p:nvGrpSpPr>
                <p:grpSpPr bwMode="auto">
                  <a:xfrm>
                    <a:off x="2032" y="2304"/>
                    <a:ext cx="284" cy="384"/>
                    <a:chOff x="2032" y="2304"/>
                    <a:chExt cx="284" cy="384"/>
                  </a:xfrm>
                </p:grpSpPr>
                <p:sp>
                  <p:nvSpPr>
                    <p:cNvPr id="279" name="Rectangle 472">
                      <a:extLst>
                        <a:ext uri="{FF2B5EF4-FFF2-40B4-BE49-F238E27FC236}">
                          <a16:creationId xmlns:a16="http://schemas.microsoft.com/office/drawing/2014/main" id="{F9F0E476-D9BC-7A4A-A028-9370D8A3F712}"/>
                        </a:ext>
                      </a:extLst>
                    </p:cNvPr>
                    <p:cNvSpPr>
                      <a:spLocks noChangeArrowheads="1"/>
                    </p:cNvSpPr>
                    <p:nvPr/>
                  </p:nvSpPr>
                  <p:spPr bwMode="auto">
                    <a:xfrm>
                      <a:off x="2075" y="2304"/>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80" name="Rectangle 673">
                      <a:extLst>
                        <a:ext uri="{FF2B5EF4-FFF2-40B4-BE49-F238E27FC236}">
                          <a16:creationId xmlns:a16="http://schemas.microsoft.com/office/drawing/2014/main" id="{367AEE7D-38B6-B644-8C22-A3B1C36248C6}"/>
                        </a:ext>
                      </a:extLst>
                    </p:cNvPr>
                    <p:cNvSpPr>
                      <a:spLocks noChangeArrowheads="1"/>
                    </p:cNvSpPr>
                    <p:nvPr/>
                  </p:nvSpPr>
                  <p:spPr bwMode="auto">
                    <a:xfrm>
                      <a:off x="2032"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3" name="Group 676">
                    <a:extLst>
                      <a:ext uri="{FF2B5EF4-FFF2-40B4-BE49-F238E27FC236}">
                        <a16:creationId xmlns:a16="http://schemas.microsoft.com/office/drawing/2014/main" id="{37E6FEA2-D5DC-B34F-9F14-4B7642607CC1}"/>
                      </a:ext>
                    </a:extLst>
                  </p:cNvPr>
                  <p:cNvGrpSpPr>
                    <a:grpSpLocks/>
                  </p:cNvGrpSpPr>
                  <p:nvPr/>
                </p:nvGrpSpPr>
                <p:grpSpPr bwMode="auto">
                  <a:xfrm>
                    <a:off x="2316" y="2304"/>
                    <a:ext cx="284" cy="384"/>
                    <a:chOff x="2316" y="2304"/>
                    <a:chExt cx="284" cy="384"/>
                  </a:xfrm>
                </p:grpSpPr>
                <p:sp>
                  <p:nvSpPr>
                    <p:cNvPr id="277" name="Rectangle 473">
                      <a:extLst>
                        <a:ext uri="{FF2B5EF4-FFF2-40B4-BE49-F238E27FC236}">
                          <a16:creationId xmlns:a16="http://schemas.microsoft.com/office/drawing/2014/main" id="{7B373FEA-74B2-644D-96A2-99DA40F9C9A8}"/>
                        </a:ext>
                      </a:extLst>
                    </p:cNvPr>
                    <p:cNvSpPr>
                      <a:spLocks noChangeArrowheads="1"/>
                    </p:cNvSpPr>
                    <p:nvPr/>
                  </p:nvSpPr>
                  <p:spPr bwMode="auto">
                    <a:xfrm>
                      <a:off x="2359" y="2304"/>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78" name="Rectangle 675">
                      <a:extLst>
                        <a:ext uri="{FF2B5EF4-FFF2-40B4-BE49-F238E27FC236}">
                          <a16:creationId xmlns:a16="http://schemas.microsoft.com/office/drawing/2014/main" id="{FD1892C1-9BCE-6440-BB0E-7F77422FC128}"/>
                        </a:ext>
                      </a:extLst>
                    </p:cNvPr>
                    <p:cNvSpPr>
                      <a:spLocks noChangeArrowheads="1"/>
                    </p:cNvSpPr>
                    <p:nvPr/>
                  </p:nvSpPr>
                  <p:spPr bwMode="auto">
                    <a:xfrm>
                      <a:off x="2316"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4" name="Group 678">
                    <a:extLst>
                      <a:ext uri="{FF2B5EF4-FFF2-40B4-BE49-F238E27FC236}">
                        <a16:creationId xmlns:a16="http://schemas.microsoft.com/office/drawing/2014/main" id="{CA2074D0-7CCE-DC43-8136-560D53DCF79E}"/>
                      </a:ext>
                    </a:extLst>
                  </p:cNvPr>
                  <p:cNvGrpSpPr>
                    <a:grpSpLocks/>
                  </p:cNvGrpSpPr>
                  <p:nvPr/>
                </p:nvGrpSpPr>
                <p:grpSpPr bwMode="auto">
                  <a:xfrm>
                    <a:off x="2600" y="2304"/>
                    <a:ext cx="284" cy="384"/>
                    <a:chOff x="2600" y="2304"/>
                    <a:chExt cx="284" cy="384"/>
                  </a:xfrm>
                </p:grpSpPr>
                <p:sp>
                  <p:nvSpPr>
                    <p:cNvPr id="275" name="Rectangle 474">
                      <a:extLst>
                        <a:ext uri="{FF2B5EF4-FFF2-40B4-BE49-F238E27FC236}">
                          <a16:creationId xmlns:a16="http://schemas.microsoft.com/office/drawing/2014/main" id="{95B8A141-0DF2-A144-98E5-00EB7254C4CE}"/>
                        </a:ext>
                      </a:extLst>
                    </p:cNvPr>
                    <p:cNvSpPr>
                      <a:spLocks noChangeArrowheads="1"/>
                    </p:cNvSpPr>
                    <p:nvPr/>
                  </p:nvSpPr>
                  <p:spPr bwMode="auto">
                    <a:xfrm>
                      <a:off x="2643" y="2304"/>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76" name="Rectangle 677">
                      <a:extLst>
                        <a:ext uri="{FF2B5EF4-FFF2-40B4-BE49-F238E27FC236}">
                          <a16:creationId xmlns:a16="http://schemas.microsoft.com/office/drawing/2014/main" id="{FFBB5753-D9A0-ED4F-9481-32FFEF866007}"/>
                        </a:ext>
                      </a:extLst>
                    </p:cNvPr>
                    <p:cNvSpPr>
                      <a:spLocks noChangeArrowheads="1"/>
                    </p:cNvSpPr>
                    <p:nvPr/>
                  </p:nvSpPr>
                  <p:spPr bwMode="auto">
                    <a:xfrm>
                      <a:off x="2600"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5" name="Group 680">
                    <a:extLst>
                      <a:ext uri="{FF2B5EF4-FFF2-40B4-BE49-F238E27FC236}">
                        <a16:creationId xmlns:a16="http://schemas.microsoft.com/office/drawing/2014/main" id="{037176F6-22CF-FF43-83E1-08A43D3B87CC}"/>
                      </a:ext>
                    </a:extLst>
                  </p:cNvPr>
                  <p:cNvGrpSpPr>
                    <a:grpSpLocks/>
                  </p:cNvGrpSpPr>
                  <p:nvPr/>
                </p:nvGrpSpPr>
                <p:grpSpPr bwMode="auto">
                  <a:xfrm>
                    <a:off x="2884" y="2304"/>
                    <a:ext cx="284" cy="384"/>
                    <a:chOff x="2884" y="2304"/>
                    <a:chExt cx="284" cy="384"/>
                  </a:xfrm>
                </p:grpSpPr>
                <p:sp>
                  <p:nvSpPr>
                    <p:cNvPr id="273" name="Rectangle 475">
                      <a:extLst>
                        <a:ext uri="{FF2B5EF4-FFF2-40B4-BE49-F238E27FC236}">
                          <a16:creationId xmlns:a16="http://schemas.microsoft.com/office/drawing/2014/main" id="{AD7F0865-01C9-6242-9935-1DACD3D8B5A7}"/>
                        </a:ext>
                      </a:extLst>
                    </p:cNvPr>
                    <p:cNvSpPr>
                      <a:spLocks noChangeArrowheads="1"/>
                    </p:cNvSpPr>
                    <p:nvPr/>
                  </p:nvSpPr>
                  <p:spPr bwMode="auto">
                    <a:xfrm>
                      <a:off x="2927" y="2304"/>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74" name="Rectangle 679">
                      <a:extLst>
                        <a:ext uri="{FF2B5EF4-FFF2-40B4-BE49-F238E27FC236}">
                          <a16:creationId xmlns:a16="http://schemas.microsoft.com/office/drawing/2014/main" id="{83C23CE2-4150-E946-8D05-CFDFDBF8D591}"/>
                        </a:ext>
                      </a:extLst>
                    </p:cNvPr>
                    <p:cNvSpPr>
                      <a:spLocks noChangeArrowheads="1"/>
                    </p:cNvSpPr>
                    <p:nvPr/>
                  </p:nvSpPr>
                  <p:spPr bwMode="auto">
                    <a:xfrm>
                      <a:off x="2884"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6" name="Group 682">
                    <a:extLst>
                      <a:ext uri="{FF2B5EF4-FFF2-40B4-BE49-F238E27FC236}">
                        <a16:creationId xmlns:a16="http://schemas.microsoft.com/office/drawing/2014/main" id="{CA29F681-D288-2040-AB16-7815C0C3DC10}"/>
                      </a:ext>
                    </a:extLst>
                  </p:cNvPr>
                  <p:cNvGrpSpPr>
                    <a:grpSpLocks/>
                  </p:cNvGrpSpPr>
                  <p:nvPr/>
                </p:nvGrpSpPr>
                <p:grpSpPr bwMode="auto">
                  <a:xfrm>
                    <a:off x="3168" y="2304"/>
                    <a:ext cx="284" cy="384"/>
                    <a:chOff x="3168" y="2304"/>
                    <a:chExt cx="284" cy="384"/>
                  </a:xfrm>
                </p:grpSpPr>
                <p:sp>
                  <p:nvSpPr>
                    <p:cNvPr id="271" name="Rectangle 476">
                      <a:extLst>
                        <a:ext uri="{FF2B5EF4-FFF2-40B4-BE49-F238E27FC236}">
                          <a16:creationId xmlns:a16="http://schemas.microsoft.com/office/drawing/2014/main" id="{E417ACC4-6041-484D-A2C1-44D3B0D6DDFF}"/>
                        </a:ext>
                      </a:extLst>
                    </p:cNvPr>
                    <p:cNvSpPr>
                      <a:spLocks noChangeArrowheads="1"/>
                    </p:cNvSpPr>
                    <p:nvPr/>
                  </p:nvSpPr>
                  <p:spPr bwMode="auto">
                    <a:xfrm>
                      <a:off x="3210" y="2304"/>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72" name="Rectangle 681">
                      <a:extLst>
                        <a:ext uri="{FF2B5EF4-FFF2-40B4-BE49-F238E27FC236}">
                          <a16:creationId xmlns:a16="http://schemas.microsoft.com/office/drawing/2014/main" id="{F5AA097C-C93C-1340-88B8-CEA85690B696}"/>
                        </a:ext>
                      </a:extLst>
                    </p:cNvPr>
                    <p:cNvSpPr>
                      <a:spLocks noChangeArrowheads="1"/>
                    </p:cNvSpPr>
                    <p:nvPr/>
                  </p:nvSpPr>
                  <p:spPr bwMode="auto">
                    <a:xfrm>
                      <a:off x="3168"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7" name="Group 684">
                    <a:extLst>
                      <a:ext uri="{FF2B5EF4-FFF2-40B4-BE49-F238E27FC236}">
                        <a16:creationId xmlns:a16="http://schemas.microsoft.com/office/drawing/2014/main" id="{7FBA13BF-FCA3-E849-95E7-58251B0280BD}"/>
                      </a:ext>
                    </a:extLst>
                  </p:cNvPr>
                  <p:cNvGrpSpPr>
                    <a:grpSpLocks/>
                  </p:cNvGrpSpPr>
                  <p:nvPr/>
                </p:nvGrpSpPr>
                <p:grpSpPr bwMode="auto">
                  <a:xfrm>
                    <a:off x="3452" y="2304"/>
                    <a:ext cx="284" cy="384"/>
                    <a:chOff x="3452" y="2304"/>
                    <a:chExt cx="284" cy="384"/>
                  </a:xfrm>
                </p:grpSpPr>
                <p:sp>
                  <p:nvSpPr>
                    <p:cNvPr id="269" name="Rectangle 477">
                      <a:extLst>
                        <a:ext uri="{FF2B5EF4-FFF2-40B4-BE49-F238E27FC236}">
                          <a16:creationId xmlns:a16="http://schemas.microsoft.com/office/drawing/2014/main" id="{908B4EC3-21E0-CE4F-A6D2-568C2CDD63D2}"/>
                        </a:ext>
                      </a:extLst>
                    </p:cNvPr>
                    <p:cNvSpPr>
                      <a:spLocks noChangeArrowheads="1"/>
                    </p:cNvSpPr>
                    <p:nvPr/>
                  </p:nvSpPr>
                  <p:spPr bwMode="auto">
                    <a:xfrm>
                      <a:off x="3495" y="2304"/>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70" name="Rectangle 683">
                      <a:extLst>
                        <a:ext uri="{FF2B5EF4-FFF2-40B4-BE49-F238E27FC236}">
                          <a16:creationId xmlns:a16="http://schemas.microsoft.com/office/drawing/2014/main" id="{A802DFC3-2ED3-EB47-937B-F8E17B93DBE3}"/>
                        </a:ext>
                      </a:extLst>
                    </p:cNvPr>
                    <p:cNvSpPr>
                      <a:spLocks noChangeArrowheads="1"/>
                    </p:cNvSpPr>
                    <p:nvPr/>
                  </p:nvSpPr>
                  <p:spPr bwMode="auto">
                    <a:xfrm>
                      <a:off x="3452"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8" name="Group 686">
                    <a:extLst>
                      <a:ext uri="{FF2B5EF4-FFF2-40B4-BE49-F238E27FC236}">
                        <a16:creationId xmlns:a16="http://schemas.microsoft.com/office/drawing/2014/main" id="{987AB499-FE57-6840-AE63-C6F243BC563E}"/>
                      </a:ext>
                    </a:extLst>
                  </p:cNvPr>
                  <p:cNvGrpSpPr>
                    <a:grpSpLocks/>
                  </p:cNvGrpSpPr>
                  <p:nvPr/>
                </p:nvGrpSpPr>
                <p:grpSpPr bwMode="auto">
                  <a:xfrm>
                    <a:off x="3736" y="2304"/>
                    <a:ext cx="284" cy="384"/>
                    <a:chOff x="3736" y="2304"/>
                    <a:chExt cx="284" cy="384"/>
                  </a:xfrm>
                </p:grpSpPr>
                <p:sp>
                  <p:nvSpPr>
                    <p:cNvPr id="267" name="Rectangle 478">
                      <a:extLst>
                        <a:ext uri="{FF2B5EF4-FFF2-40B4-BE49-F238E27FC236}">
                          <a16:creationId xmlns:a16="http://schemas.microsoft.com/office/drawing/2014/main" id="{CDDBCC92-36A3-A644-8315-37B2CCC0D464}"/>
                        </a:ext>
                      </a:extLst>
                    </p:cNvPr>
                    <p:cNvSpPr>
                      <a:spLocks noChangeArrowheads="1"/>
                    </p:cNvSpPr>
                    <p:nvPr/>
                  </p:nvSpPr>
                  <p:spPr bwMode="auto">
                    <a:xfrm>
                      <a:off x="3779" y="2304"/>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68" name="Rectangle 685">
                      <a:extLst>
                        <a:ext uri="{FF2B5EF4-FFF2-40B4-BE49-F238E27FC236}">
                          <a16:creationId xmlns:a16="http://schemas.microsoft.com/office/drawing/2014/main" id="{EF37AB7A-32D2-9C42-85FD-F253903E6B72}"/>
                        </a:ext>
                      </a:extLst>
                    </p:cNvPr>
                    <p:cNvSpPr>
                      <a:spLocks noChangeArrowheads="1"/>
                    </p:cNvSpPr>
                    <p:nvPr/>
                  </p:nvSpPr>
                  <p:spPr bwMode="auto">
                    <a:xfrm>
                      <a:off x="3736"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99" name="Group 688">
                    <a:extLst>
                      <a:ext uri="{FF2B5EF4-FFF2-40B4-BE49-F238E27FC236}">
                        <a16:creationId xmlns:a16="http://schemas.microsoft.com/office/drawing/2014/main" id="{5801FB7D-FC08-3B40-85D7-E981EEF76780}"/>
                      </a:ext>
                    </a:extLst>
                  </p:cNvPr>
                  <p:cNvGrpSpPr>
                    <a:grpSpLocks/>
                  </p:cNvGrpSpPr>
                  <p:nvPr/>
                </p:nvGrpSpPr>
                <p:grpSpPr bwMode="auto">
                  <a:xfrm>
                    <a:off x="4020" y="2304"/>
                    <a:ext cx="284" cy="384"/>
                    <a:chOff x="4020" y="2304"/>
                    <a:chExt cx="284" cy="384"/>
                  </a:xfrm>
                </p:grpSpPr>
                <p:sp>
                  <p:nvSpPr>
                    <p:cNvPr id="265" name="Rectangle 479">
                      <a:extLst>
                        <a:ext uri="{FF2B5EF4-FFF2-40B4-BE49-F238E27FC236}">
                          <a16:creationId xmlns:a16="http://schemas.microsoft.com/office/drawing/2014/main" id="{EC2A87B8-1CEA-C246-A9F5-549AA0D911DD}"/>
                        </a:ext>
                      </a:extLst>
                    </p:cNvPr>
                    <p:cNvSpPr>
                      <a:spLocks noChangeArrowheads="1"/>
                    </p:cNvSpPr>
                    <p:nvPr/>
                  </p:nvSpPr>
                  <p:spPr bwMode="auto">
                    <a:xfrm>
                      <a:off x="4062" y="2304"/>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66" name="Rectangle 687">
                      <a:extLst>
                        <a:ext uri="{FF2B5EF4-FFF2-40B4-BE49-F238E27FC236}">
                          <a16:creationId xmlns:a16="http://schemas.microsoft.com/office/drawing/2014/main" id="{327190D3-237B-4D44-BAB9-BB4EAAC38A30}"/>
                        </a:ext>
                      </a:extLst>
                    </p:cNvPr>
                    <p:cNvSpPr>
                      <a:spLocks noChangeArrowheads="1"/>
                    </p:cNvSpPr>
                    <p:nvPr/>
                  </p:nvSpPr>
                  <p:spPr bwMode="auto">
                    <a:xfrm>
                      <a:off x="4020" y="230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0" name="Group 690">
                    <a:extLst>
                      <a:ext uri="{FF2B5EF4-FFF2-40B4-BE49-F238E27FC236}">
                        <a16:creationId xmlns:a16="http://schemas.microsoft.com/office/drawing/2014/main" id="{6AE3E9AD-C462-724A-9B38-E0D3FCB09A2F}"/>
                      </a:ext>
                    </a:extLst>
                  </p:cNvPr>
                  <p:cNvGrpSpPr>
                    <a:grpSpLocks/>
                  </p:cNvGrpSpPr>
                  <p:nvPr/>
                </p:nvGrpSpPr>
                <p:grpSpPr bwMode="auto">
                  <a:xfrm>
                    <a:off x="0" y="2688"/>
                    <a:ext cx="1464" cy="384"/>
                    <a:chOff x="0" y="2688"/>
                    <a:chExt cx="1464" cy="384"/>
                  </a:xfrm>
                </p:grpSpPr>
                <p:sp>
                  <p:nvSpPr>
                    <p:cNvPr id="263" name="Rectangle 480">
                      <a:extLst>
                        <a:ext uri="{FF2B5EF4-FFF2-40B4-BE49-F238E27FC236}">
                          <a16:creationId xmlns:a16="http://schemas.microsoft.com/office/drawing/2014/main" id="{F1B52269-806D-0E4F-9AC1-7BECF2E84885}"/>
                        </a:ext>
                      </a:extLst>
                    </p:cNvPr>
                    <p:cNvSpPr>
                      <a:spLocks noChangeArrowheads="1"/>
                    </p:cNvSpPr>
                    <p:nvPr/>
                  </p:nvSpPr>
                  <p:spPr bwMode="auto">
                    <a:xfrm>
                      <a:off x="43" y="2690"/>
                      <a:ext cx="137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64" name="Rectangle 689">
                      <a:extLst>
                        <a:ext uri="{FF2B5EF4-FFF2-40B4-BE49-F238E27FC236}">
                          <a16:creationId xmlns:a16="http://schemas.microsoft.com/office/drawing/2014/main" id="{8A2806DE-7DE2-E044-B832-6273A70EC1C5}"/>
                        </a:ext>
                      </a:extLst>
                    </p:cNvPr>
                    <p:cNvSpPr>
                      <a:spLocks noChangeArrowheads="1"/>
                    </p:cNvSpPr>
                    <p:nvPr/>
                  </p:nvSpPr>
                  <p:spPr bwMode="auto">
                    <a:xfrm>
                      <a:off x="0" y="2688"/>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1" name="Group 692">
                    <a:extLst>
                      <a:ext uri="{FF2B5EF4-FFF2-40B4-BE49-F238E27FC236}">
                        <a16:creationId xmlns:a16="http://schemas.microsoft.com/office/drawing/2014/main" id="{B3346D34-F9C0-8D41-AB42-1484A255B8A3}"/>
                      </a:ext>
                    </a:extLst>
                  </p:cNvPr>
                  <p:cNvGrpSpPr>
                    <a:grpSpLocks/>
                  </p:cNvGrpSpPr>
                  <p:nvPr/>
                </p:nvGrpSpPr>
                <p:grpSpPr bwMode="auto">
                  <a:xfrm>
                    <a:off x="1464" y="2688"/>
                    <a:ext cx="284" cy="384"/>
                    <a:chOff x="1464" y="2688"/>
                    <a:chExt cx="284" cy="384"/>
                  </a:xfrm>
                </p:grpSpPr>
                <p:sp>
                  <p:nvSpPr>
                    <p:cNvPr id="261" name="Rectangle 481">
                      <a:extLst>
                        <a:ext uri="{FF2B5EF4-FFF2-40B4-BE49-F238E27FC236}">
                          <a16:creationId xmlns:a16="http://schemas.microsoft.com/office/drawing/2014/main" id="{73A93D42-D42F-014F-AE5E-4B512DD2F6AD}"/>
                        </a:ext>
                      </a:extLst>
                    </p:cNvPr>
                    <p:cNvSpPr>
                      <a:spLocks noChangeArrowheads="1"/>
                    </p:cNvSpPr>
                    <p:nvPr/>
                  </p:nvSpPr>
                  <p:spPr bwMode="auto">
                    <a:xfrm>
                      <a:off x="1507" y="269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62" name="Rectangle 691">
                      <a:extLst>
                        <a:ext uri="{FF2B5EF4-FFF2-40B4-BE49-F238E27FC236}">
                          <a16:creationId xmlns:a16="http://schemas.microsoft.com/office/drawing/2014/main" id="{711012F0-B8E5-1642-A971-151758A830F4}"/>
                        </a:ext>
                      </a:extLst>
                    </p:cNvPr>
                    <p:cNvSpPr>
                      <a:spLocks noChangeArrowheads="1"/>
                    </p:cNvSpPr>
                    <p:nvPr/>
                  </p:nvSpPr>
                  <p:spPr bwMode="auto">
                    <a:xfrm>
                      <a:off x="1464"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2" name="Group 694">
                    <a:extLst>
                      <a:ext uri="{FF2B5EF4-FFF2-40B4-BE49-F238E27FC236}">
                        <a16:creationId xmlns:a16="http://schemas.microsoft.com/office/drawing/2014/main" id="{5CB3A023-A2BD-5F43-9B5D-5D2C0961F7E2}"/>
                      </a:ext>
                    </a:extLst>
                  </p:cNvPr>
                  <p:cNvGrpSpPr>
                    <a:grpSpLocks/>
                  </p:cNvGrpSpPr>
                  <p:nvPr/>
                </p:nvGrpSpPr>
                <p:grpSpPr bwMode="auto">
                  <a:xfrm>
                    <a:off x="1748" y="2688"/>
                    <a:ext cx="284" cy="384"/>
                    <a:chOff x="1748" y="2688"/>
                    <a:chExt cx="284" cy="384"/>
                  </a:xfrm>
                </p:grpSpPr>
                <p:sp>
                  <p:nvSpPr>
                    <p:cNvPr id="259" name="Rectangle 482">
                      <a:extLst>
                        <a:ext uri="{FF2B5EF4-FFF2-40B4-BE49-F238E27FC236}">
                          <a16:creationId xmlns:a16="http://schemas.microsoft.com/office/drawing/2014/main" id="{7F9527F7-E6AB-3E47-B6AD-3DD4F1CB13A5}"/>
                        </a:ext>
                      </a:extLst>
                    </p:cNvPr>
                    <p:cNvSpPr>
                      <a:spLocks noChangeArrowheads="1"/>
                    </p:cNvSpPr>
                    <p:nvPr/>
                  </p:nvSpPr>
                  <p:spPr bwMode="auto">
                    <a:xfrm>
                      <a:off x="1791" y="269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60" name="Rectangle 693">
                      <a:extLst>
                        <a:ext uri="{FF2B5EF4-FFF2-40B4-BE49-F238E27FC236}">
                          <a16:creationId xmlns:a16="http://schemas.microsoft.com/office/drawing/2014/main" id="{304C48CE-7DA9-1443-877F-CCFDDBDF82F1}"/>
                        </a:ext>
                      </a:extLst>
                    </p:cNvPr>
                    <p:cNvSpPr>
                      <a:spLocks noChangeArrowheads="1"/>
                    </p:cNvSpPr>
                    <p:nvPr/>
                  </p:nvSpPr>
                  <p:spPr bwMode="auto">
                    <a:xfrm>
                      <a:off x="1748"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3" name="Group 696">
                    <a:extLst>
                      <a:ext uri="{FF2B5EF4-FFF2-40B4-BE49-F238E27FC236}">
                        <a16:creationId xmlns:a16="http://schemas.microsoft.com/office/drawing/2014/main" id="{833D5C2E-93DE-854E-84C2-36C72D5A805D}"/>
                      </a:ext>
                    </a:extLst>
                  </p:cNvPr>
                  <p:cNvGrpSpPr>
                    <a:grpSpLocks/>
                  </p:cNvGrpSpPr>
                  <p:nvPr/>
                </p:nvGrpSpPr>
                <p:grpSpPr bwMode="auto">
                  <a:xfrm>
                    <a:off x="2032" y="2688"/>
                    <a:ext cx="284" cy="384"/>
                    <a:chOff x="2032" y="2688"/>
                    <a:chExt cx="284" cy="384"/>
                  </a:xfrm>
                </p:grpSpPr>
                <p:sp>
                  <p:nvSpPr>
                    <p:cNvPr id="257" name="Rectangle 483">
                      <a:extLst>
                        <a:ext uri="{FF2B5EF4-FFF2-40B4-BE49-F238E27FC236}">
                          <a16:creationId xmlns:a16="http://schemas.microsoft.com/office/drawing/2014/main" id="{CA81322A-9101-904B-A810-325629F42F47}"/>
                        </a:ext>
                      </a:extLst>
                    </p:cNvPr>
                    <p:cNvSpPr>
                      <a:spLocks noChangeArrowheads="1"/>
                    </p:cNvSpPr>
                    <p:nvPr/>
                  </p:nvSpPr>
                  <p:spPr bwMode="auto">
                    <a:xfrm>
                      <a:off x="2075" y="269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58" name="Rectangle 695">
                      <a:extLst>
                        <a:ext uri="{FF2B5EF4-FFF2-40B4-BE49-F238E27FC236}">
                          <a16:creationId xmlns:a16="http://schemas.microsoft.com/office/drawing/2014/main" id="{FB624FF2-3819-2248-A328-8DBB510672EE}"/>
                        </a:ext>
                      </a:extLst>
                    </p:cNvPr>
                    <p:cNvSpPr>
                      <a:spLocks noChangeArrowheads="1"/>
                    </p:cNvSpPr>
                    <p:nvPr/>
                  </p:nvSpPr>
                  <p:spPr bwMode="auto">
                    <a:xfrm>
                      <a:off x="2032"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4" name="Group 698">
                    <a:extLst>
                      <a:ext uri="{FF2B5EF4-FFF2-40B4-BE49-F238E27FC236}">
                        <a16:creationId xmlns:a16="http://schemas.microsoft.com/office/drawing/2014/main" id="{08BE67DB-25B2-B646-9AC0-9BB6C65F60BF}"/>
                      </a:ext>
                    </a:extLst>
                  </p:cNvPr>
                  <p:cNvGrpSpPr>
                    <a:grpSpLocks/>
                  </p:cNvGrpSpPr>
                  <p:nvPr/>
                </p:nvGrpSpPr>
                <p:grpSpPr bwMode="auto">
                  <a:xfrm>
                    <a:off x="2316" y="2688"/>
                    <a:ext cx="284" cy="384"/>
                    <a:chOff x="2316" y="2688"/>
                    <a:chExt cx="284" cy="384"/>
                  </a:xfrm>
                </p:grpSpPr>
                <p:sp>
                  <p:nvSpPr>
                    <p:cNvPr id="255" name="Rectangle 484">
                      <a:extLst>
                        <a:ext uri="{FF2B5EF4-FFF2-40B4-BE49-F238E27FC236}">
                          <a16:creationId xmlns:a16="http://schemas.microsoft.com/office/drawing/2014/main" id="{997BACE9-BDB9-BA4E-B0A6-34320574E645}"/>
                        </a:ext>
                      </a:extLst>
                    </p:cNvPr>
                    <p:cNvSpPr>
                      <a:spLocks noChangeArrowheads="1"/>
                    </p:cNvSpPr>
                    <p:nvPr/>
                  </p:nvSpPr>
                  <p:spPr bwMode="auto">
                    <a:xfrm>
                      <a:off x="2359" y="269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56" name="Rectangle 697">
                      <a:extLst>
                        <a:ext uri="{FF2B5EF4-FFF2-40B4-BE49-F238E27FC236}">
                          <a16:creationId xmlns:a16="http://schemas.microsoft.com/office/drawing/2014/main" id="{64A758C5-9911-524C-AC8C-D1890EF10161}"/>
                        </a:ext>
                      </a:extLst>
                    </p:cNvPr>
                    <p:cNvSpPr>
                      <a:spLocks noChangeArrowheads="1"/>
                    </p:cNvSpPr>
                    <p:nvPr/>
                  </p:nvSpPr>
                  <p:spPr bwMode="auto">
                    <a:xfrm>
                      <a:off x="2316"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5" name="Group 700">
                    <a:extLst>
                      <a:ext uri="{FF2B5EF4-FFF2-40B4-BE49-F238E27FC236}">
                        <a16:creationId xmlns:a16="http://schemas.microsoft.com/office/drawing/2014/main" id="{607EDCB2-5C54-5148-81D3-67BFAB438D4F}"/>
                      </a:ext>
                    </a:extLst>
                  </p:cNvPr>
                  <p:cNvGrpSpPr>
                    <a:grpSpLocks/>
                  </p:cNvGrpSpPr>
                  <p:nvPr/>
                </p:nvGrpSpPr>
                <p:grpSpPr bwMode="auto">
                  <a:xfrm>
                    <a:off x="2600" y="2688"/>
                    <a:ext cx="284" cy="384"/>
                    <a:chOff x="2600" y="2688"/>
                    <a:chExt cx="284" cy="384"/>
                  </a:xfrm>
                </p:grpSpPr>
                <p:sp>
                  <p:nvSpPr>
                    <p:cNvPr id="253" name="Rectangle 485">
                      <a:extLst>
                        <a:ext uri="{FF2B5EF4-FFF2-40B4-BE49-F238E27FC236}">
                          <a16:creationId xmlns:a16="http://schemas.microsoft.com/office/drawing/2014/main" id="{91B1F948-05C3-D449-8FD3-6D14B8E87919}"/>
                        </a:ext>
                      </a:extLst>
                    </p:cNvPr>
                    <p:cNvSpPr>
                      <a:spLocks noChangeArrowheads="1"/>
                    </p:cNvSpPr>
                    <p:nvPr/>
                  </p:nvSpPr>
                  <p:spPr bwMode="auto">
                    <a:xfrm>
                      <a:off x="2643" y="269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54" name="Rectangle 699">
                      <a:extLst>
                        <a:ext uri="{FF2B5EF4-FFF2-40B4-BE49-F238E27FC236}">
                          <a16:creationId xmlns:a16="http://schemas.microsoft.com/office/drawing/2014/main" id="{1472B54B-A868-7042-ADCD-0EE9298F1237}"/>
                        </a:ext>
                      </a:extLst>
                    </p:cNvPr>
                    <p:cNvSpPr>
                      <a:spLocks noChangeArrowheads="1"/>
                    </p:cNvSpPr>
                    <p:nvPr/>
                  </p:nvSpPr>
                  <p:spPr bwMode="auto">
                    <a:xfrm>
                      <a:off x="2600"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6" name="Group 702">
                    <a:extLst>
                      <a:ext uri="{FF2B5EF4-FFF2-40B4-BE49-F238E27FC236}">
                        <a16:creationId xmlns:a16="http://schemas.microsoft.com/office/drawing/2014/main" id="{ACCA1017-DB9A-AB4B-83B4-0824A08E304C}"/>
                      </a:ext>
                    </a:extLst>
                  </p:cNvPr>
                  <p:cNvGrpSpPr>
                    <a:grpSpLocks/>
                  </p:cNvGrpSpPr>
                  <p:nvPr/>
                </p:nvGrpSpPr>
                <p:grpSpPr bwMode="auto">
                  <a:xfrm>
                    <a:off x="2884" y="2688"/>
                    <a:ext cx="284" cy="384"/>
                    <a:chOff x="2884" y="2688"/>
                    <a:chExt cx="284" cy="384"/>
                  </a:xfrm>
                </p:grpSpPr>
                <p:sp>
                  <p:nvSpPr>
                    <p:cNvPr id="251" name="Rectangle 486">
                      <a:extLst>
                        <a:ext uri="{FF2B5EF4-FFF2-40B4-BE49-F238E27FC236}">
                          <a16:creationId xmlns:a16="http://schemas.microsoft.com/office/drawing/2014/main" id="{AB01141D-5A6D-AE47-9987-C8DD9B2FB095}"/>
                        </a:ext>
                      </a:extLst>
                    </p:cNvPr>
                    <p:cNvSpPr>
                      <a:spLocks noChangeArrowheads="1"/>
                    </p:cNvSpPr>
                    <p:nvPr/>
                  </p:nvSpPr>
                  <p:spPr bwMode="auto">
                    <a:xfrm>
                      <a:off x="2927" y="269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52" name="Rectangle 701">
                      <a:extLst>
                        <a:ext uri="{FF2B5EF4-FFF2-40B4-BE49-F238E27FC236}">
                          <a16:creationId xmlns:a16="http://schemas.microsoft.com/office/drawing/2014/main" id="{0CAA5AE6-50BC-0640-AFAA-E95D86F7480B}"/>
                        </a:ext>
                      </a:extLst>
                    </p:cNvPr>
                    <p:cNvSpPr>
                      <a:spLocks noChangeArrowheads="1"/>
                    </p:cNvSpPr>
                    <p:nvPr/>
                  </p:nvSpPr>
                  <p:spPr bwMode="auto">
                    <a:xfrm>
                      <a:off x="2884"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7" name="Group 704">
                    <a:extLst>
                      <a:ext uri="{FF2B5EF4-FFF2-40B4-BE49-F238E27FC236}">
                        <a16:creationId xmlns:a16="http://schemas.microsoft.com/office/drawing/2014/main" id="{083B37A6-7B8B-6643-9C1D-66E98A656CA7}"/>
                      </a:ext>
                    </a:extLst>
                  </p:cNvPr>
                  <p:cNvGrpSpPr>
                    <a:grpSpLocks/>
                  </p:cNvGrpSpPr>
                  <p:nvPr/>
                </p:nvGrpSpPr>
                <p:grpSpPr bwMode="auto">
                  <a:xfrm>
                    <a:off x="3168" y="2688"/>
                    <a:ext cx="284" cy="384"/>
                    <a:chOff x="3168" y="2688"/>
                    <a:chExt cx="284" cy="384"/>
                  </a:xfrm>
                </p:grpSpPr>
                <p:sp>
                  <p:nvSpPr>
                    <p:cNvPr id="249" name="Rectangle 487">
                      <a:extLst>
                        <a:ext uri="{FF2B5EF4-FFF2-40B4-BE49-F238E27FC236}">
                          <a16:creationId xmlns:a16="http://schemas.microsoft.com/office/drawing/2014/main" id="{E3FDFE89-B0FD-9345-BE19-B66A014C6E86}"/>
                        </a:ext>
                      </a:extLst>
                    </p:cNvPr>
                    <p:cNvSpPr>
                      <a:spLocks noChangeArrowheads="1"/>
                    </p:cNvSpPr>
                    <p:nvPr/>
                  </p:nvSpPr>
                  <p:spPr bwMode="auto">
                    <a:xfrm>
                      <a:off x="3210" y="269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50" name="Rectangle 703">
                      <a:extLst>
                        <a:ext uri="{FF2B5EF4-FFF2-40B4-BE49-F238E27FC236}">
                          <a16:creationId xmlns:a16="http://schemas.microsoft.com/office/drawing/2014/main" id="{CCBF2DEC-AA81-AF42-9C30-761FF331E2CE}"/>
                        </a:ext>
                      </a:extLst>
                    </p:cNvPr>
                    <p:cNvSpPr>
                      <a:spLocks noChangeArrowheads="1"/>
                    </p:cNvSpPr>
                    <p:nvPr/>
                  </p:nvSpPr>
                  <p:spPr bwMode="auto">
                    <a:xfrm>
                      <a:off x="3168"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8" name="Group 706">
                    <a:extLst>
                      <a:ext uri="{FF2B5EF4-FFF2-40B4-BE49-F238E27FC236}">
                        <a16:creationId xmlns:a16="http://schemas.microsoft.com/office/drawing/2014/main" id="{1705E422-FBDA-FB4F-BF4D-95EF85A7A6E6}"/>
                      </a:ext>
                    </a:extLst>
                  </p:cNvPr>
                  <p:cNvGrpSpPr>
                    <a:grpSpLocks/>
                  </p:cNvGrpSpPr>
                  <p:nvPr/>
                </p:nvGrpSpPr>
                <p:grpSpPr bwMode="auto">
                  <a:xfrm>
                    <a:off x="3452" y="2688"/>
                    <a:ext cx="284" cy="384"/>
                    <a:chOff x="3452" y="2688"/>
                    <a:chExt cx="284" cy="384"/>
                  </a:xfrm>
                </p:grpSpPr>
                <p:sp>
                  <p:nvSpPr>
                    <p:cNvPr id="247" name="Rectangle 488">
                      <a:extLst>
                        <a:ext uri="{FF2B5EF4-FFF2-40B4-BE49-F238E27FC236}">
                          <a16:creationId xmlns:a16="http://schemas.microsoft.com/office/drawing/2014/main" id="{DB6164EE-8BD5-584D-B508-438C367AFBB9}"/>
                        </a:ext>
                      </a:extLst>
                    </p:cNvPr>
                    <p:cNvSpPr>
                      <a:spLocks noChangeArrowheads="1"/>
                    </p:cNvSpPr>
                    <p:nvPr/>
                  </p:nvSpPr>
                  <p:spPr bwMode="auto">
                    <a:xfrm>
                      <a:off x="3495" y="269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48" name="Rectangle 705">
                      <a:extLst>
                        <a:ext uri="{FF2B5EF4-FFF2-40B4-BE49-F238E27FC236}">
                          <a16:creationId xmlns:a16="http://schemas.microsoft.com/office/drawing/2014/main" id="{DC7A89B9-546B-5148-A771-3F77EC4D868E}"/>
                        </a:ext>
                      </a:extLst>
                    </p:cNvPr>
                    <p:cNvSpPr>
                      <a:spLocks noChangeArrowheads="1"/>
                    </p:cNvSpPr>
                    <p:nvPr/>
                  </p:nvSpPr>
                  <p:spPr bwMode="auto">
                    <a:xfrm>
                      <a:off x="3452"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09" name="Group 708">
                    <a:extLst>
                      <a:ext uri="{FF2B5EF4-FFF2-40B4-BE49-F238E27FC236}">
                        <a16:creationId xmlns:a16="http://schemas.microsoft.com/office/drawing/2014/main" id="{52A46CC1-CE88-BF4E-AC50-B6E7F29AAE6B}"/>
                      </a:ext>
                    </a:extLst>
                  </p:cNvPr>
                  <p:cNvGrpSpPr>
                    <a:grpSpLocks/>
                  </p:cNvGrpSpPr>
                  <p:nvPr/>
                </p:nvGrpSpPr>
                <p:grpSpPr bwMode="auto">
                  <a:xfrm>
                    <a:off x="3736" y="2688"/>
                    <a:ext cx="284" cy="384"/>
                    <a:chOff x="3736" y="2688"/>
                    <a:chExt cx="284" cy="384"/>
                  </a:xfrm>
                </p:grpSpPr>
                <p:sp>
                  <p:nvSpPr>
                    <p:cNvPr id="245" name="Rectangle 489">
                      <a:extLst>
                        <a:ext uri="{FF2B5EF4-FFF2-40B4-BE49-F238E27FC236}">
                          <a16:creationId xmlns:a16="http://schemas.microsoft.com/office/drawing/2014/main" id="{9E476819-B071-7240-BDE6-E29E8C5DED36}"/>
                        </a:ext>
                      </a:extLst>
                    </p:cNvPr>
                    <p:cNvSpPr>
                      <a:spLocks noChangeArrowheads="1"/>
                    </p:cNvSpPr>
                    <p:nvPr/>
                  </p:nvSpPr>
                  <p:spPr bwMode="auto">
                    <a:xfrm>
                      <a:off x="3779" y="269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46" name="Rectangle 707">
                      <a:extLst>
                        <a:ext uri="{FF2B5EF4-FFF2-40B4-BE49-F238E27FC236}">
                          <a16:creationId xmlns:a16="http://schemas.microsoft.com/office/drawing/2014/main" id="{312DCCEB-5A5A-8549-A56D-1A07EC1F94A2}"/>
                        </a:ext>
                      </a:extLst>
                    </p:cNvPr>
                    <p:cNvSpPr>
                      <a:spLocks noChangeArrowheads="1"/>
                    </p:cNvSpPr>
                    <p:nvPr/>
                  </p:nvSpPr>
                  <p:spPr bwMode="auto">
                    <a:xfrm>
                      <a:off x="3736"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0" name="Group 710">
                    <a:extLst>
                      <a:ext uri="{FF2B5EF4-FFF2-40B4-BE49-F238E27FC236}">
                        <a16:creationId xmlns:a16="http://schemas.microsoft.com/office/drawing/2014/main" id="{139FD658-1485-AD44-A75E-389BC68767CB}"/>
                      </a:ext>
                    </a:extLst>
                  </p:cNvPr>
                  <p:cNvGrpSpPr>
                    <a:grpSpLocks/>
                  </p:cNvGrpSpPr>
                  <p:nvPr/>
                </p:nvGrpSpPr>
                <p:grpSpPr bwMode="auto">
                  <a:xfrm>
                    <a:off x="4020" y="2688"/>
                    <a:ext cx="284" cy="384"/>
                    <a:chOff x="4020" y="2688"/>
                    <a:chExt cx="284" cy="384"/>
                  </a:xfrm>
                </p:grpSpPr>
                <p:sp>
                  <p:nvSpPr>
                    <p:cNvPr id="243" name="Rectangle 490">
                      <a:extLst>
                        <a:ext uri="{FF2B5EF4-FFF2-40B4-BE49-F238E27FC236}">
                          <a16:creationId xmlns:a16="http://schemas.microsoft.com/office/drawing/2014/main" id="{A1BCE2D5-8E00-9344-8E5E-0F7B2C11A06E}"/>
                        </a:ext>
                      </a:extLst>
                    </p:cNvPr>
                    <p:cNvSpPr>
                      <a:spLocks noChangeArrowheads="1"/>
                    </p:cNvSpPr>
                    <p:nvPr/>
                  </p:nvSpPr>
                  <p:spPr bwMode="auto">
                    <a:xfrm>
                      <a:off x="4062" y="269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44" name="Rectangle 709">
                      <a:extLst>
                        <a:ext uri="{FF2B5EF4-FFF2-40B4-BE49-F238E27FC236}">
                          <a16:creationId xmlns:a16="http://schemas.microsoft.com/office/drawing/2014/main" id="{407ABF34-E79B-524E-A5AD-E504F9844224}"/>
                        </a:ext>
                      </a:extLst>
                    </p:cNvPr>
                    <p:cNvSpPr>
                      <a:spLocks noChangeArrowheads="1"/>
                    </p:cNvSpPr>
                    <p:nvPr/>
                  </p:nvSpPr>
                  <p:spPr bwMode="auto">
                    <a:xfrm>
                      <a:off x="4020" y="2688"/>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1" name="Group 712">
                    <a:extLst>
                      <a:ext uri="{FF2B5EF4-FFF2-40B4-BE49-F238E27FC236}">
                        <a16:creationId xmlns:a16="http://schemas.microsoft.com/office/drawing/2014/main" id="{3EAC5C11-5186-6E44-9B9E-949ECE91B050}"/>
                      </a:ext>
                    </a:extLst>
                  </p:cNvPr>
                  <p:cNvGrpSpPr>
                    <a:grpSpLocks/>
                  </p:cNvGrpSpPr>
                  <p:nvPr/>
                </p:nvGrpSpPr>
                <p:grpSpPr bwMode="auto">
                  <a:xfrm>
                    <a:off x="0" y="3072"/>
                    <a:ext cx="1464" cy="384"/>
                    <a:chOff x="0" y="3072"/>
                    <a:chExt cx="1464" cy="384"/>
                  </a:xfrm>
                </p:grpSpPr>
                <p:sp>
                  <p:nvSpPr>
                    <p:cNvPr id="241" name="Rectangle 491">
                      <a:extLst>
                        <a:ext uri="{FF2B5EF4-FFF2-40B4-BE49-F238E27FC236}">
                          <a16:creationId xmlns:a16="http://schemas.microsoft.com/office/drawing/2014/main" id="{DA1B7C44-356B-5544-B7FE-0F5BC3EECAF1}"/>
                        </a:ext>
                      </a:extLst>
                    </p:cNvPr>
                    <p:cNvSpPr>
                      <a:spLocks noChangeArrowheads="1"/>
                    </p:cNvSpPr>
                    <p:nvPr/>
                  </p:nvSpPr>
                  <p:spPr bwMode="auto">
                    <a:xfrm>
                      <a:off x="43" y="3066"/>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42" name="Rectangle 711">
                      <a:extLst>
                        <a:ext uri="{FF2B5EF4-FFF2-40B4-BE49-F238E27FC236}">
                          <a16:creationId xmlns:a16="http://schemas.microsoft.com/office/drawing/2014/main" id="{5D4DDA4F-1477-B64B-B5C6-6E6DD9461211}"/>
                        </a:ext>
                      </a:extLst>
                    </p:cNvPr>
                    <p:cNvSpPr>
                      <a:spLocks noChangeArrowheads="1"/>
                    </p:cNvSpPr>
                    <p:nvPr/>
                  </p:nvSpPr>
                  <p:spPr bwMode="auto">
                    <a:xfrm>
                      <a:off x="0" y="3072"/>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2" name="Group 714">
                    <a:extLst>
                      <a:ext uri="{FF2B5EF4-FFF2-40B4-BE49-F238E27FC236}">
                        <a16:creationId xmlns:a16="http://schemas.microsoft.com/office/drawing/2014/main" id="{7D122F8F-B577-AB41-BD02-5B1AD3810526}"/>
                      </a:ext>
                    </a:extLst>
                  </p:cNvPr>
                  <p:cNvGrpSpPr>
                    <a:grpSpLocks/>
                  </p:cNvGrpSpPr>
                  <p:nvPr/>
                </p:nvGrpSpPr>
                <p:grpSpPr bwMode="auto">
                  <a:xfrm>
                    <a:off x="1464" y="3072"/>
                    <a:ext cx="284" cy="384"/>
                    <a:chOff x="1464" y="3072"/>
                    <a:chExt cx="284" cy="384"/>
                  </a:xfrm>
                </p:grpSpPr>
                <p:sp>
                  <p:nvSpPr>
                    <p:cNvPr id="239" name="Rectangle 492">
                      <a:extLst>
                        <a:ext uri="{FF2B5EF4-FFF2-40B4-BE49-F238E27FC236}">
                          <a16:creationId xmlns:a16="http://schemas.microsoft.com/office/drawing/2014/main" id="{90C45343-8BCA-9346-8F2C-D521880CB0E8}"/>
                        </a:ext>
                      </a:extLst>
                    </p:cNvPr>
                    <p:cNvSpPr>
                      <a:spLocks noChangeArrowheads="1"/>
                    </p:cNvSpPr>
                    <p:nvPr/>
                  </p:nvSpPr>
                  <p:spPr bwMode="auto">
                    <a:xfrm>
                      <a:off x="1507" y="306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40" name="Rectangle 713">
                      <a:extLst>
                        <a:ext uri="{FF2B5EF4-FFF2-40B4-BE49-F238E27FC236}">
                          <a16:creationId xmlns:a16="http://schemas.microsoft.com/office/drawing/2014/main" id="{288FAD47-70E1-F046-9B6F-EA60DBF5A047}"/>
                        </a:ext>
                      </a:extLst>
                    </p:cNvPr>
                    <p:cNvSpPr>
                      <a:spLocks noChangeArrowheads="1"/>
                    </p:cNvSpPr>
                    <p:nvPr/>
                  </p:nvSpPr>
                  <p:spPr bwMode="auto">
                    <a:xfrm>
                      <a:off x="1464"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3" name="Group 716">
                    <a:extLst>
                      <a:ext uri="{FF2B5EF4-FFF2-40B4-BE49-F238E27FC236}">
                        <a16:creationId xmlns:a16="http://schemas.microsoft.com/office/drawing/2014/main" id="{C62762EF-0C0A-6841-B01B-44FC4775756E}"/>
                      </a:ext>
                    </a:extLst>
                  </p:cNvPr>
                  <p:cNvGrpSpPr>
                    <a:grpSpLocks/>
                  </p:cNvGrpSpPr>
                  <p:nvPr/>
                </p:nvGrpSpPr>
                <p:grpSpPr bwMode="auto">
                  <a:xfrm>
                    <a:off x="1748" y="3072"/>
                    <a:ext cx="284" cy="384"/>
                    <a:chOff x="1748" y="3072"/>
                    <a:chExt cx="284" cy="384"/>
                  </a:xfrm>
                </p:grpSpPr>
                <p:sp>
                  <p:nvSpPr>
                    <p:cNvPr id="237" name="Rectangle 493">
                      <a:extLst>
                        <a:ext uri="{FF2B5EF4-FFF2-40B4-BE49-F238E27FC236}">
                          <a16:creationId xmlns:a16="http://schemas.microsoft.com/office/drawing/2014/main" id="{803A3F5E-0670-1F4D-BB84-7BD73B9BD9AB}"/>
                        </a:ext>
                      </a:extLst>
                    </p:cNvPr>
                    <p:cNvSpPr>
                      <a:spLocks noChangeArrowheads="1"/>
                    </p:cNvSpPr>
                    <p:nvPr/>
                  </p:nvSpPr>
                  <p:spPr bwMode="auto">
                    <a:xfrm>
                      <a:off x="1791" y="306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38" name="Rectangle 715">
                      <a:extLst>
                        <a:ext uri="{FF2B5EF4-FFF2-40B4-BE49-F238E27FC236}">
                          <a16:creationId xmlns:a16="http://schemas.microsoft.com/office/drawing/2014/main" id="{A0AD8D81-4A5F-C943-A165-3AE672412DAD}"/>
                        </a:ext>
                      </a:extLst>
                    </p:cNvPr>
                    <p:cNvSpPr>
                      <a:spLocks noChangeArrowheads="1"/>
                    </p:cNvSpPr>
                    <p:nvPr/>
                  </p:nvSpPr>
                  <p:spPr bwMode="auto">
                    <a:xfrm>
                      <a:off x="1748"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4" name="Group 718">
                    <a:extLst>
                      <a:ext uri="{FF2B5EF4-FFF2-40B4-BE49-F238E27FC236}">
                        <a16:creationId xmlns:a16="http://schemas.microsoft.com/office/drawing/2014/main" id="{CAF4FDDE-7F22-CF4D-B232-5346C84978A2}"/>
                      </a:ext>
                    </a:extLst>
                  </p:cNvPr>
                  <p:cNvGrpSpPr>
                    <a:grpSpLocks/>
                  </p:cNvGrpSpPr>
                  <p:nvPr/>
                </p:nvGrpSpPr>
                <p:grpSpPr bwMode="auto">
                  <a:xfrm>
                    <a:off x="2032" y="3072"/>
                    <a:ext cx="284" cy="384"/>
                    <a:chOff x="2032" y="3072"/>
                    <a:chExt cx="284" cy="384"/>
                  </a:xfrm>
                </p:grpSpPr>
                <p:sp>
                  <p:nvSpPr>
                    <p:cNvPr id="235" name="Rectangle 494">
                      <a:extLst>
                        <a:ext uri="{FF2B5EF4-FFF2-40B4-BE49-F238E27FC236}">
                          <a16:creationId xmlns:a16="http://schemas.microsoft.com/office/drawing/2014/main" id="{7D538931-DFF1-A44F-BE54-55436C1C9867}"/>
                        </a:ext>
                      </a:extLst>
                    </p:cNvPr>
                    <p:cNvSpPr>
                      <a:spLocks noChangeArrowheads="1"/>
                    </p:cNvSpPr>
                    <p:nvPr/>
                  </p:nvSpPr>
                  <p:spPr bwMode="auto">
                    <a:xfrm>
                      <a:off x="2075" y="306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36" name="Rectangle 717">
                      <a:extLst>
                        <a:ext uri="{FF2B5EF4-FFF2-40B4-BE49-F238E27FC236}">
                          <a16:creationId xmlns:a16="http://schemas.microsoft.com/office/drawing/2014/main" id="{45B2AF34-BA10-D340-AC76-ECDB81012F82}"/>
                        </a:ext>
                      </a:extLst>
                    </p:cNvPr>
                    <p:cNvSpPr>
                      <a:spLocks noChangeArrowheads="1"/>
                    </p:cNvSpPr>
                    <p:nvPr/>
                  </p:nvSpPr>
                  <p:spPr bwMode="auto">
                    <a:xfrm>
                      <a:off x="2032"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5" name="Group 720">
                    <a:extLst>
                      <a:ext uri="{FF2B5EF4-FFF2-40B4-BE49-F238E27FC236}">
                        <a16:creationId xmlns:a16="http://schemas.microsoft.com/office/drawing/2014/main" id="{E1043CC5-EFCD-4A4A-B38F-B2EC87E587D7}"/>
                      </a:ext>
                    </a:extLst>
                  </p:cNvPr>
                  <p:cNvGrpSpPr>
                    <a:grpSpLocks/>
                  </p:cNvGrpSpPr>
                  <p:nvPr/>
                </p:nvGrpSpPr>
                <p:grpSpPr bwMode="auto">
                  <a:xfrm>
                    <a:off x="2316" y="3072"/>
                    <a:ext cx="284" cy="384"/>
                    <a:chOff x="2316" y="3072"/>
                    <a:chExt cx="284" cy="384"/>
                  </a:xfrm>
                </p:grpSpPr>
                <p:sp>
                  <p:nvSpPr>
                    <p:cNvPr id="233" name="Rectangle 495">
                      <a:extLst>
                        <a:ext uri="{FF2B5EF4-FFF2-40B4-BE49-F238E27FC236}">
                          <a16:creationId xmlns:a16="http://schemas.microsoft.com/office/drawing/2014/main" id="{8EB27710-EC5C-8F48-A5E1-D23FB2359EAF}"/>
                        </a:ext>
                      </a:extLst>
                    </p:cNvPr>
                    <p:cNvSpPr>
                      <a:spLocks noChangeArrowheads="1"/>
                    </p:cNvSpPr>
                    <p:nvPr/>
                  </p:nvSpPr>
                  <p:spPr bwMode="auto">
                    <a:xfrm>
                      <a:off x="2359" y="306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34" name="Rectangle 719">
                      <a:extLst>
                        <a:ext uri="{FF2B5EF4-FFF2-40B4-BE49-F238E27FC236}">
                          <a16:creationId xmlns:a16="http://schemas.microsoft.com/office/drawing/2014/main" id="{75E05473-FC23-5049-8DCE-F2A7A962365B}"/>
                        </a:ext>
                      </a:extLst>
                    </p:cNvPr>
                    <p:cNvSpPr>
                      <a:spLocks noChangeArrowheads="1"/>
                    </p:cNvSpPr>
                    <p:nvPr/>
                  </p:nvSpPr>
                  <p:spPr bwMode="auto">
                    <a:xfrm>
                      <a:off x="2316"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6" name="Group 722">
                    <a:extLst>
                      <a:ext uri="{FF2B5EF4-FFF2-40B4-BE49-F238E27FC236}">
                        <a16:creationId xmlns:a16="http://schemas.microsoft.com/office/drawing/2014/main" id="{7032311C-C632-8F4D-BBA1-C45A0268223D}"/>
                      </a:ext>
                    </a:extLst>
                  </p:cNvPr>
                  <p:cNvGrpSpPr>
                    <a:grpSpLocks/>
                  </p:cNvGrpSpPr>
                  <p:nvPr/>
                </p:nvGrpSpPr>
                <p:grpSpPr bwMode="auto">
                  <a:xfrm>
                    <a:off x="2600" y="3072"/>
                    <a:ext cx="284" cy="384"/>
                    <a:chOff x="2600" y="3072"/>
                    <a:chExt cx="284" cy="384"/>
                  </a:xfrm>
                </p:grpSpPr>
                <p:sp>
                  <p:nvSpPr>
                    <p:cNvPr id="231" name="Rectangle 496">
                      <a:extLst>
                        <a:ext uri="{FF2B5EF4-FFF2-40B4-BE49-F238E27FC236}">
                          <a16:creationId xmlns:a16="http://schemas.microsoft.com/office/drawing/2014/main" id="{E2C38729-8A58-2641-A3B0-C8727C10E056}"/>
                        </a:ext>
                      </a:extLst>
                    </p:cNvPr>
                    <p:cNvSpPr>
                      <a:spLocks noChangeArrowheads="1"/>
                    </p:cNvSpPr>
                    <p:nvPr/>
                  </p:nvSpPr>
                  <p:spPr bwMode="auto">
                    <a:xfrm>
                      <a:off x="2643" y="306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32" name="Rectangle 721">
                      <a:extLst>
                        <a:ext uri="{FF2B5EF4-FFF2-40B4-BE49-F238E27FC236}">
                          <a16:creationId xmlns:a16="http://schemas.microsoft.com/office/drawing/2014/main" id="{D59590BE-04D5-0447-AC99-A4B318F04F3C}"/>
                        </a:ext>
                      </a:extLst>
                    </p:cNvPr>
                    <p:cNvSpPr>
                      <a:spLocks noChangeArrowheads="1"/>
                    </p:cNvSpPr>
                    <p:nvPr/>
                  </p:nvSpPr>
                  <p:spPr bwMode="auto">
                    <a:xfrm>
                      <a:off x="2600"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7" name="Group 724">
                    <a:extLst>
                      <a:ext uri="{FF2B5EF4-FFF2-40B4-BE49-F238E27FC236}">
                        <a16:creationId xmlns:a16="http://schemas.microsoft.com/office/drawing/2014/main" id="{C86233A0-2510-8147-AA11-84487EED96AE}"/>
                      </a:ext>
                    </a:extLst>
                  </p:cNvPr>
                  <p:cNvGrpSpPr>
                    <a:grpSpLocks/>
                  </p:cNvGrpSpPr>
                  <p:nvPr/>
                </p:nvGrpSpPr>
                <p:grpSpPr bwMode="auto">
                  <a:xfrm>
                    <a:off x="2884" y="3072"/>
                    <a:ext cx="284" cy="384"/>
                    <a:chOff x="2884" y="3072"/>
                    <a:chExt cx="284" cy="384"/>
                  </a:xfrm>
                </p:grpSpPr>
                <p:sp>
                  <p:nvSpPr>
                    <p:cNvPr id="229" name="Rectangle 497">
                      <a:extLst>
                        <a:ext uri="{FF2B5EF4-FFF2-40B4-BE49-F238E27FC236}">
                          <a16:creationId xmlns:a16="http://schemas.microsoft.com/office/drawing/2014/main" id="{669588C5-BE9E-B04A-BB8A-743A9537C820}"/>
                        </a:ext>
                      </a:extLst>
                    </p:cNvPr>
                    <p:cNvSpPr>
                      <a:spLocks noChangeArrowheads="1"/>
                    </p:cNvSpPr>
                    <p:nvPr/>
                  </p:nvSpPr>
                  <p:spPr bwMode="auto">
                    <a:xfrm>
                      <a:off x="2927" y="306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30" name="Rectangle 723">
                      <a:extLst>
                        <a:ext uri="{FF2B5EF4-FFF2-40B4-BE49-F238E27FC236}">
                          <a16:creationId xmlns:a16="http://schemas.microsoft.com/office/drawing/2014/main" id="{8D9B176A-8C20-1A4F-9CA8-8E3E69AADB04}"/>
                        </a:ext>
                      </a:extLst>
                    </p:cNvPr>
                    <p:cNvSpPr>
                      <a:spLocks noChangeArrowheads="1"/>
                    </p:cNvSpPr>
                    <p:nvPr/>
                  </p:nvSpPr>
                  <p:spPr bwMode="auto">
                    <a:xfrm>
                      <a:off x="2884"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8" name="Group 726">
                    <a:extLst>
                      <a:ext uri="{FF2B5EF4-FFF2-40B4-BE49-F238E27FC236}">
                        <a16:creationId xmlns:a16="http://schemas.microsoft.com/office/drawing/2014/main" id="{2FAEB6FF-88D3-AA42-B972-ABE88AFC4C1A}"/>
                      </a:ext>
                    </a:extLst>
                  </p:cNvPr>
                  <p:cNvGrpSpPr>
                    <a:grpSpLocks/>
                  </p:cNvGrpSpPr>
                  <p:nvPr/>
                </p:nvGrpSpPr>
                <p:grpSpPr bwMode="auto">
                  <a:xfrm>
                    <a:off x="3168" y="3072"/>
                    <a:ext cx="284" cy="384"/>
                    <a:chOff x="3168" y="3072"/>
                    <a:chExt cx="284" cy="384"/>
                  </a:xfrm>
                </p:grpSpPr>
                <p:sp>
                  <p:nvSpPr>
                    <p:cNvPr id="227" name="Rectangle 498">
                      <a:extLst>
                        <a:ext uri="{FF2B5EF4-FFF2-40B4-BE49-F238E27FC236}">
                          <a16:creationId xmlns:a16="http://schemas.microsoft.com/office/drawing/2014/main" id="{D01BBE97-5656-BD42-82A6-7AC7314FBB7F}"/>
                        </a:ext>
                      </a:extLst>
                    </p:cNvPr>
                    <p:cNvSpPr>
                      <a:spLocks noChangeArrowheads="1"/>
                    </p:cNvSpPr>
                    <p:nvPr/>
                  </p:nvSpPr>
                  <p:spPr bwMode="auto">
                    <a:xfrm>
                      <a:off x="3210" y="306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28" name="Rectangle 725">
                      <a:extLst>
                        <a:ext uri="{FF2B5EF4-FFF2-40B4-BE49-F238E27FC236}">
                          <a16:creationId xmlns:a16="http://schemas.microsoft.com/office/drawing/2014/main" id="{2F7D8571-2D9D-8049-8793-AFF925B087B1}"/>
                        </a:ext>
                      </a:extLst>
                    </p:cNvPr>
                    <p:cNvSpPr>
                      <a:spLocks noChangeArrowheads="1"/>
                    </p:cNvSpPr>
                    <p:nvPr/>
                  </p:nvSpPr>
                  <p:spPr bwMode="auto">
                    <a:xfrm>
                      <a:off x="3168"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19" name="Group 728">
                    <a:extLst>
                      <a:ext uri="{FF2B5EF4-FFF2-40B4-BE49-F238E27FC236}">
                        <a16:creationId xmlns:a16="http://schemas.microsoft.com/office/drawing/2014/main" id="{90614B04-E54C-524B-BA14-D17D09F39148}"/>
                      </a:ext>
                    </a:extLst>
                  </p:cNvPr>
                  <p:cNvGrpSpPr>
                    <a:grpSpLocks/>
                  </p:cNvGrpSpPr>
                  <p:nvPr/>
                </p:nvGrpSpPr>
                <p:grpSpPr bwMode="auto">
                  <a:xfrm>
                    <a:off x="3452" y="3072"/>
                    <a:ext cx="284" cy="384"/>
                    <a:chOff x="3452" y="3072"/>
                    <a:chExt cx="284" cy="384"/>
                  </a:xfrm>
                </p:grpSpPr>
                <p:sp>
                  <p:nvSpPr>
                    <p:cNvPr id="225" name="Rectangle 499">
                      <a:extLst>
                        <a:ext uri="{FF2B5EF4-FFF2-40B4-BE49-F238E27FC236}">
                          <a16:creationId xmlns:a16="http://schemas.microsoft.com/office/drawing/2014/main" id="{781D189E-72F9-A04E-BE59-98D5D3EC227B}"/>
                        </a:ext>
                      </a:extLst>
                    </p:cNvPr>
                    <p:cNvSpPr>
                      <a:spLocks noChangeArrowheads="1"/>
                    </p:cNvSpPr>
                    <p:nvPr/>
                  </p:nvSpPr>
                  <p:spPr bwMode="auto">
                    <a:xfrm>
                      <a:off x="3495" y="306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26" name="Rectangle 727">
                      <a:extLst>
                        <a:ext uri="{FF2B5EF4-FFF2-40B4-BE49-F238E27FC236}">
                          <a16:creationId xmlns:a16="http://schemas.microsoft.com/office/drawing/2014/main" id="{B3662861-892A-5B42-9CC5-9501B37C1F2C}"/>
                        </a:ext>
                      </a:extLst>
                    </p:cNvPr>
                    <p:cNvSpPr>
                      <a:spLocks noChangeArrowheads="1"/>
                    </p:cNvSpPr>
                    <p:nvPr/>
                  </p:nvSpPr>
                  <p:spPr bwMode="auto">
                    <a:xfrm>
                      <a:off x="3452"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0" name="Group 730">
                    <a:extLst>
                      <a:ext uri="{FF2B5EF4-FFF2-40B4-BE49-F238E27FC236}">
                        <a16:creationId xmlns:a16="http://schemas.microsoft.com/office/drawing/2014/main" id="{D0AFA60A-4DA5-524F-AAA9-F239F4CBA773}"/>
                      </a:ext>
                    </a:extLst>
                  </p:cNvPr>
                  <p:cNvGrpSpPr>
                    <a:grpSpLocks/>
                  </p:cNvGrpSpPr>
                  <p:nvPr/>
                </p:nvGrpSpPr>
                <p:grpSpPr bwMode="auto">
                  <a:xfrm>
                    <a:off x="3736" y="3072"/>
                    <a:ext cx="284" cy="384"/>
                    <a:chOff x="3736" y="3072"/>
                    <a:chExt cx="284" cy="384"/>
                  </a:xfrm>
                </p:grpSpPr>
                <p:sp>
                  <p:nvSpPr>
                    <p:cNvPr id="223" name="Rectangle 500">
                      <a:extLst>
                        <a:ext uri="{FF2B5EF4-FFF2-40B4-BE49-F238E27FC236}">
                          <a16:creationId xmlns:a16="http://schemas.microsoft.com/office/drawing/2014/main" id="{4D3FEB61-896C-D444-A1E5-36056811C253}"/>
                        </a:ext>
                      </a:extLst>
                    </p:cNvPr>
                    <p:cNvSpPr>
                      <a:spLocks noChangeArrowheads="1"/>
                    </p:cNvSpPr>
                    <p:nvPr/>
                  </p:nvSpPr>
                  <p:spPr bwMode="auto">
                    <a:xfrm>
                      <a:off x="3779" y="306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24" name="Rectangle 729">
                      <a:extLst>
                        <a:ext uri="{FF2B5EF4-FFF2-40B4-BE49-F238E27FC236}">
                          <a16:creationId xmlns:a16="http://schemas.microsoft.com/office/drawing/2014/main" id="{3CC105AD-B82C-064A-9907-669058498017}"/>
                        </a:ext>
                      </a:extLst>
                    </p:cNvPr>
                    <p:cNvSpPr>
                      <a:spLocks noChangeArrowheads="1"/>
                    </p:cNvSpPr>
                    <p:nvPr/>
                  </p:nvSpPr>
                  <p:spPr bwMode="auto">
                    <a:xfrm>
                      <a:off x="3736"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1" name="Group 732">
                    <a:extLst>
                      <a:ext uri="{FF2B5EF4-FFF2-40B4-BE49-F238E27FC236}">
                        <a16:creationId xmlns:a16="http://schemas.microsoft.com/office/drawing/2014/main" id="{B45BBDF0-4EF9-1C47-A9BA-DCEE01E381BA}"/>
                      </a:ext>
                    </a:extLst>
                  </p:cNvPr>
                  <p:cNvGrpSpPr>
                    <a:grpSpLocks/>
                  </p:cNvGrpSpPr>
                  <p:nvPr/>
                </p:nvGrpSpPr>
                <p:grpSpPr bwMode="auto">
                  <a:xfrm>
                    <a:off x="4020" y="3072"/>
                    <a:ext cx="284" cy="384"/>
                    <a:chOff x="4020" y="3072"/>
                    <a:chExt cx="284" cy="384"/>
                  </a:xfrm>
                </p:grpSpPr>
                <p:sp>
                  <p:nvSpPr>
                    <p:cNvPr id="221" name="Rectangle 501">
                      <a:extLst>
                        <a:ext uri="{FF2B5EF4-FFF2-40B4-BE49-F238E27FC236}">
                          <a16:creationId xmlns:a16="http://schemas.microsoft.com/office/drawing/2014/main" id="{FD448D85-600F-5242-A39B-7A0A87C14084}"/>
                        </a:ext>
                      </a:extLst>
                    </p:cNvPr>
                    <p:cNvSpPr>
                      <a:spLocks noChangeArrowheads="1"/>
                    </p:cNvSpPr>
                    <p:nvPr/>
                  </p:nvSpPr>
                  <p:spPr bwMode="auto">
                    <a:xfrm>
                      <a:off x="4062" y="306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22" name="Rectangle 731">
                      <a:extLst>
                        <a:ext uri="{FF2B5EF4-FFF2-40B4-BE49-F238E27FC236}">
                          <a16:creationId xmlns:a16="http://schemas.microsoft.com/office/drawing/2014/main" id="{A3FFCAF4-F7EA-BD49-8306-2207EE0AAB3F}"/>
                        </a:ext>
                      </a:extLst>
                    </p:cNvPr>
                    <p:cNvSpPr>
                      <a:spLocks noChangeArrowheads="1"/>
                    </p:cNvSpPr>
                    <p:nvPr/>
                  </p:nvSpPr>
                  <p:spPr bwMode="auto">
                    <a:xfrm>
                      <a:off x="4020" y="3072"/>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2" name="Group 734">
                    <a:extLst>
                      <a:ext uri="{FF2B5EF4-FFF2-40B4-BE49-F238E27FC236}">
                        <a16:creationId xmlns:a16="http://schemas.microsoft.com/office/drawing/2014/main" id="{7ED75663-3A57-F14A-8BFF-66F033A62BF4}"/>
                      </a:ext>
                    </a:extLst>
                  </p:cNvPr>
                  <p:cNvGrpSpPr>
                    <a:grpSpLocks/>
                  </p:cNvGrpSpPr>
                  <p:nvPr/>
                </p:nvGrpSpPr>
                <p:grpSpPr bwMode="auto">
                  <a:xfrm>
                    <a:off x="0" y="3456"/>
                    <a:ext cx="1464" cy="384"/>
                    <a:chOff x="0" y="3456"/>
                    <a:chExt cx="1464" cy="384"/>
                  </a:xfrm>
                </p:grpSpPr>
                <p:sp>
                  <p:nvSpPr>
                    <p:cNvPr id="219" name="Rectangle 502">
                      <a:extLst>
                        <a:ext uri="{FF2B5EF4-FFF2-40B4-BE49-F238E27FC236}">
                          <a16:creationId xmlns:a16="http://schemas.microsoft.com/office/drawing/2014/main" id="{0F3BA820-159A-114B-ACC6-4FB80F9A85C4}"/>
                        </a:ext>
                      </a:extLst>
                    </p:cNvPr>
                    <p:cNvSpPr>
                      <a:spLocks noChangeArrowheads="1"/>
                    </p:cNvSpPr>
                    <p:nvPr/>
                  </p:nvSpPr>
                  <p:spPr bwMode="auto">
                    <a:xfrm>
                      <a:off x="43" y="3456"/>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20" name="Rectangle 733">
                      <a:extLst>
                        <a:ext uri="{FF2B5EF4-FFF2-40B4-BE49-F238E27FC236}">
                          <a16:creationId xmlns:a16="http://schemas.microsoft.com/office/drawing/2014/main" id="{EEA8A4BF-7E8D-F241-AA9C-69B63121C8DB}"/>
                        </a:ext>
                      </a:extLst>
                    </p:cNvPr>
                    <p:cNvSpPr>
                      <a:spLocks noChangeArrowheads="1"/>
                    </p:cNvSpPr>
                    <p:nvPr/>
                  </p:nvSpPr>
                  <p:spPr bwMode="auto">
                    <a:xfrm>
                      <a:off x="0" y="3456"/>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3" name="Group 736">
                    <a:extLst>
                      <a:ext uri="{FF2B5EF4-FFF2-40B4-BE49-F238E27FC236}">
                        <a16:creationId xmlns:a16="http://schemas.microsoft.com/office/drawing/2014/main" id="{96DB1705-C823-EF49-B968-DD092E833FB5}"/>
                      </a:ext>
                    </a:extLst>
                  </p:cNvPr>
                  <p:cNvGrpSpPr>
                    <a:grpSpLocks/>
                  </p:cNvGrpSpPr>
                  <p:nvPr/>
                </p:nvGrpSpPr>
                <p:grpSpPr bwMode="auto">
                  <a:xfrm>
                    <a:off x="1464" y="3456"/>
                    <a:ext cx="284" cy="384"/>
                    <a:chOff x="1464" y="3456"/>
                    <a:chExt cx="284" cy="384"/>
                  </a:xfrm>
                </p:grpSpPr>
                <p:sp>
                  <p:nvSpPr>
                    <p:cNvPr id="217" name="Rectangle 503">
                      <a:extLst>
                        <a:ext uri="{FF2B5EF4-FFF2-40B4-BE49-F238E27FC236}">
                          <a16:creationId xmlns:a16="http://schemas.microsoft.com/office/drawing/2014/main" id="{D3B7788B-3B5E-1C43-9B17-2EE538C353E5}"/>
                        </a:ext>
                      </a:extLst>
                    </p:cNvPr>
                    <p:cNvSpPr>
                      <a:spLocks noChangeArrowheads="1"/>
                    </p:cNvSpPr>
                    <p:nvPr/>
                  </p:nvSpPr>
                  <p:spPr bwMode="auto">
                    <a:xfrm>
                      <a:off x="1507" y="345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18" name="Rectangle 735">
                      <a:extLst>
                        <a:ext uri="{FF2B5EF4-FFF2-40B4-BE49-F238E27FC236}">
                          <a16:creationId xmlns:a16="http://schemas.microsoft.com/office/drawing/2014/main" id="{D44976BA-691A-374B-B367-250620566D65}"/>
                        </a:ext>
                      </a:extLst>
                    </p:cNvPr>
                    <p:cNvSpPr>
                      <a:spLocks noChangeArrowheads="1"/>
                    </p:cNvSpPr>
                    <p:nvPr/>
                  </p:nvSpPr>
                  <p:spPr bwMode="auto">
                    <a:xfrm>
                      <a:off x="1464"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4" name="Group 738">
                    <a:extLst>
                      <a:ext uri="{FF2B5EF4-FFF2-40B4-BE49-F238E27FC236}">
                        <a16:creationId xmlns:a16="http://schemas.microsoft.com/office/drawing/2014/main" id="{25527275-5B73-5C4F-9E7D-A9E2941B7E71}"/>
                      </a:ext>
                    </a:extLst>
                  </p:cNvPr>
                  <p:cNvGrpSpPr>
                    <a:grpSpLocks/>
                  </p:cNvGrpSpPr>
                  <p:nvPr/>
                </p:nvGrpSpPr>
                <p:grpSpPr bwMode="auto">
                  <a:xfrm>
                    <a:off x="1748" y="3456"/>
                    <a:ext cx="284" cy="384"/>
                    <a:chOff x="1748" y="3456"/>
                    <a:chExt cx="284" cy="384"/>
                  </a:xfrm>
                </p:grpSpPr>
                <p:sp>
                  <p:nvSpPr>
                    <p:cNvPr id="215" name="Rectangle 504">
                      <a:extLst>
                        <a:ext uri="{FF2B5EF4-FFF2-40B4-BE49-F238E27FC236}">
                          <a16:creationId xmlns:a16="http://schemas.microsoft.com/office/drawing/2014/main" id="{3925C10E-9316-D04F-9677-06D29BD2FA99}"/>
                        </a:ext>
                      </a:extLst>
                    </p:cNvPr>
                    <p:cNvSpPr>
                      <a:spLocks noChangeArrowheads="1"/>
                    </p:cNvSpPr>
                    <p:nvPr/>
                  </p:nvSpPr>
                  <p:spPr bwMode="auto">
                    <a:xfrm>
                      <a:off x="1791" y="345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16" name="Rectangle 737">
                      <a:extLst>
                        <a:ext uri="{FF2B5EF4-FFF2-40B4-BE49-F238E27FC236}">
                          <a16:creationId xmlns:a16="http://schemas.microsoft.com/office/drawing/2014/main" id="{5A664590-69A7-834B-9486-60597608A1B8}"/>
                        </a:ext>
                      </a:extLst>
                    </p:cNvPr>
                    <p:cNvSpPr>
                      <a:spLocks noChangeArrowheads="1"/>
                    </p:cNvSpPr>
                    <p:nvPr/>
                  </p:nvSpPr>
                  <p:spPr bwMode="auto">
                    <a:xfrm>
                      <a:off x="1748"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5" name="Group 740">
                    <a:extLst>
                      <a:ext uri="{FF2B5EF4-FFF2-40B4-BE49-F238E27FC236}">
                        <a16:creationId xmlns:a16="http://schemas.microsoft.com/office/drawing/2014/main" id="{1581BD97-EF71-4D40-BAF5-3A33D36A2F66}"/>
                      </a:ext>
                    </a:extLst>
                  </p:cNvPr>
                  <p:cNvGrpSpPr>
                    <a:grpSpLocks/>
                  </p:cNvGrpSpPr>
                  <p:nvPr/>
                </p:nvGrpSpPr>
                <p:grpSpPr bwMode="auto">
                  <a:xfrm>
                    <a:off x="2032" y="3456"/>
                    <a:ext cx="284" cy="384"/>
                    <a:chOff x="2032" y="3456"/>
                    <a:chExt cx="284" cy="384"/>
                  </a:xfrm>
                </p:grpSpPr>
                <p:sp>
                  <p:nvSpPr>
                    <p:cNvPr id="213" name="Rectangle 505">
                      <a:extLst>
                        <a:ext uri="{FF2B5EF4-FFF2-40B4-BE49-F238E27FC236}">
                          <a16:creationId xmlns:a16="http://schemas.microsoft.com/office/drawing/2014/main" id="{983ABEA4-6B60-FD42-AAF0-CF04EB0E9B8A}"/>
                        </a:ext>
                      </a:extLst>
                    </p:cNvPr>
                    <p:cNvSpPr>
                      <a:spLocks noChangeArrowheads="1"/>
                    </p:cNvSpPr>
                    <p:nvPr/>
                  </p:nvSpPr>
                  <p:spPr bwMode="auto">
                    <a:xfrm>
                      <a:off x="2075" y="345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14" name="Rectangle 739">
                      <a:extLst>
                        <a:ext uri="{FF2B5EF4-FFF2-40B4-BE49-F238E27FC236}">
                          <a16:creationId xmlns:a16="http://schemas.microsoft.com/office/drawing/2014/main" id="{9B8DB8F3-DE06-5343-8DC5-E1C34DCE004D}"/>
                        </a:ext>
                      </a:extLst>
                    </p:cNvPr>
                    <p:cNvSpPr>
                      <a:spLocks noChangeArrowheads="1"/>
                    </p:cNvSpPr>
                    <p:nvPr/>
                  </p:nvSpPr>
                  <p:spPr bwMode="auto">
                    <a:xfrm>
                      <a:off x="2032"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6" name="Group 742">
                    <a:extLst>
                      <a:ext uri="{FF2B5EF4-FFF2-40B4-BE49-F238E27FC236}">
                        <a16:creationId xmlns:a16="http://schemas.microsoft.com/office/drawing/2014/main" id="{0D5E205A-E347-FA44-A4AD-3FD68F38320A}"/>
                      </a:ext>
                    </a:extLst>
                  </p:cNvPr>
                  <p:cNvGrpSpPr>
                    <a:grpSpLocks/>
                  </p:cNvGrpSpPr>
                  <p:nvPr/>
                </p:nvGrpSpPr>
                <p:grpSpPr bwMode="auto">
                  <a:xfrm>
                    <a:off x="2316" y="3456"/>
                    <a:ext cx="284" cy="384"/>
                    <a:chOff x="2316" y="3456"/>
                    <a:chExt cx="284" cy="384"/>
                  </a:xfrm>
                </p:grpSpPr>
                <p:sp>
                  <p:nvSpPr>
                    <p:cNvPr id="211" name="Rectangle 506">
                      <a:extLst>
                        <a:ext uri="{FF2B5EF4-FFF2-40B4-BE49-F238E27FC236}">
                          <a16:creationId xmlns:a16="http://schemas.microsoft.com/office/drawing/2014/main" id="{D7BF7111-2946-5F4E-9D0D-B31B6FFB43FA}"/>
                        </a:ext>
                      </a:extLst>
                    </p:cNvPr>
                    <p:cNvSpPr>
                      <a:spLocks noChangeArrowheads="1"/>
                    </p:cNvSpPr>
                    <p:nvPr/>
                  </p:nvSpPr>
                  <p:spPr bwMode="auto">
                    <a:xfrm>
                      <a:off x="2359" y="345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12" name="Rectangle 741">
                      <a:extLst>
                        <a:ext uri="{FF2B5EF4-FFF2-40B4-BE49-F238E27FC236}">
                          <a16:creationId xmlns:a16="http://schemas.microsoft.com/office/drawing/2014/main" id="{45B16877-F1E9-6D4E-AEFC-ADD9C95F64DA}"/>
                        </a:ext>
                      </a:extLst>
                    </p:cNvPr>
                    <p:cNvSpPr>
                      <a:spLocks noChangeArrowheads="1"/>
                    </p:cNvSpPr>
                    <p:nvPr/>
                  </p:nvSpPr>
                  <p:spPr bwMode="auto">
                    <a:xfrm>
                      <a:off x="2316"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7" name="Group 744">
                    <a:extLst>
                      <a:ext uri="{FF2B5EF4-FFF2-40B4-BE49-F238E27FC236}">
                        <a16:creationId xmlns:a16="http://schemas.microsoft.com/office/drawing/2014/main" id="{14F07C16-F4F5-FC4B-A411-43A74A888943}"/>
                      </a:ext>
                    </a:extLst>
                  </p:cNvPr>
                  <p:cNvGrpSpPr>
                    <a:grpSpLocks/>
                  </p:cNvGrpSpPr>
                  <p:nvPr/>
                </p:nvGrpSpPr>
                <p:grpSpPr bwMode="auto">
                  <a:xfrm>
                    <a:off x="2600" y="3456"/>
                    <a:ext cx="284" cy="384"/>
                    <a:chOff x="2600" y="3456"/>
                    <a:chExt cx="284" cy="384"/>
                  </a:xfrm>
                </p:grpSpPr>
                <p:sp>
                  <p:nvSpPr>
                    <p:cNvPr id="209" name="Rectangle 507">
                      <a:extLst>
                        <a:ext uri="{FF2B5EF4-FFF2-40B4-BE49-F238E27FC236}">
                          <a16:creationId xmlns:a16="http://schemas.microsoft.com/office/drawing/2014/main" id="{15025C2D-376D-F64D-B2D1-CD28CC97BD08}"/>
                        </a:ext>
                      </a:extLst>
                    </p:cNvPr>
                    <p:cNvSpPr>
                      <a:spLocks noChangeArrowheads="1"/>
                    </p:cNvSpPr>
                    <p:nvPr/>
                  </p:nvSpPr>
                  <p:spPr bwMode="auto">
                    <a:xfrm>
                      <a:off x="2643" y="345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10" name="Rectangle 743">
                      <a:extLst>
                        <a:ext uri="{FF2B5EF4-FFF2-40B4-BE49-F238E27FC236}">
                          <a16:creationId xmlns:a16="http://schemas.microsoft.com/office/drawing/2014/main" id="{601C9314-CA9D-5F4C-9222-86F34EF15BA3}"/>
                        </a:ext>
                      </a:extLst>
                    </p:cNvPr>
                    <p:cNvSpPr>
                      <a:spLocks noChangeArrowheads="1"/>
                    </p:cNvSpPr>
                    <p:nvPr/>
                  </p:nvSpPr>
                  <p:spPr bwMode="auto">
                    <a:xfrm>
                      <a:off x="2600"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8" name="Group 746">
                    <a:extLst>
                      <a:ext uri="{FF2B5EF4-FFF2-40B4-BE49-F238E27FC236}">
                        <a16:creationId xmlns:a16="http://schemas.microsoft.com/office/drawing/2014/main" id="{4E9FD7BA-4572-B84A-B22A-28E7E69F5F87}"/>
                      </a:ext>
                    </a:extLst>
                  </p:cNvPr>
                  <p:cNvGrpSpPr>
                    <a:grpSpLocks/>
                  </p:cNvGrpSpPr>
                  <p:nvPr/>
                </p:nvGrpSpPr>
                <p:grpSpPr bwMode="auto">
                  <a:xfrm>
                    <a:off x="2884" y="3456"/>
                    <a:ext cx="284" cy="384"/>
                    <a:chOff x="2884" y="3456"/>
                    <a:chExt cx="284" cy="384"/>
                  </a:xfrm>
                </p:grpSpPr>
                <p:sp>
                  <p:nvSpPr>
                    <p:cNvPr id="207" name="Rectangle 508">
                      <a:extLst>
                        <a:ext uri="{FF2B5EF4-FFF2-40B4-BE49-F238E27FC236}">
                          <a16:creationId xmlns:a16="http://schemas.microsoft.com/office/drawing/2014/main" id="{0D7774BB-8F5B-6748-9AED-3A6ABDE69456}"/>
                        </a:ext>
                      </a:extLst>
                    </p:cNvPr>
                    <p:cNvSpPr>
                      <a:spLocks noChangeArrowheads="1"/>
                    </p:cNvSpPr>
                    <p:nvPr/>
                  </p:nvSpPr>
                  <p:spPr bwMode="auto">
                    <a:xfrm>
                      <a:off x="2927" y="345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08" name="Rectangle 745">
                      <a:extLst>
                        <a:ext uri="{FF2B5EF4-FFF2-40B4-BE49-F238E27FC236}">
                          <a16:creationId xmlns:a16="http://schemas.microsoft.com/office/drawing/2014/main" id="{788B0640-C32A-CC4D-9CB1-547A26B73C6F}"/>
                        </a:ext>
                      </a:extLst>
                    </p:cNvPr>
                    <p:cNvSpPr>
                      <a:spLocks noChangeArrowheads="1"/>
                    </p:cNvSpPr>
                    <p:nvPr/>
                  </p:nvSpPr>
                  <p:spPr bwMode="auto">
                    <a:xfrm>
                      <a:off x="2884"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29" name="Group 748">
                    <a:extLst>
                      <a:ext uri="{FF2B5EF4-FFF2-40B4-BE49-F238E27FC236}">
                        <a16:creationId xmlns:a16="http://schemas.microsoft.com/office/drawing/2014/main" id="{B5357F5E-85F6-2842-B652-F4B8AC154204}"/>
                      </a:ext>
                    </a:extLst>
                  </p:cNvPr>
                  <p:cNvGrpSpPr>
                    <a:grpSpLocks/>
                  </p:cNvGrpSpPr>
                  <p:nvPr/>
                </p:nvGrpSpPr>
                <p:grpSpPr bwMode="auto">
                  <a:xfrm>
                    <a:off x="3168" y="3456"/>
                    <a:ext cx="284" cy="384"/>
                    <a:chOff x="3168" y="3456"/>
                    <a:chExt cx="284" cy="384"/>
                  </a:xfrm>
                </p:grpSpPr>
                <p:sp>
                  <p:nvSpPr>
                    <p:cNvPr id="205" name="Rectangle 509">
                      <a:extLst>
                        <a:ext uri="{FF2B5EF4-FFF2-40B4-BE49-F238E27FC236}">
                          <a16:creationId xmlns:a16="http://schemas.microsoft.com/office/drawing/2014/main" id="{028F4374-76DA-4D48-ADBB-CCC19F1AAA0E}"/>
                        </a:ext>
                      </a:extLst>
                    </p:cNvPr>
                    <p:cNvSpPr>
                      <a:spLocks noChangeArrowheads="1"/>
                    </p:cNvSpPr>
                    <p:nvPr/>
                  </p:nvSpPr>
                  <p:spPr bwMode="auto">
                    <a:xfrm>
                      <a:off x="3210" y="345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06" name="Rectangle 747">
                      <a:extLst>
                        <a:ext uri="{FF2B5EF4-FFF2-40B4-BE49-F238E27FC236}">
                          <a16:creationId xmlns:a16="http://schemas.microsoft.com/office/drawing/2014/main" id="{50798142-A075-F341-97AD-A39B6A2227DB}"/>
                        </a:ext>
                      </a:extLst>
                    </p:cNvPr>
                    <p:cNvSpPr>
                      <a:spLocks noChangeArrowheads="1"/>
                    </p:cNvSpPr>
                    <p:nvPr/>
                  </p:nvSpPr>
                  <p:spPr bwMode="auto">
                    <a:xfrm>
                      <a:off x="3168"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0" name="Group 750">
                    <a:extLst>
                      <a:ext uri="{FF2B5EF4-FFF2-40B4-BE49-F238E27FC236}">
                        <a16:creationId xmlns:a16="http://schemas.microsoft.com/office/drawing/2014/main" id="{A85F0F14-D33A-474F-A736-11D1684C63E1}"/>
                      </a:ext>
                    </a:extLst>
                  </p:cNvPr>
                  <p:cNvGrpSpPr>
                    <a:grpSpLocks/>
                  </p:cNvGrpSpPr>
                  <p:nvPr/>
                </p:nvGrpSpPr>
                <p:grpSpPr bwMode="auto">
                  <a:xfrm>
                    <a:off x="3452" y="3456"/>
                    <a:ext cx="284" cy="384"/>
                    <a:chOff x="3452" y="3456"/>
                    <a:chExt cx="284" cy="384"/>
                  </a:xfrm>
                </p:grpSpPr>
                <p:sp>
                  <p:nvSpPr>
                    <p:cNvPr id="203" name="Rectangle 510">
                      <a:extLst>
                        <a:ext uri="{FF2B5EF4-FFF2-40B4-BE49-F238E27FC236}">
                          <a16:creationId xmlns:a16="http://schemas.microsoft.com/office/drawing/2014/main" id="{7DE12CF4-8A83-114A-8E69-60BA684DA635}"/>
                        </a:ext>
                      </a:extLst>
                    </p:cNvPr>
                    <p:cNvSpPr>
                      <a:spLocks noChangeArrowheads="1"/>
                    </p:cNvSpPr>
                    <p:nvPr/>
                  </p:nvSpPr>
                  <p:spPr bwMode="auto">
                    <a:xfrm>
                      <a:off x="3495" y="345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04" name="Rectangle 749">
                      <a:extLst>
                        <a:ext uri="{FF2B5EF4-FFF2-40B4-BE49-F238E27FC236}">
                          <a16:creationId xmlns:a16="http://schemas.microsoft.com/office/drawing/2014/main" id="{095D5C43-EE3B-1C48-BA2F-81B80749E7F4}"/>
                        </a:ext>
                      </a:extLst>
                    </p:cNvPr>
                    <p:cNvSpPr>
                      <a:spLocks noChangeArrowheads="1"/>
                    </p:cNvSpPr>
                    <p:nvPr/>
                  </p:nvSpPr>
                  <p:spPr bwMode="auto">
                    <a:xfrm>
                      <a:off x="3452"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1" name="Group 752">
                    <a:extLst>
                      <a:ext uri="{FF2B5EF4-FFF2-40B4-BE49-F238E27FC236}">
                        <a16:creationId xmlns:a16="http://schemas.microsoft.com/office/drawing/2014/main" id="{B28E49BB-C5B3-2C47-BB9C-DC6B09172B12}"/>
                      </a:ext>
                    </a:extLst>
                  </p:cNvPr>
                  <p:cNvGrpSpPr>
                    <a:grpSpLocks/>
                  </p:cNvGrpSpPr>
                  <p:nvPr/>
                </p:nvGrpSpPr>
                <p:grpSpPr bwMode="auto">
                  <a:xfrm>
                    <a:off x="3736" y="3456"/>
                    <a:ext cx="284" cy="384"/>
                    <a:chOff x="3736" y="3456"/>
                    <a:chExt cx="284" cy="384"/>
                  </a:xfrm>
                </p:grpSpPr>
                <p:sp>
                  <p:nvSpPr>
                    <p:cNvPr id="201" name="Rectangle 511">
                      <a:extLst>
                        <a:ext uri="{FF2B5EF4-FFF2-40B4-BE49-F238E27FC236}">
                          <a16:creationId xmlns:a16="http://schemas.microsoft.com/office/drawing/2014/main" id="{C400BA4D-AE16-DE41-A2D3-622ABAC27DA5}"/>
                        </a:ext>
                      </a:extLst>
                    </p:cNvPr>
                    <p:cNvSpPr>
                      <a:spLocks noChangeArrowheads="1"/>
                    </p:cNvSpPr>
                    <p:nvPr/>
                  </p:nvSpPr>
                  <p:spPr bwMode="auto">
                    <a:xfrm>
                      <a:off x="3779" y="3456"/>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02" name="Rectangle 751">
                      <a:extLst>
                        <a:ext uri="{FF2B5EF4-FFF2-40B4-BE49-F238E27FC236}">
                          <a16:creationId xmlns:a16="http://schemas.microsoft.com/office/drawing/2014/main" id="{16BC0FC9-C931-7944-8374-49ABD07DB8EC}"/>
                        </a:ext>
                      </a:extLst>
                    </p:cNvPr>
                    <p:cNvSpPr>
                      <a:spLocks noChangeArrowheads="1"/>
                    </p:cNvSpPr>
                    <p:nvPr/>
                  </p:nvSpPr>
                  <p:spPr bwMode="auto">
                    <a:xfrm>
                      <a:off x="3736"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2" name="Group 754">
                    <a:extLst>
                      <a:ext uri="{FF2B5EF4-FFF2-40B4-BE49-F238E27FC236}">
                        <a16:creationId xmlns:a16="http://schemas.microsoft.com/office/drawing/2014/main" id="{D8302896-D097-D34C-8F2F-0A987A88F12C}"/>
                      </a:ext>
                    </a:extLst>
                  </p:cNvPr>
                  <p:cNvGrpSpPr>
                    <a:grpSpLocks/>
                  </p:cNvGrpSpPr>
                  <p:nvPr/>
                </p:nvGrpSpPr>
                <p:grpSpPr bwMode="auto">
                  <a:xfrm>
                    <a:off x="4020" y="3456"/>
                    <a:ext cx="284" cy="384"/>
                    <a:chOff x="4020" y="3456"/>
                    <a:chExt cx="284" cy="384"/>
                  </a:xfrm>
                </p:grpSpPr>
                <p:sp>
                  <p:nvSpPr>
                    <p:cNvPr id="199" name="Rectangle 512">
                      <a:extLst>
                        <a:ext uri="{FF2B5EF4-FFF2-40B4-BE49-F238E27FC236}">
                          <a16:creationId xmlns:a16="http://schemas.microsoft.com/office/drawing/2014/main" id="{FC3136F4-AF30-D449-8BA8-4156E6DCA252}"/>
                        </a:ext>
                      </a:extLst>
                    </p:cNvPr>
                    <p:cNvSpPr>
                      <a:spLocks noChangeArrowheads="1"/>
                    </p:cNvSpPr>
                    <p:nvPr/>
                  </p:nvSpPr>
                  <p:spPr bwMode="auto">
                    <a:xfrm>
                      <a:off x="4062" y="3456"/>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200" name="Rectangle 753">
                      <a:extLst>
                        <a:ext uri="{FF2B5EF4-FFF2-40B4-BE49-F238E27FC236}">
                          <a16:creationId xmlns:a16="http://schemas.microsoft.com/office/drawing/2014/main" id="{6C40FEFD-A2AA-E841-9403-E5F10224DE39}"/>
                        </a:ext>
                      </a:extLst>
                    </p:cNvPr>
                    <p:cNvSpPr>
                      <a:spLocks noChangeArrowheads="1"/>
                    </p:cNvSpPr>
                    <p:nvPr/>
                  </p:nvSpPr>
                  <p:spPr bwMode="auto">
                    <a:xfrm>
                      <a:off x="4020" y="3456"/>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3" name="Group 756">
                    <a:extLst>
                      <a:ext uri="{FF2B5EF4-FFF2-40B4-BE49-F238E27FC236}">
                        <a16:creationId xmlns:a16="http://schemas.microsoft.com/office/drawing/2014/main" id="{6181398D-F6A4-8046-8369-DB3BA0E076CD}"/>
                      </a:ext>
                    </a:extLst>
                  </p:cNvPr>
                  <p:cNvGrpSpPr>
                    <a:grpSpLocks/>
                  </p:cNvGrpSpPr>
                  <p:nvPr/>
                </p:nvGrpSpPr>
                <p:grpSpPr bwMode="auto">
                  <a:xfrm>
                    <a:off x="0" y="3840"/>
                    <a:ext cx="1464" cy="384"/>
                    <a:chOff x="0" y="3840"/>
                    <a:chExt cx="1464" cy="384"/>
                  </a:xfrm>
                </p:grpSpPr>
                <p:sp>
                  <p:nvSpPr>
                    <p:cNvPr id="197" name="Rectangle 513">
                      <a:extLst>
                        <a:ext uri="{FF2B5EF4-FFF2-40B4-BE49-F238E27FC236}">
                          <a16:creationId xmlns:a16="http://schemas.microsoft.com/office/drawing/2014/main" id="{1FDE085D-6931-3140-BF95-D91D06068FEF}"/>
                        </a:ext>
                      </a:extLst>
                    </p:cNvPr>
                    <p:cNvSpPr>
                      <a:spLocks noChangeArrowheads="1"/>
                    </p:cNvSpPr>
                    <p:nvPr/>
                  </p:nvSpPr>
                  <p:spPr bwMode="auto">
                    <a:xfrm>
                      <a:off x="43" y="3840"/>
                      <a:ext cx="137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98" name="Rectangle 755">
                      <a:extLst>
                        <a:ext uri="{FF2B5EF4-FFF2-40B4-BE49-F238E27FC236}">
                          <a16:creationId xmlns:a16="http://schemas.microsoft.com/office/drawing/2014/main" id="{1617BE26-4813-9B43-8E1C-3754F7E18006}"/>
                        </a:ext>
                      </a:extLst>
                    </p:cNvPr>
                    <p:cNvSpPr>
                      <a:spLocks noChangeArrowheads="1"/>
                    </p:cNvSpPr>
                    <p:nvPr/>
                  </p:nvSpPr>
                  <p:spPr bwMode="auto">
                    <a:xfrm>
                      <a:off x="0" y="3840"/>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4" name="Group 758">
                    <a:extLst>
                      <a:ext uri="{FF2B5EF4-FFF2-40B4-BE49-F238E27FC236}">
                        <a16:creationId xmlns:a16="http://schemas.microsoft.com/office/drawing/2014/main" id="{43FC1D45-F77B-9E49-9350-AF48C2A11E5E}"/>
                      </a:ext>
                    </a:extLst>
                  </p:cNvPr>
                  <p:cNvGrpSpPr>
                    <a:grpSpLocks/>
                  </p:cNvGrpSpPr>
                  <p:nvPr/>
                </p:nvGrpSpPr>
                <p:grpSpPr bwMode="auto">
                  <a:xfrm>
                    <a:off x="1464" y="3840"/>
                    <a:ext cx="284" cy="384"/>
                    <a:chOff x="1464" y="3840"/>
                    <a:chExt cx="284" cy="384"/>
                  </a:xfrm>
                </p:grpSpPr>
                <p:sp>
                  <p:nvSpPr>
                    <p:cNvPr id="195" name="Rectangle 514">
                      <a:extLst>
                        <a:ext uri="{FF2B5EF4-FFF2-40B4-BE49-F238E27FC236}">
                          <a16:creationId xmlns:a16="http://schemas.microsoft.com/office/drawing/2014/main" id="{A4AD7718-5F71-9744-B80E-A2C41EB7C16F}"/>
                        </a:ext>
                      </a:extLst>
                    </p:cNvPr>
                    <p:cNvSpPr>
                      <a:spLocks noChangeArrowheads="1"/>
                    </p:cNvSpPr>
                    <p:nvPr/>
                  </p:nvSpPr>
                  <p:spPr bwMode="auto">
                    <a:xfrm>
                      <a:off x="1507" y="384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96" name="Rectangle 757">
                      <a:extLst>
                        <a:ext uri="{FF2B5EF4-FFF2-40B4-BE49-F238E27FC236}">
                          <a16:creationId xmlns:a16="http://schemas.microsoft.com/office/drawing/2014/main" id="{7CE0D7F4-DE19-C04C-B4A8-0B8C804D6B9A}"/>
                        </a:ext>
                      </a:extLst>
                    </p:cNvPr>
                    <p:cNvSpPr>
                      <a:spLocks noChangeArrowheads="1"/>
                    </p:cNvSpPr>
                    <p:nvPr/>
                  </p:nvSpPr>
                  <p:spPr bwMode="auto">
                    <a:xfrm>
                      <a:off x="1464"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5" name="Group 760">
                    <a:extLst>
                      <a:ext uri="{FF2B5EF4-FFF2-40B4-BE49-F238E27FC236}">
                        <a16:creationId xmlns:a16="http://schemas.microsoft.com/office/drawing/2014/main" id="{2DF3D42B-6196-584C-80F4-4B376E3080FE}"/>
                      </a:ext>
                    </a:extLst>
                  </p:cNvPr>
                  <p:cNvGrpSpPr>
                    <a:grpSpLocks/>
                  </p:cNvGrpSpPr>
                  <p:nvPr/>
                </p:nvGrpSpPr>
                <p:grpSpPr bwMode="auto">
                  <a:xfrm>
                    <a:off x="1748" y="3840"/>
                    <a:ext cx="284" cy="384"/>
                    <a:chOff x="1748" y="3840"/>
                    <a:chExt cx="284" cy="384"/>
                  </a:xfrm>
                </p:grpSpPr>
                <p:sp>
                  <p:nvSpPr>
                    <p:cNvPr id="193" name="Rectangle 515">
                      <a:extLst>
                        <a:ext uri="{FF2B5EF4-FFF2-40B4-BE49-F238E27FC236}">
                          <a16:creationId xmlns:a16="http://schemas.microsoft.com/office/drawing/2014/main" id="{57FF239D-28D2-2848-99EB-EFA0BDBEB429}"/>
                        </a:ext>
                      </a:extLst>
                    </p:cNvPr>
                    <p:cNvSpPr>
                      <a:spLocks noChangeArrowheads="1"/>
                    </p:cNvSpPr>
                    <p:nvPr/>
                  </p:nvSpPr>
                  <p:spPr bwMode="auto">
                    <a:xfrm>
                      <a:off x="1791" y="384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94" name="Rectangle 759">
                      <a:extLst>
                        <a:ext uri="{FF2B5EF4-FFF2-40B4-BE49-F238E27FC236}">
                          <a16:creationId xmlns:a16="http://schemas.microsoft.com/office/drawing/2014/main" id="{5490B527-31DD-DE4E-BC0C-D4F71895AEDB}"/>
                        </a:ext>
                      </a:extLst>
                    </p:cNvPr>
                    <p:cNvSpPr>
                      <a:spLocks noChangeArrowheads="1"/>
                    </p:cNvSpPr>
                    <p:nvPr/>
                  </p:nvSpPr>
                  <p:spPr bwMode="auto">
                    <a:xfrm>
                      <a:off x="1748"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6" name="Group 762">
                    <a:extLst>
                      <a:ext uri="{FF2B5EF4-FFF2-40B4-BE49-F238E27FC236}">
                        <a16:creationId xmlns:a16="http://schemas.microsoft.com/office/drawing/2014/main" id="{A870C968-C4D8-184F-839F-F320C430F3D2}"/>
                      </a:ext>
                    </a:extLst>
                  </p:cNvPr>
                  <p:cNvGrpSpPr>
                    <a:grpSpLocks/>
                  </p:cNvGrpSpPr>
                  <p:nvPr/>
                </p:nvGrpSpPr>
                <p:grpSpPr bwMode="auto">
                  <a:xfrm>
                    <a:off x="2032" y="3840"/>
                    <a:ext cx="284" cy="384"/>
                    <a:chOff x="2032" y="3840"/>
                    <a:chExt cx="284" cy="384"/>
                  </a:xfrm>
                </p:grpSpPr>
                <p:sp>
                  <p:nvSpPr>
                    <p:cNvPr id="191" name="Rectangle 516">
                      <a:extLst>
                        <a:ext uri="{FF2B5EF4-FFF2-40B4-BE49-F238E27FC236}">
                          <a16:creationId xmlns:a16="http://schemas.microsoft.com/office/drawing/2014/main" id="{E6117961-928C-604B-A002-3143B160B2B6}"/>
                        </a:ext>
                      </a:extLst>
                    </p:cNvPr>
                    <p:cNvSpPr>
                      <a:spLocks noChangeArrowheads="1"/>
                    </p:cNvSpPr>
                    <p:nvPr/>
                  </p:nvSpPr>
                  <p:spPr bwMode="auto">
                    <a:xfrm>
                      <a:off x="2075" y="384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92" name="Rectangle 761">
                      <a:extLst>
                        <a:ext uri="{FF2B5EF4-FFF2-40B4-BE49-F238E27FC236}">
                          <a16:creationId xmlns:a16="http://schemas.microsoft.com/office/drawing/2014/main" id="{4B5441A2-55EF-9147-BD3C-A3D805153578}"/>
                        </a:ext>
                      </a:extLst>
                    </p:cNvPr>
                    <p:cNvSpPr>
                      <a:spLocks noChangeArrowheads="1"/>
                    </p:cNvSpPr>
                    <p:nvPr/>
                  </p:nvSpPr>
                  <p:spPr bwMode="auto">
                    <a:xfrm>
                      <a:off x="2032"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7" name="Group 764">
                    <a:extLst>
                      <a:ext uri="{FF2B5EF4-FFF2-40B4-BE49-F238E27FC236}">
                        <a16:creationId xmlns:a16="http://schemas.microsoft.com/office/drawing/2014/main" id="{941DCEFE-CE0F-ED48-B589-B92C3D1FC099}"/>
                      </a:ext>
                    </a:extLst>
                  </p:cNvPr>
                  <p:cNvGrpSpPr>
                    <a:grpSpLocks/>
                  </p:cNvGrpSpPr>
                  <p:nvPr/>
                </p:nvGrpSpPr>
                <p:grpSpPr bwMode="auto">
                  <a:xfrm>
                    <a:off x="2316" y="3840"/>
                    <a:ext cx="284" cy="384"/>
                    <a:chOff x="2316" y="3840"/>
                    <a:chExt cx="284" cy="384"/>
                  </a:xfrm>
                </p:grpSpPr>
                <p:sp>
                  <p:nvSpPr>
                    <p:cNvPr id="189" name="Rectangle 517">
                      <a:extLst>
                        <a:ext uri="{FF2B5EF4-FFF2-40B4-BE49-F238E27FC236}">
                          <a16:creationId xmlns:a16="http://schemas.microsoft.com/office/drawing/2014/main" id="{ECE84C2F-807B-CC47-8268-090D13F5411A}"/>
                        </a:ext>
                      </a:extLst>
                    </p:cNvPr>
                    <p:cNvSpPr>
                      <a:spLocks noChangeArrowheads="1"/>
                    </p:cNvSpPr>
                    <p:nvPr/>
                  </p:nvSpPr>
                  <p:spPr bwMode="auto">
                    <a:xfrm>
                      <a:off x="2359" y="384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90" name="Rectangle 763">
                      <a:extLst>
                        <a:ext uri="{FF2B5EF4-FFF2-40B4-BE49-F238E27FC236}">
                          <a16:creationId xmlns:a16="http://schemas.microsoft.com/office/drawing/2014/main" id="{455E39AB-9735-7041-B903-00CC4AF38BF1}"/>
                        </a:ext>
                      </a:extLst>
                    </p:cNvPr>
                    <p:cNvSpPr>
                      <a:spLocks noChangeArrowheads="1"/>
                    </p:cNvSpPr>
                    <p:nvPr/>
                  </p:nvSpPr>
                  <p:spPr bwMode="auto">
                    <a:xfrm>
                      <a:off x="2316"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8" name="Group 766">
                    <a:extLst>
                      <a:ext uri="{FF2B5EF4-FFF2-40B4-BE49-F238E27FC236}">
                        <a16:creationId xmlns:a16="http://schemas.microsoft.com/office/drawing/2014/main" id="{CB41DCD7-AB74-FD45-BFB9-17716EFF6333}"/>
                      </a:ext>
                    </a:extLst>
                  </p:cNvPr>
                  <p:cNvGrpSpPr>
                    <a:grpSpLocks/>
                  </p:cNvGrpSpPr>
                  <p:nvPr/>
                </p:nvGrpSpPr>
                <p:grpSpPr bwMode="auto">
                  <a:xfrm>
                    <a:off x="2600" y="3840"/>
                    <a:ext cx="284" cy="384"/>
                    <a:chOff x="2600" y="3840"/>
                    <a:chExt cx="284" cy="384"/>
                  </a:xfrm>
                </p:grpSpPr>
                <p:sp>
                  <p:nvSpPr>
                    <p:cNvPr id="187" name="Rectangle 518">
                      <a:extLst>
                        <a:ext uri="{FF2B5EF4-FFF2-40B4-BE49-F238E27FC236}">
                          <a16:creationId xmlns:a16="http://schemas.microsoft.com/office/drawing/2014/main" id="{0CC35D98-ED4F-FE45-B809-C4DC0F47CD4C}"/>
                        </a:ext>
                      </a:extLst>
                    </p:cNvPr>
                    <p:cNvSpPr>
                      <a:spLocks noChangeArrowheads="1"/>
                    </p:cNvSpPr>
                    <p:nvPr/>
                  </p:nvSpPr>
                  <p:spPr bwMode="auto">
                    <a:xfrm>
                      <a:off x="2643" y="384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88" name="Rectangle 765">
                      <a:extLst>
                        <a:ext uri="{FF2B5EF4-FFF2-40B4-BE49-F238E27FC236}">
                          <a16:creationId xmlns:a16="http://schemas.microsoft.com/office/drawing/2014/main" id="{699EC23C-E689-6248-9324-063A47779D20}"/>
                        </a:ext>
                      </a:extLst>
                    </p:cNvPr>
                    <p:cNvSpPr>
                      <a:spLocks noChangeArrowheads="1"/>
                    </p:cNvSpPr>
                    <p:nvPr/>
                  </p:nvSpPr>
                  <p:spPr bwMode="auto">
                    <a:xfrm>
                      <a:off x="2600"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39" name="Group 768">
                    <a:extLst>
                      <a:ext uri="{FF2B5EF4-FFF2-40B4-BE49-F238E27FC236}">
                        <a16:creationId xmlns:a16="http://schemas.microsoft.com/office/drawing/2014/main" id="{F9BE62A1-24E1-8D44-B2EC-D8C23CE734E4}"/>
                      </a:ext>
                    </a:extLst>
                  </p:cNvPr>
                  <p:cNvGrpSpPr>
                    <a:grpSpLocks/>
                  </p:cNvGrpSpPr>
                  <p:nvPr/>
                </p:nvGrpSpPr>
                <p:grpSpPr bwMode="auto">
                  <a:xfrm>
                    <a:off x="2884" y="3840"/>
                    <a:ext cx="284" cy="384"/>
                    <a:chOff x="2884" y="3840"/>
                    <a:chExt cx="284" cy="384"/>
                  </a:xfrm>
                </p:grpSpPr>
                <p:sp>
                  <p:nvSpPr>
                    <p:cNvPr id="185" name="Rectangle 519">
                      <a:extLst>
                        <a:ext uri="{FF2B5EF4-FFF2-40B4-BE49-F238E27FC236}">
                          <a16:creationId xmlns:a16="http://schemas.microsoft.com/office/drawing/2014/main" id="{6BF6FAD0-70CB-774D-8CAC-05A00BE0B8FB}"/>
                        </a:ext>
                      </a:extLst>
                    </p:cNvPr>
                    <p:cNvSpPr>
                      <a:spLocks noChangeArrowheads="1"/>
                    </p:cNvSpPr>
                    <p:nvPr/>
                  </p:nvSpPr>
                  <p:spPr bwMode="auto">
                    <a:xfrm>
                      <a:off x="2927" y="384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86" name="Rectangle 767">
                      <a:extLst>
                        <a:ext uri="{FF2B5EF4-FFF2-40B4-BE49-F238E27FC236}">
                          <a16:creationId xmlns:a16="http://schemas.microsoft.com/office/drawing/2014/main" id="{DE22D66B-A06C-984B-A91A-390B72C40872}"/>
                        </a:ext>
                      </a:extLst>
                    </p:cNvPr>
                    <p:cNvSpPr>
                      <a:spLocks noChangeArrowheads="1"/>
                    </p:cNvSpPr>
                    <p:nvPr/>
                  </p:nvSpPr>
                  <p:spPr bwMode="auto">
                    <a:xfrm>
                      <a:off x="2884"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0" name="Group 770">
                    <a:extLst>
                      <a:ext uri="{FF2B5EF4-FFF2-40B4-BE49-F238E27FC236}">
                        <a16:creationId xmlns:a16="http://schemas.microsoft.com/office/drawing/2014/main" id="{9C991BD0-D487-234C-BA03-6924FD6A8161}"/>
                      </a:ext>
                    </a:extLst>
                  </p:cNvPr>
                  <p:cNvGrpSpPr>
                    <a:grpSpLocks/>
                  </p:cNvGrpSpPr>
                  <p:nvPr/>
                </p:nvGrpSpPr>
                <p:grpSpPr bwMode="auto">
                  <a:xfrm>
                    <a:off x="3168" y="3840"/>
                    <a:ext cx="284" cy="384"/>
                    <a:chOff x="3168" y="3840"/>
                    <a:chExt cx="284" cy="384"/>
                  </a:xfrm>
                </p:grpSpPr>
                <p:sp>
                  <p:nvSpPr>
                    <p:cNvPr id="183" name="Rectangle 520">
                      <a:extLst>
                        <a:ext uri="{FF2B5EF4-FFF2-40B4-BE49-F238E27FC236}">
                          <a16:creationId xmlns:a16="http://schemas.microsoft.com/office/drawing/2014/main" id="{E0A2B90B-4600-BA4D-834A-C4CA4FAD4FFC}"/>
                        </a:ext>
                      </a:extLst>
                    </p:cNvPr>
                    <p:cNvSpPr>
                      <a:spLocks noChangeArrowheads="1"/>
                    </p:cNvSpPr>
                    <p:nvPr/>
                  </p:nvSpPr>
                  <p:spPr bwMode="auto">
                    <a:xfrm>
                      <a:off x="3210" y="384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84" name="Rectangle 769">
                      <a:extLst>
                        <a:ext uri="{FF2B5EF4-FFF2-40B4-BE49-F238E27FC236}">
                          <a16:creationId xmlns:a16="http://schemas.microsoft.com/office/drawing/2014/main" id="{BDC97265-7F8F-3A41-A610-B05EB2F563B6}"/>
                        </a:ext>
                      </a:extLst>
                    </p:cNvPr>
                    <p:cNvSpPr>
                      <a:spLocks noChangeArrowheads="1"/>
                    </p:cNvSpPr>
                    <p:nvPr/>
                  </p:nvSpPr>
                  <p:spPr bwMode="auto">
                    <a:xfrm>
                      <a:off x="3168"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1" name="Group 772">
                    <a:extLst>
                      <a:ext uri="{FF2B5EF4-FFF2-40B4-BE49-F238E27FC236}">
                        <a16:creationId xmlns:a16="http://schemas.microsoft.com/office/drawing/2014/main" id="{3A6ECF4C-DD92-9B4E-B984-A1269AD9D83D}"/>
                      </a:ext>
                    </a:extLst>
                  </p:cNvPr>
                  <p:cNvGrpSpPr>
                    <a:grpSpLocks/>
                  </p:cNvGrpSpPr>
                  <p:nvPr/>
                </p:nvGrpSpPr>
                <p:grpSpPr bwMode="auto">
                  <a:xfrm>
                    <a:off x="3452" y="3840"/>
                    <a:ext cx="284" cy="384"/>
                    <a:chOff x="3452" y="3840"/>
                    <a:chExt cx="284" cy="384"/>
                  </a:xfrm>
                </p:grpSpPr>
                <p:sp>
                  <p:nvSpPr>
                    <p:cNvPr id="181" name="Rectangle 521">
                      <a:extLst>
                        <a:ext uri="{FF2B5EF4-FFF2-40B4-BE49-F238E27FC236}">
                          <a16:creationId xmlns:a16="http://schemas.microsoft.com/office/drawing/2014/main" id="{941F0B29-25FB-B54E-9C44-FD7B467E5F0A}"/>
                        </a:ext>
                      </a:extLst>
                    </p:cNvPr>
                    <p:cNvSpPr>
                      <a:spLocks noChangeArrowheads="1"/>
                    </p:cNvSpPr>
                    <p:nvPr/>
                  </p:nvSpPr>
                  <p:spPr bwMode="auto">
                    <a:xfrm>
                      <a:off x="3495" y="384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82" name="Rectangle 771">
                      <a:extLst>
                        <a:ext uri="{FF2B5EF4-FFF2-40B4-BE49-F238E27FC236}">
                          <a16:creationId xmlns:a16="http://schemas.microsoft.com/office/drawing/2014/main" id="{900AA91E-39ED-3E41-83C8-61EEC58323D2}"/>
                        </a:ext>
                      </a:extLst>
                    </p:cNvPr>
                    <p:cNvSpPr>
                      <a:spLocks noChangeArrowheads="1"/>
                    </p:cNvSpPr>
                    <p:nvPr/>
                  </p:nvSpPr>
                  <p:spPr bwMode="auto">
                    <a:xfrm>
                      <a:off x="3452"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2" name="Group 774">
                    <a:extLst>
                      <a:ext uri="{FF2B5EF4-FFF2-40B4-BE49-F238E27FC236}">
                        <a16:creationId xmlns:a16="http://schemas.microsoft.com/office/drawing/2014/main" id="{56BB88E0-6ACD-1A43-9F1C-A2624E946730}"/>
                      </a:ext>
                    </a:extLst>
                  </p:cNvPr>
                  <p:cNvGrpSpPr>
                    <a:grpSpLocks/>
                  </p:cNvGrpSpPr>
                  <p:nvPr/>
                </p:nvGrpSpPr>
                <p:grpSpPr bwMode="auto">
                  <a:xfrm>
                    <a:off x="3736" y="3840"/>
                    <a:ext cx="284" cy="384"/>
                    <a:chOff x="3736" y="3840"/>
                    <a:chExt cx="284" cy="384"/>
                  </a:xfrm>
                </p:grpSpPr>
                <p:sp>
                  <p:nvSpPr>
                    <p:cNvPr id="179" name="Rectangle 522">
                      <a:extLst>
                        <a:ext uri="{FF2B5EF4-FFF2-40B4-BE49-F238E27FC236}">
                          <a16:creationId xmlns:a16="http://schemas.microsoft.com/office/drawing/2014/main" id="{00A31B09-8AAA-4B46-B451-8C3A75FEA6A0}"/>
                        </a:ext>
                      </a:extLst>
                    </p:cNvPr>
                    <p:cNvSpPr>
                      <a:spLocks noChangeArrowheads="1"/>
                    </p:cNvSpPr>
                    <p:nvPr/>
                  </p:nvSpPr>
                  <p:spPr bwMode="auto">
                    <a:xfrm>
                      <a:off x="3779" y="3840"/>
                      <a:ext cx="19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80" name="Rectangle 773">
                      <a:extLst>
                        <a:ext uri="{FF2B5EF4-FFF2-40B4-BE49-F238E27FC236}">
                          <a16:creationId xmlns:a16="http://schemas.microsoft.com/office/drawing/2014/main" id="{678B0826-573A-054B-A9AD-257B21A5256A}"/>
                        </a:ext>
                      </a:extLst>
                    </p:cNvPr>
                    <p:cNvSpPr>
                      <a:spLocks noChangeArrowheads="1"/>
                    </p:cNvSpPr>
                    <p:nvPr/>
                  </p:nvSpPr>
                  <p:spPr bwMode="auto">
                    <a:xfrm>
                      <a:off x="3736"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3" name="Group 776">
                    <a:extLst>
                      <a:ext uri="{FF2B5EF4-FFF2-40B4-BE49-F238E27FC236}">
                        <a16:creationId xmlns:a16="http://schemas.microsoft.com/office/drawing/2014/main" id="{37CF2DEA-18DC-AF41-AD48-82F0F91A22A9}"/>
                      </a:ext>
                    </a:extLst>
                  </p:cNvPr>
                  <p:cNvGrpSpPr>
                    <a:grpSpLocks/>
                  </p:cNvGrpSpPr>
                  <p:nvPr/>
                </p:nvGrpSpPr>
                <p:grpSpPr bwMode="auto">
                  <a:xfrm>
                    <a:off x="4020" y="3840"/>
                    <a:ext cx="284" cy="384"/>
                    <a:chOff x="4020" y="3840"/>
                    <a:chExt cx="284" cy="384"/>
                  </a:xfrm>
                </p:grpSpPr>
                <p:sp>
                  <p:nvSpPr>
                    <p:cNvPr id="177" name="Rectangle 523">
                      <a:extLst>
                        <a:ext uri="{FF2B5EF4-FFF2-40B4-BE49-F238E27FC236}">
                          <a16:creationId xmlns:a16="http://schemas.microsoft.com/office/drawing/2014/main" id="{E9FFF9B8-C773-6443-A0BF-2F584AC70DF9}"/>
                        </a:ext>
                      </a:extLst>
                    </p:cNvPr>
                    <p:cNvSpPr>
                      <a:spLocks noChangeArrowheads="1"/>
                    </p:cNvSpPr>
                    <p:nvPr/>
                  </p:nvSpPr>
                  <p:spPr bwMode="auto">
                    <a:xfrm>
                      <a:off x="4062" y="3840"/>
                      <a:ext cx="199"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78" name="Rectangle 775">
                      <a:extLst>
                        <a:ext uri="{FF2B5EF4-FFF2-40B4-BE49-F238E27FC236}">
                          <a16:creationId xmlns:a16="http://schemas.microsoft.com/office/drawing/2014/main" id="{D46D739D-82B2-514E-A241-B626B60A3EEA}"/>
                        </a:ext>
                      </a:extLst>
                    </p:cNvPr>
                    <p:cNvSpPr>
                      <a:spLocks noChangeArrowheads="1"/>
                    </p:cNvSpPr>
                    <p:nvPr/>
                  </p:nvSpPr>
                  <p:spPr bwMode="auto">
                    <a:xfrm>
                      <a:off x="4020" y="3840"/>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4" name="Group 778">
                    <a:extLst>
                      <a:ext uri="{FF2B5EF4-FFF2-40B4-BE49-F238E27FC236}">
                        <a16:creationId xmlns:a16="http://schemas.microsoft.com/office/drawing/2014/main" id="{AF88C604-FCA6-AF4F-B848-34EEC04A290B}"/>
                      </a:ext>
                    </a:extLst>
                  </p:cNvPr>
                  <p:cNvGrpSpPr>
                    <a:grpSpLocks/>
                  </p:cNvGrpSpPr>
                  <p:nvPr/>
                </p:nvGrpSpPr>
                <p:grpSpPr bwMode="auto">
                  <a:xfrm>
                    <a:off x="0" y="4224"/>
                    <a:ext cx="1464" cy="384"/>
                    <a:chOff x="0" y="4224"/>
                    <a:chExt cx="1464" cy="384"/>
                  </a:xfrm>
                </p:grpSpPr>
                <p:sp>
                  <p:nvSpPr>
                    <p:cNvPr id="175" name="Rectangle 524">
                      <a:extLst>
                        <a:ext uri="{FF2B5EF4-FFF2-40B4-BE49-F238E27FC236}">
                          <a16:creationId xmlns:a16="http://schemas.microsoft.com/office/drawing/2014/main" id="{BF6D25C9-7A2C-6F40-A8D0-F1EDD23D83B1}"/>
                        </a:ext>
                      </a:extLst>
                    </p:cNvPr>
                    <p:cNvSpPr>
                      <a:spLocks noChangeArrowheads="1"/>
                    </p:cNvSpPr>
                    <p:nvPr/>
                  </p:nvSpPr>
                  <p:spPr bwMode="auto">
                    <a:xfrm>
                      <a:off x="43" y="4215"/>
                      <a:ext cx="137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76" name="Rectangle 777">
                      <a:extLst>
                        <a:ext uri="{FF2B5EF4-FFF2-40B4-BE49-F238E27FC236}">
                          <a16:creationId xmlns:a16="http://schemas.microsoft.com/office/drawing/2014/main" id="{7E14BFFD-4A9E-2746-867C-84AD78D5C732}"/>
                        </a:ext>
                      </a:extLst>
                    </p:cNvPr>
                    <p:cNvSpPr>
                      <a:spLocks noChangeArrowheads="1"/>
                    </p:cNvSpPr>
                    <p:nvPr/>
                  </p:nvSpPr>
                  <p:spPr bwMode="auto">
                    <a:xfrm>
                      <a:off x="0" y="4224"/>
                      <a:ext cx="146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5" name="Group 780">
                    <a:extLst>
                      <a:ext uri="{FF2B5EF4-FFF2-40B4-BE49-F238E27FC236}">
                        <a16:creationId xmlns:a16="http://schemas.microsoft.com/office/drawing/2014/main" id="{05869A94-3738-7547-8E18-09EA03D5039B}"/>
                      </a:ext>
                    </a:extLst>
                  </p:cNvPr>
                  <p:cNvGrpSpPr>
                    <a:grpSpLocks/>
                  </p:cNvGrpSpPr>
                  <p:nvPr/>
                </p:nvGrpSpPr>
                <p:grpSpPr bwMode="auto">
                  <a:xfrm>
                    <a:off x="1464" y="4224"/>
                    <a:ext cx="284" cy="384"/>
                    <a:chOff x="1464" y="4224"/>
                    <a:chExt cx="284" cy="384"/>
                  </a:xfrm>
                </p:grpSpPr>
                <p:sp>
                  <p:nvSpPr>
                    <p:cNvPr id="173" name="Rectangle 525">
                      <a:extLst>
                        <a:ext uri="{FF2B5EF4-FFF2-40B4-BE49-F238E27FC236}">
                          <a16:creationId xmlns:a16="http://schemas.microsoft.com/office/drawing/2014/main" id="{F7B40B00-2830-DC4A-81F0-777AFBC37E4A}"/>
                        </a:ext>
                      </a:extLst>
                    </p:cNvPr>
                    <p:cNvSpPr>
                      <a:spLocks noChangeArrowheads="1"/>
                    </p:cNvSpPr>
                    <p:nvPr/>
                  </p:nvSpPr>
                  <p:spPr bwMode="auto">
                    <a:xfrm>
                      <a:off x="1507" y="4215"/>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74" name="Rectangle 779">
                      <a:extLst>
                        <a:ext uri="{FF2B5EF4-FFF2-40B4-BE49-F238E27FC236}">
                          <a16:creationId xmlns:a16="http://schemas.microsoft.com/office/drawing/2014/main" id="{7052FAB9-2B17-D141-8919-A848D49F2769}"/>
                        </a:ext>
                      </a:extLst>
                    </p:cNvPr>
                    <p:cNvSpPr>
                      <a:spLocks noChangeArrowheads="1"/>
                    </p:cNvSpPr>
                    <p:nvPr/>
                  </p:nvSpPr>
                  <p:spPr bwMode="auto">
                    <a:xfrm>
                      <a:off x="1464"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6" name="Group 782">
                    <a:extLst>
                      <a:ext uri="{FF2B5EF4-FFF2-40B4-BE49-F238E27FC236}">
                        <a16:creationId xmlns:a16="http://schemas.microsoft.com/office/drawing/2014/main" id="{08D4E748-CE60-8D43-8F7F-68CB0DD4ECD7}"/>
                      </a:ext>
                    </a:extLst>
                  </p:cNvPr>
                  <p:cNvGrpSpPr>
                    <a:grpSpLocks/>
                  </p:cNvGrpSpPr>
                  <p:nvPr/>
                </p:nvGrpSpPr>
                <p:grpSpPr bwMode="auto">
                  <a:xfrm>
                    <a:off x="1748" y="4224"/>
                    <a:ext cx="284" cy="384"/>
                    <a:chOff x="1748" y="4224"/>
                    <a:chExt cx="284" cy="384"/>
                  </a:xfrm>
                </p:grpSpPr>
                <p:sp>
                  <p:nvSpPr>
                    <p:cNvPr id="171" name="Rectangle 526">
                      <a:extLst>
                        <a:ext uri="{FF2B5EF4-FFF2-40B4-BE49-F238E27FC236}">
                          <a16:creationId xmlns:a16="http://schemas.microsoft.com/office/drawing/2014/main" id="{A80AEEC3-5F78-9540-9CF0-FFD91E9FF510}"/>
                        </a:ext>
                      </a:extLst>
                    </p:cNvPr>
                    <p:cNvSpPr>
                      <a:spLocks noChangeArrowheads="1"/>
                    </p:cNvSpPr>
                    <p:nvPr/>
                  </p:nvSpPr>
                  <p:spPr bwMode="auto">
                    <a:xfrm>
                      <a:off x="1791" y="4215"/>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72" name="Rectangle 781">
                      <a:extLst>
                        <a:ext uri="{FF2B5EF4-FFF2-40B4-BE49-F238E27FC236}">
                          <a16:creationId xmlns:a16="http://schemas.microsoft.com/office/drawing/2014/main" id="{C40205B3-FA52-F94D-BE45-4114471413BD}"/>
                        </a:ext>
                      </a:extLst>
                    </p:cNvPr>
                    <p:cNvSpPr>
                      <a:spLocks noChangeArrowheads="1"/>
                    </p:cNvSpPr>
                    <p:nvPr/>
                  </p:nvSpPr>
                  <p:spPr bwMode="auto">
                    <a:xfrm>
                      <a:off x="1748"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7" name="Group 784">
                    <a:extLst>
                      <a:ext uri="{FF2B5EF4-FFF2-40B4-BE49-F238E27FC236}">
                        <a16:creationId xmlns:a16="http://schemas.microsoft.com/office/drawing/2014/main" id="{2BCCD6EF-4FB8-124D-BC3B-37CCE4697881}"/>
                      </a:ext>
                    </a:extLst>
                  </p:cNvPr>
                  <p:cNvGrpSpPr>
                    <a:grpSpLocks/>
                  </p:cNvGrpSpPr>
                  <p:nvPr/>
                </p:nvGrpSpPr>
                <p:grpSpPr bwMode="auto">
                  <a:xfrm>
                    <a:off x="2032" y="4224"/>
                    <a:ext cx="284" cy="384"/>
                    <a:chOff x="2032" y="4224"/>
                    <a:chExt cx="284" cy="384"/>
                  </a:xfrm>
                </p:grpSpPr>
                <p:sp>
                  <p:nvSpPr>
                    <p:cNvPr id="169" name="Rectangle 527">
                      <a:extLst>
                        <a:ext uri="{FF2B5EF4-FFF2-40B4-BE49-F238E27FC236}">
                          <a16:creationId xmlns:a16="http://schemas.microsoft.com/office/drawing/2014/main" id="{01578955-B0D2-6945-9117-79DCAFF3EC59}"/>
                        </a:ext>
                      </a:extLst>
                    </p:cNvPr>
                    <p:cNvSpPr>
                      <a:spLocks noChangeArrowheads="1"/>
                    </p:cNvSpPr>
                    <p:nvPr/>
                  </p:nvSpPr>
                  <p:spPr bwMode="auto">
                    <a:xfrm>
                      <a:off x="2075" y="4215"/>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70" name="Rectangle 783">
                      <a:extLst>
                        <a:ext uri="{FF2B5EF4-FFF2-40B4-BE49-F238E27FC236}">
                          <a16:creationId xmlns:a16="http://schemas.microsoft.com/office/drawing/2014/main" id="{1D8D35BF-356D-B84A-BA21-9FCD430873FB}"/>
                        </a:ext>
                      </a:extLst>
                    </p:cNvPr>
                    <p:cNvSpPr>
                      <a:spLocks noChangeArrowheads="1"/>
                    </p:cNvSpPr>
                    <p:nvPr/>
                  </p:nvSpPr>
                  <p:spPr bwMode="auto">
                    <a:xfrm>
                      <a:off x="2032"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8" name="Group 786">
                    <a:extLst>
                      <a:ext uri="{FF2B5EF4-FFF2-40B4-BE49-F238E27FC236}">
                        <a16:creationId xmlns:a16="http://schemas.microsoft.com/office/drawing/2014/main" id="{CED623E9-4BD0-0A4D-B7DB-3EA45142612E}"/>
                      </a:ext>
                    </a:extLst>
                  </p:cNvPr>
                  <p:cNvGrpSpPr>
                    <a:grpSpLocks/>
                  </p:cNvGrpSpPr>
                  <p:nvPr/>
                </p:nvGrpSpPr>
                <p:grpSpPr bwMode="auto">
                  <a:xfrm>
                    <a:off x="2316" y="4224"/>
                    <a:ext cx="284" cy="384"/>
                    <a:chOff x="2316" y="4224"/>
                    <a:chExt cx="284" cy="384"/>
                  </a:xfrm>
                </p:grpSpPr>
                <p:sp>
                  <p:nvSpPr>
                    <p:cNvPr id="167" name="Rectangle 528">
                      <a:extLst>
                        <a:ext uri="{FF2B5EF4-FFF2-40B4-BE49-F238E27FC236}">
                          <a16:creationId xmlns:a16="http://schemas.microsoft.com/office/drawing/2014/main" id="{8D5A6CB1-EBDA-6B4C-889F-A7668FCF54CC}"/>
                        </a:ext>
                      </a:extLst>
                    </p:cNvPr>
                    <p:cNvSpPr>
                      <a:spLocks noChangeArrowheads="1"/>
                    </p:cNvSpPr>
                    <p:nvPr/>
                  </p:nvSpPr>
                  <p:spPr bwMode="auto">
                    <a:xfrm>
                      <a:off x="2359" y="4215"/>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68" name="Rectangle 785">
                      <a:extLst>
                        <a:ext uri="{FF2B5EF4-FFF2-40B4-BE49-F238E27FC236}">
                          <a16:creationId xmlns:a16="http://schemas.microsoft.com/office/drawing/2014/main" id="{3FC78ABA-DDA0-DE46-AB44-7C1FD3A765DF}"/>
                        </a:ext>
                      </a:extLst>
                    </p:cNvPr>
                    <p:cNvSpPr>
                      <a:spLocks noChangeArrowheads="1"/>
                    </p:cNvSpPr>
                    <p:nvPr/>
                  </p:nvSpPr>
                  <p:spPr bwMode="auto">
                    <a:xfrm>
                      <a:off x="2316"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49" name="Group 788">
                    <a:extLst>
                      <a:ext uri="{FF2B5EF4-FFF2-40B4-BE49-F238E27FC236}">
                        <a16:creationId xmlns:a16="http://schemas.microsoft.com/office/drawing/2014/main" id="{429173B9-52B2-F149-B3C9-8337B0E94B17}"/>
                      </a:ext>
                    </a:extLst>
                  </p:cNvPr>
                  <p:cNvGrpSpPr>
                    <a:grpSpLocks/>
                  </p:cNvGrpSpPr>
                  <p:nvPr/>
                </p:nvGrpSpPr>
                <p:grpSpPr bwMode="auto">
                  <a:xfrm>
                    <a:off x="2600" y="4224"/>
                    <a:ext cx="284" cy="384"/>
                    <a:chOff x="2600" y="4224"/>
                    <a:chExt cx="284" cy="384"/>
                  </a:xfrm>
                </p:grpSpPr>
                <p:sp>
                  <p:nvSpPr>
                    <p:cNvPr id="165" name="Rectangle 529">
                      <a:extLst>
                        <a:ext uri="{FF2B5EF4-FFF2-40B4-BE49-F238E27FC236}">
                          <a16:creationId xmlns:a16="http://schemas.microsoft.com/office/drawing/2014/main" id="{5A126C65-95D6-304F-AEAF-C8C2D9FB0325}"/>
                        </a:ext>
                      </a:extLst>
                    </p:cNvPr>
                    <p:cNvSpPr>
                      <a:spLocks noChangeArrowheads="1"/>
                    </p:cNvSpPr>
                    <p:nvPr/>
                  </p:nvSpPr>
                  <p:spPr bwMode="auto">
                    <a:xfrm>
                      <a:off x="2643" y="4215"/>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66" name="Rectangle 787">
                      <a:extLst>
                        <a:ext uri="{FF2B5EF4-FFF2-40B4-BE49-F238E27FC236}">
                          <a16:creationId xmlns:a16="http://schemas.microsoft.com/office/drawing/2014/main" id="{A4938D0B-F48E-014D-A6A6-37E816FD4DE3}"/>
                        </a:ext>
                      </a:extLst>
                    </p:cNvPr>
                    <p:cNvSpPr>
                      <a:spLocks noChangeArrowheads="1"/>
                    </p:cNvSpPr>
                    <p:nvPr/>
                  </p:nvSpPr>
                  <p:spPr bwMode="auto">
                    <a:xfrm>
                      <a:off x="2600"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50" name="Group 790">
                    <a:extLst>
                      <a:ext uri="{FF2B5EF4-FFF2-40B4-BE49-F238E27FC236}">
                        <a16:creationId xmlns:a16="http://schemas.microsoft.com/office/drawing/2014/main" id="{3B04C9E6-FDA4-064A-8A61-A00A787FE99A}"/>
                      </a:ext>
                    </a:extLst>
                  </p:cNvPr>
                  <p:cNvGrpSpPr>
                    <a:grpSpLocks/>
                  </p:cNvGrpSpPr>
                  <p:nvPr/>
                </p:nvGrpSpPr>
                <p:grpSpPr bwMode="auto">
                  <a:xfrm>
                    <a:off x="2884" y="4224"/>
                    <a:ext cx="284" cy="384"/>
                    <a:chOff x="2884" y="4224"/>
                    <a:chExt cx="284" cy="384"/>
                  </a:xfrm>
                </p:grpSpPr>
                <p:sp>
                  <p:nvSpPr>
                    <p:cNvPr id="163" name="Rectangle 530">
                      <a:extLst>
                        <a:ext uri="{FF2B5EF4-FFF2-40B4-BE49-F238E27FC236}">
                          <a16:creationId xmlns:a16="http://schemas.microsoft.com/office/drawing/2014/main" id="{ED6473C9-E763-6046-9F7C-640B5072C385}"/>
                        </a:ext>
                      </a:extLst>
                    </p:cNvPr>
                    <p:cNvSpPr>
                      <a:spLocks noChangeArrowheads="1"/>
                    </p:cNvSpPr>
                    <p:nvPr/>
                  </p:nvSpPr>
                  <p:spPr bwMode="auto">
                    <a:xfrm>
                      <a:off x="2927" y="4215"/>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64" name="Rectangle 789">
                      <a:extLst>
                        <a:ext uri="{FF2B5EF4-FFF2-40B4-BE49-F238E27FC236}">
                          <a16:creationId xmlns:a16="http://schemas.microsoft.com/office/drawing/2014/main" id="{D5FC2BFF-A449-9A4C-8928-386F3F3C4765}"/>
                        </a:ext>
                      </a:extLst>
                    </p:cNvPr>
                    <p:cNvSpPr>
                      <a:spLocks noChangeArrowheads="1"/>
                    </p:cNvSpPr>
                    <p:nvPr/>
                  </p:nvSpPr>
                  <p:spPr bwMode="auto">
                    <a:xfrm>
                      <a:off x="2884"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51" name="Group 792">
                    <a:extLst>
                      <a:ext uri="{FF2B5EF4-FFF2-40B4-BE49-F238E27FC236}">
                        <a16:creationId xmlns:a16="http://schemas.microsoft.com/office/drawing/2014/main" id="{2ADC3B4B-C2DE-4443-BD9E-CAEA360DF362}"/>
                      </a:ext>
                    </a:extLst>
                  </p:cNvPr>
                  <p:cNvGrpSpPr>
                    <a:grpSpLocks/>
                  </p:cNvGrpSpPr>
                  <p:nvPr/>
                </p:nvGrpSpPr>
                <p:grpSpPr bwMode="auto">
                  <a:xfrm>
                    <a:off x="3168" y="4224"/>
                    <a:ext cx="284" cy="384"/>
                    <a:chOff x="3168" y="4224"/>
                    <a:chExt cx="284" cy="384"/>
                  </a:xfrm>
                </p:grpSpPr>
                <p:sp>
                  <p:nvSpPr>
                    <p:cNvPr id="161" name="Rectangle 531">
                      <a:extLst>
                        <a:ext uri="{FF2B5EF4-FFF2-40B4-BE49-F238E27FC236}">
                          <a16:creationId xmlns:a16="http://schemas.microsoft.com/office/drawing/2014/main" id="{B0083E19-6A28-EC48-AF4A-E5840948F3B6}"/>
                        </a:ext>
                      </a:extLst>
                    </p:cNvPr>
                    <p:cNvSpPr>
                      <a:spLocks noChangeArrowheads="1"/>
                    </p:cNvSpPr>
                    <p:nvPr/>
                  </p:nvSpPr>
                  <p:spPr bwMode="auto">
                    <a:xfrm>
                      <a:off x="3210" y="4215"/>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62" name="Rectangle 791">
                      <a:extLst>
                        <a:ext uri="{FF2B5EF4-FFF2-40B4-BE49-F238E27FC236}">
                          <a16:creationId xmlns:a16="http://schemas.microsoft.com/office/drawing/2014/main" id="{78762B44-9A88-3044-BFCF-E53B6653243B}"/>
                        </a:ext>
                      </a:extLst>
                    </p:cNvPr>
                    <p:cNvSpPr>
                      <a:spLocks noChangeArrowheads="1"/>
                    </p:cNvSpPr>
                    <p:nvPr/>
                  </p:nvSpPr>
                  <p:spPr bwMode="auto">
                    <a:xfrm>
                      <a:off x="3168"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52" name="Group 794">
                    <a:extLst>
                      <a:ext uri="{FF2B5EF4-FFF2-40B4-BE49-F238E27FC236}">
                        <a16:creationId xmlns:a16="http://schemas.microsoft.com/office/drawing/2014/main" id="{F6E7E1B0-A2C2-8F48-9F9F-F85BD4B9EF4F}"/>
                      </a:ext>
                    </a:extLst>
                  </p:cNvPr>
                  <p:cNvGrpSpPr>
                    <a:grpSpLocks/>
                  </p:cNvGrpSpPr>
                  <p:nvPr/>
                </p:nvGrpSpPr>
                <p:grpSpPr bwMode="auto">
                  <a:xfrm>
                    <a:off x="3452" y="4224"/>
                    <a:ext cx="284" cy="384"/>
                    <a:chOff x="3452" y="4224"/>
                    <a:chExt cx="284" cy="384"/>
                  </a:xfrm>
                </p:grpSpPr>
                <p:sp>
                  <p:nvSpPr>
                    <p:cNvPr id="159" name="Rectangle 532">
                      <a:extLst>
                        <a:ext uri="{FF2B5EF4-FFF2-40B4-BE49-F238E27FC236}">
                          <a16:creationId xmlns:a16="http://schemas.microsoft.com/office/drawing/2014/main" id="{F88F5E5D-3388-0E42-ABB3-74C6817FD5E1}"/>
                        </a:ext>
                      </a:extLst>
                    </p:cNvPr>
                    <p:cNvSpPr>
                      <a:spLocks noChangeArrowheads="1"/>
                    </p:cNvSpPr>
                    <p:nvPr/>
                  </p:nvSpPr>
                  <p:spPr bwMode="auto">
                    <a:xfrm>
                      <a:off x="3495" y="4215"/>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60" name="Rectangle 793">
                      <a:extLst>
                        <a:ext uri="{FF2B5EF4-FFF2-40B4-BE49-F238E27FC236}">
                          <a16:creationId xmlns:a16="http://schemas.microsoft.com/office/drawing/2014/main" id="{9AD93B09-003B-A341-9856-08E760BD372C}"/>
                        </a:ext>
                      </a:extLst>
                    </p:cNvPr>
                    <p:cNvSpPr>
                      <a:spLocks noChangeArrowheads="1"/>
                    </p:cNvSpPr>
                    <p:nvPr/>
                  </p:nvSpPr>
                  <p:spPr bwMode="auto">
                    <a:xfrm>
                      <a:off x="3452"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53" name="Group 796">
                    <a:extLst>
                      <a:ext uri="{FF2B5EF4-FFF2-40B4-BE49-F238E27FC236}">
                        <a16:creationId xmlns:a16="http://schemas.microsoft.com/office/drawing/2014/main" id="{A2B2630F-8AA0-2042-82B8-471F11DDA2E6}"/>
                      </a:ext>
                    </a:extLst>
                  </p:cNvPr>
                  <p:cNvGrpSpPr>
                    <a:grpSpLocks/>
                  </p:cNvGrpSpPr>
                  <p:nvPr/>
                </p:nvGrpSpPr>
                <p:grpSpPr bwMode="auto">
                  <a:xfrm>
                    <a:off x="3736" y="4224"/>
                    <a:ext cx="284" cy="384"/>
                    <a:chOff x="3736" y="4224"/>
                    <a:chExt cx="284" cy="384"/>
                  </a:xfrm>
                </p:grpSpPr>
                <p:sp>
                  <p:nvSpPr>
                    <p:cNvPr id="157" name="Rectangle 533">
                      <a:extLst>
                        <a:ext uri="{FF2B5EF4-FFF2-40B4-BE49-F238E27FC236}">
                          <a16:creationId xmlns:a16="http://schemas.microsoft.com/office/drawing/2014/main" id="{FB7B4DFE-6272-EA46-BF65-4CDDDB486D70}"/>
                        </a:ext>
                      </a:extLst>
                    </p:cNvPr>
                    <p:cNvSpPr>
                      <a:spLocks noChangeArrowheads="1"/>
                    </p:cNvSpPr>
                    <p:nvPr/>
                  </p:nvSpPr>
                  <p:spPr bwMode="auto">
                    <a:xfrm>
                      <a:off x="3779" y="4215"/>
                      <a:ext cx="19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58" name="Rectangle 795">
                      <a:extLst>
                        <a:ext uri="{FF2B5EF4-FFF2-40B4-BE49-F238E27FC236}">
                          <a16:creationId xmlns:a16="http://schemas.microsoft.com/office/drawing/2014/main" id="{A68783D9-3878-A442-B3B2-2705E00C5D52}"/>
                        </a:ext>
                      </a:extLst>
                    </p:cNvPr>
                    <p:cNvSpPr>
                      <a:spLocks noChangeArrowheads="1"/>
                    </p:cNvSpPr>
                    <p:nvPr/>
                  </p:nvSpPr>
                  <p:spPr bwMode="auto">
                    <a:xfrm>
                      <a:off x="3736"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nvGrpSpPr>
                  <p:cNvPr id="154" name="Group 798">
                    <a:extLst>
                      <a:ext uri="{FF2B5EF4-FFF2-40B4-BE49-F238E27FC236}">
                        <a16:creationId xmlns:a16="http://schemas.microsoft.com/office/drawing/2014/main" id="{A23870F4-5C99-7940-8802-19B0D9A8BC59}"/>
                      </a:ext>
                    </a:extLst>
                  </p:cNvPr>
                  <p:cNvGrpSpPr>
                    <a:grpSpLocks/>
                  </p:cNvGrpSpPr>
                  <p:nvPr/>
                </p:nvGrpSpPr>
                <p:grpSpPr bwMode="auto">
                  <a:xfrm>
                    <a:off x="4020" y="4224"/>
                    <a:ext cx="284" cy="384"/>
                    <a:chOff x="4020" y="4224"/>
                    <a:chExt cx="284" cy="384"/>
                  </a:xfrm>
                </p:grpSpPr>
                <p:sp>
                  <p:nvSpPr>
                    <p:cNvPr id="155" name="Rectangle 534">
                      <a:extLst>
                        <a:ext uri="{FF2B5EF4-FFF2-40B4-BE49-F238E27FC236}">
                          <a16:creationId xmlns:a16="http://schemas.microsoft.com/office/drawing/2014/main" id="{62A5D350-A553-B14C-9364-2FCBF5E6EA2A}"/>
                        </a:ext>
                      </a:extLst>
                    </p:cNvPr>
                    <p:cNvSpPr>
                      <a:spLocks noChangeArrowheads="1"/>
                    </p:cNvSpPr>
                    <p:nvPr/>
                  </p:nvSpPr>
                  <p:spPr bwMode="auto">
                    <a:xfrm>
                      <a:off x="4062" y="4215"/>
                      <a:ext cx="1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a:latin typeface="微软雅黑" panose="020B0503020204020204" pitchFamily="34" charset="-122"/>
                          <a:ea typeface="微软雅黑" panose="020B0503020204020204" pitchFamily="34" charset="-122"/>
                        </a:rPr>
                        <a:t> </a:t>
                      </a:r>
                    </a:p>
                    <a:p>
                      <a:pPr algn="ctr" eaLnBrk="1" hangingPunct="1"/>
                      <a:endParaRPr lang="en-US" altLang="zh-CN" sz="1000">
                        <a:latin typeface="微软雅黑" panose="020B0503020204020204" pitchFamily="34" charset="-122"/>
                        <a:ea typeface="微软雅黑" panose="020B0503020204020204" pitchFamily="34" charset="-122"/>
                      </a:endParaRPr>
                    </a:p>
                  </p:txBody>
                </p:sp>
                <p:sp>
                  <p:nvSpPr>
                    <p:cNvPr id="156" name="Rectangle 797">
                      <a:extLst>
                        <a:ext uri="{FF2B5EF4-FFF2-40B4-BE49-F238E27FC236}">
                          <a16:creationId xmlns:a16="http://schemas.microsoft.com/office/drawing/2014/main" id="{7ACC26B2-4CB1-C047-A0CD-2C904C8A51B8}"/>
                        </a:ext>
                      </a:extLst>
                    </p:cNvPr>
                    <p:cNvSpPr>
                      <a:spLocks noChangeArrowheads="1"/>
                    </p:cNvSpPr>
                    <p:nvPr/>
                  </p:nvSpPr>
                  <p:spPr bwMode="auto">
                    <a:xfrm>
                      <a:off x="4020" y="4224"/>
                      <a:ext cx="284" cy="38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grpSp>
            <p:sp>
              <p:nvSpPr>
                <p:cNvPr id="21" name="Rectangle 800">
                  <a:extLst>
                    <a:ext uri="{FF2B5EF4-FFF2-40B4-BE49-F238E27FC236}">
                      <a16:creationId xmlns:a16="http://schemas.microsoft.com/office/drawing/2014/main" id="{F3E1F25B-DB5A-4644-B4D8-05B5E297538D}"/>
                    </a:ext>
                  </a:extLst>
                </p:cNvPr>
                <p:cNvSpPr>
                  <a:spLocks noChangeArrowheads="1"/>
                </p:cNvSpPr>
                <p:nvPr/>
              </p:nvSpPr>
              <p:spPr bwMode="auto">
                <a:xfrm>
                  <a:off x="-3" y="-3"/>
                  <a:ext cx="4310" cy="4614"/>
                </a:xfrm>
                <a:prstGeom prst="rect">
                  <a:avLst/>
                </a:prstGeom>
                <a:noFill/>
                <a:ln w="9525">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lIns="120000" tIns="62400" rIns="120000" bIns="62400"/>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sp>
            <p:nvSpPr>
              <p:cNvPr id="17" name="Line 802">
                <a:extLst>
                  <a:ext uri="{FF2B5EF4-FFF2-40B4-BE49-F238E27FC236}">
                    <a16:creationId xmlns:a16="http://schemas.microsoft.com/office/drawing/2014/main" id="{9257944E-9BFF-9340-B970-8AC6EB322840}"/>
                  </a:ext>
                </a:extLst>
              </p:cNvPr>
              <p:cNvSpPr>
                <a:spLocks noChangeShapeType="1"/>
              </p:cNvSpPr>
              <p:nvPr/>
            </p:nvSpPr>
            <p:spPr bwMode="auto">
              <a:xfrm>
                <a:off x="1296" y="2092"/>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120000" tIns="62400" rIns="120000" bIns="62400"/>
              <a:lstStyle/>
              <a:p>
                <a:endParaRPr lang="zh-CN" altLang="en-US"/>
              </a:p>
            </p:txBody>
          </p:sp>
          <p:sp>
            <p:nvSpPr>
              <p:cNvPr id="18" name="Line 803">
                <a:extLst>
                  <a:ext uri="{FF2B5EF4-FFF2-40B4-BE49-F238E27FC236}">
                    <a16:creationId xmlns:a16="http://schemas.microsoft.com/office/drawing/2014/main" id="{7168E224-EF26-294B-9892-8BF54E0A39A7}"/>
                  </a:ext>
                </a:extLst>
              </p:cNvPr>
              <p:cNvSpPr>
                <a:spLocks noChangeShapeType="1"/>
              </p:cNvSpPr>
              <p:nvPr/>
            </p:nvSpPr>
            <p:spPr bwMode="auto">
              <a:xfrm flipV="1">
                <a:off x="2701" y="624"/>
                <a:ext cx="0" cy="249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120000" tIns="62400" rIns="120000" bIns="62400"/>
              <a:lstStyle/>
              <a:p>
                <a:endParaRPr lang="zh-CN" altLang="en-US"/>
              </a:p>
            </p:txBody>
          </p:sp>
          <p:sp>
            <p:nvSpPr>
              <p:cNvPr id="19" name="Line 809">
                <a:extLst>
                  <a:ext uri="{FF2B5EF4-FFF2-40B4-BE49-F238E27FC236}">
                    <a16:creationId xmlns:a16="http://schemas.microsoft.com/office/drawing/2014/main" id="{AFA85195-834C-EC44-B11A-0A9606AB213C}"/>
                  </a:ext>
                </a:extLst>
              </p:cNvPr>
              <p:cNvSpPr>
                <a:spLocks noChangeShapeType="1"/>
              </p:cNvSpPr>
              <p:nvPr/>
            </p:nvSpPr>
            <p:spPr bwMode="auto">
              <a:xfrm>
                <a:off x="1296" y="864"/>
                <a:ext cx="408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lIns="120000" tIns="62400" rIns="120000" bIns="62400"/>
              <a:lstStyle/>
              <a:p>
                <a:endParaRPr lang="zh-CN" altLang="en-US"/>
              </a:p>
            </p:txBody>
          </p:sp>
        </p:grpSp>
        <p:sp>
          <p:nvSpPr>
            <p:cNvPr id="419" name="AutoShape 811">
              <a:extLst>
                <a:ext uri="{FF2B5EF4-FFF2-40B4-BE49-F238E27FC236}">
                  <a16:creationId xmlns:a16="http://schemas.microsoft.com/office/drawing/2014/main" id="{F34F92C8-1984-6A4C-9078-45E8D8093272}"/>
                </a:ext>
              </a:extLst>
            </p:cNvPr>
            <p:cNvSpPr>
              <a:spLocks/>
            </p:cNvSpPr>
            <p:nvPr/>
          </p:nvSpPr>
          <p:spPr bwMode="auto">
            <a:xfrm>
              <a:off x="1593892" y="2590278"/>
              <a:ext cx="76200" cy="1428750"/>
            </a:xfrm>
            <a:prstGeom prst="leftBrace">
              <a:avLst>
                <a:gd name="adj1" fmla="val 20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420" name="AutoShape 812">
              <a:extLst>
                <a:ext uri="{FF2B5EF4-FFF2-40B4-BE49-F238E27FC236}">
                  <a16:creationId xmlns:a16="http://schemas.microsoft.com/office/drawing/2014/main" id="{A036A828-F105-614A-A1A6-525ABA7E7D87}"/>
                </a:ext>
              </a:extLst>
            </p:cNvPr>
            <p:cNvSpPr>
              <a:spLocks/>
            </p:cNvSpPr>
            <p:nvPr/>
          </p:nvSpPr>
          <p:spPr bwMode="auto">
            <a:xfrm>
              <a:off x="1593892" y="4076178"/>
              <a:ext cx="76200" cy="1200150"/>
            </a:xfrm>
            <a:prstGeom prst="leftBrace">
              <a:avLst>
                <a:gd name="adj1" fmla="val 17500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sp>
          <p:nvSpPr>
            <p:cNvPr id="421" name="Rectangle 814">
              <a:extLst>
                <a:ext uri="{FF2B5EF4-FFF2-40B4-BE49-F238E27FC236}">
                  <a16:creationId xmlns:a16="http://schemas.microsoft.com/office/drawing/2014/main" id="{F99184E5-6CD4-2A43-9D56-8E3487891CAB}"/>
                </a:ext>
              </a:extLst>
            </p:cNvPr>
            <p:cNvSpPr>
              <a:spLocks noChangeArrowheads="1"/>
            </p:cNvSpPr>
            <p:nvPr/>
          </p:nvSpPr>
          <p:spPr bwMode="auto">
            <a:xfrm>
              <a:off x="5403892" y="5785916"/>
              <a:ext cx="1676400" cy="31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pPr>
              <a:r>
                <a:rPr lang="zh-CN" altLang="en-US" b="1">
                  <a:latin typeface="微软雅黑" panose="020B0503020204020204" pitchFamily="34" charset="-122"/>
                  <a:ea typeface="微软雅黑" panose="020B0503020204020204" pitchFamily="34" charset="-122"/>
                </a:rPr>
                <a:t>规则</a:t>
              </a:r>
              <a:endParaRPr lang="en-US" altLang="zh-CN" b="1">
                <a:latin typeface="微软雅黑" panose="020B0503020204020204" pitchFamily="34" charset="-122"/>
                <a:ea typeface="微软雅黑" panose="020B0503020204020204" pitchFamily="34" charset="-122"/>
              </a:endParaRPr>
            </a:p>
          </p:txBody>
        </p:sp>
        <p:sp>
          <p:nvSpPr>
            <p:cNvPr id="422" name="AutoShape 815">
              <a:extLst>
                <a:ext uri="{FF2B5EF4-FFF2-40B4-BE49-F238E27FC236}">
                  <a16:creationId xmlns:a16="http://schemas.microsoft.com/office/drawing/2014/main" id="{FB7F46B0-9DC7-0846-8AC3-1778F4DAFDE0}"/>
                </a:ext>
              </a:extLst>
            </p:cNvPr>
            <p:cNvSpPr>
              <a:spLocks/>
            </p:cNvSpPr>
            <p:nvPr/>
          </p:nvSpPr>
          <p:spPr bwMode="auto">
            <a:xfrm rot="16200000">
              <a:off x="6137317" y="3438003"/>
              <a:ext cx="285750" cy="4191000"/>
            </a:xfrm>
            <a:prstGeom prst="leftBrace">
              <a:avLst>
                <a:gd name="adj1" fmla="val 916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192449984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87</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3.3.4</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判定表</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423" name="图片 2">
            <a:extLst>
              <a:ext uri="{FF2B5EF4-FFF2-40B4-BE49-F238E27FC236}">
                <a16:creationId xmlns:a16="http://schemas.microsoft.com/office/drawing/2014/main" id="{1A6B7AFD-A82A-ED4C-9503-5A10BEC654D9}"/>
              </a:ext>
            </a:extLst>
          </p:cNvPr>
          <p:cNvPicPr>
            <a:picLocks noChangeAspect="1"/>
          </p:cNvPicPr>
          <p:nvPr/>
        </p:nvPicPr>
        <p:blipFill>
          <a:blip r:embed="rId2">
            <a:extLst>
              <a:ext uri="{28A0092B-C50C-407E-A947-70E740481C1C}">
                <a14:useLocalDpi xmlns:a14="http://schemas.microsoft.com/office/drawing/2010/main" val="0"/>
              </a:ext>
            </a:extLst>
          </a:blip>
          <a:srcRect t="7082"/>
          <a:stretch>
            <a:fillRect/>
          </a:stretch>
        </p:blipFill>
        <p:spPr bwMode="auto">
          <a:xfrm>
            <a:off x="1173550" y="2645232"/>
            <a:ext cx="6921500"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4" name="文本框 1">
            <a:extLst>
              <a:ext uri="{FF2B5EF4-FFF2-40B4-BE49-F238E27FC236}">
                <a16:creationId xmlns:a16="http://schemas.microsoft.com/office/drawing/2014/main" id="{6A1AF7E2-1A87-834E-8E80-AC26C706098F}"/>
              </a:ext>
            </a:extLst>
          </p:cNvPr>
          <p:cNvSpPr txBox="1">
            <a:spLocks noChangeArrowheads="1"/>
          </p:cNvSpPr>
          <p:nvPr/>
        </p:nvSpPr>
        <p:spPr bwMode="auto">
          <a:xfrm>
            <a:off x="1173550" y="2079267"/>
            <a:ext cx="3626634" cy="315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600" dirty="0">
                <a:latin typeface="微软雅黑" panose="020B0503020204020204" pitchFamily="34" charset="-122"/>
                <a:ea typeface="微软雅黑" panose="020B0503020204020204" pitchFamily="34" charset="-122"/>
              </a:rPr>
              <a:t>实例：用判定表表示计算行李费的算法</a:t>
            </a:r>
          </a:p>
        </p:txBody>
      </p:sp>
    </p:spTree>
    <p:extLst>
      <p:ext uri="{BB962C8B-B14F-4D97-AF65-F5344CB8AC3E}">
        <p14:creationId xmlns:p14="http://schemas.microsoft.com/office/powerpoint/2010/main" val="23471697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23"/>
                                        </p:tgtEl>
                                        <p:attrNameLst>
                                          <p:attrName>style.visibility</p:attrName>
                                        </p:attrNameLst>
                                      </p:cBhvr>
                                      <p:to>
                                        <p:strVal val="visible"/>
                                      </p:to>
                                    </p:set>
                                    <p:animEffect transition="in" filter="fade">
                                      <p:cBhvr>
                                        <p:cTn id="7" dur="1000"/>
                                        <p:tgtEl>
                                          <p:spTgt spid="423"/>
                                        </p:tgtEl>
                                      </p:cBhvr>
                                    </p:animEffect>
                                    <p:anim calcmode="lin" valueType="num">
                                      <p:cBhvr>
                                        <p:cTn id="8" dur="1000" fill="hold"/>
                                        <p:tgtEl>
                                          <p:spTgt spid="423"/>
                                        </p:tgtEl>
                                        <p:attrNameLst>
                                          <p:attrName>ppt_x</p:attrName>
                                        </p:attrNameLst>
                                      </p:cBhvr>
                                      <p:tavLst>
                                        <p:tav tm="0">
                                          <p:val>
                                            <p:strVal val="#ppt_x"/>
                                          </p:val>
                                        </p:tav>
                                        <p:tav tm="100000">
                                          <p:val>
                                            <p:strVal val="#ppt_x"/>
                                          </p:val>
                                        </p:tav>
                                      </p:tavLst>
                                    </p:anim>
                                    <p:anim calcmode="lin" valueType="num">
                                      <p:cBhvr>
                                        <p:cTn id="9" dur="1000" fill="hold"/>
                                        <p:tgtEl>
                                          <p:spTgt spid="42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424"/>
                                        </p:tgtEl>
                                        <p:attrNameLst>
                                          <p:attrName>style.visibility</p:attrName>
                                        </p:attrNameLst>
                                      </p:cBhvr>
                                      <p:to>
                                        <p:strVal val="visible"/>
                                      </p:to>
                                    </p:set>
                                    <p:animEffect transition="in" filter="fade">
                                      <p:cBhvr>
                                        <p:cTn id="13" dur="1000"/>
                                        <p:tgtEl>
                                          <p:spTgt spid="424"/>
                                        </p:tgtEl>
                                      </p:cBhvr>
                                    </p:animEffect>
                                    <p:anim calcmode="lin" valueType="num">
                                      <p:cBhvr>
                                        <p:cTn id="14" dur="1000" fill="hold"/>
                                        <p:tgtEl>
                                          <p:spTgt spid="424"/>
                                        </p:tgtEl>
                                        <p:attrNameLst>
                                          <p:attrName>ppt_x</p:attrName>
                                        </p:attrNameLst>
                                      </p:cBhvr>
                                      <p:tavLst>
                                        <p:tav tm="0">
                                          <p:val>
                                            <p:strVal val="#ppt_x"/>
                                          </p:val>
                                        </p:tav>
                                        <p:tav tm="100000">
                                          <p:val>
                                            <p:strVal val="#ppt_x"/>
                                          </p:val>
                                        </p:tav>
                                      </p:tavLst>
                                    </p:anim>
                                    <p:anim calcmode="lin" valueType="num">
                                      <p:cBhvr>
                                        <p:cTn id="15" dur="1000" fill="hold"/>
                                        <p:tgtEl>
                                          <p:spTgt spid="4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 grpId="0"/>
    </p:bld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88</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判定树</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判定表的表达方法</a:t>
            </a:r>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判定树是判定表的变种，也能清晰地表示复杂的条件组合与应做的动作之间的对应关系</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判定树的优点在于，它的形式简单到不需任何说明，一眼就可以看出其含义，因此易于掌握和使用 </a:t>
            </a:r>
            <a:endParaRPr lang="zh-CN" altLang="en-US" sz="2000" dirty="0">
              <a:latin typeface="Calibri" panose="020F0502020204030204" pitchFamily="34" charset="0"/>
            </a:endParaRPr>
          </a:p>
        </p:txBody>
      </p:sp>
    </p:spTree>
    <p:extLst>
      <p:ext uri="{BB962C8B-B14F-4D97-AF65-F5344CB8AC3E}">
        <p14:creationId xmlns:p14="http://schemas.microsoft.com/office/powerpoint/2010/main" val="249227912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1"/>
                                        </p:tgtEl>
                                        <p:attrNameLst>
                                          <p:attrName>style.visibility</p:attrName>
                                        </p:attrNameLst>
                                      </p:cBhvr>
                                      <p:to>
                                        <p:strVal val="visible"/>
                                      </p:to>
                                    </p:set>
                                    <p:animEffect transition="in" filter="fade">
                                      <p:cBhvr>
                                        <p:cTn id="18" dur="1000"/>
                                        <p:tgtEl>
                                          <p:spTgt spid="71"/>
                                        </p:tgtEl>
                                      </p:cBhvr>
                                    </p:animEffect>
                                    <p:anim calcmode="lin" valueType="num">
                                      <p:cBhvr>
                                        <p:cTn id="19" dur="1000" fill="hold"/>
                                        <p:tgtEl>
                                          <p:spTgt spid="71"/>
                                        </p:tgtEl>
                                        <p:attrNameLst>
                                          <p:attrName>ppt_x</p:attrName>
                                        </p:attrNameLst>
                                      </p:cBhvr>
                                      <p:tavLst>
                                        <p:tav tm="0">
                                          <p:val>
                                            <p:strVal val="#ppt_x"/>
                                          </p:val>
                                        </p:tav>
                                        <p:tav tm="100000">
                                          <p:val>
                                            <p:strVal val="#ppt_x"/>
                                          </p:val>
                                        </p:tav>
                                      </p:tavLst>
                                    </p:anim>
                                    <p:anim calcmode="lin" valueType="num">
                                      <p:cBhvr>
                                        <p:cTn id="20"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71" grpId="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89</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3.3.5</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判定树</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424" name="文本框 1">
            <a:extLst>
              <a:ext uri="{FF2B5EF4-FFF2-40B4-BE49-F238E27FC236}">
                <a16:creationId xmlns:a16="http://schemas.microsoft.com/office/drawing/2014/main" id="{6A1AF7E2-1A87-834E-8E80-AC26C706098F}"/>
              </a:ext>
            </a:extLst>
          </p:cNvPr>
          <p:cNvSpPr txBox="1">
            <a:spLocks noChangeArrowheads="1"/>
          </p:cNvSpPr>
          <p:nvPr/>
        </p:nvSpPr>
        <p:spPr bwMode="auto">
          <a:xfrm>
            <a:off x="1173550" y="2079267"/>
            <a:ext cx="3687548" cy="561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1600" dirty="0">
                <a:latin typeface="微软雅黑" panose="020B0503020204020204" pitchFamily="34" charset="-122"/>
                <a:ea typeface="微软雅黑" panose="020B0503020204020204" pitchFamily="34" charset="-122"/>
              </a:rPr>
              <a:t>实例：</a:t>
            </a: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用判定树表示计算行李费的算法 </a:t>
            </a:r>
          </a:p>
          <a:p>
            <a:pPr eaLnBrk="1" hangingPunct="1"/>
            <a:endParaRPr lang="zh-CN" altLang="en-US" sz="1600" dirty="0">
              <a:latin typeface="微软雅黑" panose="020B0503020204020204" pitchFamily="34" charset="-122"/>
              <a:ea typeface="微软雅黑" panose="020B0503020204020204" pitchFamily="34" charset="-122"/>
            </a:endParaRPr>
          </a:p>
        </p:txBody>
      </p:sp>
      <p:pic>
        <p:nvPicPr>
          <p:cNvPr id="9" name="图片 2" descr="0430">
            <a:extLst>
              <a:ext uri="{FF2B5EF4-FFF2-40B4-BE49-F238E27FC236}">
                <a16:creationId xmlns:a16="http://schemas.microsoft.com/office/drawing/2014/main" id="{6B7CD070-21F5-0E4F-AB8C-8E9744FBE2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566" y="2890397"/>
            <a:ext cx="6554787" cy="309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179458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1000"/>
                                        <p:tgtEl>
                                          <p:spTgt spid="424"/>
                                        </p:tgtEl>
                                      </p:cBhvr>
                                    </p:animEffect>
                                    <p:anim calcmode="lin" valueType="num">
                                      <p:cBhvr>
                                        <p:cTn id="8" dur="1000" fill="hold"/>
                                        <p:tgtEl>
                                          <p:spTgt spid="424"/>
                                        </p:tgtEl>
                                        <p:attrNameLst>
                                          <p:attrName>ppt_x</p:attrName>
                                        </p:attrNameLst>
                                      </p:cBhvr>
                                      <p:tavLst>
                                        <p:tav tm="0">
                                          <p:val>
                                            <p:strVal val="#ppt_x"/>
                                          </p:val>
                                        </p:tav>
                                        <p:tav tm="100000">
                                          <p:val>
                                            <p:strVal val="#ppt_x"/>
                                          </p:val>
                                        </p:tav>
                                      </p:tavLst>
                                    </p:anim>
                                    <p:anim calcmode="lin" valueType="num">
                                      <p:cBhvr>
                                        <p:cTn id="9" dur="1000" fill="hold"/>
                                        <p:tgtEl>
                                          <p:spTgt spid="42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4" grpId="0"/>
    </p:bld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90</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3.3.6</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过程设计语言（</a:t>
            </a:r>
            <a:r>
              <a:rPr lang="en-US" altLang="zh-CN" dirty="0">
                <a:solidFill>
                  <a:srgbClr val="4E8F00"/>
                </a:solidFill>
                <a:ea typeface="Microsoft YaHei UI" panose="020B0503020204020204" pitchFamily="34" charset="-122"/>
                <a:sym typeface="微软雅黑" panose="020B0503020204020204" pitchFamily="34" charset="-122"/>
              </a:rPr>
              <a:t>PDL</a:t>
            </a:r>
            <a:r>
              <a:rPr lang="zh-CN" altLang="en-US" dirty="0">
                <a:solidFill>
                  <a:srgbClr val="4E8F00"/>
                </a:solidFill>
                <a:ea typeface="Microsoft YaHei UI" panose="020B0503020204020204" pitchFamily="34" charset="-122"/>
                <a:sym typeface="微软雅黑" panose="020B0503020204020204" pitchFamily="34" charset="-122"/>
              </a:rPr>
              <a:t>）</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073823" y="1878631"/>
            <a:ext cx="4043609" cy="207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过程设计语言</a:t>
            </a:r>
            <a:r>
              <a:rPr lang="zh-CN" altLang="en-US" sz="2000" dirty="0">
                <a:solidFill>
                  <a:srgbClr val="000000"/>
                </a:solidFill>
                <a:latin typeface="微软雅黑" panose="020B0503020204020204" pitchFamily="34" charset="-122"/>
                <a:ea typeface="微软雅黑" panose="020B0503020204020204" pitchFamily="34" charset="-122"/>
              </a:rPr>
              <a:t>（</a:t>
            </a:r>
            <a:r>
              <a:rPr lang="en-US" altLang="zh-CN" sz="2000" dirty="0">
                <a:solidFill>
                  <a:srgbClr val="000000"/>
                </a:solidFill>
                <a:latin typeface="微软雅黑" panose="020B0503020204020204" pitchFamily="34" charset="-122"/>
                <a:ea typeface="微软雅黑" panose="020B0503020204020204" pitchFamily="34" charset="-122"/>
              </a:rPr>
              <a:t>Process Design Language</a:t>
            </a:r>
            <a:r>
              <a:rPr lang="zh-CN" altLang="en-US" sz="2000" dirty="0">
                <a:solidFill>
                  <a:srgbClr val="000000"/>
                </a:solidFill>
                <a:latin typeface="微软雅黑" panose="020B0503020204020204" pitchFamily="34" charset="-122"/>
                <a:ea typeface="微软雅黑" panose="020B0503020204020204" pitchFamily="34" charset="-122"/>
              </a:rPr>
              <a:t>，简称</a:t>
            </a:r>
            <a:r>
              <a:rPr lang="en-US" altLang="zh-CN" sz="2000" dirty="0">
                <a:solidFill>
                  <a:srgbClr val="000000"/>
                </a:solidFill>
                <a:latin typeface="微软雅黑" panose="020B0503020204020204" pitchFamily="34" charset="-122"/>
                <a:ea typeface="微软雅黑" panose="020B0503020204020204" pitchFamily="34" charset="-122"/>
              </a:rPr>
              <a:t>PDL</a:t>
            </a:r>
            <a:r>
              <a:rPr lang="zh-CN" altLang="en-US" sz="2000" dirty="0">
                <a:solidFill>
                  <a:srgbClr val="000000"/>
                </a:solidFill>
                <a:latin typeface="微软雅黑" panose="020B0503020204020204" pitchFamily="34" charset="-122"/>
                <a:ea typeface="微软雅黑" panose="020B0503020204020204" pitchFamily="34" charset="-122"/>
              </a:rPr>
              <a:t>），也称程序描述语言（</a:t>
            </a:r>
            <a:r>
              <a:rPr lang="en-US" altLang="zh-CN" sz="2000" dirty="0">
                <a:solidFill>
                  <a:srgbClr val="000000"/>
                </a:solidFill>
                <a:latin typeface="微软雅黑" panose="020B0503020204020204" pitchFamily="34" charset="-122"/>
                <a:ea typeface="微软雅黑" panose="020B0503020204020204" pitchFamily="34" charset="-122"/>
              </a:rPr>
              <a:t>Program Description Language</a:t>
            </a:r>
            <a:r>
              <a:rPr lang="zh-CN" altLang="en-US" sz="2000" dirty="0">
                <a:solidFill>
                  <a:srgbClr val="000000"/>
                </a:solidFill>
                <a:latin typeface="微软雅黑" panose="020B0503020204020204" pitchFamily="34" charset="-122"/>
                <a:ea typeface="微软雅黑" panose="020B0503020204020204" pitchFamily="34" charset="-122"/>
              </a:rPr>
              <a:t>），又称为</a:t>
            </a: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rPr>
              <a:t>伪码</a:t>
            </a:r>
            <a:r>
              <a:rPr lang="zh-CN" altLang="en-US" sz="2000" dirty="0">
                <a:solidFill>
                  <a:srgbClr val="000000"/>
                </a:solidFill>
                <a:latin typeface="微软雅黑" panose="020B0503020204020204" pitchFamily="34" charset="-122"/>
                <a:ea typeface="微软雅黑" panose="020B0503020204020204" pitchFamily="34" charset="-122"/>
              </a:rPr>
              <a:t>。它是一种用于描述</a:t>
            </a: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rPr>
              <a:t>模块算法设计</a:t>
            </a:r>
            <a:r>
              <a:rPr lang="zh-CN" altLang="en-US" sz="2000" dirty="0">
                <a:solidFill>
                  <a:srgbClr val="000000"/>
                </a:solidFill>
                <a:latin typeface="微软雅黑" panose="020B0503020204020204" pitchFamily="34" charset="-122"/>
                <a:ea typeface="微软雅黑" panose="020B0503020204020204" pitchFamily="34" charset="-122"/>
              </a:rPr>
              <a:t>和</a:t>
            </a: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rPr>
              <a:t>处理细节</a:t>
            </a:r>
            <a:r>
              <a:rPr lang="zh-CN" altLang="en-US" sz="2000" dirty="0">
                <a:solidFill>
                  <a:srgbClr val="000000"/>
                </a:solidFill>
                <a:latin typeface="微软雅黑" panose="020B0503020204020204" pitchFamily="34" charset="-122"/>
                <a:ea typeface="微软雅黑" panose="020B0503020204020204" pitchFamily="34" charset="-122"/>
              </a:rPr>
              <a:t>的语言</a:t>
            </a:r>
            <a:endPar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 name="内容占位符 2">
            <a:extLst>
              <a:ext uri="{FF2B5EF4-FFF2-40B4-BE49-F238E27FC236}">
                <a16:creationId xmlns:a16="http://schemas.microsoft.com/office/drawing/2014/main" id="{CB41C77E-6CDE-B647-9D10-54FF3B740211}"/>
              </a:ext>
            </a:extLst>
          </p:cNvPr>
          <p:cNvSpPr txBox="1">
            <a:spLocks/>
          </p:cNvSpPr>
          <p:nvPr/>
        </p:nvSpPr>
        <p:spPr>
          <a:xfrm>
            <a:off x="5563720" y="2282816"/>
            <a:ext cx="3117624" cy="3841821"/>
          </a:xfrm>
          <a:prstGeom prst="rect">
            <a:avLst/>
          </a:prstGeom>
          <a:solidFill>
            <a:schemeClr val="accent1">
              <a:lumMod val="20000"/>
              <a:lumOff val="80000"/>
            </a:schemeClr>
          </a:solidFill>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lvl="1"/>
            <a:r>
              <a:rPr lang="en-US" altLang="zh-CN" sz="1600" dirty="0">
                <a:solidFill>
                  <a:srgbClr val="FF0000"/>
                </a:solidFill>
                <a:latin typeface="Microsoft YaHei UI" panose="020B0503020204020204" pitchFamily="34" charset="-122"/>
                <a:ea typeface="Microsoft YaHei UI" panose="020B0503020204020204" pitchFamily="34" charset="-122"/>
              </a:rPr>
              <a:t>begin</a:t>
            </a:r>
            <a:r>
              <a:rPr lang="en-US" altLang="zh-CN" sz="1600" dirty="0">
                <a:latin typeface="Microsoft YaHei UI" panose="020B0503020204020204" pitchFamily="34" charset="-122"/>
                <a:ea typeface="Microsoft YaHei UI" panose="020B0503020204020204" pitchFamily="34" charset="-122"/>
              </a:rPr>
              <a:t>                (</a:t>
            </a:r>
            <a:r>
              <a:rPr lang="zh-CN" altLang="zh-CN" sz="1600" dirty="0">
                <a:latin typeface="Microsoft YaHei UI" panose="020B0503020204020204" pitchFamily="34" charset="-122"/>
                <a:ea typeface="Microsoft YaHei UI" panose="020B0503020204020204" pitchFamily="34" charset="-122"/>
              </a:rPr>
              <a:t>算法开始</a:t>
            </a:r>
            <a:r>
              <a:rPr lang="en-US" altLang="zh-CN" sz="1600" dirty="0">
                <a:latin typeface="Microsoft YaHei UI" panose="020B0503020204020204" pitchFamily="34" charset="-122"/>
                <a:ea typeface="Microsoft YaHei UI" panose="020B0503020204020204" pitchFamily="34" charset="-122"/>
              </a:rPr>
              <a:t>)</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1</a:t>
            </a:r>
            <a:r>
              <a:rPr lang="en-US" altLang="zh-CN" sz="1600" dirty="0">
                <a:latin typeface="Microsoft YaHei UI" panose="020B0503020204020204" pitchFamily="34" charset="-122"/>
                <a:ea typeface="Microsoft YaHei UI" panose="020B0503020204020204" pitchFamily="34" charset="-122"/>
                <a:sym typeface="Symbol" panose="05050102010706020507" pitchFamily="18" charset="2"/>
              </a:rPr>
              <a:t>  </a:t>
            </a:r>
            <a:r>
              <a:rPr lang="en-US" altLang="zh-CN" sz="1600" dirty="0">
                <a:latin typeface="Microsoft YaHei UI" panose="020B0503020204020204" pitchFamily="34" charset="-122"/>
                <a:ea typeface="Microsoft YaHei UI" panose="020B0503020204020204" pitchFamily="34" charset="-122"/>
              </a:rPr>
              <a:t>t</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2</a:t>
            </a:r>
            <a:r>
              <a:rPr lang="en-US" altLang="zh-CN" sz="1600" dirty="0">
                <a:latin typeface="Microsoft YaHei UI" panose="020B0503020204020204" pitchFamily="34" charset="-122"/>
                <a:ea typeface="Microsoft YaHei UI" panose="020B0503020204020204" pitchFamily="34" charset="-122"/>
                <a:sym typeface="Symbol" panose="05050102010706020507" pitchFamily="18" charset="2"/>
              </a:rPr>
              <a:t> </a:t>
            </a:r>
            <a:r>
              <a:rPr lang="en-US" altLang="zh-CN" sz="1600" dirty="0">
                <a:latin typeface="Microsoft YaHei UI" panose="020B0503020204020204" pitchFamily="34" charset="-122"/>
                <a:ea typeface="Microsoft YaHei UI" panose="020B0503020204020204" pitchFamily="34" charset="-122"/>
              </a:rPr>
              <a:t> </a:t>
            </a:r>
            <a:r>
              <a:rPr lang="en-US" altLang="zh-CN" sz="1600" dirty="0" err="1">
                <a:latin typeface="Microsoft YaHei UI" panose="020B0503020204020204" pitchFamily="34" charset="-122"/>
                <a:ea typeface="Microsoft YaHei UI" panose="020B0503020204020204" pitchFamily="34" charset="-122"/>
              </a:rPr>
              <a:t>i</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while </a:t>
            </a:r>
            <a:r>
              <a:rPr lang="en-US" altLang="zh-CN" sz="1600" dirty="0" err="1">
                <a:latin typeface="Microsoft YaHei UI" panose="020B0503020204020204" pitchFamily="34" charset="-122"/>
                <a:ea typeface="Microsoft YaHei UI" panose="020B0503020204020204" pitchFamily="34" charset="-122"/>
              </a:rPr>
              <a:t>i</a:t>
            </a:r>
            <a:r>
              <a:rPr lang="zh-CN" altLang="zh-CN" sz="1600" dirty="0">
                <a:latin typeface="Microsoft YaHei UI" panose="020B0503020204020204" pitchFamily="34" charset="-122"/>
                <a:ea typeface="Microsoft YaHei UI" panose="020B0503020204020204" pitchFamily="34" charset="-122"/>
              </a:rPr>
              <a:t>≤</a:t>
            </a:r>
            <a:r>
              <a:rPr lang="en-US" altLang="zh-CN" sz="1600" dirty="0">
                <a:latin typeface="Microsoft YaHei UI" panose="020B0503020204020204" pitchFamily="34" charset="-122"/>
                <a:ea typeface="Microsoft YaHei UI" panose="020B0503020204020204" pitchFamily="34" charset="-122"/>
              </a:rPr>
              <a:t>5</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 t*</a:t>
            </a:r>
            <a:r>
              <a:rPr lang="en-US" altLang="zh-CN" sz="1600" dirty="0" err="1">
                <a:latin typeface="Microsoft YaHei UI" panose="020B0503020204020204" pitchFamily="34" charset="-122"/>
                <a:ea typeface="Microsoft YaHei UI" panose="020B0503020204020204" pitchFamily="34" charset="-122"/>
              </a:rPr>
              <a:t>i</a:t>
            </a:r>
            <a:r>
              <a:rPr lang="en-US" altLang="zh-CN" sz="1600" dirty="0">
                <a:latin typeface="Microsoft YaHei UI" panose="020B0503020204020204" pitchFamily="34" charset="-122"/>
                <a:ea typeface="Microsoft YaHei UI" panose="020B0503020204020204" pitchFamily="34" charset="-122"/>
              </a:rPr>
              <a:t> </a:t>
            </a:r>
            <a:r>
              <a:rPr lang="en-US" altLang="zh-CN" sz="1600" dirty="0">
                <a:latin typeface="Microsoft YaHei UI" panose="020B0503020204020204" pitchFamily="34" charset="-122"/>
                <a:ea typeface="Microsoft YaHei UI" panose="020B0503020204020204" pitchFamily="34" charset="-122"/>
                <a:sym typeface="Symbol" panose="05050102010706020507" pitchFamily="18" charset="2"/>
              </a:rPr>
              <a:t></a:t>
            </a:r>
            <a:r>
              <a:rPr lang="en-US" altLang="zh-CN" sz="1600" dirty="0">
                <a:latin typeface="Microsoft YaHei UI" panose="020B0503020204020204" pitchFamily="34" charset="-122"/>
                <a:ea typeface="Microsoft YaHei UI" panose="020B0503020204020204" pitchFamily="34" charset="-122"/>
              </a:rPr>
              <a:t> t</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i+1 </a:t>
            </a:r>
            <a:r>
              <a:rPr lang="en-US" altLang="zh-CN" sz="1600" dirty="0">
                <a:latin typeface="Microsoft YaHei UI" panose="020B0503020204020204" pitchFamily="34" charset="-122"/>
                <a:ea typeface="Microsoft YaHei UI" panose="020B0503020204020204" pitchFamily="34" charset="-122"/>
                <a:sym typeface="Symbol" panose="05050102010706020507" pitchFamily="18" charset="2"/>
              </a:rPr>
              <a:t> </a:t>
            </a:r>
            <a:r>
              <a:rPr lang="en-US" altLang="zh-CN" sz="1600" dirty="0" err="1">
                <a:latin typeface="Microsoft YaHei UI" panose="020B0503020204020204" pitchFamily="34" charset="-122"/>
                <a:ea typeface="Microsoft YaHei UI" panose="020B0503020204020204" pitchFamily="34" charset="-122"/>
              </a:rPr>
              <a:t>i</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latin typeface="Microsoft YaHei UI" panose="020B0503020204020204" pitchFamily="34" charset="-122"/>
                <a:ea typeface="Microsoft YaHei UI" panose="020B0503020204020204" pitchFamily="34" charset="-122"/>
              </a:rPr>
              <a:t>    print t</a:t>
            </a:r>
            <a:endParaRPr lang="zh-CN" altLang="zh-CN" sz="1600" dirty="0">
              <a:latin typeface="Microsoft YaHei UI" panose="020B0503020204020204" pitchFamily="34" charset="-122"/>
              <a:ea typeface="Microsoft YaHei UI" panose="020B0503020204020204" pitchFamily="34" charset="-122"/>
            </a:endParaRPr>
          </a:p>
          <a:p>
            <a:pPr lvl="1"/>
            <a:r>
              <a:rPr lang="en-US" altLang="zh-CN" sz="1600" dirty="0">
                <a:solidFill>
                  <a:srgbClr val="FF0000"/>
                </a:solidFill>
                <a:latin typeface="Microsoft YaHei UI" panose="020B0503020204020204" pitchFamily="34" charset="-122"/>
                <a:ea typeface="Microsoft YaHei UI" panose="020B0503020204020204" pitchFamily="34" charset="-122"/>
              </a:rPr>
              <a:t>end </a:t>
            </a:r>
            <a:r>
              <a:rPr lang="en-US" altLang="zh-CN" sz="1600" dirty="0">
                <a:latin typeface="Microsoft YaHei UI" panose="020B0503020204020204" pitchFamily="34" charset="-122"/>
                <a:ea typeface="Microsoft YaHei UI" panose="020B0503020204020204" pitchFamily="34" charset="-122"/>
              </a:rPr>
              <a:t>                   (</a:t>
            </a:r>
            <a:r>
              <a:rPr lang="zh-CN" altLang="zh-CN" sz="1600" dirty="0">
                <a:latin typeface="Microsoft YaHei UI" panose="020B0503020204020204" pitchFamily="34" charset="-122"/>
                <a:ea typeface="Microsoft YaHei UI" panose="020B0503020204020204" pitchFamily="34" charset="-122"/>
              </a:rPr>
              <a:t>算法结束</a:t>
            </a:r>
            <a:r>
              <a:rPr lang="en-US" altLang="zh-CN" sz="1600" dirty="0">
                <a:latin typeface="Microsoft YaHei UI" panose="020B0503020204020204" pitchFamily="34" charset="-122"/>
                <a:ea typeface="Microsoft YaHei UI" panose="020B0503020204020204" pitchFamily="34" charset="-122"/>
              </a:rPr>
              <a:t>)</a:t>
            </a:r>
            <a:endParaRPr lang="zh-CN" altLang="en-US" sz="16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4092842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42" presetClass="entr" presetSubtype="0" fill="hold" grpId="0" nodeType="after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fade">
                                      <p:cBhvr>
                                        <p:cTn id="12" dur="1000"/>
                                        <p:tgtEl>
                                          <p:spTgt spid="71"/>
                                        </p:tgtEl>
                                      </p:cBhvr>
                                    </p:animEffect>
                                    <p:anim calcmode="lin" valueType="num">
                                      <p:cBhvr>
                                        <p:cTn id="13" dur="1000" fill="hold"/>
                                        <p:tgtEl>
                                          <p:spTgt spid="71"/>
                                        </p:tgtEl>
                                        <p:attrNameLst>
                                          <p:attrName>ppt_x</p:attrName>
                                        </p:attrNameLst>
                                      </p:cBhvr>
                                      <p:tavLst>
                                        <p:tav tm="0">
                                          <p:val>
                                            <p:strVal val="#ppt_x"/>
                                          </p:val>
                                        </p:tav>
                                        <p:tav tm="100000">
                                          <p:val>
                                            <p:strVal val="#ppt_x"/>
                                          </p:val>
                                        </p:tav>
                                      </p:tavLst>
                                    </p:anim>
                                    <p:anim calcmode="lin" valueType="num">
                                      <p:cBhvr>
                                        <p:cTn id="14"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1" grpId="0"/>
    </p:bld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91</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3.3.6</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过程设计语言（</a:t>
            </a:r>
            <a:r>
              <a:rPr lang="en-US" altLang="zh-CN" dirty="0">
                <a:solidFill>
                  <a:srgbClr val="4E8F00"/>
                </a:solidFill>
                <a:ea typeface="Microsoft YaHei UI" panose="020B0503020204020204" pitchFamily="34" charset="-122"/>
                <a:sym typeface="微软雅黑" panose="020B0503020204020204" pitchFamily="34" charset="-122"/>
              </a:rPr>
              <a:t>PDL</a:t>
            </a:r>
            <a:r>
              <a:rPr lang="zh-CN" altLang="en-US" dirty="0">
                <a:solidFill>
                  <a:srgbClr val="4E8F00"/>
                </a:solidFill>
                <a:ea typeface="Microsoft YaHei UI" panose="020B0503020204020204" pitchFamily="34" charset="-122"/>
                <a:sym typeface="微软雅黑" panose="020B0503020204020204" pitchFamily="34" charset="-122"/>
              </a:rPr>
              <a:t>）</a:t>
            </a:r>
            <a:r>
              <a:rPr lang="en-US" altLang="zh-CN" dirty="0">
                <a:solidFill>
                  <a:srgbClr val="4E8F00"/>
                </a:solidFill>
                <a:ea typeface="Microsoft YaHei UI" panose="020B0503020204020204" pitchFamily="34" charset="-122"/>
                <a:sym typeface="微软雅黑" panose="020B0503020204020204" pitchFamily="34" charset="-122"/>
              </a:rPr>
              <a:t>--</a:t>
            </a:r>
            <a:r>
              <a:rPr lang="zh-CN" altLang="en-US" dirty="0">
                <a:solidFill>
                  <a:srgbClr val="4E8F00"/>
                </a:solidFill>
                <a:ea typeface="Microsoft YaHei UI" panose="020B0503020204020204" pitchFamily="34" charset="-122"/>
                <a:sym typeface="微软雅黑" panose="020B0503020204020204" pitchFamily="34" charset="-122"/>
              </a:rPr>
              <a:t>伪码</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pic>
        <p:nvPicPr>
          <p:cNvPr id="2" name="图片 1">
            <a:extLst>
              <a:ext uri="{FF2B5EF4-FFF2-40B4-BE49-F238E27FC236}">
                <a16:creationId xmlns:a16="http://schemas.microsoft.com/office/drawing/2014/main" id="{184A2ACB-E90F-4D09-8746-88E3222A245A}"/>
              </a:ext>
            </a:extLst>
          </p:cNvPr>
          <p:cNvPicPr>
            <a:picLocks noChangeAspect="1"/>
          </p:cNvPicPr>
          <p:nvPr/>
        </p:nvPicPr>
        <p:blipFill>
          <a:blip r:embed="rId2"/>
          <a:stretch>
            <a:fillRect/>
          </a:stretch>
        </p:blipFill>
        <p:spPr>
          <a:xfrm>
            <a:off x="4398298" y="1523328"/>
            <a:ext cx="4070042" cy="5045917"/>
          </a:xfrm>
          <a:prstGeom prst="rect">
            <a:avLst/>
          </a:prstGeom>
        </p:spPr>
      </p:pic>
      <p:pic>
        <p:nvPicPr>
          <p:cNvPr id="3" name="图片 2">
            <a:extLst>
              <a:ext uri="{FF2B5EF4-FFF2-40B4-BE49-F238E27FC236}">
                <a16:creationId xmlns:a16="http://schemas.microsoft.com/office/drawing/2014/main" id="{D4F28FC8-825D-42CB-B76B-CCC26303E0F2}"/>
              </a:ext>
            </a:extLst>
          </p:cNvPr>
          <p:cNvPicPr>
            <a:picLocks noChangeAspect="1"/>
          </p:cNvPicPr>
          <p:nvPr/>
        </p:nvPicPr>
        <p:blipFill>
          <a:blip r:embed="rId3"/>
          <a:stretch>
            <a:fillRect/>
          </a:stretch>
        </p:blipFill>
        <p:spPr>
          <a:xfrm>
            <a:off x="532439" y="1530947"/>
            <a:ext cx="3521402" cy="5045917"/>
          </a:xfrm>
          <a:prstGeom prst="rect">
            <a:avLst/>
          </a:prstGeom>
        </p:spPr>
      </p:pic>
    </p:spTree>
    <p:extLst>
      <p:ext uri="{BB962C8B-B14F-4D97-AF65-F5344CB8AC3E}">
        <p14:creationId xmlns:p14="http://schemas.microsoft.com/office/powerpoint/2010/main" val="52863572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92</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3.3.6</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过程设计语言（</a:t>
            </a:r>
            <a:r>
              <a:rPr lang="en-US" altLang="zh-CN" dirty="0">
                <a:solidFill>
                  <a:srgbClr val="4E8F00"/>
                </a:solidFill>
                <a:ea typeface="Microsoft YaHei UI" panose="020B0503020204020204" pitchFamily="34" charset="-122"/>
                <a:sym typeface="微软雅黑" panose="020B0503020204020204" pitchFamily="34" charset="-122"/>
              </a:rPr>
              <a:t>PDL</a:t>
            </a:r>
            <a:r>
              <a:rPr lang="zh-CN" altLang="en-US" dirty="0">
                <a:solidFill>
                  <a:srgbClr val="4E8F00"/>
                </a:solidFill>
                <a:ea typeface="Microsoft YaHei UI" panose="020B0503020204020204" pitchFamily="34" charset="-122"/>
                <a:sym typeface="微软雅黑" panose="020B0503020204020204" pitchFamily="34" charset="-122"/>
              </a:rPr>
              <a:t>）</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PDL</a:t>
            </a:r>
            <a:r>
              <a:rPr lang="zh-CN" altLang="en-US" sz="2400" dirty="0">
                <a:solidFill>
                  <a:srgbClr val="CC6600"/>
                </a:solidFill>
                <a:sym typeface="微软雅黑" panose="020B0503020204020204" pitchFamily="34" charset="-122"/>
              </a:rPr>
              <a:t>应该具有下述特点 </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关键字</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的固定语法，它提供了结构化控制结构、数据说明和模块化的特点 </a:t>
            </a:r>
          </a:p>
          <a:p>
            <a:pPr>
              <a:lnSpc>
                <a:spcPct val="150000"/>
              </a:lnSpc>
              <a:spcBef>
                <a:spcPct val="20000"/>
              </a:spcBef>
              <a:buFont typeface="Arial" panose="020B0604020202020204" pitchFamily="34" charset="0"/>
              <a:buChar char="•"/>
            </a:pP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自然语言</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的自由语法，它描述处理特点 </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数据说明的手段 </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模块定义和调用的技术，应该提供各种接口描述模式 </a:t>
            </a:r>
          </a:p>
        </p:txBody>
      </p:sp>
    </p:spTree>
    <p:extLst>
      <p:ext uri="{BB962C8B-B14F-4D97-AF65-F5344CB8AC3E}">
        <p14:creationId xmlns:p14="http://schemas.microsoft.com/office/powerpoint/2010/main" val="37471027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1000"/>
                                        <p:tgtEl>
                                          <p:spTgt spid="71"/>
                                        </p:tgtEl>
                                      </p:cBhvr>
                                    </p:animEffect>
                                    <p:anim calcmode="lin" valueType="num">
                                      <p:cBhvr>
                                        <p:cTn id="20" dur="1000" fill="hold"/>
                                        <p:tgtEl>
                                          <p:spTgt spid="71"/>
                                        </p:tgtEl>
                                        <p:attrNameLst>
                                          <p:attrName>ppt_x</p:attrName>
                                        </p:attrNameLst>
                                      </p:cBhvr>
                                      <p:tavLst>
                                        <p:tav tm="0">
                                          <p:val>
                                            <p:strVal val="#ppt_x"/>
                                          </p:val>
                                        </p:tav>
                                        <p:tav tm="100000">
                                          <p:val>
                                            <p:strVal val="#ppt_x"/>
                                          </p:val>
                                        </p:tav>
                                      </p:tavLst>
                                    </p:anim>
                                    <p:anim calcmode="lin" valueType="num">
                                      <p:cBhvr>
                                        <p:cTn id="21"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71" grpId="0"/>
    </p:bld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93</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3.3.6</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过程设计语言（</a:t>
            </a:r>
            <a:r>
              <a:rPr lang="en-US" altLang="zh-CN" dirty="0">
                <a:solidFill>
                  <a:srgbClr val="4E8F00"/>
                </a:solidFill>
                <a:ea typeface="Microsoft YaHei UI" panose="020B0503020204020204" pitchFamily="34" charset="-122"/>
                <a:sym typeface="微软雅黑" panose="020B0503020204020204" pitchFamily="34" charset="-122"/>
              </a:rPr>
              <a:t>PDL</a:t>
            </a:r>
            <a:r>
              <a:rPr lang="zh-CN" altLang="en-US" dirty="0">
                <a:solidFill>
                  <a:srgbClr val="4E8F00"/>
                </a:solidFill>
                <a:ea typeface="Microsoft YaHei UI" panose="020B0503020204020204" pitchFamily="34" charset="-122"/>
                <a:sym typeface="微软雅黑" panose="020B0503020204020204" pitchFamily="34" charset="-122"/>
              </a:rPr>
              <a:t>）</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PDL</a:t>
            </a:r>
            <a:r>
              <a:rPr lang="zh-CN" altLang="en-US" sz="2400" dirty="0">
                <a:solidFill>
                  <a:srgbClr val="CC6600"/>
                </a:solidFill>
                <a:sym typeface="微软雅黑" panose="020B0503020204020204" pitchFamily="34" charset="-122"/>
              </a:rPr>
              <a:t>的优点</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可以</a:t>
            </a: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作为注释</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直接插在源程序中间 </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可以使用普通的正文编辑程序或文字处理系统，很方便地完成</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PDL</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的书写和编辑工作 </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已经有自动处理程序存在，而且可以自动由</a:t>
            </a:r>
            <a:r>
              <a:rPr lang="en-US" altLang="zh-CN" sz="2000"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PDL</a:t>
            </a: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生成程序代码 </a:t>
            </a:r>
          </a:p>
        </p:txBody>
      </p:sp>
    </p:spTree>
    <p:extLst>
      <p:ext uri="{BB962C8B-B14F-4D97-AF65-F5344CB8AC3E}">
        <p14:creationId xmlns:p14="http://schemas.microsoft.com/office/powerpoint/2010/main" val="45107845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1000"/>
                                        <p:tgtEl>
                                          <p:spTgt spid="71"/>
                                        </p:tgtEl>
                                      </p:cBhvr>
                                    </p:animEffect>
                                    <p:anim calcmode="lin" valueType="num">
                                      <p:cBhvr>
                                        <p:cTn id="14" dur="1000" fill="hold"/>
                                        <p:tgtEl>
                                          <p:spTgt spid="71"/>
                                        </p:tgtEl>
                                        <p:attrNameLst>
                                          <p:attrName>ppt_x</p:attrName>
                                        </p:attrNameLst>
                                      </p:cBhvr>
                                      <p:tavLst>
                                        <p:tav tm="0">
                                          <p:val>
                                            <p:strVal val="#ppt_x"/>
                                          </p:val>
                                        </p:tav>
                                        <p:tav tm="100000">
                                          <p:val>
                                            <p:strVal val="#ppt_x"/>
                                          </p:val>
                                        </p:tav>
                                      </p:tavLst>
                                    </p:anim>
                                    <p:anim calcmode="lin" valueType="num">
                                      <p:cBhvr>
                                        <p:cTn id="15"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1" grpId="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3.3 </a:t>
            </a:r>
            <a:r>
              <a:rPr lang="zh-CN" altLang="en-US" sz="2800" dirty="0">
                <a:solidFill>
                  <a:srgbClr val="4E8F00"/>
                </a:solidFill>
              </a:rPr>
              <a:t> </a:t>
            </a:r>
            <a:r>
              <a:rPr lang="zh-CN" altLang="en-US" sz="2800" dirty="0">
                <a:solidFill>
                  <a:srgbClr val="4E8F00"/>
                </a:solidFill>
                <a:sym typeface="微软雅黑" panose="020B0503020204020204" pitchFamily="34" charset="-122"/>
              </a:rPr>
              <a:t>软件结构化设计工具</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94</a:t>
            </a:fld>
            <a:endParaRPr lang="zh-CN" altLang="en-US"/>
          </a:p>
        </p:txBody>
      </p:sp>
      <p:sp>
        <p:nvSpPr>
          <p:cNvPr id="8" name="Rectangle 7">
            <a:extLst>
              <a:ext uri="{FF2B5EF4-FFF2-40B4-BE49-F238E27FC236}">
                <a16:creationId xmlns:a16="http://schemas.microsoft.com/office/drawing/2014/main" id="{B60C0504-3183-8C4B-AE6D-6DFCBB9BB265}"/>
              </a:ext>
            </a:extLst>
          </p:cNvPr>
          <p:cNvSpPr txBox="1">
            <a:spLocks noChangeArrowheads="1"/>
          </p:cNvSpPr>
          <p:nvPr/>
        </p:nvSpPr>
        <p:spPr>
          <a:xfrm>
            <a:off x="1073823" y="1092478"/>
            <a:ext cx="6869530" cy="430850"/>
          </a:xfrm>
          <a:prstGeom prst="rect">
            <a:avLst/>
          </a:prstGeom>
          <a:solidFill>
            <a:schemeClr val="accent1">
              <a:lumMod val="40000"/>
              <a:lumOff val="60000"/>
            </a:schemeClr>
          </a:solidFill>
          <a:ln>
            <a:noFill/>
          </a:ln>
        </p:spPr>
        <p:style>
          <a:lnRef idx="1">
            <a:schemeClr val="accent6"/>
          </a:lnRef>
          <a:fillRef idx="2">
            <a:schemeClr val="accent6"/>
          </a:fillRef>
          <a:effectRef idx="1">
            <a:schemeClr val="accent6"/>
          </a:effectRef>
          <a:fontRef idx="minor">
            <a:schemeClr val="dk1"/>
          </a:fontRef>
        </p:style>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lnSpc>
                <a:spcPct val="100000"/>
              </a:lnSpc>
            </a:pPr>
            <a:r>
              <a:rPr lang="en-US" altLang="zh-CN" dirty="0">
                <a:solidFill>
                  <a:srgbClr val="4E8F00"/>
                </a:solidFill>
                <a:ea typeface="Microsoft YaHei UI" panose="020B0503020204020204" pitchFamily="34" charset="-122"/>
              </a:rPr>
              <a:t>3.3.6</a:t>
            </a:r>
            <a:r>
              <a:rPr lang="zh-CN" altLang="en-US" dirty="0">
                <a:solidFill>
                  <a:srgbClr val="4E8F00"/>
                </a:solidFill>
                <a:ea typeface="Microsoft YaHei UI" panose="020B0503020204020204" pitchFamily="34" charset="-122"/>
              </a:rPr>
              <a:t> </a:t>
            </a:r>
            <a:r>
              <a:rPr lang="zh-CN" altLang="en-US" dirty="0">
                <a:solidFill>
                  <a:srgbClr val="4E8F00"/>
                </a:solidFill>
                <a:ea typeface="Microsoft YaHei UI" panose="020B0503020204020204" pitchFamily="34" charset="-122"/>
                <a:sym typeface="微软雅黑" panose="020B0503020204020204" pitchFamily="34" charset="-122"/>
              </a:rPr>
              <a:t>过程设计语言（</a:t>
            </a:r>
            <a:r>
              <a:rPr lang="en-US" altLang="zh-CN" dirty="0">
                <a:solidFill>
                  <a:srgbClr val="4E8F00"/>
                </a:solidFill>
                <a:ea typeface="Microsoft YaHei UI" panose="020B0503020204020204" pitchFamily="34" charset="-122"/>
                <a:sym typeface="微软雅黑" panose="020B0503020204020204" pitchFamily="34" charset="-122"/>
              </a:rPr>
              <a:t>PDL</a:t>
            </a:r>
            <a:r>
              <a:rPr lang="zh-CN" altLang="en-US" dirty="0">
                <a:solidFill>
                  <a:srgbClr val="4E8F00"/>
                </a:solidFill>
                <a:ea typeface="Microsoft YaHei UI" panose="020B0503020204020204" pitchFamily="34" charset="-122"/>
                <a:sym typeface="微软雅黑" panose="020B0503020204020204" pitchFamily="34" charset="-122"/>
              </a:rPr>
              <a:t>）</a:t>
            </a:r>
          </a:p>
          <a:p>
            <a:pPr marL="849313" indent="-849313">
              <a:lnSpc>
                <a:spcPct val="100000"/>
              </a:lnSpc>
            </a:pPr>
            <a:endParaRPr lang="zh-CN" altLang="en-US" dirty="0">
              <a:solidFill>
                <a:srgbClr val="4E8F00"/>
              </a:solidFill>
              <a:ea typeface="Microsoft YaHei UI" panose="020B0503020204020204" pitchFamily="34" charset="-122"/>
              <a:sym typeface="微软雅黑" panose="020B0503020204020204" pitchFamily="34" charset="-122"/>
            </a:endParaRPr>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780214"/>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en-US" altLang="zh-CN" sz="2400" dirty="0">
                <a:solidFill>
                  <a:srgbClr val="CC6600"/>
                </a:solidFill>
                <a:sym typeface="微软雅黑" panose="020B0503020204020204" pitchFamily="34" charset="-122"/>
              </a:rPr>
              <a:t>PDL</a:t>
            </a:r>
            <a:r>
              <a:rPr lang="zh-CN" altLang="en-US" sz="2400" dirty="0">
                <a:solidFill>
                  <a:srgbClr val="CC6600"/>
                </a:solidFill>
                <a:sym typeface="微软雅黑" panose="020B0503020204020204" pitchFamily="34" charset="-122"/>
              </a:rPr>
              <a:t>的缺点</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71" name="Rectangle 3">
            <a:extLst>
              <a:ext uri="{FF2B5EF4-FFF2-40B4-BE49-F238E27FC236}">
                <a16:creationId xmlns:a16="http://schemas.microsoft.com/office/drawing/2014/main" id="{9FB11B40-5047-C348-AF22-744C9AD96B6F}"/>
              </a:ext>
            </a:extLst>
          </p:cNvPr>
          <p:cNvSpPr>
            <a:spLocks noChangeArrowheads="1"/>
          </p:cNvSpPr>
          <p:nvPr/>
        </p:nvSpPr>
        <p:spPr bwMode="auto">
          <a:xfrm>
            <a:off x="1418811" y="2481534"/>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不如图形工具形象直观 </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描述复杂的条件组合与动作间的对应关系时，不如判定表清晰简单 </a:t>
            </a:r>
          </a:p>
        </p:txBody>
      </p:sp>
    </p:spTree>
    <p:extLst>
      <p:ext uri="{BB962C8B-B14F-4D97-AF65-F5344CB8AC3E}">
        <p14:creationId xmlns:p14="http://schemas.microsoft.com/office/powerpoint/2010/main" val="280763764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1"/>
                                        </p:tgtEl>
                                        <p:attrNameLst>
                                          <p:attrName>style.visibility</p:attrName>
                                        </p:attrNameLst>
                                      </p:cBhvr>
                                      <p:to>
                                        <p:strVal val="visible"/>
                                      </p:to>
                                    </p:set>
                                    <p:animEffect transition="in" filter="fade">
                                      <p:cBhvr>
                                        <p:cTn id="13" dur="1000"/>
                                        <p:tgtEl>
                                          <p:spTgt spid="71"/>
                                        </p:tgtEl>
                                      </p:cBhvr>
                                    </p:animEffect>
                                    <p:anim calcmode="lin" valueType="num">
                                      <p:cBhvr>
                                        <p:cTn id="14" dur="1000" fill="hold"/>
                                        <p:tgtEl>
                                          <p:spTgt spid="71"/>
                                        </p:tgtEl>
                                        <p:attrNameLst>
                                          <p:attrName>ppt_x</p:attrName>
                                        </p:attrNameLst>
                                      </p:cBhvr>
                                      <p:tavLst>
                                        <p:tav tm="0">
                                          <p:val>
                                            <p:strVal val="#ppt_x"/>
                                          </p:val>
                                        </p:tav>
                                        <p:tav tm="100000">
                                          <p:val>
                                            <p:strVal val="#ppt_x"/>
                                          </p:val>
                                        </p:tav>
                                      </p:tavLst>
                                    </p:anim>
                                    <p:anim calcmode="lin" valueType="num">
                                      <p:cBhvr>
                                        <p:cTn id="15" dur="1000" fill="hold"/>
                                        <p:tgtEl>
                                          <p:spTgt spid="7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1" grpId="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3</a:t>
            </a:r>
            <a:r>
              <a:rPr lang="zh-CN" altLang="en-US" b="1" dirty="0">
                <a:ln w="12700" cmpd="sng">
                  <a:noFill/>
                  <a:prstDash val="solid"/>
                </a:ln>
                <a:solidFill>
                  <a:srgbClr val="4E8F00"/>
                </a:solidFill>
              </a:rPr>
              <a:t> 章   </a:t>
            </a:r>
            <a:r>
              <a:rPr lang="zh-CN" altLang="zh-CN" b="1" dirty="0">
                <a:ln w="12700" cmpd="sng">
                  <a:noFill/>
                  <a:prstDash val="solid"/>
                </a:ln>
                <a:solidFill>
                  <a:srgbClr val="4E8F00"/>
                </a:solidFill>
                <a:sym typeface="微软雅黑" panose="020B0503020204020204" pitchFamily="34" charset="-122"/>
              </a:rPr>
              <a:t>软件</a:t>
            </a:r>
            <a:r>
              <a:rPr lang="zh-CN" altLang="en-US" b="1" dirty="0">
                <a:ln w="12700" cmpd="sng">
                  <a:noFill/>
                  <a:prstDash val="solid"/>
                </a:ln>
                <a:solidFill>
                  <a:srgbClr val="4E8F00"/>
                </a:solidFill>
                <a:sym typeface="微软雅黑" panose="020B0503020204020204" pitchFamily="34" charset="-122"/>
              </a:rPr>
              <a:t>设计</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3.1</a:t>
            </a:r>
            <a:r>
              <a:rPr lang="zh-CN" altLang="en-US" dirty="0">
                <a:solidFill>
                  <a:srgbClr val="4E8F00"/>
                </a:solidFill>
                <a:sym typeface="微软雅黑" panose="020B0503020204020204" pitchFamily="34" charset="-122"/>
              </a:rPr>
              <a:t>  软件设计的基本概念</a:t>
            </a:r>
            <a:endParaRPr lang="zh-CN" altLang="en-US" dirty="0">
              <a:solidFill>
                <a:srgbClr val="4E8F00"/>
              </a:solidFill>
            </a:endParaRPr>
          </a:p>
          <a:p>
            <a:r>
              <a:rPr lang="en-US" altLang="zh-CN" dirty="0">
                <a:solidFill>
                  <a:srgbClr val="4E8F00"/>
                </a:solidFill>
                <a:sym typeface="微软雅黑" panose="020B0503020204020204" pitchFamily="34" charset="-122"/>
              </a:rPr>
              <a:t>3.2</a:t>
            </a:r>
            <a:r>
              <a:rPr lang="zh-CN" altLang="en-US" dirty="0">
                <a:solidFill>
                  <a:srgbClr val="4E8F00"/>
                </a:solidFill>
                <a:sym typeface="微软雅黑" panose="020B0503020204020204" pitchFamily="34" charset="-122"/>
              </a:rPr>
              <a:t>  软件结构化设计方法</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3.3</a:t>
            </a:r>
            <a:r>
              <a:rPr lang="zh-CN" altLang="en-US" dirty="0">
                <a:solidFill>
                  <a:srgbClr val="4E8F00"/>
                </a:solidFill>
                <a:sym typeface="微软雅黑" panose="020B0503020204020204" pitchFamily="34" charset="-122"/>
              </a:rPr>
              <a:t>  软件结构化设计的工具</a:t>
            </a:r>
            <a:endParaRPr lang="en-US" altLang="zh-CN" dirty="0">
              <a:solidFill>
                <a:srgbClr val="4E8F00"/>
              </a:solidFill>
              <a:sym typeface="微软雅黑" panose="020B0503020204020204" pitchFamily="34" charset="-122"/>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3.4</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数据库结构设计</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r>
              <a:rPr lang="en-US" altLang="zh-CN" dirty="0">
                <a:solidFill>
                  <a:srgbClr val="4E8F00"/>
                </a:solidFill>
                <a:sym typeface="微软雅黑" panose="020B0503020204020204" pitchFamily="34" charset="-122"/>
              </a:rPr>
              <a:t>3.5</a:t>
            </a:r>
            <a:r>
              <a:rPr lang="zh-CN" altLang="en-US" dirty="0">
                <a:solidFill>
                  <a:srgbClr val="4E8F00"/>
                </a:solidFill>
                <a:sym typeface="微软雅黑" panose="020B0503020204020204" pitchFamily="34" charset="-122"/>
              </a:rPr>
              <a:t>  人机界面设计</a:t>
            </a:r>
            <a:endParaRPr lang="en-US" altLang="zh-CN" dirty="0">
              <a:solidFill>
                <a:srgbClr val="4E8F00"/>
              </a:solidFill>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95</a:t>
            </a:fld>
            <a:endParaRPr lang="zh-CN" altLang="en-US"/>
          </a:p>
        </p:txBody>
      </p:sp>
    </p:spTree>
    <p:extLst>
      <p:ext uri="{BB962C8B-B14F-4D97-AF65-F5344CB8AC3E}">
        <p14:creationId xmlns:p14="http://schemas.microsoft.com/office/powerpoint/2010/main" val="148215843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96</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2"/>
            <a:ext cx="6688045" cy="923229"/>
          </a:xfrm>
          <a:prstGeom prst="rect">
            <a:avLst/>
          </a:prstGeom>
        </p:spPr>
        <p:txBody>
          <a:bodyPr vert="horz" lIns="91440" tIns="45720" rIns="91440" bIns="45720" rtlCol="0">
            <a:normAutofit fontScale="925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762250" indent="-2762250"/>
            <a:r>
              <a:rPr lang="zh-CN" altLang="en-US" sz="2400" dirty="0">
                <a:solidFill>
                  <a:schemeClr val="tx2"/>
                </a:solidFill>
                <a:sym typeface="微软雅黑" panose="020B0503020204020204" pitchFamily="34" charset="-122"/>
              </a:rPr>
              <a:t>数据库结构设计包括：</a:t>
            </a:r>
            <a:r>
              <a:rPr lang="zh-CN" altLang="en-US" sz="2400" dirty="0">
                <a:solidFill>
                  <a:srgbClr val="CC6600"/>
                </a:solidFill>
                <a:sym typeface="微软雅黑" panose="020B0503020204020204" pitchFamily="34" charset="-122"/>
              </a:rPr>
              <a:t>概念结构设计、逻辑结构设计和物理结构设计 </a:t>
            </a:r>
          </a:p>
        </p:txBody>
      </p:sp>
      <p:sp>
        <p:nvSpPr>
          <p:cNvPr id="10" name="Rectangle 7">
            <a:extLst>
              <a:ext uri="{FF2B5EF4-FFF2-40B4-BE49-F238E27FC236}">
                <a16:creationId xmlns:a16="http://schemas.microsoft.com/office/drawing/2014/main" id="{71602F23-717C-A846-A28E-502787B98BCF}"/>
              </a:ext>
            </a:extLst>
          </p:cNvPr>
          <p:cNvSpPr txBox="1">
            <a:spLocks noChangeArrowheads="1"/>
          </p:cNvSpPr>
          <p:nvPr/>
        </p:nvSpPr>
        <p:spPr>
          <a:xfrm>
            <a:off x="4417845" y="3424486"/>
            <a:ext cx="3960644" cy="1019404"/>
          </a:xfrm>
          <a:prstGeom prst="rect">
            <a:avLst/>
          </a:prstGeom>
        </p:spPr>
        <p:txBody>
          <a:bodyPr vert="horz" lIns="91440" tIns="45720" rIns="91440" bIns="45720" rtlCol="0">
            <a:no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85750" lvl="1" indent="-285750">
              <a:lnSpc>
                <a:spcPct val="120000"/>
              </a:lnSpc>
              <a:spcBef>
                <a:spcPts val="900"/>
              </a:spcBef>
            </a:pPr>
            <a:r>
              <a:rPr lang="zh-CN" altLang="en-US" sz="1800" dirty="0">
                <a:solidFill>
                  <a:srgbClr val="000000"/>
                </a:solidFill>
                <a:latin typeface="微软雅黑" panose="020B0503020204020204" pitchFamily="34" charset="-122"/>
                <a:sym typeface="微软雅黑" panose="020B0503020204020204" pitchFamily="34" charset="-122"/>
              </a:rPr>
              <a:t>概念结构：描述系统最基础的数据结构 </a:t>
            </a: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逻辑结构：提供比较接近数据库内部构造的逻辑描述</a:t>
            </a:r>
            <a:endParaRPr lang="en-US" altLang="zh-CN" sz="1800" dirty="0">
              <a:solidFill>
                <a:srgbClr val="000000"/>
              </a:solidFill>
              <a:latin typeface="微软雅黑" panose="020B0503020204020204" pitchFamily="34" charset="-122"/>
              <a:sym typeface="微软雅黑" panose="020B0503020204020204" pitchFamily="34" charset="-122"/>
            </a:endParaRPr>
          </a:p>
          <a:p>
            <a:pPr marL="285750" indent="-285750">
              <a:spcBef>
                <a:spcPts val="900"/>
              </a:spcBef>
              <a:buFont typeface="Arial" panose="020B0604020202020204" pitchFamily="34" charset="0"/>
              <a:buChar char="•"/>
            </a:pPr>
            <a:r>
              <a:rPr lang="zh-CN" altLang="en-US" sz="1800" dirty="0">
                <a:solidFill>
                  <a:srgbClr val="000000"/>
                </a:solidFill>
                <a:latin typeface="微软雅黑" panose="020B0503020204020204" pitchFamily="34" charset="-122"/>
                <a:sym typeface="微软雅黑" panose="020B0503020204020204" pitchFamily="34" charset="-122"/>
              </a:rPr>
              <a:t>物理结构：数据库的物理数据模型 </a:t>
            </a:r>
            <a:endParaRPr lang="zh-CN" altLang="en-US" sz="1800" dirty="0">
              <a:latin typeface="Calibri" panose="020F0502020204030204" pitchFamily="34" charset="0"/>
            </a:endParaRPr>
          </a:p>
          <a:p>
            <a:pPr marL="285750" indent="-285750">
              <a:spcBef>
                <a:spcPts val="900"/>
              </a:spcBef>
              <a:buFont typeface="Arial" panose="020B0604020202020204" pitchFamily="34" charset="0"/>
              <a:buChar char="•"/>
            </a:pPr>
            <a:endParaRPr lang="zh-CN" altLang="en-US" sz="1800" dirty="0">
              <a:solidFill>
                <a:srgbClr val="C00000"/>
              </a:solidFill>
              <a:latin typeface="微软雅黑" panose="020B0503020204020204" pitchFamily="34" charset="-122"/>
              <a:sym typeface="微软雅黑" panose="020B0503020204020204" pitchFamily="34" charset="-122"/>
            </a:endParaRPr>
          </a:p>
        </p:txBody>
      </p:sp>
      <p:pic>
        <p:nvPicPr>
          <p:cNvPr id="11" name="图片 3" descr="0322">
            <a:extLst>
              <a:ext uri="{FF2B5EF4-FFF2-40B4-BE49-F238E27FC236}">
                <a16:creationId xmlns:a16="http://schemas.microsoft.com/office/drawing/2014/main" id="{AEA1ADF2-94EC-384B-93EC-B48547CC75B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5511" y="3010005"/>
            <a:ext cx="3095625"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57366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1"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1"/>
    </p:bld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97</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2"/>
            <a:ext cx="6688045" cy="923229"/>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2762250" indent="-2762250"/>
            <a:r>
              <a:rPr lang="zh-CN" altLang="en-US" sz="2000" dirty="0">
                <a:solidFill>
                  <a:srgbClr val="000000"/>
                </a:solidFill>
                <a:latin typeface="微软雅黑" panose="020B0503020204020204" pitchFamily="34" charset="-122"/>
                <a:sym typeface="微软雅黑" panose="020B0503020204020204" pitchFamily="34" charset="-122"/>
              </a:rPr>
              <a:t>数据库的概念结构通常用</a:t>
            </a:r>
            <a:r>
              <a:rPr lang="en-US" altLang="zh-CN" sz="2000" dirty="0">
                <a:solidFill>
                  <a:srgbClr val="000000"/>
                </a:solidFill>
                <a:latin typeface="微软雅黑" panose="020B0503020204020204" pitchFamily="34" charset="-122"/>
                <a:sym typeface="微软雅黑" panose="020B0503020204020204" pitchFamily="34" charset="-122"/>
              </a:rPr>
              <a:t>E-R</a:t>
            </a:r>
            <a:r>
              <a:rPr lang="zh-CN" altLang="en-US" sz="2000" dirty="0">
                <a:solidFill>
                  <a:srgbClr val="000000"/>
                </a:solidFill>
                <a:latin typeface="微软雅黑" panose="020B0503020204020204" pitchFamily="34" charset="-122"/>
                <a:sym typeface="微软雅黑" panose="020B0503020204020204" pitchFamily="34" charset="-122"/>
              </a:rPr>
              <a:t>图表示</a:t>
            </a:r>
            <a:endParaRPr lang="zh-CN" altLang="en-US" sz="2000" dirty="0">
              <a:solidFill>
                <a:srgbClr val="CC6600"/>
              </a:solidFill>
              <a:sym typeface="微软雅黑" panose="020B0503020204020204" pitchFamily="34" charset="-122"/>
            </a:endParaRPr>
          </a:p>
        </p:txBody>
      </p:sp>
      <p:pic>
        <p:nvPicPr>
          <p:cNvPr id="15" name="图片 4" descr="0323">
            <a:extLst>
              <a:ext uri="{FF2B5EF4-FFF2-40B4-BE49-F238E27FC236}">
                <a16:creationId xmlns:a16="http://schemas.microsoft.com/office/drawing/2014/main" id="{660E3609-7A2C-E341-AFB0-04D0C490C0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58816" y="2579575"/>
            <a:ext cx="5793582" cy="2711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矩形 5">
            <a:extLst>
              <a:ext uri="{FF2B5EF4-FFF2-40B4-BE49-F238E27FC236}">
                <a16:creationId xmlns:a16="http://schemas.microsoft.com/office/drawing/2014/main" id="{E1640DE5-FE29-6E42-B97D-6977600D2CCD}"/>
              </a:ext>
            </a:extLst>
          </p:cNvPr>
          <p:cNvSpPr>
            <a:spLocks noChangeArrowheads="1"/>
          </p:cNvSpPr>
          <p:nvPr/>
        </p:nvSpPr>
        <p:spPr bwMode="auto">
          <a:xfrm>
            <a:off x="3045088" y="5682532"/>
            <a:ext cx="3124200"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8580" tIns="34290" rIns="68580" bIns="34290">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a:latin typeface="微软雅黑" panose="020B0503020204020204" pitchFamily="34" charset="-122"/>
                <a:ea typeface="微软雅黑" panose="020B0503020204020204" pitchFamily="34" charset="-122"/>
              </a:rPr>
              <a:t>“学生”与“课程”的</a:t>
            </a:r>
            <a:r>
              <a:rPr lang="en-US" altLang="zh-CN">
                <a:latin typeface="微软雅黑" panose="020B0503020204020204" pitchFamily="34" charset="-122"/>
                <a:ea typeface="微软雅黑" panose="020B0503020204020204" pitchFamily="34" charset="-122"/>
              </a:rPr>
              <a:t>E-R</a:t>
            </a:r>
            <a:r>
              <a:rPr lang="zh-CN" altLang="zh-CN">
                <a:latin typeface="微软雅黑" panose="020B0503020204020204" pitchFamily="34" charset="-122"/>
                <a:ea typeface="微软雅黑" panose="020B0503020204020204" pitchFamily="34" charset="-122"/>
              </a:rPr>
              <a:t>图 </a:t>
            </a:r>
            <a:endParaRPr lang="zh-CN" altLang="en-US">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477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anim calcmode="lin" valueType="num">
                                      <p:cBhvr>
                                        <p:cTn id="20" dur="1000" fill="hold"/>
                                        <p:tgtEl>
                                          <p:spTgt spid="16"/>
                                        </p:tgtEl>
                                        <p:attrNameLst>
                                          <p:attrName>ppt_x</p:attrName>
                                        </p:attrNameLst>
                                      </p:cBhvr>
                                      <p:tavLst>
                                        <p:tav tm="0">
                                          <p:val>
                                            <p:strVal val="#ppt_x"/>
                                          </p:val>
                                        </p:tav>
                                        <p:tav tm="100000">
                                          <p:val>
                                            <p:strVal val="#ppt_x"/>
                                          </p:val>
                                        </p:tav>
                                      </p:tavLst>
                                    </p:anim>
                                    <p:anim calcmode="lin" valueType="num">
                                      <p:cBhvr>
                                        <p:cTn id="2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p:bld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98</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1"/>
            <a:ext cx="7084215" cy="5025891"/>
          </a:xfrm>
          <a:prstGeom prst="rect">
            <a:avLst/>
          </a:prstGeom>
        </p:spPr>
        <p:txBody>
          <a:bodyPr vert="horz" lIns="91440" tIns="45720" rIns="91440" bIns="45720" rtlCol="0">
            <a:normAutofit lnSpcReduction="1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设计数据库的逻辑结构的过程中，首先要将概念结构中的实体、属性、联系映射为</a:t>
            </a:r>
            <a:r>
              <a:rPr lang="zh-CN" altLang="en-US" sz="2000" dirty="0">
                <a:solidFill>
                  <a:srgbClr val="000000"/>
                </a:solidFill>
                <a:highlight>
                  <a:srgbClr val="FFFF00"/>
                </a:highlight>
                <a:latin typeface="微软雅黑" panose="020B0503020204020204" pitchFamily="34" charset="-122"/>
                <a:sym typeface="微软雅黑" panose="020B0503020204020204" pitchFamily="34" charset="-122"/>
              </a:rPr>
              <a:t>数据表结构</a:t>
            </a:r>
            <a:endParaRPr lang="en-US" altLang="zh-CN" sz="2000" dirty="0">
              <a:solidFill>
                <a:srgbClr val="000000"/>
              </a:solidFill>
              <a:highlight>
                <a:srgbClr val="FFFF00"/>
              </a:highlight>
              <a:latin typeface="微软雅黑" panose="020B0503020204020204" pitchFamily="34" charset="-122"/>
              <a:sym typeface="微软雅黑" panose="020B0503020204020204" pitchFamily="34" charset="-122"/>
            </a:endParaRPr>
          </a:p>
          <a:p>
            <a:pPr marL="342900" indent="-342900">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映射规则：</a:t>
            </a:r>
            <a:endParaRPr lang="en-US" altLang="zh-CN" sz="20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将数据库概念结构中的“实体”映射为逻辑结构中的“数据表”，实体的属性可以用数据表中的字段来表示，实体的主关键字作为数据表的主键。</a:t>
            </a: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数据库概念结构中的</a:t>
            </a:r>
            <a:r>
              <a:rPr lang="en-US" altLang="zh-CN" sz="1600" dirty="0">
                <a:solidFill>
                  <a:srgbClr val="000000"/>
                </a:solidFill>
                <a:latin typeface="微软雅黑" panose="020B0503020204020204" pitchFamily="34" charset="-122"/>
                <a:sym typeface="微软雅黑" panose="020B0503020204020204" pitchFamily="34" charset="-122"/>
              </a:rPr>
              <a:t>1:1</a:t>
            </a:r>
            <a:r>
              <a:rPr lang="zh-CN" altLang="en-US" sz="1600" dirty="0">
                <a:solidFill>
                  <a:srgbClr val="000000"/>
                </a:solidFill>
                <a:latin typeface="微软雅黑" panose="020B0503020204020204" pitchFamily="34" charset="-122"/>
                <a:sym typeface="微软雅黑" panose="020B0503020204020204" pitchFamily="34" charset="-122"/>
              </a:rPr>
              <a:t>联系可以映射为一个独立的数据表，也可以与跟它相连的任意一端或两端的实体合并组成数据表。</a:t>
            </a: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数据库结构中的</a:t>
            </a:r>
            <a:r>
              <a:rPr lang="en-US" altLang="zh-CN" sz="1600" dirty="0">
                <a:solidFill>
                  <a:srgbClr val="000000"/>
                </a:solidFill>
                <a:latin typeface="微软雅黑" panose="020B0503020204020204" pitchFamily="34" charset="-122"/>
                <a:sym typeface="微软雅黑" panose="020B0503020204020204" pitchFamily="34" charset="-122"/>
              </a:rPr>
              <a:t>1:n</a:t>
            </a:r>
            <a:r>
              <a:rPr lang="zh-CN" altLang="en-US" sz="1600" dirty="0">
                <a:solidFill>
                  <a:srgbClr val="000000"/>
                </a:solidFill>
                <a:latin typeface="微软雅黑" panose="020B0503020204020204" pitchFamily="34" charset="-122"/>
                <a:sym typeface="微软雅黑" panose="020B0503020204020204" pitchFamily="34" charset="-122"/>
              </a:rPr>
              <a:t>联系可以映射为一个独立的数据表，也可以与跟它相连的</a:t>
            </a:r>
            <a:r>
              <a:rPr lang="en-US" altLang="zh-CN" sz="1600" dirty="0">
                <a:solidFill>
                  <a:srgbClr val="000000"/>
                </a:solidFill>
                <a:latin typeface="微软雅黑" panose="020B0503020204020204" pitchFamily="34" charset="-122"/>
                <a:sym typeface="微软雅黑" panose="020B0503020204020204" pitchFamily="34" charset="-122"/>
              </a:rPr>
              <a:t>n</a:t>
            </a:r>
            <a:r>
              <a:rPr lang="zh-CN" altLang="en-US" sz="1600" dirty="0">
                <a:solidFill>
                  <a:srgbClr val="000000"/>
                </a:solidFill>
                <a:latin typeface="微软雅黑" panose="020B0503020204020204" pitchFamily="34" charset="-122"/>
                <a:sym typeface="微软雅黑" panose="020B0503020204020204" pitchFamily="34" charset="-122"/>
              </a:rPr>
              <a:t>端实体合并组成数据表。</a:t>
            </a: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数据库结构中的</a:t>
            </a:r>
            <a:r>
              <a:rPr lang="en-US" altLang="zh-CN" sz="1600" dirty="0" err="1">
                <a:solidFill>
                  <a:srgbClr val="000000"/>
                </a:solidFill>
                <a:latin typeface="微软雅黑" panose="020B0503020204020204" pitchFamily="34" charset="-122"/>
                <a:sym typeface="微软雅黑" panose="020B0503020204020204" pitchFamily="34" charset="-122"/>
              </a:rPr>
              <a:t>m:n</a:t>
            </a:r>
            <a:r>
              <a:rPr lang="zh-CN" altLang="en-US" sz="1600" dirty="0">
                <a:solidFill>
                  <a:srgbClr val="000000"/>
                </a:solidFill>
                <a:latin typeface="微软雅黑" panose="020B0503020204020204" pitchFamily="34" charset="-122"/>
                <a:sym typeface="微软雅黑" panose="020B0503020204020204" pitchFamily="34" charset="-122"/>
              </a:rPr>
              <a:t>关系可以映射为一个独立的数据表，各实体的主关键字的组合形成数据表的主键 </a:t>
            </a:r>
          </a:p>
          <a:p>
            <a:pPr marL="2762250" indent="-2762250"/>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2639598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1BCB0BED-5071-524A-A434-7835CEF24051}"/>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3D5F047D-1014-0B46-8DC6-057A835B4DA7}"/>
              </a:ext>
            </a:extLst>
          </p:cNvPr>
          <p:cNvSpPr>
            <a:spLocks noGrp="1"/>
          </p:cNvSpPr>
          <p:nvPr>
            <p:ph type="sldNum" sz="quarter" idx="12"/>
          </p:nvPr>
        </p:nvSpPr>
        <p:spPr/>
        <p:txBody>
          <a:bodyPr/>
          <a:lstStyle/>
          <a:p>
            <a:fld id="{9CD8D479-8942-46E8-A226-A4E01F7A105C}" type="slidenum">
              <a:rPr lang="en-US" altLang="zh-CN" smtClean="0"/>
              <a:pPr/>
              <a:t>99</a:t>
            </a:fld>
            <a:endParaRPr lang="zh-CN" altLang="en-US" dirty="0"/>
          </a:p>
        </p:txBody>
      </p:sp>
      <p:sp>
        <p:nvSpPr>
          <p:cNvPr id="6" name="页脚占位符 5">
            <a:extLst>
              <a:ext uri="{FF2B5EF4-FFF2-40B4-BE49-F238E27FC236}">
                <a16:creationId xmlns:a16="http://schemas.microsoft.com/office/drawing/2014/main" id="{CC29CC25-9035-DC4F-9CBF-AD1E2E7DA5F4}"/>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8" name="图片 7">
            <a:extLst>
              <a:ext uri="{FF2B5EF4-FFF2-40B4-BE49-F238E27FC236}">
                <a16:creationId xmlns:a16="http://schemas.microsoft.com/office/drawing/2014/main" id="{08262629-EECE-7F41-84AE-DAE9B59118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44218" y="1136335"/>
            <a:ext cx="6180798" cy="5313892"/>
          </a:xfrm>
          <a:prstGeom prst="rect">
            <a:avLst/>
          </a:prstGeom>
          <a:noFill/>
          <a:ln>
            <a:noFill/>
          </a:ln>
        </p:spPr>
      </p:pic>
      <p:pic>
        <p:nvPicPr>
          <p:cNvPr id="7" name="图片 6">
            <a:extLst>
              <a:ext uri="{FF2B5EF4-FFF2-40B4-BE49-F238E27FC236}">
                <a16:creationId xmlns:a16="http://schemas.microsoft.com/office/drawing/2014/main" id="{42074EAA-D2E6-9842-A857-D107F6A0FCE1}"/>
              </a:ext>
            </a:extLst>
          </p:cNvPr>
          <p:cNvPicPr>
            <a:picLocks noChangeAspect="1"/>
          </p:cNvPicPr>
          <p:nvPr/>
        </p:nvPicPr>
        <p:blipFill>
          <a:blip r:embed="rId3"/>
          <a:stretch>
            <a:fillRect/>
          </a:stretch>
        </p:blipFill>
        <p:spPr>
          <a:xfrm>
            <a:off x="608032" y="4231581"/>
            <a:ext cx="4258907" cy="2067505"/>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9" name="图片 8">
            <a:extLst>
              <a:ext uri="{FF2B5EF4-FFF2-40B4-BE49-F238E27FC236}">
                <a16:creationId xmlns:a16="http://schemas.microsoft.com/office/drawing/2014/main" id="{997355DA-9191-FE41-8A44-52FEBD3BC284}"/>
              </a:ext>
            </a:extLst>
          </p:cNvPr>
          <p:cNvPicPr>
            <a:picLocks noChangeAspect="1"/>
          </p:cNvPicPr>
          <p:nvPr/>
        </p:nvPicPr>
        <p:blipFill>
          <a:blip r:embed="rId4"/>
          <a:stretch>
            <a:fillRect/>
          </a:stretch>
        </p:blipFill>
        <p:spPr>
          <a:xfrm>
            <a:off x="608032" y="1833987"/>
            <a:ext cx="4258907" cy="2067280"/>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
        <p:nvSpPr>
          <p:cNvPr id="10" name="Rectangle 2">
            <a:extLst>
              <a:ext uri="{FF2B5EF4-FFF2-40B4-BE49-F238E27FC236}">
                <a16:creationId xmlns:a16="http://schemas.microsoft.com/office/drawing/2014/main" id="{D191DEF5-8CCD-CC41-AAD6-A1BA613716C0}"/>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Tree>
    <p:extLst>
      <p:ext uri="{BB962C8B-B14F-4D97-AF65-F5344CB8AC3E}">
        <p14:creationId xmlns:p14="http://schemas.microsoft.com/office/powerpoint/2010/main" val="42221835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100</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1"/>
            <a:ext cx="7084215" cy="502589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关系型数据库范式</a:t>
            </a: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第一范式（</a:t>
            </a:r>
            <a:r>
              <a:rPr lang="en-US" altLang="zh-CN" sz="1600" dirty="0">
                <a:solidFill>
                  <a:srgbClr val="000000"/>
                </a:solidFill>
                <a:latin typeface="微软雅黑" panose="020B0503020204020204" pitchFamily="34" charset="-122"/>
                <a:sym typeface="微软雅黑" panose="020B0503020204020204" pitchFamily="34" charset="-122"/>
              </a:rPr>
              <a:t>1NF</a:t>
            </a:r>
            <a:r>
              <a:rPr lang="zh-CN" altLang="en-US" sz="1600" dirty="0">
                <a:solidFill>
                  <a:srgbClr val="000000"/>
                </a:solidFill>
                <a:latin typeface="微软雅黑" panose="020B0503020204020204" pitchFamily="34" charset="-122"/>
                <a:sym typeface="微软雅黑" panose="020B0503020204020204" pitchFamily="34" charset="-122"/>
              </a:rPr>
              <a:t>）：所有关系中的每一个分量都必须是不可分的数据项。第一范式是建立关系型数据表的最基本的要求</a:t>
            </a: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第二范式（</a:t>
            </a:r>
            <a:r>
              <a:rPr lang="en-US" altLang="zh-CN" sz="1600" dirty="0">
                <a:solidFill>
                  <a:srgbClr val="000000"/>
                </a:solidFill>
                <a:latin typeface="微软雅黑" panose="020B0503020204020204" pitchFamily="34" charset="-122"/>
                <a:sym typeface="微软雅黑" panose="020B0503020204020204" pitchFamily="34" charset="-122"/>
              </a:rPr>
              <a:t>2NF</a:t>
            </a:r>
            <a:r>
              <a:rPr lang="zh-CN" altLang="en-US" sz="1600" dirty="0">
                <a:solidFill>
                  <a:srgbClr val="000000"/>
                </a:solidFill>
                <a:latin typeface="微软雅黑" panose="020B0503020204020204" pitchFamily="34" charset="-122"/>
                <a:sym typeface="微软雅黑" panose="020B0503020204020204" pitchFamily="34" charset="-122"/>
              </a:rPr>
              <a:t>）：满足第一范式的条件，并且每个非键属性都由整个键决定</a:t>
            </a: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1600" dirty="0">
                <a:solidFill>
                  <a:srgbClr val="000000"/>
                </a:solidFill>
                <a:latin typeface="微软雅黑" panose="020B0503020204020204" pitchFamily="34" charset="-122"/>
                <a:sym typeface="微软雅黑" panose="020B0503020204020204" pitchFamily="34" charset="-122"/>
              </a:rPr>
              <a:t>第三范式（</a:t>
            </a:r>
            <a:r>
              <a:rPr lang="en-US" altLang="zh-CN" sz="1600" dirty="0">
                <a:solidFill>
                  <a:srgbClr val="000000"/>
                </a:solidFill>
                <a:latin typeface="微软雅黑" panose="020B0503020204020204" pitchFamily="34" charset="-122"/>
                <a:sym typeface="微软雅黑" panose="020B0503020204020204" pitchFamily="34" charset="-122"/>
              </a:rPr>
              <a:t>3NF</a:t>
            </a:r>
            <a:r>
              <a:rPr lang="zh-CN" altLang="en-US" sz="1600" dirty="0">
                <a:solidFill>
                  <a:srgbClr val="000000"/>
                </a:solidFill>
                <a:latin typeface="微软雅黑" panose="020B0503020204020204" pitchFamily="34" charset="-122"/>
                <a:sym typeface="微软雅黑" panose="020B0503020204020204" pitchFamily="34" charset="-122"/>
              </a:rPr>
              <a:t>）：满足第二范式的条件，并且每个非键属性不依赖于其他非键属性值 </a:t>
            </a:r>
          </a:p>
          <a:p>
            <a:pPr marL="2762250" indent="-2762250"/>
            <a:endParaRPr lang="zh-CN" altLang="en-US" sz="2000" dirty="0">
              <a:solidFill>
                <a:srgbClr val="CC6600"/>
              </a:solidFill>
              <a:sym typeface="微软雅黑" panose="020B0503020204020204" pitchFamily="34" charset="-122"/>
            </a:endParaRPr>
          </a:p>
        </p:txBody>
      </p:sp>
    </p:spTree>
    <p:extLst>
      <p:ext uri="{BB962C8B-B14F-4D97-AF65-F5344CB8AC3E}">
        <p14:creationId xmlns:p14="http://schemas.microsoft.com/office/powerpoint/2010/main" val="90067027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101</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1"/>
            <a:ext cx="7084215" cy="502589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第一范式（</a:t>
            </a:r>
            <a:r>
              <a:rPr lang="en-US" altLang="zh-CN" sz="2000" dirty="0">
                <a:solidFill>
                  <a:srgbClr val="000000"/>
                </a:solidFill>
                <a:latin typeface="微软雅黑" panose="020B0503020204020204" pitchFamily="34" charset="-122"/>
                <a:sym typeface="微软雅黑" panose="020B0503020204020204" pitchFamily="34" charset="-122"/>
              </a:rPr>
              <a:t>1NF</a:t>
            </a:r>
            <a:r>
              <a:rPr lang="zh-CN" altLang="en-US" sz="2000" dirty="0">
                <a:solidFill>
                  <a:srgbClr val="000000"/>
                </a:solidFill>
                <a:latin typeface="微软雅黑" panose="020B0503020204020204" pitchFamily="34" charset="-122"/>
                <a:sym typeface="微软雅黑" panose="020B0503020204020204" pitchFamily="34" charset="-122"/>
              </a:rPr>
              <a:t>）</a:t>
            </a: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1</a:t>
            </a:r>
            <a:r>
              <a:rPr lang="zh-CN" altLang="en-US" dirty="0">
                <a:solidFill>
                  <a:srgbClr val="000000"/>
                </a:solidFill>
                <a:latin typeface="微软雅黑" panose="020B0503020204020204" pitchFamily="34" charset="-122"/>
                <a:sym typeface="微软雅黑" panose="020B0503020204020204" pitchFamily="34" charset="-122"/>
              </a:rPr>
              <a:t>唯一确定</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2, </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3, </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4</a:t>
            </a:r>
            <a:r>
              <a:rPr lang="en-US" altLang="zh-CN" dirty="0">
                <a:solidFill>
                  <a:srgbClr val="000000"/>
                </a:solidFill>
                <a:latin typeface="微软雅黑" panose="020B0503020204020204" pitchFamily="34" charset="-122"/>
                <a:sym typeface="微软雅黑" panose="020B0503020204020204" pitchFamily="34" charset="-122"/>
              </a:rPr>
              <a:t>, ...</a:t>
            </a:r>
            <a:r>
              <a:rPr lang="zh-CN" altLang="en-US" dirty="0">
                <a:solidFill>
                  <a:srgbClr val="000000"/>
                </a:solidFill>
                <a:latin typeface="微软雅黑" panose="020B0503020204020204" pitchFamily="34" charset="-122"/>
                <a:sym typeface="微软雅黑" panose="020B0503020204020204" pitchFamily="34" charset="-122"/>
              </a:rPr>
              <a:t>，即</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2, </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3, </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4, ...</a:t>
            </a:r>
            <a:r>
              <a:rPr lang="zh-CN" altLang="en-US" dirty="0">
                <a:solidFill>
                  <a:srgbClr val="FF0000"/>
                </a:solidFill>
                <a:latin typeface="微软雅黑" panose="020B0503020204020204" pitchFamily="34" charset="-122"/>
                <a:sym typeface="微软雅黑" panose="020B0503020204020204" pitchFamily="34" charset="-122"/>
              </a:rPr>
              <a:t>不能再分裂出其它列</a:t>
            </a:r>
            <a:endParaRPr lang="en-US" altLang="zh-CN"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dirty="0">
                <a:solidFill>
                  <a:srgbClr val="000000"/>
                </a:solidFill>
                <a:latin typeface="微软雅黑" panose="020B0503020204020204" pitchFamily="34" charset="-122"/>
                <a:sym typeface="微软雅黑" panose="020B0503020204020204" pitchFamily="34" charset="-122"/>
              </a:rPr>
              <a:t>假设有关系模式</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1: </a:t>
            </a:r>
            <a:r>
              <a:rPr lang="zh-CN" altLang="en-US" dirty="0">
                <a:solidFill>
                  <a:srgbClr val="FF0000"/>
                </a:solidFill>
                <a:latin typeface="微软雅黑" panose="020B0503020204020204" pitchFamily="34" charset="-122"/>
                <a:sym typeface="微软雅黑" panose="020B0503020204020204" pitchFamily="34" charset="-122"/>
              </a:rPr>
              <a:t>订单名</a:t>
            </a:r>
            <a:r>
              <a:rPr lang="en-US" altLang="zh-CN" dirty="0">
                <a:solidFill>
                  <a:srgbClr val="FF0000"/>
                </a:solidFill>
                <a:latin typeface="微软雅黑" panose="020B0503020204020204" pitchFamily="34" charset="-122"/>
                <a:sym typeface="微软雅黑" panose="020B0503020204020204" pitchFamily="34" charset="-122"/>
              </a:rPr>
              <a:t>; </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2: </a:t>
            </a:r>
            <a:r>
              <a:rPr lang="zh-CN" altLang="en-US" dirty="0">
                <a:solidFill>
                  <a:srgbClr val="FF0000"/>
                </a:solidFill>
                <a:latin typeface="微软雅黑" panose="020B0503020204020204" pitchFamily="34" charset="-122"/>
                <a:sym typeface="微软雅黑" panose="020B0503020204020204" pitchFamily="34" charset="-122"/>
              </a:rPr>
              <a:t>商品</a:t>
            </a:r>
            <a:r>
              <a:rPr lang="zh-CN" altLang="en-US" dirty="0">
                <a:solidFill>
                  <a:srgbClr val="000000"/>
                </a:solidFill>
                <a:latin typeface="微软雅黑" panose="020B0503020204020204" pitchFamily="34" charset="-122"/>
                <a:sym typeface="微软雅黑" panose="020B0503020204020204" pitchFamily="34" charset="-122"/>
              </a:rPr>
              <a:t>。一个订单下可以有多个商品，即</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2: </a:t>
            </a:r>
            <a:r>
              <a:rPr lang="zh-CN" altLang="en-US" dirty="0">
                <a:solidFill>
                  <a:srgbClr val="FF0000"/>
                </a:solidFill>
                <a:latin typeface="微软雅黑" panose="020B0503020204020204" pitchFamily="34" charset="-122"/>
                <a:sym typeface="微软雅黑" panose="020B0503020204020204" pitchFamily="34" charset="-122"/>
              </a:rPr>
              <a:t>商品</a:t>
            </a:r>
            <a:r>
              <a:rPr lang="zh-CN" altLang="en-US" dirty="0">
                <a:solidFill>
                  <a:srgbClr val="000000"/>
                </a:solidFill>
                <a:latin typeface="微软雅黑" panose="020B0503020204020204" pitchFamily="34" charset="-122"/>
                <a:sym typeface="微软雅黑" panose="020B0503020204020204" pitchFamily="34" charset="-122"/>
              </a:rPr>
              <a:t>可以分裂成</a:t>
            </a:r>
            <a:r>
              <a:rPr lang="zh-CN" altLang="en-US" dirty="0">
                <a:solidFill>
                  <a:srgbClr val="FF0000"/>
                </a:solidFill>
                <a:latin typeface="微软雅黑" panose="020B0503020204020204" pitchFamily="34" charset="-122"/>
                <a:sym typeface="微软雅黑" panose="020B0503020204020204" pitchFamily="34" charset="-122"/>
              </a:rPr>
              <a:t>商品</a:t>
            </a:r>
            <a:r>
              <a:rPr lang="en-US" altLang="zh-CN" dirty="0">
                <a:solidFill>
                  <a:srgbClr val="FF0000"/>
                </a:solidFill>
                <a:latin typeface="微软雅黑" panose="020B0503020204020204" pitchFamily="34" charset="-122"/>
                <a:sym typeface="微软雅黑" panose="020B0503020204020204" pitchFamily="34" charset="-122"/>
              </a:rPr>
              <a:t>A, </a:t>
            </a:r>
            <a:r>
              <a:rPr lang="zh-CN" altLang="en-US" dirty="0">
                <a:solidFill>
                  <a:srgbClr val="FF0000"/>
                </a:solidFill>
                <a:latin typeface="微软雅黑" panose="020B0503020204020204" pitchFamily="34" charset="-122"/>
                <a:sym typeface="微软雅黑" panose="020B0503020204020204" pitchFamily="34" charset="-122"/>
              </a:rPr>
              <a:t>商品</a:t>
            </a:r>
            <a:r>
              <a:rPr lang="en-US" altLang="zh-CN" dirty="0">
                <a:solidFill>
                  <a:srgbClr val="FF0000"/>
                </a:solidFill>
                <a:latin typeface="微软雅黑" panose="020B0503020204020204" pitchFamily="34" charset="-122"/>
                <a:sym typeface="微软雅黑" panose="020B0503020204020204" pitchFamily="34" charset="-122"/>
              </a:rPr>
              <a:t>B, </a:t>
            </a:r>
            <a:r>
              <a:rPr lang="zh-CN" altLang="en-US" dirty="0">
                <a:solidFill>
                  <a:srgbClr val="FF0000"/>
                </a:solidFill>
                <a:latin typeface="微软雅黑" panose="020B0503020204020204" pitchFamily="34" charset="-122"/>
                <a:sym typeface="微软雅黑" panose="020B0503020204020204" pitchFamily="34" charset="-122"/>
              </a:rPr>
              <a:t>商品</a:t>
            </a:r>
            <a:r>
              <a:rPr lang="en-US" altLang="zh-CN" dirty="0">
                <a:solidFill>
                  <a:srgbClr val="FF0000"/>
                </a:solidFill>
                <a:latin typeface="微软雅黑" panose="020B0503020204020204" pitchFamily="34" charset="-122"/>
                <a:sym typeface="微软雅黑" panose="020B0503020204020204" pitchFamily="34" charset="-122"/>
              </a:rPr>
              <a:t>C, ...</a:t>
            </a:r>
            <a:r>
              <a:rPr lang="zh-CN" altLang="en-US" dirty="0">
                <a:solidFill>
                  <a:srgbClr val="FF0000"/>
                </a:solidFill>
                <a:latin typeface="微软雅黑" panose="020B0503020204020204" pitchFamily="34" charset="-122"/>
                <a:sym typeface="微软雅黑" panose="020B0503020204020204" pitchFamily="34" charset="-122"/>
              </a:rPr>
              <a:t>，</a:t>
            </a:r>
            <a:r>
              <a:rPr lang="zh-CN" altLang="en-US" dirty="0">
                <a:solidFill>
                  <a:srgbClr val="000000"/>
                </a:solidFill>
                <a:latin typeface="微软雅黑" panose="020B0503020204020204" pitchFamily="34" charset="-122"/>
                <a:sym typeface="微软雅黑" panose="020B0503020204020204" pitchFamily="34" charset="-122"/>
              </a:rPr>
              <a:t>所以</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1: </a:t>
            </a:r>
            <a:r>
              <a:rPr lang="zh-CN" altLang="en-US" dirty="0">
                <a:solidFill>
                  <a:srgbClr val="FF0000"/>
                </a:solidFill>
                <a:latin typeface="微软雅黑" panose="020B0503020204020204" pitchFamily="34" charset="-122"/>
                <a:sym typeface="微软雅黑" panose="020B0503020204020204" pitchFamily="34" charset="-122"/>
              </a:rPr>
              <a:t>订单名</a:t>
            </a:r>
            <a:r>
              <a:rPr lang="en-US" altLang="zh-CN" dirty="0">
                <a:solidFill>
                  <a:srgbClr val="FF0000"/>
                </a:solidFill>
                <a:latin typeface="微软雅黑" panose="020B0503020204020204" pitchFamily="34" charset="-122"/>
                <a:sym typeface="微软雅黑" panose="020B0503020204020204" pitchFamily="34" charset="-122"/>
              </a:rPr>
              <a:t>; </a:t>
            </a:r>
            <a:r>
              <a:rPr lang="zh-CN" altLang="en-US" dirty="0">
                <a:solidFill>
                  <a:srgbClr val="FF0000"/>
                </a:solidFill>
                <a:latin typeface="微软雅黑" panose="020B0503020204020204" pitchFamily="34" charset="-122"/>
                <a:sym typeface="微软雅黑" panose="020B0503020204020204" pitchFamily="34" charset="-122"/>
              </a:rPr>
              <a:t>列</a:t>
            </a:r>
            <a:r>
              <a:rPr lang="en-US" altLang="zh-CN" dirty="0">
                <a:solidFill>
                  <a:srgbClr val="FF0000"/>
                </a:solidFill>
                <a:latin typeface="微软雅黑" panose="020B0503020204020204" pitchFamily="34" charset="-122"/>
                <a:sym typeface="微软雅黑" panose="020B0503020204020204" pitchFamily="34" charset="-122"/>
              </a:rPr>
              <a:t>2: </a:t>
            </a:r>
            <a:r>
              <a:rPr lang="zh-CN" altLang="en-US" dirty="0">
                <a:solidFill>
                  <a:srgbClr val="FF0000"/>
                </a:solidFill>
                <a:latin typeface="微软雅黑" panose="020B0503020204020204" pitchFamily="34" charset="-122"/>
                <a:sym typeface="微软雅黑" panose="020B0503020204020204" pitchFamily="34" charset="-122"/>
              </a:rPr>
              <a:t>商品</a:t>
            </a:r>
            <a:r>
              <a:rPr lang="zh-CN" altLang="en-US" dirty="0">
                <a:solidFill>
                  <a:srgbClr val="000000"/>
                </a:solidFill>
                <a:latin typeface="微软雅黑" panose="020B0503020204020204" pitchFamily="34" charset="-122"/>
                <a:sym typeface="微软雅黑" panose="020B0503020204020204" pitchFamily="34" charset="-122"/>
              </a:rPr>
              <a:t>这样的关系模式不符合第一范式</a:t>
            </a:r>
            <a:endParaRPr lang="en-US" altLang="zh-CN" dirty="0">
              <a:solidFill>
                <a:srgbClr val="000000"/>
              </a:solidFill>
              <a:latin typeface="微软雅黑" panose="020B0503020204020204" pitchFamily="34" charset="-122"/>
              <a:sym typeface="微软雅黑" panose="020B0503020204020204" pitchFamily="34" charset="-122"/>
            </a:endParaRPr>
          </a:p>
          <a:p>
            <a:pPr marL="2762250" indent="-2762250"/>
            <a:endParaRPr lang="zh-CN" altLang="en-US" sz="2000" dirty="0">
              <a:solidFill>
                <a:srgbClr val="CC6600"/>
              </a:solidFill>
              <a:sym typeface="微软雅黑" panose="020B0503020204020204" pitchFamily="34" charset="-122"/>
            </a:endParaRPr>
          </a:p>
        </p:txBody>
      </p:sp>
      <p:pic>
        <p:nvPicPr>
          <p:cNvPr id="1026" name="Picture 2" descr="https://img2020.cnblogs.com/blog/944376/202104/944376-20210429144806987-1479266927.png">
            <a:extLst>
              <a:ext uri="{FF2B5EF4-FFF2-40B4-BE49-F238E27FC236}">
                <a16:creationId xmlns:a16="http://schemas.microsoft.com/office/drawing/2014/main" id="{F7EE0DB2-1BC9-4208-9E62-9928AAA8A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0350" y="2166938"/>
            <a:ext cx="3543300" cy="561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2060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102</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1"/>
            <a:ext cx="7084215" cy="5025891"/>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Arial" panose="020B0604020202020204" pitchFamily="34" charset="0"/>
              <a:buChar char="•"/>
            </a:pPr>
            <a:r>
              <a:rPr lang="zh-CN" altLang="en-US" sz="2000" dirty="0">
                <a:solidFill>
                  <a:srgbClr val="000000"/>
                </a:solidFill>
                <a:latin typeface="微软雅黑" panose="020B0503020204020204" pitchFamily="34" charset="-122"/>
                <a:sym typeface="微软雅黑" panose="020B0503020204020204" pitchFamily="34" charset="-122"/>
              </a:rPr>
              <a:t>第二范式（</a:t>
            </a:r>
            <a:r>
              <a:rPr lang="en-US" altLang="zh-CN" sz="2000" dirty="0">
                <a:solidFill>
                  <a:srgbClr val="000000"/>
                </a:solidFill>
                <a:latin typeface="微软雅黑" panose="020B0503020204020204" pitchFamily="34" charset="-122"/>
                <a:sym typeface="微软雅黑" panose="020B0503020204020204" pitchFamily="34" charset="-122"/>
              </a:rPr>
              <a:t>1NF</a:t>
            </a:r>
            <a:r>
              <a:rPr lang="zh-CN" altLang="en-US" sz="2000" dirty="0">
                <a:solidFill>
                  <a:srgbClr val="000000"/>
                </a:solidFill>
                <a:latin typeface="微软雅黑" panose="020B0503020204020204" pitchFamily="34" charset="-122"/>
                <a:sym typeface="微软雅黑" panose="020B0503020204020204" pitchFamily="34" charset="-122"/>
              </a:rPr>
              <a:t>）</a:t>
            </a: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2762250" indent="-2762250"/>
            <a:endParaRPr lang="zh-CN" altLang="en-US" sz="2000" dirty="0">
              <a:solidFill>
                <a:srgbClr val="CC6600"/>
              </a:solidFill>
              <a:sym typeface="微软雅黑" panose="020B0503020204020204" pitchFamily="34" charset="-122"/>
            </a:endParaRPr>
          </a:p>
        </p:txBody>
      </p:sp>
      <p:pic>
        <p:nvPicPr>
          <p:cNvPr id="2050" name="Picture 2" descr="https://img2020.cnblogs.com/blog/944376/202104/944376-20210429145214099-1241070153.png">
            <a:extLst>
              <a:ext uri="{FF2B5EF4-FFF2-40B4-BE49-F238E27FC236}">
                <a16:creationId xmlns:a16="http://schemas.microsoft.com/office/drawing/2014/main" id="{78A33A1E-3830-4742-94D4-E8846EAC08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305" y="2168857"/>
            <a:ext cx="4232695" cy="3667497"/>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a:extLst>
              <a:ext uri="{FF2B5EF4-FFF2-40B4-BE49-F238E27FC236}">
                <a16:creationId xmlns:a16="http://schemas.microsoft.com/office/drawing/2014/main" id="{A0526170-C6A6-42A4-952F-E3FB451FD152}"/>
              </a:ext>
            </a:extLst>
          </p:cNvPr>
          <p:cNvSpPr/>
          <p:nvPr/>
        </p:nvSpPr>
        <p:spPr>
          <a:xfrm>
            <a:off x="4487336" y="2210251"/>
            <a:ext cx="4572000" cy="3785652"/>
          </a:xfrm>
          <a:prstGeom prst="rect">
            <a:avLst/>
          </a:prstGeom>
        </p:spPr>
        <p:txBody>
          <a:bodyPr>
            <a:spAutoFit/>
          </a:bodyPr>
          <a:lstStyle/>
          <a:p>
            <a:pPr marL="674688" lvl="1" indent="-317500">
              <a:spcBef>
                <a:spcPts val="600"/>
              </a:spcBef>
              <a:buFont typeface="Wingdings" pitchFamily="2" charset="2"/>
              <a:buChar char="p"/>
            </a:pPr>
            <a:r>
              <a:rPr lang="zh-CN" altLang="en-US" sz="2000" dirty="0">
                <a:latin typeface="微软雅黑" panose="020B0503020204020204" pitchFamily="34" charset="-122"/>
                <a:ea typeface="微软雅黑" panose="020B0503020204020204" pitchFamily="34" charset="-122"/>
                <a:sym typeface="微软雅黑" panose="020B0503020204020204" pitchFamily="34" charset="-122"/>
              </a:rPr>
              <a:t>满足</a:t>
            </a:r>
            <a:r>
              <a:rPr lang="en-US" altLang="zh-CN" sz="2000" dirty="0">
                <a:latin typeface="微软雅黑" panose="020B0503020204020204" pitchFamily="34" charset="-122"/>
                <a:ea typeface="微软雅黑" panose="020B0503020204020204" pitchFamily="34" charset="-122"/>
                <a:sym typeface="微软雅黑" panose="020B0503020204020204" pitchFamily="34" charset="-122"/>
              </a:rPr>
              <a:t>2NF</a:t>
            </a:r>
            <a:r>
              <a:rPr lang="zh-CN" altLang="en-US" sz="2000" dirty="0">
                <a:latin typeface="微软雅黑" panose="020B0503020204020204" pitchFamily="34" charset="-122"/>
                <a:ea typeface="微软雅黑" panose="020B0503020204020204" pitchFamily="34" charset="-122"/>
                <a:sym typeface="微软雅黑" panose="020B0503020204020204" pitchFamily="34" charset="-122"/>
              </a:rPr>
              <a:t>的前提是必须满足</a:t>
            </a:r>
            <a:r>
              <a:rPr lang="en-US" altLang="zh-CN" sz="2000" dirty="0">
                <a:latin typeface="微软雅黑" panose="020B0503020204020204" pitchFamily="34" charset="-122"/>
                <a:ea typeface="微软雅黑" panose="020B0503020204020204" pitchFamily="34" charset="-122"/>
                <a:sym typeface="微软雅黑" panose="020B0503020204020204" pitchFamily="34" charset="-122"/>
              </a:rPr>
              <a:t>1NF</a:t>
            </a:r>
            <a:endParaRPr lang="zh-CN" altLang="en-US" sz="2000" dirty="0">
              <a:latin typeface="微软雅黑" panose="020B0503020204020204" pitchFamily="34" charset="-122"/>
              <a:ea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2000" dirty="0">
                <a:latin typeface="微软雅黑" panose="020B0503020204020204" pitchFamily="34" charset="-122"/>
                <a:ea typeface="微软雅黑" panose="020B0503020204020204" pitchFamily="34" charset="-122"/>
                <a:sym typeface="微软雅黑" panose="020B0503020204020204" pitchFamily="34" charset="-122"/>
              </a:rPr>
              <a:t>此外，关系模式需要包含</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两部分内容：一是</a:t>
            </a:r>
            <a:r>
              <a:rPr lang="zh-CN" altLang="en-US" sz="2000" dirty="0">
                <a:latin typeface="微软雅黑" panose="020B0503020204020204" pitchFamily="34" charset="-122"/>
                <a:ea typeface="微软雅黑" panose="020B0503020204020204" pitchFamily="34" charset="-122"/>
                <a:sym typeface="微软雅黑" panose="020B0503020204020204" pitchFamily="34" charset="-122"/>
              </a:rPr>
              <a:t>必须有一个（及以上）主键；</a:t>
            </a: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二是</a:t>
            </a:r>
            <a:r>
              <a:rPr lang="zh-CN" altLang="en-US" sz="2000" dirty="0">
                <a:latin typeface="微软雅黑" panose="020B0503020204020204" pitchFamily="34" charset="-122"/>
                <a:ea typeface="微软雅黑" panose="020B0503020204020204" pitchFamily="34" charset="-122"/>
                <a:sym typeface="微软雅黑" panose="020B0503020204020204" pitchFamily="34" charset="-122"/>
              </a:rPr>
              <a:t>没有包含在主键中的列必须全部依赖于全部主键，而不能只依赖于主键的一部分而不依赖全部主键</a:t>
            </a:r>
            <a:endParaRPr lang="en-US" altLang="zh-CN" sz="2000" dirty="0">
              <a:latin typeface="微软雅黑" panose="020B0503020204020204" pitchFamily="34" charset="-122"/>
              <a:ea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rPr>
              <a:t>只有全部的非主键列依赖于全部主键，才满足第二范式</a:t>
            </a:r>
            <a:endParaRPr lang="en-US" altLang="zh-CN" sz="2000" dirty="0">
              <a:solidFill>
                <a:srgbClr val="FF0000"/>
              </a:solidFill>
              <a:latin typeface="微软雅黑" panose="020B0503020204020204" pitchFamily="34" charset="-122"/>
              <a:ea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2000" dirty="0">
              <a:latin typeface="微软雅黑" panose="020B0503020204020204" pitchFamily="34" charset="-122"/>
              <a:ea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2000" dirty="0">
              <a:latin typeface="微软雅黑" panose="020B0503020204020204" pitchFamily="34" charset="-122"/>
              <a:ea typeface="微软雅黑" panose="020B0503020204020204" pitchFamily="34" charset="-122"/>
              <a:sym typeface="微软雅黑" panose="020B0503020204020204" pitchFamily="34" charset="-122"/>
            </a:endParaRPr>
          </a:p>
        </p:txBody>
      </p:sp>
    </p:spTree>
    <p:extLst>
      <p:ext uri="{BB962C8B-B14F-4D97-AF65-F5344CB8AC3E}">
        <p14:creationId xmlns:p14="http://schemas.microsoft.com/office/powerpoint/2010/main" val="22463888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3.4 </a:t>
            </a:r>
            <a:r>
              <a:rPr lang="zh-CN" altLang="en-US" sz="2800" dirty="0">
                <a:solidFill>
                  <a:srgbClr val="4E8F00"/>
                </a:solidFill>
              </a:rPr>
              <a:t> </a:t>
            </a:r>
            <a:r>
              <a:rPr lang="zh-CN" altLang="en-US" sz="2800" dirty="0">
                <a:solidFill>
                  <a:srgbClr val="4E8F00"/>
                </a:solidFill>
                <a:sym typeface="微软雅黑" panose="020B0503020204020204" pitchFamily="34" charset="-122"/>
              </a:rPr>
              <a:t>数据库结构设计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103</a:t>
            </a:fld>
            <a:endParaRPr lang="zh-CN" altLang="en-US"/>
          </a:p>
        </p:txBody>
      </p:sp>
      <p:sp>
        <p:nvSpPr>
          <p:cNvPr id="9" name="Rectangle 7">
            <a:extLst>
              <a:ext uri="{FF2B5EF4-FFF2-40B4-BE49-F238E27FC236}">
                <a16:creationId xmlns:a16="http://schemas.microsoft.com/office/drawing/2014/main" id="{568ECC71-0072-DF43-A124-2A14BCEB1E6B}"/>
              </a:ext>
            </a:extLst>
          </p:cNvPr>
          <p:cNvSpPr txBox="1">
            <a:spLocks noChangeArrowheads="1"/>
          </p:cNvSpPr>
          <p:nvPr/>
        </p:nvSpPr>
        <p:spPr>
          <a:xfrm>
            <a:off x="1073823" y="1335151"/>
            <a:ext cx="7084215" cy="5025891"/>
          </a:xfrm>
          <a:prstGeom prst="rect">
            <a:avLst/>
          </a:prstGeom>
        </p:spPr>
        <p:txBody>
          <a:bodyPr vert="horz" lIns="91440" tIns="45720" rIns="91440" bIns="45720" rtlCol="0">
            <a:normAutofit fontScale="55000" lnSpcReduction="20000"/>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342900" indent="-342900">
              <a:buFont typeface="Arial" panose="020B0604020202020204" pitchFamily="34" charset="0"/>
              <a:buChar char="•"/>
            </a:pPr>
            <a:r>
              <a:rPr lang="zh-CN" altLang="en-US" sz="3600" dirty="0">
                <a:solidFill>
                  <a:srgbClr val="000000"/>
                </a:solidFill>
                <a:latin typeface="微软雅黑" panose="020B0503020204020204" pitchFamily="34" charset="-122"/>
                <a:sym typeface="微软雅黑" panose="020B0503020204020204" pitchFamily="34" charset="-122"/>
              </a:rPr>
              <a:t>第三范式（</a:t>
            </a:r>
            <a:r>
              <a:rPr lang="en-US" altLang="zh-CN" sz="3600" dirty="0">
                <a:solidFill>
                  <a:srgbClr val="000000"/>
                </a:solidFill>
                <a:latin typeface="微软雅黑" panose="020B0503020204020204" pitchFamily="34" charset="-122"/>
                <a:sym typeface="微软雅黑" panose="020B0503020204020204" pitchFamily="34" charset="-122"/>
              </a:rPr>
              <a:t>3NF</a:t>
            </a:r>
            <a:r>
              <a:rPr lang="zh-CN" altLang="en-US" sz="3600" dirty="0">
                <a:solidFill>
                  <a:srgbClr val="000000"/>
                </a:solidFill>
                <a:latin typeface="微软雅黑" panose="020B0503020204020204" pitchFamily="34" charset="-122"/>
                <a:sym typeface="微软雅黑" panose="020B0503020204020204" pitchFamily="34" charset="-122"/>
              </a:rPr>
              <a:t>）</a:t>
            </a: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sz="16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dirty="0">
              <a:solidFill>
                <a:srgbClr val="FF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endParaRPr lang="en-US" altLang="zh-CN" dirty="0"/>
          </a:p>
          <a:p>
            <a:pPr marL="674688" lvl="1" indent="-317500">
              <a:spcBef>
                <a:spcPts val="600"/>
              </a:spcBef>
              <a:buFont typeface="Wingdings" pitchFamily="2" charset="2"/>
              <a:buChar char="p"/>
            </a:pPr>
            <a:endParaRPr lang="en-US" altLang="zh-CN" dirty="0"/>
          </a:p>
          <a:p>
            <a:pPr marL="674688" lvl="1" indent="-317500">
              <a:spcBef>
                <a:spcPts val="600"/>
              </a:spcBef>
              <a:buFont typeface="Wingdings" pitchFamily="2" charset="2"/>
              <a:buChar char="p"/>
            </a:pPr>
            <a:r>
              <a:rPr lang="zh-CN" altLang="en-US" sz="2900" dirty="0">
                <a:solidFill>
                  <a:srgbClr val="000000"/>
                </a:solidFill>
                <a:latin typeface="微软雅黑" panose="020B0503020204020204" pitchFamily="34" charset="-122"/>
              </a:rPr>
              <a:t>满足</a:t>
            </a:r>
            <a:r>
              <a:rPr lang="en-US" altLang="zh-CN" sz="2900" dirty="0">
                <a:solidFill>
                  <a:srgbClr val="000000"/>
                </a:solidFill>
                <a:latin typeface="微软雅黑" panose="020B0503020204020204" pitchFamily="34" charset="-122"/>
              </a:rPr>
              <a:t>3NF</a:t>
            </a:r>
            <a:r>
              <a:rPr lang="zh-CN" altLang="en-US" sz="2900" dirty="0">
                <a:solidFill>
                  <a:srgbClr val="000000"/>
                </a:solidFill>
                <a:latin typeface="微软雅黑" panose="020B0503020204020204" pitchFamily="34" charset="-122"/>
              </a:rPr>
              <a:t>的前提是必须满足</a:t>
            </a:r>
            <a:r>
              <a:rPr lang="en-US" altLang="zh-CN" sz="2900" dirty="0">
                <a:solidFill>
                  <a:srgbClr val="000000"/>
                </a:solidFill>
                <a:latin typeface="微软雅黑" panose="020B0503020204020204" pitchFamily="34" charset="-122"/>
              </a:rPr>
              <a:t>2NF</a:t>
            </a:r>
            <a:endParaRPr lang="en-US" altLang="zh-CN" sz="29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2900" dirty="0">
                <a:solidFill>
                  <a:srgbClr val="000000"/>
                </a:solidFill>
                <a:latin typeface="微软雅黑" panose="020B0503020204020204" pitchFamily="34" charset="-122"/>
                <a:sym typeface="微软雅黑" panose="020B0503020204020204" pitchFamily="34" charset="-122"/>
              </a:rPr>
              <a:t>另外关系模式的非主键列必须直接依赖于主键，不能存在传递依赖。即不能存在：非主键列</a:t>
            </a:r>
            <a:r>
              <a:rPr lang="en-US" altLang="zh-CN" sz="2900" dirty="0">
                <a:solidFill>
                  <a:srgbClr val="000000"/>
                </a:solidFill>
                <a:latin typeface="微软雅黑" panose="020B0503020204020204" pitchFamily="34" charset="-122"/>
                <a:sym typeface="微软雅黑" panose="020B0503020204020204" pitchFamily="34" charset="-122"/>
              </a:rPr>
              <a:t>m</a:t>
            </a:r>
            <a:r>
              <a:rPr lang="zh-CN" altLang="en-US" sz="2900" dirty="0">
                <a:solidFill>
                  <a:srgbClr val="000000"/>
                </a:solidFill>
                <a:latin typeface="微软雅黑" panose="020B0503020204020204" pitchFamily="34" charset="-122"/>
                <a:sym typeface="微软雅黑" panose="020B0503020204020204" pitchFamily="34" charset="-122"/>
              </a:rPr>
              <a:t>既依赖于全部主键，又依赖于非主键列</a:t>
            </a:r>
            <a:r>
              <a:rPr lang="en-US" altLang="zh-CN" sz="2900" dirty="0">
                <a:solidFill>
                  <a:srgbClr val="000000"/>
                </a:solidFill>
                <a:latin typeface="微软雅黑" panose="020B0503020204020204" pitchFamily="34" charset="-122"/>
                <a:sym typeface="微软雅黑" panose="020B0503020204020204" pitchFamily="34" charset="-122"/>
              </a:rPr>
              <a:t>n</a:t>
            </a:r>
            <a:r>
              <a:rPr lang="zh-CN" altLang="en-US" sz="2900" dirty="0">
                <a:solidFill>
                  <a:srgbClr val="000000"/>
                </a:solidFill>
                <a:latin typeface="微软雅黑" panose="020B0503020204020204" pitchFamily="34" charset="-122"/>
                <a:sym typeface="微软雅黑" panose="020B0503020204020204" pitchFamily="34" charset="-122"/>
              </a:rPr>
              <a:t>的情况</a:t>
            </a:r>
            <a:endParaRPr lang="en-US" altLang="zh-CN" sz="2900" dirty="0">
              <a:solidFill>
                <a:srgbClr val="00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2900" dirty="0">
                <a:solidFill>
                  <a:srgbClr val="FF0000"/>
                </a:solidFill>
                <a:latin typeface="微软雅黑" panose="020B0503020204020204" pitchFamily="34" charset="-122"/>
                <a:sym typeface="微软雅黑" panose="020B0503020204020204" pitchFamily="34" charset="-122"/>
              </a:rPr>
              <a:t>只要非主键内部存在传递依赖，就不满足第三范式</a:t>
            </a:r>
            <a:endParaRPr lang="en-US" altLang="zh-CN" sz="2900" dirty="0">
              <a:solidFill>
                <a:srgbClr val="FF0000"/>
              </a:solidFill>
              <a:latin typeface="微软雅黑" panose="020B0503020204020204" pitchFamily="34" charset="-122"/>
              <a:sym typeface="微软雅黑" panose="020B0503020204020204" pitchFamily="34" charset="-122"/>
            </a:endParaRPr>
          </a:p>
          <a:p>
            <a:pPr marL="674688" lvl="1" indent="-317500">
              <a:spcBef>
                <a:spcPts val="600"/>
              </a:spcBef>
              <a:buFont typeface="Wingdings" pitchFamily="2" charset="2"/>
              <a:buChar char="p"/>
            </a:pPr>
            <a:r>
              <a:rPr lang="zh-CN" altLang="en-US" sz="2900" dirty="0">
                <a:solidFill>
                  <a:srgbClr val="000000"/>
                </a:solidFill>
                <a:latin typeface="微软雅黑" panose="020B0503020204020204" pitchFamily="34" charset="-122"/>
                <a:sym typeface="微软雅黑" panose="020B0503020204020204" pitchFamily="34" charset="-122"/>
              </a:rPr>
              <a:t>假设存在关系模式</a:t>
            </a:r>
            <a:r>
              <a:rPr lang="zh-CN" altLang="en-US" sz="2900" dirty="0">
                <a:solidFill>
                  <a:srgbClr val="FF0000"/>
                </a:solidFill>
                <a:latin typeface="微软雅黑" panose="020B0503020204020204" pitchFamily="34" charset="-122"/>
                <a:sym typeface="微软雅黑" panose="020B0503020204020204" pitchFamily="34" charset="-122"/>
              </a:rPr>
              <a:t>主键</a:t>
            </a:r>
            <a:r>
              <a:rPr lang="en-US" altLang="zh-CN" sz="2900" dirty="0">
                <a:solidFill>
                  <a:srgbClr val="FF0000"/>
                </a:solidFill>
                <a:latin typeface="微软雅黑" panose="020B0503020204020204" pitchFamily="34" charset="-122"/>
                <a:sym typeface="微软雅黑" panose="020B0503020204020204" pitchFamily="34" charset="-122"/>
              </a:rPr>
              <a:t>1: </a:t>
            </a:r>
            <a:r>
              <a:rPr lang="zh-CN" altLang="en-US" sz="2900" dirty="0">
                <a:solidFill>
                  <a:srgbClr val="FF0000"/>
                </a:solidFill>
                <a:latin typeface="微软雅黑" panose="020B0503020204020204" pitchFamily="34" charset="-122"/>
                <a:sym typeface="微软雅黑" panose="020B0503020204020204" pitchFamily="34" charset="-122"/>
              </a:rPr>
              <a:t>课程编号</a:t>
            </a:r>
            <a:r>
              <a:rPr lang="en-US" altLang="zh-CN" sz="2900" dirty="0">
                <a:solidFill>
                  <a:srgbClr val="FF0000"/>
                </a:solidFill>
                <a:latin typeface="微软雅黑" panose="020B0503020204020204" pitchFamily="34" charset="-122"/>
                <a:sym typeface="微软雅黑" panose="020B0503020204020204" pitchFamily="34" charset="-122"/>
              </a:rPr>
              <a:t>; </a:t>
            </a:r>
            <a:r>
              <a:rPr lang="zh-CN" altLang="en-US" sz="2900" dirty="0">
                <a:solidFill>
                  <a:srgbClr val="FF0000"/>
                </a:solidFill>
                <a:latin typeface="微软雅黑" panose="020B0503020204020204" pitchFamily="34" charset="-122"/>
                <a:sym typeface="微软雅黑" panose="020B0503020204020204" pitchFamily="34" charset="-122"/>
              </a:rPr>
              <a:t>列</a:t>
            </a:r>
            <a:r>
              <a:rPr lang="en-US" altLang="zh-CN" sz="2900" dirty="0">
                <a:solidFill>
                  <a:srgbClr val="FF0000"/>
                </a:solidFill>
                <a:latin typeface="微软雅黑" panose="020B0503020204020204" pitchFamily="34" charset="-122"/>
                <a:sym typeface="微软雅黑" panose="020B0503020204020204" pitchFamily="34" charset="-122"/>
              </a:rPr>
              <a:t>1: </a:t>
            </a:r>
            <a:r>
              <a:rPr lang="zh-CN" altLang="en-US" sz="2900" dirty="0">
                <a:solidFill>
                  <a:srgbClr val="FF0000"/>
                </a:solidFill>
                <a:latin typeface="微软雅黑" panose="020B0503020204020204" pitchFamily="34" charset="-122"/>
                <a:sym typeface="微软雅黑" panose="020B0503020204020204" pitchFamily="34" charset="-122"/>
              </a:rPr>
              <a:t>教师名</a:t>
            </a:r>
            <a:r>
              <a:rPr lang="en-US" altLang="zh-CN" sz="2900" dirty="0">
                <a:solidFill>
                  <a:srgbClr val="FF0000"/>
                </a:solidFill>
                <a:latin typeface="微软雅黑" panose="020B0503020204020204" pitchFamily="34" charset="-122"/>
                <a:sym typeface="微软雅黑" panose="020B0503020204020204" pitchFamily="34" charset="-122"/>
              </a:rPr>
              <a:t>; </a:t>
            </a:r>
            <a:r>
              <a:rPr lang="zh-CN" altLang="en-US" sz="2900" dirty="0">
                <a:solidFill>
                  <a:srgbClr val="FF0000"/>
                </a:solidFill>
                <a:latin typeface="微软雅黑" panose="020B0503020204020204" pitchFamily="34" charset="-122"/>
                <a:sym typeface="微软雅黑" panose="020B0503020204020204" pitchFamily="34" charset="-122"/>
              </a:rPr>
              <a:t>列</a:t>
            </a:r>
            <a:r>
              <a:rPr lang="en-US" altLang="zh-CN" sz="2900" dirty="0">
                <a:solidFill>
                  <a:srgbClr val="FF0000"/>
                </a:solidFill>
                <a:latin typeface="微软雅黑" panose="020B0503020204020204" pitchFamily="34" charset="-122"/>
                <a:sym typeface="微软雅黑" panose="020B0503020204020204" pitchFamily="34" charset="-122"/>
              </a:rPr>
              <a:t>2: </a:t>
            </a:r>
            <a:r>
              <a:rPr lang="zh-CN" altLang="en-US" sz="2900" dirty="0">
                <a:solidFill>
                  <a:srgbClr val="FF0000"/>
                </a:solidFill>
                <a:latin typeface="微软雅黑" panose="020B0503020204020204" pitchFamily="34" charset="-122"/>
                <a:sym typeface="微软雅黑" panose="020B0503020204020204" pitchFamily="34" charset="-122"/>
              </a:rPr>
              <a:t>教师家庭地址</a:t>
            </a:r>
            <a:r>
              <a:rPr lang="zh-CN" altLang="en-US" sz="2900" dirty="0">
                <a:solidFill>
                  <a:srgbClr val="000000"/>
                </a:solidFill>
                <a:latin typeface="微软雅黑" panose="020B0503020204020204" pitchFamily="34" charset="-122"/>
                <a:sym typeface="微软雅黑" panose="020B0503020204020204" pitchFamily="34" charset="-122"/>
              </a:rPr>
              <a:t>。显然满足第一范式和第二范式，但是</a:t>
            </a:r>
            <a:r>
              <a:rPr lang="zh-CN" altLang="en-US" sz="2900" dirty="0">
                <a:solidFill>
                  <a:srgbClr val="FF0000"/>
                </a:solidFill>
                <a:latin typeface="微软雅黑" panose="020B0503020204020204" pitchFamily="34" charset="-122"/>
                <a:sym typeface="微软雅黑" panose="020B0503020204020204" pitchFamily="34" charset="-122"/>
              </a:rPr>
              <a:t>教师家庭地址</a:t>
            </a:r>
            <a:r>
              <a:rPr lang="zh-CN" altLang="en-US" sz="2900" dirty="0">
                <a:solidFill>
                  <a:srgbClr val="000000"/>
                </a:solidFill>
                <a:latin typeface="微软雅黑" panose="020B0503020204020204" pitchFamily="34" charset="-122"/>
                <a:sym typeface="微软雅黑" panose="020B0503020204020204" pitchFamily="34" charset="-122"/>
              </a:rPr>
              <a:t>传递依赖于</a:t>
            </a:r>
            <a:r>
              <a:rPr lang="zh-CN" altLang="en-US" sz="2900" dirty="0">
                <a:solidFill>
                  <a:srgbClr val="FF0000"/>
                </a:solidFill>
                <a:latin typeface="微软雅黑" panose="020B0503020204020204" pitchFamily="34" charset="-122"/>
                <a:sym typeface="微软雅黑" panose="020B0503020204020204" pitchFamily="34" charset="-122"/>
              </a:rPr>
              <a:t>教师名</a:t>
            </a:r>
            <a:r>
              <a:rPr lang="zh-CN" altLang="en-US" sz="2900" dirty="0">
                <a:solidFill>
                  <a:srgbClr val="000000"/>
                </a:solidFill>
                <a:latin typeface="微软雅黑" panose="020B0503020204020204" pitchFamily="34" charset="-122"/>
                <a:sym typeface="微软雅黑" panose="020B0503020204020204" pitchFamily="34" charset="-122"/>
              </a:rPr>
              <a:t>，所以不满足第三范式。</a:t>
            </a:r>
            <a:endParaRPr lang="zh-CN" altLang="en-US" sz="2900" dirty="0">
              <a:solidFill>
                <a:srgbClr val="CC6600"/>
              </a:solidFill>
              <a:latin typeface="微软雅黑" panose="020B0503020204020204" pitchFamily="34" charset="-122"/>
              <a:sym typeface="微软雅黑" panose="020B0503020204020204" pitchFamily="34" charset="-122"/>
            </a:endParaRPr>
          </a:p>
        </p:txBody>
      </p:sp>
      <p:pic>
        <p:nvPicPr>
          <p:cNvPr id="3074" name="Picture 2" descr="https://img2020.cnblogs.com/blog/944376/202104/944376-20210429145526908-1013297767.png">
            <a:extLst>
              <a:ext uri="{FF2B5EF4-FFF2-40B4-BE49-F238E27FC236}">
                <a16:creationId xmlns:a16="http://schemas.microsoft.com/office/drawing/2014/main" id="{0845273F-8B0A-4E71-8DF5-5E201B5DEB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0930" y="1704271"/>
            <a:ext cx="3777486" cy="1739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263482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normAutofit/>
          </a:bodyPr>
          <a:lstStyle/>
          <a:p>
            <a:pPr marL="210307" indent="-210307" defTabSz="914377">
              <a:lnSpc>
                <a:spcPct val="110000"/>
              </a:lnSpc>
              <a:spcBef>
                <a:spcPct val="50000"/>
              </a:spcBef>
              <a:buFont typeface="Arial" panose="020B0604020202020204" pitchFamily="34" charset="0"/>
            </a:pPr>
            <a:r>
              <a:rPr lang="zh-CN" altLang="en-US" b="1" dirty="0">
                <a:ln w="12700" cmpd="sng">
                  <a:noFill/>
                  <a:prstDash val="solid"/>
                </a:ln>
                <a:solidFill>
                  <a:srgbClr val="4E8F00"/>
                </a:solidFill>
              </a:rPr>
              <a:t>第 </a:t>
            </a:r>
            <a:r>
              <a:rPr lang="en-US" altLang="zh-CN" b="1" dirty="0">
                <a:ln w="12700" cmpd="sng">
                  <a:noFill/>
                  <a:prstDash val="solid"/>
                </a:ln>
                <a:solidFill>
                  <a:srgbClr val="4E8F00"/>
                </a:solidFill>
              </a:rPr>
              <a:t>3</a:t>
            </a:r>
            <a:r>
              <a:rPr lang="zh-CN" altLang="en-US" b="1" dirty="0">
                <a:ln w="12700" cmpd="sng">
                  <a:noFill/>
                  <a:prstDash val="solid"/>
                </a:ln>
                <a:solidFill>
                  <a:srgbClr val="4E8F00"/>
                </a:solidFill>
              </a:rPr>
              <a:t> 章   </a:t>
            </a:r>
            <a:r>
              <a:rPr lang="zh-CN" altLang="zh-CN" b="1" dirty="0">
                <a:ln w="12700" cmpd="sng">
                  <a:noFill/>
                  <a:prstDash val="solid"/>
                </a:ln>
                <a:solidFill>
                  <a:srgbClr val="4E8F00"/>
                </a:solidFill>
                <a:sym typeface="微软雅黑" panose="020B0503020204020204" pitchFamily="34" charset="-122"/>
              </a:rPr>
              <a:t>软件</a:t>
            </a:r>
            <a:r>
              <a:rPr lang="zh-CN" altLang="en-US" b="1" dirty="0">
                <a:ln w="12700" cmpd="sng">
                  <a:noFill/>
                  <a:prstDash val="solid"/>
                </a:ln>
                <a:solidFill>
                  <a:srgbClr val="4E8F00"/>
                </a:solidFill>
                <a:sym typeface="微软雅黑" panose="020B0503020204020204" pitchFamily="34" charset="-122"/>
              </a:rPr>
              <a:t>设计</a:t>
            </a:r>
            <a:endParaRPr lang="zh-CN" altLang="en-US" b="1" dirty="0">
              <a:ln w="12700" cmpd="sng">
                <a:noFill/>
                <a:prstDash val="solid"/>
              </a:ln>
              <a:solidFill>
                <a:srgbClr val="4E8F00"/>
              </a:solidFill>
            </a:endParaRPr>
          </a:p>
        </p:txBody>
      </p:sp>
      <p:sp>
        <p:nvSpPr>
          <p:cNvPr id="215043" name="Rectangle 3"/>
          <p:cNvSpPr>
            <a:spLocks noGrp="1" noChangeArrowheads="1"/>
          </p:cNvSpPr>
          <p:nvPr>
            <p:ph idx="1"/>
          </p:nvPr>
        </p:nvSpPr>
        <p:spPr>
          <a:solidFill>
            <a:schemeClr val="bg1"/>
          </a:solidFill>
        </p:spPr>
        <p:txBody>
          <a:bodyPr>
            <a:normAutofit/>
          </a:bodyPr>
          <a:lstStyle/>
          <a:p>
            <a:r>
              <a:rPr lang="en-US" altLang="zh-CN" dirty="0">
                <a:solidFill>
                  <a:srgbClr val="4E8F00"/>
                </a:solidFill>
                <a:sym typeface="微软雅黑" panose="020B0503020204020204" pitchFamily="34" charset="-122"/>
              </a:rPr>
              <a:t>3.1</a:t>
            </a:r>
            <a:r>
              <a:rPr lang="zh-CN" altLang="en-US" dirty="0">
                <a:solidFill>
                  <a:srgbClr val="4E8F00"/>
                </a:solidFill>
                <a:sym typeface="微软雅黑" panose="020B0503020204020204" pitchFamily="34" charset="-122"/>
              </a:rPr>
              <a:t>  软件设计的基本概念</a:t>
            </a:r>
            <a:endParaRPr lang="zh-CN" altLang="en-US" dirty="0">
              <a:solidFill>
                <a:srgbClr val="4E8F00"/>
              </a:solidFill>
            </a:endParaRPr>
          </a:p>
          <a:p>
            <a:r>
              <a:rPr lang="en-US" altLang="zh-CN" dirty="0">
                <a:solidFill>
                  <a:srgbClr val="4E8F00"/>
                </a:solidFill>
                <a:sym typeface="微软雅黑" panose="020B0503020204020204" pitchFamily="34" charset="-122"/>
              </a:rPr>
              <a:t>3.2</a:t>
            </a:r>
            <a:r>
              <a:rPr lang="zh-CN" altLang="en-US" dirty="0">
                <a:solidFill>
                  <a:srgbClr val="4E8F00"/>
                </a:solidFill>
                <a:sym typeface="微软雅黑" panose="020B0503020204020204" pitchFamily="34" charset="-122"/>
              </a:rPr>
              <a:t>  软件结构化设计方法</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3.3</a:t>
            </a:r>
            <a:r>
              <a:rPr lang="zh-CN" altLang="en-US" dirty="0">
                <a:solidFill>
                  <a:srgbClr val="4E8F00"/>
                </a:solidFill>
                <a:sym typeface="微软雅黑" panose="020B0503020204020204" pitchFamily="34" charset="-122"/>
              </a:rPr>
              <a:t>  软件结构化设计的工具</a:t>
            </a:r>
            <a:endParaRPr lang="en-US" altLang="zh-CN" dirty="0">
              <a:solidFill>
                <a:srgbClr val="4E8F00"/>
              </a:solidFill>
              <a:sym typeface="微软雅黑" panose="020B0503020204020204" pitchFamily="34" charset="-122"/>
            </a:endParaRPr>
          </a:p>
          <a:p>
            <a:r>
              <a:rPr lang="en-US" altLang="zh-CN" dirty="0">
                <a:solidFill>
                  <a:srgbClr val="4E8F00"/>
                </a:solidFill>
                <a:sym typeface="微软雅黑" panose="020B0503020204020204" pitchFamily="34" charset="-122"/>
              </a:rPr>
              <a:t>3.4</a:t>
            </a:r>
            <a:r>
              <a:rPr lang="zh-CN" altLang="en-US" dirty="0">
                <a:solidFill>
                  <a:srgbClr val="4E8F00"/>
                </a:solidFill>
                <a:sym typeface="微软雅黑" panose="020B0503020204020204" pitchFamily="34" charset="-122"/>
              </a:rPr>
              <a:t>  数据库结构设计</a:t>
            </a:r>
            <a:endParaRPr lang="en-US" altLang="zh-CN" dirty="0">
              <a:solidFill>
                <a:srgbClr val="4E8F00"/>
              </a:solidFill>
              <a:sym typeface="微软雅黑" panose="020B0503020204020204" pitchFamily="34" charset="-122"/>
            </a:endParaRPr>
          </a:p>
          <a:p>
            <a:r>
              <a:rPr lang="en-US" altLang="zh-CN" dirty="0">
                <a:solidFill>
                  <a:srgbClr val="4E8F00"/>
                </a:solidFill>
                <a:effectLst>
                  <a:glow rad="228600">
                    <a:schemeClr val="accent6">
                      <a:satMod val="175000"/>
                      <a:alpha val="40000"/>
                    </a:schemeClr>
                  </a:glow>
                </a:effectLst>
                <a:sym typeface="微软雅黑" panose="020B0503020204020204" pitchFamily="34" charset="-122"/>
              </a:rPr>
              <a:t>3.5</a:t>
            </a:r>
            <a:r>
              <a:rPr lang="zh-CN" altLang="en-US" dirty="0">
                <a:solidFill>
                  <a:srgbClr val="4E8F00"/>
                </a:solidFill>
                <a:effectLst>
                  <a:glow rad="228600">
                    <a:schemeClr val="accent6">
                      <a:satMod val="175000"/>
                      <a:alpha val="40000"/>
                    </a:schemeClr>
                  </a:glow>
                </a:effectLst>
                <a:sym typeface="微软雅黑" panose="020B0503020204020204" pitchFamily="34" charset="-122"/>
              </a:rPr>
              <a:t>  人机界面设计</a:t>
            </a:r>
            <a:endParaRPr lang="en-US" altLang="zh-CN" dirty="0">
              <a:solidFill>
                <a:srgbClr val="4E8F00"/>
              </a:solidFill>
              <a:effectLst>
                <a:glow rad="228600">
                  <a:schemeClr val="accent6">
                    <a:satMod val="175000"/>
                    <a:alpha val="40000"/>
                  </a:schemeClr>
                </a:glow>
              </a:effectLst>
              <a:sym typeface="微软雅黑" panose="020B0503020204020204" pitchFamily="34" charset="-122"/>
            </a:endParaRPr>
          </a:p>
          <a:p>
            <a:endParaRPr lang="zh-CN" altLang="en-US" dirty="0">
              <a:solidFill>
                <a:srgbClr val="4E8F00"/>
              </a:solidFill>
            </a:endParaRPr>
          </a:p>
        </p:txBody>
      </p:sp>
      <p:sp>
        <p:nvSpPr>
          <p:cNvPr id="2" name="日期占位符 1"/>
          <p:cNvSpPr>
            <a:spLocks noGrp="1"/>
          </p:cNvSpPr>
          <p:nvPr>
            <p:ph type="dt" sz="half" idx="10"/>
          </p:nvPr>
        </p:nvSpPr>
        <p:spPr/>
        <p:txBody>
          <a:bodyPr/>
          <a:lstStyle/>
          <a:p>
            <a:fld id="{A84F5BA7-D5CC-0143-817A-876E06F68B2D}" type="datetime1">
              <a:rPr lang="zh-CN" altLang="en-US" smtClean="0"/>
              <a:t>2025/2/6</a:t>
            </a:fld>
            <a:endParaRPr lang="zh-CN" dirty="0"/>
          </a:p>
        </p:txBody>
      </p:sp>
      <p:sp>
        <p:nvSpPr>
          <p:cNvPr id="3" name="页脚占位符 2"/>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4" name="灯片编号占位符 3"/>
          <p:cNvSpPr>
            <a:spLocks noGrp="1"/>
          </p:cNvSpPr>
          <p:nvPr>
            <p:ph type="sldNum" sz="quarter" idx="12"/>
          </p:nvPr>
        </p:nvSpPr>
        <p:spPr/>
        <p:txBody>
          <a:bodyPr/>
          <a:lstStyle/>
          <a:p>
            <a:fld id="{9CD8D479-8942-46E8-A226-A4E01F7A105C}" type="slidenum">
              <a:rPr lang="en-US" altLang="zh-CN" smtClean="0"/>
              <a:pPr/>
              <a:t>104</a:t>
            </a:fld>
            <a:endParaRPr lang="zh-CN" altLang="en-US"/>
          </a:p>
        </p:txBody>
      </p:sp>
    </p:spTree>
    <p:extLst>
      <p:ext uri="{BB962C8B-B14F-4D97-AF65-F5344CB8AC3E}">
        <p14:creationId xmlns:p14="http://schemas.microsoft.com/office/powerpoint/2010/main" val="120449915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3.5 </a:t>
            </a:r>
            <a:r>
              <a:rPr lang="zh-CN" altLang="en-US" sz="2800" dirty="0">
                <a:solidFill>
                  <a:srgbClr val="4E8F00"/>
                </a:solidFill>
              </a:rPr>
              <a:t> </a:t>
            </a:r>
            <a:r>
              <a:rPr lang="zh-CN" altLang="en-US" sz="2800" dirty="0">
                <a:solidFill>
                  <a:srgbClr val="4E8F00"/>
                </a:solidFill>
                <a:sym typeface="微软雅黑" panose="020B0503020204020204" pitchFamily="34" charset="-122"/>
              </a:rPr>
              <a:t>人机界面设计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105</a:t>
            </a:fld>
            <a:endParaRPr lang="zh-CN" altLang="en-US"/>
          </a:p>
        </p:txBody>
      </p:sp>
      <p:sp>
        <p:nvSpPr>
          <p:cNvPr id="15" name="Rectangle 7">
            <a:extLst>
              <a:ext uri="{FF2B5EF4-FFF2-40B4-BE49-F238E27FC236}">
                <a16:creationId xmlns:a16="http://schemas.microsoft.com/office/drawing/2014/main" id="{F8FEE312-BC8E-AB4F-982C-2C35ACE9AFE2}"/>
              </a:ext>
            </a:extLst>
          </p:cNvPr>
          <p:cNvSpPr txBox="1">
            <a:spLocks noChangeArrowheads="1"/>
          </p:cNvSpPr>
          <p:nvPr/>
        </p:nvSpPr>
        <p:spPr>
          <a:xfrm>
            <a:off x="1073823" y="132483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界面设计的“黄金原则”</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16" name="Rectangle 3">
            <a:extLst>
              <a:ext uri="{FF2B5EF4-FFF2-40B4-BE49-F238E27FC236}">
                <a16:creationId xmlns:a16="http://schemas.microsoft.com/office/drawing/2014/main" id="{1FDCA98F-7172-B541-9364-CFA78A15BAA5}"/>
              </a:ext>
            </a:extLst>
          </p:cNvPr>
          <p:cNvSpPr>
            <a:spLocks noChangeArrowheads="1"/>
          </p:cNvSpPr>
          <p:nvPr/>
        </p:nvSpPr>
        <p:spPr bwMode="auto">
          <a:xfrm>
            <a:off x="1418811" y="2026151"/>
            <a:ext cx="6596104" cy="1639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置界面于用户控制之下 </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减少用户的记忆负担</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保持界面的一致性 </a:t>
            </a:r>
            <a:endParaRPr lang="zh-CN" altLang="en-US" sz="2000" dirty="0">
              <a:latin typeface="Calibri" panose="020F0502020204030204" pitchFamily="34" charset="0"/>
            </a:endParaRPr>
          </a:p>
        </p:txBody>
      </p:sp>
    </p:spTree>
    <p:extLst>
      <p:ext uri="{BB962C8B-B14F-4D97-AF65-F5344CB8AC3E}">
        <p14:creationId xmlns:p14="http://schemas.microsoft.com/office/powerpoint/2010/main" val="393411936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3.5 </a:t>
            </a:r>
            <a:r>
              <a:rPr lang="zh-CN" altLang="en-US" sz="2800" dirty="0">
                <a:solidFill>
                  <a:srgbClr val="4E8F00"/>
                </a:solidFill>
              </a:rPr>
              <a:t> </a:t>
            </a:r>
            <a:r>
              <a:rPr lang="zh-CN" altLang="en-US" sz="2800" dirty="0">
                <a:solidFill>
                  <a:srgbClr val="4E8F00"/>
                </a:solidFill>
                <a:sym typeface="微软雅黑" panose="020B0503020204020204" pitchFamily="34" charset="-122"/>
              </a:rPr>
              <a:t>人机界面设计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106</a:t>
            </a:fld>
            <a:endParaRPr lang="zh-CN" altLang="en-US"/>
          </a:p>
        </p:txBody>
      </p:sp>
      <p:sp>
        <p:nvSpPr>
          <p:cNvPr id="15" name="Rectangle 7">
            <a:extLst>
              <a:ext uri="{FF2B5EF4-FFF2-40B4-BE49-F238E27FC236}">
                <a16:creationId xmlns:a16="http://schemas.microsoft.com/office/drawing/2014/main" id="{F8FEE312-BC8E-AB4F-982C-2C35ACE9AFE2}"/>
              </a:ext>
            </a:extLst>
          </p:cNvPr>
          <p:cNvSpPr txBox="1">
            <a:spLocks noChangeArrowheads="1"/>
          </p:cNvSpPr>
          <p:nvPr/>
        </p:nvSpPr>
        <p:spPr>
          <a:xfrm>
            <a:off x="1073823" y="132483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界面设计的核心活动</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16" name="Rectangle 3">
            <a:extLst>
              <a:ext uri="{FF2B5EF4-FFF2-40B4-BE49-F238E27FC236}">
                <a16:creationId xmlns:a16="http://schemas.microsoft.com/office/drawing/2014/main" id="{1FDCA98F-7172-B541-9364-CFA78A15BAA5}"/>
              </a:ext>
            </a:extLst>
          </p:cNvPr>
          <p:cNvSpPr>
            <a:spLocks noChangeArrowheads="1"/>
          </p:cNvSpPr>
          <p:nvPr/>
        </p:nvSpPr>
        <p:spPr bwMode="auto">
          <a:xfrm>
            <a:off x="1418811" y="2026151"/>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创建系统功能的外部模型</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确定为完成此系统功能人和计算机应分别完成的任务</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考虑界面设计中的典型问题</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借助</a:t>
            </a:r>
            <a:r>
              <a:rPr lang="en-US" altLang="zh-CN"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CASE</a:t>
            </a: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工具构造</a:t>
            </a:r>
            <a:r>
              <a:rPr lang="zh-CN" altLang="en-US" sz="2000" dirty="0">
                <a:solidFill>
                  <a:srgbClr val="000000"/>
                </a:solidFill>
                <a:highlight>
                  <a:srgbClr val="FFFF00"/>
                </a:highlight>
                <a:latin typeface="微软雅黑" panose="020B0503020204020204" pitchFamily="34" charset="-122"/>
                <a:ea typeface="微软雅黑" panose="020B0503020204020204" pitchFamily="34" charset="-122"/>
                <a:sym typeface="微软雅黑" panose="020B0503020204020204" pitchFamily="34" charset="-122"/>
              </a:rPr>
              <a:t>界面原型</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实现设计模型</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评估界面质量</a:t>
            </a:r>
          </a:p>
        </p:txBody>
      </p:sp>
      <p:sp>
        <p:nvSpPr>
          <p:cNvPr id="2" name="矩形 1">
            <a:extLst>
              <a:ext uri="{FF2B5EF4-FFF2-40B4-BE49-F238E27FC236}">
                <a16:creationId xmlns:a16="http://schemas.microsoft.com/office/drawing/2014/main" id="{4812A83B-9F4A-B341-8D4F-D168C9EA0B63}"/>
              </a:ext>
            </a:extLst>
          </p:cNvPr>
          <p:cNvSpPr/>
          <p:nvPr/>
        </p:nvSpPr>
        <p:spPr>
          <a:xfrm>
            <a:off x="1633537" y="5829948"/>
            <a:ext cx="7248331" cy="369332"/>
          </a:xfrm>
          <a:prstGeom prst="rect">
            <a:avLst/>
          </a:prstGeom>
        </p:spPr>
        <p:txBody>
          <a:bodyPr wrap="none">
            <a:spAutoFit/>
          </a:bodyPr>
          <a:lstStyle/>
          <a:p>
            <a:r>
              <a:rPr lang="zh-CN" altLang="en-US" dirty="0">
                <a:solidFill>
                  <a:srgbClr val="333333"/>
                </a:solidFill>
                <a:latin typeface="Arial" panose="020B0604020202020204" pitchFamily="34" charset="0"/>
              </a:rPr>
              <a:t>计算机辅助软件工程（</a:t>
            </a:r>
            <a:r>
              <a:rPr lang="en-US" altLang="zh-CN" dirty="0"/>
              <a:t>CASE</a:t>
            </a:r>
            <a:r>
              <a:rPr lang="zh-CN" altLang="en-US" dirty="0"/>
              <a:t>，</a:t>
            </a:r>
            <a:r>
              <a:rPr lang="en-US" altLang="zh-CN" dirty="0"/>
              <a:t>Computer Aided Software Engineering</a:t>
            </a:r>
            <a:r>
              <a:rPr lang="zh-CN" altLang="en-US" dirty="0"/>
              <a:t>）</a:t>
            </a:r>
          </a:p>
        </p:txBody>
      </p:sp>
    </p:spTree>
    <p:extLst>
      <p:ext uri="{BB962C8B-B14F-4D97-AF65-F5344CB8AC3E}">
        <p14:creationId xmlns:p14="http://schemas.microsoft.com/office/powerpoint/2010/main" val="11193732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639F02CB-2E6E-3C4B-9A62-B0A279436834}"/>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5464E1B3-17EA-4041-94B0-4044D4C012D9}"/>
              </a:ext>
            </a:extLst>
          </p:cNvPr>
          <p:cNvSpPr>
            <a:spLocks noGrp="1"/>
          </p:cNvSpPr>
          <p:nvPr>
            <p:ph type="sldNum" sz="quarter" idx="12"/>
          </p:nvPr>
        </p:nvSpPr>
        <p:spPr/>
        <p:txBody>
          <a:bodyPr/>
          <a:lstStyle/>
          <a:p>
            <a:fld id="{9CD8D479-8942-46E8-A226-A4E01F7A105C}" type="slidenum">
              <a:rPr lang="en-US" altLang="zh-CN" smtClean="0"/>
              <a:pPr/>
              <a:t>107</a:t>
            </a:fld>
            <a:endParaRPr lang="zh-CN" altLang="en-US" dirty="0"/>
          </a:p>
        </p:txBody>
      </p:sp>
      <p:sp>
        <p:nvSpPr>
          <p:cNvPr id="6" name="页脚占位符 5">
            <a:extLst>
              <a:ext uri="{FF2B5EF4-FFF2-40B4-BE49-F238E27FC236}">
                <a16:creationId xmlns:a16="http://schemas.microsoft.com/office/drawing/2014/main" id="{8E9F1956-6383-054D-BA08-A185E24652BA}"/>
              </a:ext>
            </a:extLst>
          </p:cNvPr>
          <p:cNvSpPr>
            <a:spLocks noGrp="1"/>
          </p:cNvSpPr>
          <p:nvPr>
            <p:ph type="ftr" sz="quarter" idx="11"/>
          </p:nvPr>
        </p:nvSpPr>
        <p:spPr/>
        <p:txBody>
          <a:bodyPr/>
          <a:lstStyle/>
          <a:p>
            <a:r>
              <a:rPr lang="zh-CN" altLang="en-US"/>
              <a:t>重庆大学大数据与软件学院</a:t>
            </a:r>
            <a:endParaRPr lang="zh-CN" altLang="en-US" dirty="0"/>
          </a:p>
        </p:txBody>
      </p:sp>
      <p:pic>
        <p:nvPicPr>
          <p:cNvPr id="7" name="图片 6">
            <a:extLst>
              <a:ext uri="{FF2B5EF4-FFF2-40B4-BE49-F238E27FC236}">
                <a16:creationId xmlns:a16="http://schemas.microsoft.com/office/drawing/2014/main" id="{111BDA4C-AA01-8C47-B409-B4D524309D56}"/>
              </a:ext>
            </a:extLst>
          </p:cNvPr>
          <p:cNvPicPr>
            <a:picLocks noChangeAspect="1"/>
          </p:cNvPicPr>
          <p:nvPr/>
        </p:nvPicPr>
        <p:blipFill>
          <a:blip r:embed="rId2"/>
          <a:stretch>
            <a:fillRect/>
          </a:stretch>
        </p:blipFill>
        <p:spPr>
          <a:xfrm>
            <a:off x="464396" y="1471408"/>
            <a:ext cx="8215208" cy="4050686"/>
          </a:xfrm>
          <a:prstGeom prst="rect">
            <a:avLst/>
          </a:prstGeom>
        </p:spPr>
      </p:pic>
      <p:sp>
        <p:nvSpPr>
          <p:cNvPr id="8" name="Rectangle 2">
            <a:extLst>
              <a:ext uri="{FF2B5EF4-FFF2-40B4-BE49-F238E27FC236}">
                <a16:creationId xmlns:a16="http://schemas.microsoft.com/office/drawing/2014/main" id="{C339B05E-79B5-0A43-87AA-937329E5B5EC}"/>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3.5 </a:t>
            </a:r>
            <a:r>
              <a:rPr lang="zh-CN" altLang="en-US" sz="2800" dirty="0">
                <a:solidFill>
                  <a:srgbClr val="4E8F00"/>
                </a:solidFill>
              </a:rPr>
              <a:t> </a:t>
            </a:r>
            <a:r>
              <a:rPr lang="zh-CN" altLang="en-US" sz="2800" dirty="0">
                <a:solidFill>
                  <a:srgbClr val="4E8F00"/>
                </a:solidFill>
                <a:sym typeface="微软雅黑" panose="020B0503020204020204" pitchFamily="34" charset="-122"/>
              </a:rPr>
              <a:t>人机界面设计</a:t>
            </a:r>
            <a:endParaRPr lang="zh-CN" altLang="en-US" sz="2800" dirty="0">
              <a:solidFill>
                <a:srgbClr val="4E8F00"/>
              </a:solidFill>
            </a:endParaRPr>
          </a:p>
        </p:txBody>
      </p:sp>
      <p:pic>
        <p:nvPicPr>
          <p:cNvPr id="9" name="图片 8">
            <a:extLst>
              <a:ext uri="{FF2B5EF4-FFF2-40B4-BE49-F238E27FC236}">
                <a16:creationId xmlns:a16="http://schemas.microsoft.com/office/drawing/2014/main" id="{CCBC8FA2-9FDE-DF4F-B9DB-BC8CBE182720}"/>
              </a:ext>
            </a:extLst>
          </p:cNvPr>
          <p:cNvPicPr>
            <a:picLocks noChangeAspect="1"/>
          </p:cNvPicPr>
          <p:nvPr/>
        </p:nvPicPr>
        <p:blipFill>
          <a:blip r:embed="rId3"/>
          <a:stretch>
            <a:fillRect/>
          </a:stretch>
        </p:blipFill>
        <p:spPr>
          <a:xfrm>
            <a:off x="426040" y="1164464"/>
            <a:ext cx="8521126" cy="5214420"/>
          </a:xfrm>
          <a:prstGeom prst="rect">
            <a:avLst/>
          </a:prstGeom>
          <a:solidFill>
            <a:srgbClr val="FFFFFF">
              <a:shade val="85000"/>
            </a:srgbClr>
          </a:solidFill>
          <a:ln w="12700" cap="sq">
            <a:solidFill>
              <a:schemeClr val="accent1"/>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图片 9">
            <a:extLst>
              <a:ext uri="{FF2B5EF4-FFF2-40B4-BE49-F238E27FC236}">
                <a16:creationId xmlns:a16="http://schemas.microsoft.com/office/drawing/2014/main" id="{A6C30F40-B557-9247-AB55-32E9CCF00EF9}"/>
              </a:ext>
            </a:extLst>
          </p:cNvPr>
          <p:cNvPicPr>
            <a:picLocks noChangeAspect="1"/>
          </p:cNvPicPr>
          <p:nvPr/>
        </p:nvPicPr>
        <p:blipFill>
          <a:blip r:embed="rId4"/>
          <a:stretch>
            <a:fillRect/>
          </a:stretch>
        </p:blipFill>
        <p:spPr>
          <a:xfrm>
            <a:off x="7409443" y="313951"/>
            <a:ext cx="1354077" cy="878034"/>
          </a:xfrm>
          <a:prstGeom prst="rect">
            <a:avLst/>
          </a:prstGeom>
        </p:spPr>
      </p:pic>
    </p:spTree>
    <p:extLst>
      <p:ext uri="{BB962C8B-B14F-4D97-AF65-F5344CB8AC3E}">
        <p14:creationId xmlns:p14="http://schemas.microsoft.com/office/powerpoint/2010/main" val="219385820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639F02CB-2E6E-3C4B-9A62-B0A279436834}"/>
              </a:ext>
            </a:extLst>
          </p:cNvPr>
          <p:cNvSpPr>
            <a:spLocks noGrp="1"/>
          </p:cNvSpPr>
          <p:nvPr>
            <p:ph type="dt" sz="half" idx="10"/>
          </p:nvPr>
        </p:nvSpPr>
        <p:spPr/>
        <p:txBody>
          <a:bodyPr/>
          <a:lstStyle/>
          <a:p>
            <a:fld id="{B2CB8352-4891-804B-8CB8-EAFD4E57CF78}" type="datetime1">
              <a:rPr lang="zh-CN" altLang="en-US" smtClean="0"/>
              <a:t>2025/2/6</a:t>
            </a:fld>
            <a:endParaRPr lang="en-US" dirty="0"/>
          </a:p>
        </p:txBody>
      </p:sp>
      <p:sp>
        <p:nvSpPr>
          <p:cNvPr id="4" name="灯片编号占位符 3">
            <a:extLst>
              <a:ext uri="{FF2B5EF4-FFF2-40B4-BE49-F238E27FC236}">
                <a16:creationId xmlns:a16="http://schemas.microsoft.com/office/drawing/2014/main" id="{5464E1B3-17EA-4041-94B0-4044D4C012D9}"/>
              </a:ext>
            </a:extLst>
          </p:cNvPr>
          <p:cNvSpPr>
            <a:spLocks noGrp="1"/>
          </p:cNvSpPr>
          <p:nvPr>
            <p:ph type="sldNum" sz="quarter" idx="12"/>
          </p:nvPr>
        </p:nvSpPr>
        <p:spPr/>
        <p:txBody>
          <a:bodyPr/>
          <a:lstStyle/>
          <a:p>
            <a:fld id="{9CD8D479-8942-46E8-A226-A4E01F7A105C}" type="slidenum">
              <a:rPr lang="en-US" altLang="zh-CN" smtClean="0"/>
              <a:pPr/>
              <a:t>108</a:t>
            </a:fld>
            <a:endParaRPr lang="zh-CN" altLang="en-US" dirty="0"/>
          </a:p>
        </p:txBody>
      </p:sp>
      <p:sp>
        <p:nvSpPr>
          <p:cNvPr id="6" name="页脚占位符 5">
            <a:extLst>
              <a:ext uri="{FF2B5EF4-FFF2-40B4-BE49-F238E27FC236}">
                <a16:creationId xmlns:a16="http://schemas.microsoft.com/office/drawing/2014/main" id="{8E9F1956-6383-054D-BA08-A185E24652BA}"/>
              </a:ext>
            </a:extLst>
          </p:cNvPr>
          <p:cNvSpPr>
            <a:spLocks noGrp="1"/>
          </p:cNvSpPr>
          <p:nvPr>
            <p:ph type="ftr" sz="quarter" idx="11"/>
          </p:nvPr>
        </p:nvSpPr>
        <p:spPr/>
        <p:txBody>
          <a:bodyPr/>
          <a:lstStyle/>
          <a:p>
            <a:r>
              <a:rPr lang="zh-CN" altLang="en-US"/>
              <a:t>重庆大学大数据与软件学院</a:t>
            </a:r>
            <a:endParaRPr lang="zh-CN" altLang="en-US" dirty="0"/>
          </a:p>
        </p:txBody>
      </p:sp>
      <p:sp>
        <p:nvSpPr>
          <p:cNvPr id="8" name="Rectangle 2">
            <a:extLst>
              <a:ext uri="{FF2B5EF4-FFF2-40B4-BE49-F238E27FC236}">
                <a16:creationId xmlns:a16="http://schemas.microsoft.com/office/drawing/2014/main" id="{C339B05E-79B5-0A43-87AA-937329E5B5EC}"/>
              </a:ext>
            </a:extLst>
          </p:cNvPr>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3.5 </a:t>
            </a:r>
            <a:r>
              <a:rPr lang="zh-CN" altLang="en-US" sz="2800" dirty="0">
                <a:solidFill>
                  <a:srgbClr val="4E8F00"/>
                </a:solidFill>
              </a:rPr>
              <a:t> </a:t>
            </a:r>
            <a:r>
              <a:rPr lang="zh-CN" altLang="en-US" sz="2800" dirty="0">
                <a:solidFill>
                  <a:srgbClr val="4E8F00"/>
                </a:solidFill>
                <a:sym typeface="微软雅黑" panose="020B0503020204020204" pitchFamily="34" charset="-122"/>
              </a:rPr>
              <a:t>人机界面设计</a:t>
            </a:r>
            <a:endParaRPr lang="zh-CN" altLang="en-US" sz="2800" dirty="0">
              <a:solidFill>
                <a:srgbClr val="4E8F00"/>
              </a:solidFill>
            </a:endParaRPr>
          </a:p>
        </p:txBody>
      </p:sp>
      <p:pic>
        <p:nvPicPr>
          <p:cNvPr id="2" name="图片 1">
            <a:extLst>
              <a:ext uri="{FF2B5EF4-FFF2-40B4-BE49-F238E27FC236}">
                <a16:creationId xmlns:a16="http://schemas.microsoft.com/office/drawing/2014/main" id="{B80D1A69-9F32-794E-9C29-4AF19BEEAE75}"/>
              </a:ext>
            </a:extLst>
          </p:cNvPr>
          <p:cNvPicPr>
            <a:picLocks noChangeAspect="1"/>
          </p:cNvPicPr>
          <p:nvPr/>
        </p:nvPicPr>
        <p:blipFill>
          <a:blip r:embed="rId2"/>
          <a:stretch>
            <a:fillRect/>
          </a:stretch>
        </p:blipFill>
        <p:spPr>
          <a:xfrm>
            <a:off x="4059485" y="523807"/>
            <a:ext cx="4452093" cy="3151398"/>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pic>
        <p:nvPicPr>
          <p:cNvPr id="11" name="图片 10" descr="图形用户界面, 文本, 应用程序&#10;&#10;描述已自动生成">
            <a:extLst>
              <a:ext uri="{FF2B5EF4-FFF2-40B4-BE49-F238E27FC236}">
                <a16:creationId xmlns:a16="http://schemas.microsoft.com/office/drawing/2014/main" id="{034A2254-4584-2D46-AB69-0283380F9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422" y="1436744"/>
            <a:ext cx="7835918" cy="4897449"/>
          </a:xfrm>
          <a:prstGeom prst="rect">
            <a:avLst/>
          </a:prstGeom>
          <a:noFill/>
          <a:ln w="9525" algn="ctr">
            <a:solidFill>
              <a:schemeClr val="tx1"/>
            </a:solidFill>
            <a:miter lim="800000"/>
            <a:headEnd/>
            <a:tailEnd/>
          </a:ln>
          <a:effectLst>
            <a:outerShdw dist="71842" dir="2700000" algn="ctr" rotWithShape="0">
              <a:schemeClr val="tx2">
                <a:alpha val="50000"/>
              </a:schemeClr>
            </a:outerShdw>
          </a:effectLst>
        </p:spPr>
      </p:pic>
    </p:spTree>
    <p:extLst>
      <p:ext uri="{BB962C8B-B14F-4D97-AF65-F5344CB8AC3E}">
        <p14:creationId xmlns:p14="http://schemas.microsoft.com/office/powerpoint/2010/main" val="425219719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3.5 </a:t>
            </a:r>
            <a:r>
              <a:rPr lang="zh-CN" altLang="en-US" sz="2800" dirty="0">
                <a:solidFill>
                  <a:srgbClr val="4E8F00"/>
                </a:solidFill>
              </a:rPr>
              <a:t> </a:t>
            </a:r>
            <a:r>
              <a:rPr lang="zh-CN" altLang="en-US" sz="2800" dirty="0">
                <a:solidFill>
                  <a:srgbClr val="4E8F00"/>
                </a:solidFill>
                <a:sym typeface="微软雅黑" panose="020B0503020204020204" pitchFamily="34" charset="-122"/>
              </a:rPr>
              <a:t>人机界面设计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109</a:t>
            </a:fld>
            <a:endParaRPr lang="zh-CN" altLang="en-US"/>
          </a:p>
        </p:txBody>
      </p:sp>
      <p:sp>
        <p:nvSpPr>
          <p:cNvPr id="15" name="Rectangle 7">
            <a:extLst>
              <a:ext uri="{FF2B5EF4-FFF2-40B4-BE49-F238E27FC236}">
                <a16:creationId xmlns:a16="http://schemas.microsoft.com/office/drawing/2014/main" id="{F8FEE312-BC8E-AB4F-982C-2C35ACE9AFE2}"/>
              </a:ext>
            </a:extLst>
          </p:cNvPr>
          <p:cNvSpPr txBox="1">
            <a:spLocks noChangeArrowheads="1"/>
          </p:cNvSpPr>
          <p:nvPr/>
        </p:nvSpPr>
        <p:spPr>
          <a:xfrm>
            <a:off x="1073823" y="132483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界面设计的</a:t>
            </a:r>
            <a:r>
              <a:rPr lang="en-US" altLang="zh-CN" sz="2400" dirty="0">
                <a:solidFill>
                  <a:srgbClr val="CC6600"/>
                </a:solidFill>
                <a:sym typeface="微软雅黑" panose="020B0503020204020204" pitchFamily="34" charset="-122"/>
              </a:rPr>
              <a:t>4</a:t>
            </a:r>
            <a:r>
              <a:rPr lang="zh-CN" altLang="en-US" sz="2400" dirty="0">
                <a:solidFill>
                  <a:srgbClr val="CC6600"/>
                </a:solidFill>
                <a:sym typeface="微软雅黑" panose="020B0503020204020204" pitchFamily="34" charset="-122"/>
              </a:rPr>
              <a:t>个模型</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16" name="Rectangle 3">
            <a:extLst>
              <a:ext uri="{FF2B5EF4-FFF2-40B4-BE49-F238E27FC236}">
                <a16:creationId xmlns:a16="http://schemas.microsoft.com/office/drawing/2014/main" id="{1FDCA98F-7172-B541-9364-CFA78A15BAA5}"/>
              </a:ext>
            </a:extLst>
          </p:cNvPr>
          <p:cNvSpPr>
            <a:spLocks noChangeArrowheads="1"/>
          </p:cNvSpPr>
          <p:nvPr/>
        </p:nvSpPr>
        <p:spPr bwMode="auto">
          <a:xfrm>
            <a:off x="1418811" y="2026151"/>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由软件工程师创建的设计模型</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由人机工程师（或软件工程师）创建的用户模型</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终端用户对未来系统的假想</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系统实现后得到的系统映象</a:t>
            </a:r>
          </a:p>
        </p:txBody>
      </p:sp>
    </p:spTree>
    <p:extLst>
      <p:ext uri="{BB962C8B-B14F-4D97-AF65-F5344CB8AC3E}">
        <p14:creationId xmlns:p14="http://schemas.microsoft.com/office/powerpoint/2010/main" val="33361557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83314" y="348911"/>
            <a:ext cx="7785026" cy="646845"/>
          </a:xfrm>
        </p:spPr>
        <p:txBody>
          <a:bodyPr>
            <a:normAutofit/>
          </a:bodyPr>
          <a:lstStyle/>
          <a:p>
            <a:r>
              <a:rPr lang="en-US" altLang="zh-CN" sz="2800" dirty="0">
                <a:solidFill>
                  <a:srgbClr val="4E8F00"/>
                </a:solidFill>
              </a:rPr>
              <a:t>3.5 </a:t>
            </a:r>
            <a:r>
              <a:rPr lang="zh-CN" altLang="en-US" sz="2800" dirty="0">
                <a:solidFill>
                  <a:srgbClr val="4E8F00"/>
                </a:solidFill>
              </a:rPr>
              <a:t> </a:t>
            </a:r>
            <a:r>
              <a:rPr lang="zh-CN" altLang="en-US" sz="2800" dirty="0">
                <a:solidFill>
                  <a:srgbClr val="4E8F00"/>
                </a:solidFill>
                <a:sym typeface="微软雅黑" panose="020B0503020204020204" pitchFamily="34" charset="-122"/>
              </a:rPr>
              <a:t>人机界面设计</a:t>
            </a:r>
            <a:endParaRPr lang="zh-CN" altLang="en-US" sz="2800" dirty="0">
              <a:solidFill>
                <a:srgbClr val="4E8F00"/>
              </a:solidFill>
            </a:endParaRPr>
          </a:p>
        </p:txBody>
      </p:sp>
      <p:sp>
        <p:nvSpPr>
          <p:cNvPr id="12" name="日期占位符 1">
            <a:extLst>
              <a:ext uri="{FF2B5EF4-FFF2-40B4-BE49-F238E27FC236}">
                <a16:creationId xmlns:a16="http://schemas.microsoft.com/office/drawing/2014/main" id="{ECBD7DD3-A000-A74F-B7EC-923D2B9E1886}"/>
              </a:ext>
            </a:extLst>
          </p:cNvPr>
          <p:cNvSpPr>
            <a:spLocks noGrp="1"/>
          </p:cNvSpPr>
          <p:nvPr>
            <p:ph type="dt" sz="half" idx="10"/>
          </p:nvPr>
        </p:nvSpPr>
        <p:spPr>
          <a:xfrm>
            <a:off x="457200" y="6629400"/>
            <a:ext cx="616623" cy="228600"/>
          </a:xfrm>
        </p:spPr>
        <p:txBody>
          <a:bodyPr/>
          <a:lstStyle/>
          <a:p>
            <a:fld id="{15998C56-F1EC-7C41-BBB0-25F64AC8BC81}" type="datetime1">
              <a:rPr lang="zh-CN" altLang="en-US" smtClean="0"/>
              <a:t>2025/2/6</a:t>
            </a:fld>
            <a:endParaRPr lang="zh-CN" dirty="0"/>
          </a:p>
        </p:txBody>
      </p:sp>
      <p:sp>
        <p:nvSpPr>
          <p:cNvPr id="13" name="页脚占位符 2">
            <a:extLst>
              <a:ext uri="{FF2B5EF4-FFF2-40B4-BE49-F238E27FC236}">
                <a16:creationId xmlns:a16="http://schemas.microsoft.com/office/drawing/2014/main" id="{66CD375A-2ABF-FF4F-BA57-800C39467D59}"/>
              </a:ext>
            </a:extLst>
          </p:cNvPr>
          <p:cNvSpPr>
            <a:spLocks noGrp="1"/>
          </p:cNvSpPr>
          <p:nvPr>
            <p:ph type="ftr" sz="quarter" idx="11"/>
          </p:nvPr>
        </p:nvSpPr>
        <p:spPr>
          <a:xfrm>
            <a:off x="1828606" y="6629400"/>
            <a:ext cx="6858194" cy="228600"/>
          </a:xfrm>
        </p:spPr>
        <p:txBody>
          <a:bodyPr/>
          <a:lstStyle/>
          <a:p>
            <a:r>
              <a:rPr lang="zh-CN" altLang="en-US" dirty="0"/>
              <a:t>重庆大学大数据与软件学院</a:t>
            </a:r>
          </a:p>
        </p:txBody>
      </p:sp>
      <p:sp>
        <p:nvSpPr>
          <p:cNvPr id="14" name="灯片编号占位符 3">
            <a:extLst>
              <a:ext uri="{FF2B5EF4-FFF2-40B4-BE49-F238E27FC236}">
                <a16:creationId xmlns:a16="http://schemas.microsoft.com/office/drawing/2014/main" id="{65892D28-507E-B949-A01D-BF794892E9F0}"/>
              </a:ext>
            </a:extLst>
          </p:cNvPr>
          <p:cNvSpPr>
            <a:spLocks noGrp="1"/>
          </p:cNvSpPr>
          <p:nvPr>
            <p:ph type="sldNum" sz="quarter" idx="12"/>
          </p:nvPr>
        </p:nvSpPr>
        <p:spPr>
          <a:xfrm>
            <a:off x="0" y="6629400"/>
            <a:ext cx="457200" cy="228600"/>
          </a:xfrm>
        </p:spPr>
        <p:txBody>
          <a:bodyPr/>
          <a:lstStyle/>
          <a:p>
            <a:fld id="{9CD8D479-8942-46E8-A226-A4E01F7A105C}" type="slidenum">
              <a:rPr lang="en-US" altLang="zh-CN" smtClean="0"/>
              <a:pPr/>
              <a:t>110</a:t>
            </a:fld>
            <a:endParaRPr lang="zh-CN" altLang="en-US"/>
          </a:p>
        </p:txBody>
      </p:sp>
      <p:sp>
        <p:nvSpPr>
          <p:cNvPr id="15" name="Rectangle 7">
            <a:extLst>
              <a:ext uri="{FF2B5EF4-FFF2-40B4-BE49-F238E27FC236}">
                <a16:creationId xmlns:a16="http://schemas.microsoft.com/office/drawing/2014/main" id="{F8FEE312-BC8E-AB4F-982C-2C35ACE9AFE2}"/>
              </a:ext>
            </a:extLst>
          </p:cNvPr>
          <p:cNvSpPr txBox="1">
            <a:spLocks noChangeArrowheads="1"/>
          </p:cNvSpPr>
          <p:nvPr/>
        </p:nvSpPr>
        <p:spPr>
          <a:xfrm>
            <a:off x="1073823" y="1324831"/>
            <a:ext cx="6688045" cy="646845"/>
          </a:xfrm>
          <a:prstGeom prst="rect">
            <a:avLst/>
          </a:prstGeom>
        </p:spPr>
        <p:txBody>
          <a:bodyPr vert="horz" lIns="91440" tIns="45720" rIns="91440" bIns="45720" rtlCol="0">
            <a:normAutofit/>
          </a:bodyPr>
          <a:lstStyle>
            <a:lvl1pPr marL="0" indent="0" algn="l" defTabSz="685800" rtl="0" eaLnBrk="1" latinLnBrk="0" hangingPunct="1">
              <a:lnSpc>
                <a:spcPct val="150000"/>
              </a:lnSpc>
              <a:spcBef>
                <a:spcPts val="825"/>
              </a:spcBef>
              <a:buFont typeface="Arial" panose="020B0604020202020204" pitchFamily="34" charset="0"/>
              <a:buNone/>
              <a:defRPr lang="zh-CN" sz="22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1pPr>
            <a:lvl2pPr marL="329184" indent="-116586" algn="l" defTabSz="685800" rtl="0" eaLnBrk="1" latinLnBrk="0" hangingPunct="1">
              <a:lnSpc>
                <a:spcPct val="150000"/>
              </a:lnSpc>
              <a:spcBef>
                <a:spcPts val="300"/>
              </a:spcBef>
              <a:buFont typeface="Arial" panose="020B0604020202020204" pitchFamily="34" charset="0"/>
              <a:buChar char="•"/>
              <a:defRPr lang="zh-CN" sz="2000" kern="1200">
                <a:solidFill>
                  <a:schemeClr val="tx1"/>
                </a:solidFill>
                <a:latin typeface="Arial" panose="020B0604020202020204" pitchFamily="34" charset="0"/>
                <a:ea typeface="微软雅黑" panose="020B0503020204020204" pitchFamily="34" charset="-122"/>
                <a:cs typeface="Arial" panose="020B0604020202020204" pitchFamily="34" charset="0"/>
              </a:defRPr>
            </a:lvl2pPr>
            <a:lvl3pPr marL="507492" indent="-116586" algn="l" defTabSz="685800" rtl="0" eaLnBrk="1" latinLnBrk="0" hangingPunct="1">
              <a:lnSpc>
                <a:spcPct val="130000"/>
              </a:lnSpc>
              <a:spcBef>
                <a:spcPts val="300"/>
              </a:spcBef>
              <a:buFont typeface="Arial" panose="020B0604020202020204" pitchFamily="34" charset="0"/>
              <a:buChar char="•"/>
              <a:defRPr lang="zh-CN" sz="1600" kern="1200">
                <a:solidFill>
                  <a:schemeClr val="accent2">
                    <a:lumMod val="75000"/>
                  </a:schemeClr>
                </a:solidFill>
                <a:latin typeface="Arial" panose="020B0604020202020204" pitchFamily="34" charset="0"/>
                <a:ea typeface="Microsoft YaHei UI" panose="020B0503020204020204" pitchFamily="34" charset="-122"/>
                <a:cs typeface="Arial" panose="020B0604020202020204" pitchFamily="34" charset="0"/>
              </a:defRPr>
            </a:lvl3pPr>
            <a:lvl4pPr marL="6789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4pPr>
            <a:lvl5pPr marL="8503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icrosoft YaHei UI" panose="020B0503020204020204" pitchFamily="34" charset="-122"/>
                <a:cs typeface="+mn-cs"/>
              </a:defRPr>
            </a:lvl5pPr>
            <a:lvl6pPr marL="10218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6pPr>
            <a:lvl7pPr marL="11932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7pPr>
            <a:lvl8pPr marL="136474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8pPr>
            <a:lvl9pPr marL="1536192" indent="-116586" algn="l" defTabSz="685800" rtl="0" eaLnBrk="1" latinLnBrk="0" hangingPunct="1">
              <a:lnSpc>
                <a:spcPct val="90000"/>
              </a:lnSpc>
              <a:spcBef>
                <a:spcPts val="300"/>
              </a:spcBef>
              <a:buFont typeface="Arial" panose="020B0604020202020204" pitchFamily="34" charset="0"/>
              <a:buChar char="•"/>
              <a:defRPr lang="zh-CN" sz="1200" kern="1200">
                <a:solidFill>
                  <a:schemeClr val="tx1"/>
                </a:solidFill>
                <a:latin typeface="+mn-lt"/>
                <a:ea typeface="+mn-ea"/>
                <a:cs typeface="+mn-cs"/>
              </a:defRPr>
            </a:lvl9pPr>
          </a:lstStyle>
          <a:p>
            <a:pPr marL="849313" indent="-849313"/>
            <a:r>
              <a:rPr lang="zh-CN" altLang="en-US" sz="2400" dirty="0">
                <a:solidFill>
                  <a:srgbClr val="CC6600"/>
                </a:solidFill>
                <a:sym typeface="微软雅黑" panose="020B0503020204020204" pitchFamily="34" charset="-122"/>
              </a:rPr>
              <a:t>界面设计中应该考虑的问题</a:t>
            </a:r>
          </a:p>
          <a:p>
            <a:pPr marL="849313" indent="-849313"/>
            <a:endParaRPr lang="zh-CN" altLang="en-US" sz="2400" dirty="0">
              <a:solidFill>
                <a:srgbClr val="CC6600"/>
              </a:solidFill>
            </a:endParaRPr>
          </a:p>
          <a:p>
            <a:pPr marL="849313" indent="-849313"/>
            <a:endParaRPr lang="zh-CN" altLang="en-US" sz="2400" dirty="0">
              <a:solidFill>
                <a:srgbClr val="CC6600"/>
              </a:solidFill>
              <a:sym typeface="微软雅黑" panose="020B0503020204020204" pitchFamily="34" charset="-122"/>
            </a:endParaRPr>
          </a:p>
        </p:txBody>
      </p:sp>
      <p:sp>
        <p:nvSpPr>
          <p:cNvPr id="16" name="Rectangle 3">
            <a:extLst>
              <a:ext uri="{FF2B5EF4-FFF2-40B4-BE49-F238E27FC236}">
                <a16:creationId xmlns:a16="http://schemas.microsoft.com/office/drawing/2014/main" id="{1FDCA98F-7172-B541-9364-CFA78A15BAA5}"/>
              </a:ext>
            </a:extLst>
          </p:cNvPr>
          <p:cNvSpPr>
            <a:spLocks noChangeArrowheads="1"/>
          </p:cNvSpPr>
          <p:nvPr/>
        </p:nvSpPr>
        <p:spPr bwMode="auto">
          <a:xfrm>
            <a:off x="1418811" y="2026151"/>
            <a:ext cx="6596104" cy="957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lstStyle>
            <a:lvl1pPr marL="198438" indent="-198438">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系统响应时间</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用户求助机制</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出错信息</a:t>
            </a:r>
          </a:p>
          <a:p>
            <a:pPr>
              <a:lnSpc>
                <a:spcPct val="150000"/>
              </a:lnSpc>
              <a:spcBef>
                <a:spcPct val="20000"/>
              </a:spcBef>
              <a:buFont typeface="Arial" panose="020B0604020202020204" pitchFamily="34" charset="0"/>
              <a:buChar char="•"/>
            </a:pPr>
            <a:r>
              <a:rPr lang="zh-CN" altLang="en-US" sz="2000"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命令方式</a:t>
            </a:r>
          </a:p>
        </p:txBody>
      </p:sp>
    </p:spTree>
    <p:extLst>
      <p:ext uri="{BB962C8B-B14F-4D97-AF65-F5344CB8AC3E}">
        <p14:creationId xmlns:p14="http://schemas.microsoft.com/office/powerpoint/2010/main" val="357884261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1000"/>
                                        <p:tgtEl>
                                          <p:spTgt spid="16"/>
                                        </p:tgtEl>
                                      </p:cBhvr>
                                    </p:animEffect>
                                    <p:anim calcmode="lin" valueType="num">
                                      <p:cBhvr>
                                        <p:cTn id="14" dur="1000" fill="hold"/>
                                        <p:tgtEl>
                                          <p:spTgt spid="16"/>
                                        </p:tgtEl>
                                        <p:attrNameLst>
                                          <p:attrName>ppt_x</p:attrName>
                                        </p:attrNameLst>
                                      </p:cBhvr>
                                      <p:tavLst>
                                        <p:tav tm="0">
                                          <p:val>
                                            <p:strVal val="#ppt_x"/>
                                          </p:val>
                                        </p:tav>
                                        <p:tav tm="100000">
                                          <p:val>
                                            <p:strVal val="#ppt_x"/>
                                          </p:val>
                                        </p:tav>
                                      </p:tavLst>
                                    </p:anim>
                                    <p:anim calcmode="lin" valueType="num">
                                      <p:cBhvr>
                                        <p:cTn id="1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A0D5A0F-2ACC-504C-8AA9-52D19E103B2B}"/>
              </a:ext>
            </a:extLst>
          </p:cNvPr>
          <p:cNvSpPr>
            <a:spLocks noGrp="1"/>
          </p:cNvSpPr>
          <p:nvPr>
            <p:ph type="title"/>
          </p:nvPr>
        </p:nvSpPr>
        <p:spPr>
          <a:xfrm>
            <a:off x="1313833" y="2502998"/>
            <a:ext cx="5212080" cy="926002"/>
          </a:xfrm>
        </p:spPr>
        <p:txBody>
          <a:bodyPr/>
          <a:lstStyle/>
          <a:p>
            <a:r>
              <a:rPr lang="zh-CN" altLang="en-US" dirty="0"/>
              <a:t>本章结束</a:t>
            </a:r>
          </a:p>
        </p:txBody>
      </p:sp>
    </p:spTree>
    <p:extLst>
      <p:ext uri="{BB962C8B-B14F-4D97-AF65-F5344CB8AC3E}">
        <p14:creationId xmlns:p14="http://schemas.microsoft.com/office/powerpoint/2010/main" val="234754760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theme/theme1.xml><?xml version="1.0" encoding="utf-8"?>
<a:theme xmlns:a="http://schemas.openxmlformats.org/drawingml/2006/main" name="试验1">
  <a:themeElements>
    <a:clrScheme name="Ecology">
      <a:dk1>
        <a:srgbClr val="4D3E2F"/>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Corbel">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试验1" id="{D0FC9D1F-E22A-42E8-A7DA-057A10670BAD}" vid="{05874D67-174A-4DBA-8E33-E98A4D4F3B7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试验1</Template>
  <TotalTime>0</TotalTime>
  <Words>7464</Words>
  <Application>Microsoft Office PowerPoint</Application>
  <PresentationFormat>全屏显示(4:3)</PresentationFormat>
  <Paragraphs>1637</Paragraphs>
  <Slides>111</Slides>
  <Notes>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111</vt:i4>
      </vt:variant>
    </vt:vector>
  </HeadingPairs>
  <TitlesOfParts>
    <vt:vector size="127" baseType="lpstr">
      <vt:lpstr>Kaiti SC</vt:lpstr>
      <vt:lpstr>Microsoft YaHei UI</vt:lpstr>
      <vt:lpstr>Yuppy SC</vt:lpstr>
      <vt:lpstr>华文中宋</vt:lpstr>
      <vt:lpstr>楷体_GB2312</vt:lpstr>
      <vt:lpstr>隶书</vt:lpstr>
      <vt:lpstr>宋体</vt:lpstr>
      <vt:lpstr>微软雅黑</vt:lpstr>
      <vt:lpstr>微软雅黑</vt:lpstr>
      <vt:lpstr>幼圆</vt:lpstr>
      <vt:lpstr>Arial</vt:lpstr>
      <vt:lpstr>Calibri</vt:lpstr>
      <vt:lpstr>Corbel</vt:lpstr>
      <vt:lpstr>Times New Roman</vt:lpstr>
      <vt:lpstr>Wingdings</vt:lpstr>
      <vt:lpstr>试验1</vt:lpstr>
      <vt:lpstr>软件工程导论</vt:lpstr>
      <vt:lpstr>PowerPoint 演示文稿</vt:lpstr>
      <vt:lpstr>第 3 章   软件设计</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3.1  软件设计的基本概念</vt:lpstr>
      <vt:lpstr>第 3 章   软件设计</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3.2  软件结构化设计方法</vt:lpstr>
      <vt:lpstr>PowerPoint 演示文稿</vt:lpstr>
      <vt:lpstr>3.2  软件结构化设计方法</vt:lpstr>
      <vt:lpstr>3.2  软件结构化设计方法</vt:lpstr>
      <vt:lpstr>3.2  软件结构化设计方法</vt:lpstr>
      <vt:lpstr>3.2  软件结构化设计方法</vt:lpstr>
      <vt:lpstr>PowerPoint 演示文稿</vt:lpstr>
      <vt:lpstr>3.2  软件结构化设计方法</vt:lpstr>
      <vt:lpstr>3.2  软件结构化设计方法</vt:lpstr>
      <vt:lpstr>3.2  软件结构化设计方法</vt:lpstr>
      <vt:lpstr>3.2  软件结构化设计方法</vt:lpstr>
      <vt:lpstr>3.2  软件结构化设计方法</vt:lpstr>
      <vt:lpstr>第 3 章   软件设计</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3.3  软件结构化设计工具</vt:lpstr>
      <vt:lpstr>第 3 章   软件设计</vt:lpstr>
      <vt:lpstr>3.4  数据库结构设计</vt:lpstr>
      <vt:lpstr>3.4  数据库结构设计</vt:lpstr>
      <vt:lpstr>3.4  数据库结构设计</vt:lpstr>
      <vt:lpstr>3.4  数据库结构设计</vt:lpstr>
      <vt:lpstr>3.4  数据库结构设计</vt:lpstr>
      <vt:lpstr>3.4  数据库结构设计</vt:lpstr>
      <vt:lpstr>3.4  数据库结构设计</vt:lpstr>
      <vt:lpstr>3.4  数据库结构设计</vt:lpstr>
      <vt:lpstr>第 3 章   软件设计</vt:lpstr>
      <vt:lpstr>3.5  人机界面设计</vt:lpstr>
      <vt:lpstr>3.5  人机界面设计</vt:lpstr>
      <vt:lpstr>3.5  人机界面设计</vt:lpstr>
      <vt:lpstr>3.5  人机界面设计</vt:lpstr>
      <vt:lpstr>3.5  人机界面设计</vt:lpstr>
      <vt:lpstr>3.5  人机界面设计</vt:lpstr>
      <vt:lpstr>本章结束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2013-08-19T11:32:30Z</dcterms:created>
  <dcterms:modified xsi:type="dcterms:W3CDTF">2025-02-06T15:29:00Z</dcterms:modified>
</cp:coreProperties>
</file>