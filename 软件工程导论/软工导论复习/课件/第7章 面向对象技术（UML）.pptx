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comment1.xml" ContentType="application/vnd.openxmlformats-officedocument.presentationml.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03"/>
  </p:notesMasterIdLst>
  <p:sldIdLst>
    <p:sldId id="256" r:id="rId2"/>
    <p:sldId id="332" r:id="rId3"/>
    <p:sldId id="622" r:id="rId4"/>
    <p:sldId id="524" r:id="rId5"/>
    <p:sldId id="260" r:id="rId6"/>
    <p:sldId id="623" r:id="rId7"/>
    <p:sldId id="525" r:id="rId8"/>
    <p:sldId id="624" r:id="rId9"/>
    <p:sldId id="666" r:id="rId10"/>
    <p:sldId id="625" r:id="rId11"/>
    <p:sldId id="626" r:id="rId12"/>
    <p:sldId id="627" r:id="rId13"/>
    <p:sldId id="628" r:id="rId14"/>
    <p:sldId id="629" r:id="rId15"/>
    <p:sldId id="630" r:id="rId16"/>
    <p:sldId id="631" r:id="rId17"/>
    <p:sldId id="632" r:id="rId18"/>
    <p:sldId id="633" r:id="rId19"/>
    <p:sldId id="634" r:id="rId20"/>
    <p:sldId id="638" r:id="rId21"/>
    <p:sldId id="635" r:id="rId22"/>
    <p:sldId id="636" r:id="rId23"/>
    <p:sldId id="637" r:id="rId24"/>
    <p:sldId id="639" r:id="rId25"/>
    <p:sldId id="640" r:id="rId26"/>
    <p:sldId id="641" r:id="rId27"/>
    <p:sldId id="643" r:id="rId28"/>
    <p:sldId id="644" r:id="rId29"/>
    <p:sldId id="645" r:id="rId30"/>
    <p:sldId id="646" r:id="rId31"/>
    <p:sldId id="647" r:id="rId32"/>
    <p:sldId id="648" r:id="rId33"/>
    <p:sldId id="649" r:id="rId34"/>
    <p:sldId id="650" r:id="rId35"/>
    <p:sldId id="383" r:id="rId36"/>
    <p:sldId id="384" r:id="rId37"/>
    <p:sldId id="385" r:id="rId38"/>
    <p:sldId id="386" r:id="rId39"/>
    <p:sldId id="387" r:id="rId40"/>
    <p:sldId id="388" r:id="rId41"/>
    <p:sldId id="397" r:id="rId42"/>
    <p:sldId id="396" r:id="rId43"/>
    <p:sldId id="391" r:id="rId44"/>
    <p:sldId id="392" r:id="rId45"/>
    <p:sldId id="393" r:id="rId46"/>
    <p:sldId id="398" r:id="rId47"/>
    <p:sldId id="405" r:id="rId48"/>
    <p:sldId id="401" r:id="rId49"/>
    <p:sldId id="406" r:id="rId50"/>
    <p:sldId id="651" r:id="rId51"/>
    <p:sldId id="407" r:id="rId52"/>
    <p:sldId id="408" r:id="rId53"/>
    <p:sldId id="409" r:id="rId54"/>
    <p:sldId id="394" r:id="rId55"/>
    <p:sldId id="412" r:id="rId56"/>
    <p:sldId id="413" r:id="rId57"/>
    <p:sldId id="658" r:id="rId58"/>
    <p:sldId id="403" r:id="rId59"/>
    <p:sldId id="665" r:id="rId60"/>
    <p:sldId id="652" r:id="rId61"/>
    <p:sldId id="653" r:id="rId62"/>
    <p:sldId id="429" r:id="rId63"/>
    <p:sldId id="411" r:id="rId64"/>
    <p:sldId id="654" r:id="rId65"/>
    <p:sldId id="431" r:id="rId66"/>
    <p:sldId id="655" r:id="rId67"/>
    <p:sldId id="417" r:id="rId68"/>
    <p:sldId id="420" r:id="rId69"/>
    <p:sldId id="656" r:id="rId70"/>
    <p:sldId id="419" r:id="rId71"/>
    <p:sldId id="425" r:id="rId72"/>
    <p:sldId id="435" r:id="rId73"/>
    <p:sldId id="436" r:id="rId74"/>
    <p:sldId id="437" r:id="rId75"/>
    <p:sldId id="453" r:id="rId76"/>
    <p:sldId id="454" r:id="rId77"/>
    <p:sldId id="455" r:id="rId78"/>
    <p:sldId id="457" r:id="rId79"/>
    <p:sldId id="662" r:id="rId80"/>
    <p:sldId id="668" r:id="rId81"/>
    <p:sldId id="663" r:id="rId82"/>
    <p:sldId id="478" r:id="rId83"/>
    <p:sldId id="479" r:id="rId84"/>
    <p:sldId id="465" r:id="rId85"/>
    <p:sldId id="480" r:id="rId86"/>
    <p:sldId id="483" r:id="rId87"/>
    <p:sldId id="485" r:id="rId88"/>
    <p:sldId id="486" r:id="rId89"/>
    <p:sldId id="487" r:id="rId90"/>
    <p:sldId id="659" r:id="rId91"/>
    <p:sldId id="667" r:id="rId92"/>
    <p:sldId id="441" r:id="rId93"/>
    <p:sldId id="450" r:id="rId94"/>
    <p:sldId id="460" r:id="rId95"/>
    <p:sldId id="451" r:id="rId96"/>
    <p:sldId id="452" r:id="rId97"/>
    <p:sldId id="660" r:id="rId98"/>
    <p:sldId id="661" r:id="rId99"/>
    <p:sldId id="445" r:id="rId100"/>
    <p:sldId id="446" r:id="rId101"/>
    <p:sldId id="426"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CC9900"/>
    <a:srgbClr val="CC6600"/>
    <a:srgbClr val="FF9900"/>
    <a:srgbClr val="CCFFCC"/>
    <a:srgbClr val="326599"/>
    <a:srgbClr val="FFFC00"/>
    <a:srgbClr val="4E8F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70" autoAdjust="0"/>
    <p:restoredTop sz="94660"/>
  </p:normalViewPr>
  <p:slideViewPr>
    <p:cSldViewPr snapToGrid="0">
      <p:cViewPr varScale="1">
        <p:scale>
          <a:sx n="82" d="100"/>
          <a:sy n="82" d="100"/>
        </p:scale>
        <p:origin x="1349" y="72"/>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6-10-08T20:17:17.110" idx="1">
    <p:pos x="10" y="10"/>
    <p:text>添加一张图：将ATM登录功能从取钱用例、转账用例中抽取出来，组成新的“身份验证”用例</p:text>
  </p:cm>
</p: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E7C473-76C1-4569-98A3-37786D0320C5}" type="doc">
      <dgm:prSet loTypeId="urn:microsoft.com/office/officeart/2005/8/layout/hierarchy6" loCatId="hierarchy" qsTypeId="urn:microsoft.com/office/officeart/2005/8/quickstyle/simple5" qsCatId="simple" csTypeId="urn:microsoft.com/office/officeart/2005/8/colors/colorful1" csCatId="colorful" phldr="1"/>
      <dgm:spPr/>
      <dgm:t>
        <a:bodyPr/>
        <a:lstStyle/>
        <a:p>
          <a:endParaRPr lang="zh-CN" altLang="en-US"/>
        </a:p>
      </dgm:t>
    </dgm:pt>
    <dgm:pt modelId="{A03E5708-E6A0-4F90-9081-15D050B83C7D}">
      <dgm:prSet phldrT="[Text]"/>
      <dgm:spPr/>
      <dgm:t>
        <a:bodyPr/>
        <a:lstStyle/>
        <a:p>
          <a:r>
            <a:rPr lang="zh-CN" altLang="en-US" dirty="0"/>
            <a:t>计算机</a:t>
          </a:r>
        </a:p>
      </dgm:t>
    </dgm:pt>
    <dgm:pt modelId="{3653B05E-0D3A-46C6-9336-E2CC0C00A06A}" type="parTrans" cxnId="{FB17539F-7D78-43C1-8729-C0D66AF5AE33}">
      <dgm:prSet/>
      <dgm:spPr/>
      <dgm:t>
        <a:bodyPr/>
        <a:lstStyle/>
        <a:p>
          <a:endParaRPr lang="zh-CN" altLang="en-US"/>
        </a:p>
      </dgm:t>
    </dgm:pt>
    <dgm:pt modelId="{351823B4-B1F6-410A-A157-6591CF69D829}" type="sibTrans" cxnId="{FB17539F-7D78-43C1-8729-C0D66AF5AE33}">
      <dgm:prSet/>
      <dgm:spPr/>
      <dgm:t>
        <a:bodyPr/>
        <a:lstStyle/>
        <a:p>
          <a:endParaRPr lang="zh-CN" altLang="en-US"/>
        </a:p>
      </dgm:t>
    </dgm:pt>
    <dgm:pt modelId="{2BD1332E-C9F6-4855-8747-8A079512F567}">
      <dgm:prSet phldrT="[Text]"/>
      <dgm:spPr/>
      <dgm:t>
        <a:bodyPr/>
        <a:lstStyle/>
        <a:p>
          <a:r>
            <a:rPr lang="zh-CN" altLang="en-US" dirty="0"/>
            <a:t>主机</a:t>
          </a:r>
        </a:p>
      </dgm:t>
    </dgm:pt>
    <dgm:pt modelId="{C43EF5A9-96CA-4555-A401-0FC44C663BB7}" type="parTrans" cxnId="{E326694E-F7B4-403D-B7F5-1EA57B40EC57}">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4861503F-BED8-4086-9437-1739A227659C}" type="sibTrans" cxnId="{E326694E-F7B4-403D-B7F5-1EA57B40EC57}">
      <dgm:prSet/>
      <dgm:spPr/>
      <dgm:t>
        <a:bodyPr/>
        <a:lstStyle/>
        <a:p>
          <a:endParaRPr lang="zh-CN" altLang="en-US"/>
        </a:p>
      </dgm:t>
    </dgm:pt>
    <dgm:pt modelId="{6B098A4F-223D-485D-B1B3-1782896CFFD1}">
      <dgm:prSet phldrT="[Text]"/>
      <dgm:spPr/>
      <dgm:t>
        <a:bodyPr/>
        <a:lstStyle/>
        <a:p>
          <a:r>
            <a:rPr lang="zh-CN" altLang="en-US" dirty="0"/>
            <a:t>显示器</a:t>
          </a:r>
        </a:p>
      </dgm:t>
    </dgm:pt>
    <dgm:pt modelId="{15F1B54B-6BA2-4573-B857-455CDAC37C63}" type="parTrans" cxnId="{CFE4750A-50C3-4810-8A9B-F24D6F4DCE16}">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709E68C9-5531-4C21-AA21-075C8670F6B5}" type="sibTrans" cxnId="{CFE4750A-50C3-4810-8A9B-F24D6F4DCE16}">
      <dgm:prSet/>
      <dgm:spPr/>
      <dgm:t>
        <a:bodyPr/>
        <a:lstStyle/>
        <a:p>
          <a:endParaRPr lang="zh-CN" altLang="en-US"/>
        </a:p>
      </dgm:t>
    </dgm:pt>
    <dgm:pt modelId="{1D56113E-16E9-44A1-9AF5-FAC32A19D510}">
      <dgm:prSet phldrT="[Text]"/>
      <dgm:spPr/>
      <dgm:t>
        <a:bodyPr/>
        <a:lstStyle/>
        <a:p>
          <a:r>
            <a:rPr lang="zh-CN" altLang="en-US" dirty="0"/>
            <a:t>笔记本</a:t>
          </a:r>
        </a:p>
      </dgm:t>
    </dgm:pt>
    <dgm:pt modelId="{D9A5F8E9-7665-401F-BE33-F33F61363D68}" type="parTrans" cxnId="{164FC624-3804-4511-A7A7-B8CA4D67DE24}">
      <dgm:prSet>
        <dgm:style>
          <a:lnRef idx="3">
            <a:schemeClr val="accent5"/>
          </a:lnRef>
          <a:fillRef idx="0">
            <a:schemeClr val="accent5"/>
          </a:fillRef>
          <a:effectRef idx="2">
            <a:schemeClr val="accent5"/>
          </a:effectRef>
          <a:fontRef idx="minor">
            <a:schemeClr val="tx1"/>
          </a:fontRef>
        </dgm:style>
      </dgm:prSet>
      <dgm:spPr/>
      <dgm:t>
        <a:bodyPr/>
        <a:lstStyle/>
        <a:p>
          <a:endParaRPr lang="zh-CN" altLang="en-US"/>
        </a:p>
      </dgm:t>
    </dgm:pt>
    <dgm:pt modelId="{024AFBEA-0B50-4BAE-B2A1-9EBC592B84BC}" type="sibTrans" cxnId="{164FC624-3804-4511-A7A7-B8CA4D67DE24}">
      <dgm:prSet/>
      <dgm:spPr/>
      <dgm:t>
        <a:bodyPr/>
        <a:lstStyle/>
        <a:p>
          <a:endParaRPr lang="zh-CN" altLang="en-US"/>
        </a:p>
      </dgm:t>
    </dgm:pt>
    <dgm:pt modelId="{5EB3ADF6-AC68-4F81-9EB9-1141694F42F5}">
      <dgm:prSet phldrT="[Text]"/>
      <dgm:spPr/>
      <dgm:t>
        <a:bodyPr/>
        <a:lstStyle/>
        <a:p>
          <a:r>
            <a:rPr lang="zh-CN" altLang="en-US" dirty="0"/>
            <a:t>继承</a:t>
          </a:r>
        </a:p>
      </dgm:t>
    </dgm:pt>
    <dgm:pt modelId="{EE316E0E-1CC4-4E41-B059-79E22BB46ABA}" type="parTrans" cxnId="{576A7FCB-1E95-4EAE-B521-EA45C88CE59E}">
      <dgm:prSet/>
      <dgm:spPr/>
      <dgm:t>
        <a:bodyPr/>
        <a:lstStyle/>
        <a:p>
          <a:endParaRPr lang="zh-CN" altLang="en-US"/>
        </a:p>
      </dgm:t>
    </dgm:pt>
    <dgm:pt modelId="{D7B46B97-E93A-41D0-ADE2-398FDEDAC1E5}" type="sibTrans" cxnId="{576A7FCB-1E95-4EAE-B521-EA45C88CE59E}">
      <dgm:prSet/>
      <dgm:spPr/>
      <dgm:t>
        <a:bodyPr/>
        <a:lstStyle/>
        <a:p>
          <a:endParaRPr lang="zh-CN" altLang="en-US"/>
        </a:p>
      </dgm:t>
    </dgm:pt>
    <dgm:pt modelId="{5F2224DF-1110-4061-A473-D6D4B7C021AA}">
      <dgm:prSet phldrT="[Text]"/>
      <dgm:spPr/>
      <dgm:t>
        <a:bodyPr/>
        <a:lstStyle/>
        <a:p>
          <a:r>
            <a:rPr lang="zh-CN" altLang="en-US" dirty="0"/>
            <a:t>聚集</a:t>
          </a:r>
        </a:p>
      </dgm:t>
    </dgm:pt>
    <dgm:pt modelId="{81C091C2-78D4-47C3-8DC1-AF8C3CB2571F}" type="parTrans" cxnId="{1F0E785A-7163-4BB8-A76A-906EB075C007}">
      <dgm:prSet/>
      <dgm:spPr/>
      <dgm:t>
        <a:bodyPr/>
        <a:lstStyle/>
        <a:p>
          <a:endParaRPr lang="zh-CN" altLang="en-US"/>
        </a:p>
      </dgm:t>
    </dgm:pt>
    <dgm:pt modelId="{4AACAAF2-7D9E-410E-ADDE-86BF1A7814C5}" type="sibTrans" cxnId="{1F0E785A-7163-4BB8-A76A-906EB075C007}">
      <dgm:prSet/>
      <dgm:spPr/>
      <dgm:t>
        <a:bodyPr/>
        <a:lstStyle/>
        <a:p>
          <a:endParaRPr lang="zh-CN" altLang="en-US"/>
        </a:p>
      </dgm:t>
    </dgm:pt>
    <dgm:pt modelId="{F6D2F054-1E8D-4A25-9506-708756DF394D}">
      <dgm:prSet phldrT="[Text]"/>
      <dgm:spPr/>
      <dgm:t>
        <a:bodyPr/>
        <a:lstStyle/>
        <a:p>
          <a:r>
            <a:rPr lang="zh-CN" altLang="en-US" dirty="0"/>
            <a:t>组成</a:t>
          </a:r>
        </a:p>
      </dgm:t>
    </dgm:pt>
    <dgm:pt modelId="{9BA31B79-2437-4057-9E5F-4EE5BF20F455}" type="parTrans" cxnId="{E4C54828-D74F-4EA7-A1B4-09FA81BEDEC3}">
      <dgm:prSet/>
      <dgm:spPr/>
      <dgm:t>
        <a:bodyPr/>
        <a:lstStyle/>
        <a:p>
          <a:endParaRPr lang="zh-CN" altLang="en-US"/>
        </a:p>
      </dgm:t>
    </dgm:pt>
    <dgm:pt modelId="{1B4E1BA4-25D4-4E9B-9CBB-80EE7ABEDDCB}" type="sibTrans" cxnId="{E4C54828-D74F-4EA7-A1B4-09FA81BEDEC3}">
      <dgm:prSet/>
      <dgm:spPr/>
      <dgm:t>
        <a:bodyPr/>
        <a:lstStyle/>
        <a:p>
          <a:endParaRPr lang="zh-CN" altLang="en-US"/>
        </a:p>
      </dgm:t>
    </dgm:pt>
    <dgm:pt modelId="{034BBCD2-D427-478C-9E18-2EA15FB75CAE}">
      <dgm:prSet phldrT="[Text]"/>
      <dgm:spPr/>
      <dgm:t>
        <a:bodyPr/>
        <a:lstStyle/>
        <a:p>
          <a:r>
            <a:rPr lang="zh-CN" altLang="en-US" dirty="0"/>
            <a:t>台式机</a:t>
          </a:r>
        </a:p>
      </dgm:t>
    </dgm:pt>
    <dgm:pt modelId="{ABDD5C40-F285-4BA2-AD51-73DF573C4C9B}" type="sibTrans" cxnId="{CB8FE556-7277-458C-A462-D7A871EC5E5B}">
      <dgm:prSet/>
      <dgm:spPr/>
      <dgm:t>
        <a:bodyPr/>
        <a:lstStyle/>
        <a:p>
          <a:endParaRPr lang="zh-CN" altLang="en-US"/>
        </a:p>
      </dgm:t>
    </dgm:pt>
    <dgm:pt modelId="{784A36F5-A688-4877-A1DF-93F2521738D7}" type="parTrans" cxnId="{CB8FE556-7277-458C-A462-D7A871EC5E5B}">
      <dgm:prSet>
        <dgm:style>
          <a:lnRef idx="3">
            <a:schemeClr val="accent5"/>
          </a:lnRef>
          <a:fillRef idx="0">
            <a:schemeClr val="accent5"/>
          </a:fillRef>
          <a:effectRef idx="2">
            <a:schemeClr val="accent5"/>
          </a:effectRef>
          <a:fontRef idx="minor">
            <a:schemeClr val="tx1"/>
          </a:fontRef>
        </dgm:style>
      </dgm:prSet>
      <dgm:spPr/>
      <dgm:t>
        <a:bodyPr/>
        <a:lstStyle/>
        <a:p>
          <a:endParaRPr lang="zh-CN" altLang="en-US"/>
        </a:p>
      </dgm:t>
    </dgm:pt>
    <dgm:pt modelId="{71D364DC-6D99-413F-91B3-006EF61B931E}">
      <dgm:prSet phldrT="[Text]"/>
      <dgm:spPr/>
      <dgm:t>
        <a:bodyPr/>
        <a:lstStyle/>
        <a:p>
          <a:r>
            <a:rPr lang="zh-CN" altLang="en-US" dirty="0"/>
            <a:t>类</a:t>
          </a:r>
        </a:p>
      </dgm:t>
    </dgm:pt>
    <dgm:pt modelId="{D2401FAE-6585-4420-A2A7-9233E5D3204A}" type="parTrans" cxnId="{C105F272-7BA3-433E-8ED7-9312B3A7E47E}">
      <dgm:prSet/>
      <dgm:spPr/>
      <dgm:t>
        <a:bodyPr/>
        <a:lstStyle/>
        <a:p>
          <a:endParaRPr lang="zh-CN" altLang="en-US"/>
        </a:p>
      </dgm:t>
    </dgm:pt>
    <dgm:pt modelId="{F9DBADAC-583C-4FE5-809D-AA839E6EA59B}" type="sibTrans" cxnId="{C105F272-7BA3-433E-8ED7-9312B3A7E47E}">
      <dgm:prSet/>
      <dgm:spPr/>
      <dgm:t>
        <a:bodyPr/>
        <a:lstStyle/>
        <a:p>
          <a:endParaRPr lang="zh-CN" altLang="en-US"/>
        </a:p>
      </dgm:t>
    </dgm:pt>
    <dgm:pt modelId="{6F4AEF71-777E-4E60-950C-257F7330A97B}">
      <dgm:prSet phldrT="[Text]"/>
      <dgm:spPr/>
      <dgm:t>
        <a:bodyPr/>
        <a:lstStyle/>
        <a:p>
          <a:r>
            <a:rPr lang="zh-CN" altLang="en-US" dirty="0"/>
            <a:t>声卡</a:t>
          </a:r>
        </a:p>
      </dgm:t>
    </dgm:pt>
    <dgm:pt modelId="{C66C4615-C521-44BB-AD2E-4C55C166769F}" type="parTrans" cxnId="{FE2C9570-E4D1-4B5C-8D2F-A0F5FAF81AA6}">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6184091A-78D5-47EE-81DB-4FA719DABC8B}" type="sibTrans" cxnId="{FE2C9570-E4D1-4B5C-8D2F-A0F5FAF81AA6}">
      <dgm:prSet/>
      <dgm:spPr/>
      <dgm:t>
        <a:bodyPr/>
        <a:lstStyle/>
        <a:p>
          <a:endParaRPr lang="zh-CN" altLang="en-US"/>
        </a:p>
      </dgm:t>
    </dgm:pt>
    <dgm:pt modelId="{F6EB52E1-B339-47A0-BDCF-F8A6FF5CAAC2}">
      <dgm:prSet phldrT="[Text]"/>
      <dgm:spPr/>
      <dgm:t>
        <a:bodyPr/>
        <a:lstStyle/>
        <a:p>
          <a:r>
            <a:rPr lang="zh-CN" altLang="en-US" dirty="0"/>
            <a:t>主板</a:t>
          </a:r>
        </a:p>
      </dgm:t>
    </dgm:pt>
    <dgm:pt modelId="{5234E861-BCFB-406A-AE0A-6DD7B6CC8CF5}" type="parTrans" cxnId="{11378B4F-5440-415D-8DAB-3A40E6150B1D}">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29D41A3A-4499-4D92-B1DA-EFD06CB76BE1}" type="sibTrans" cxnId="{11378B4F-5440-415D-8DAB-3A40E6150B1D}">
      <dgm:prSet/>
      <dgm:spPr/>
      <dgm:t>
        <a:bodyPr/>
        <a:lstStyle/>
        <a:p>
          <a:endParaRPr lang="zh-CN" altLang="en-US"/>
        </a:p>
      </dgm:t>
    </dgm:pt>
    <dgm:pt modelId="{538F8141-07B3-4EA3-AA55-CDBE74A90554}">
      <dgm:prSet phldrT="[Text]"/>
      <dgm:spPr/>
      <dgm:t>
        <a:bodyPr/>
        <a:lstStyle/>
        <a:p>
          <a:r>
            <a:rPr lang="zh-CN" altLang="en-US" dirty="0"/>
            <a:t>聚集</a:t>
          </a:r>
        </a:p>
      </dgm:t>
    </dgm:pt>
    <dgm:pt modelId="{77691594-8559-4AFE-B4B9-5883DA5A2A8E}" type="parTrans" cxnId="{786FFFC7-CA79-4F6D-9632-A4973E8FCB9D}">
      <dgm:prSet/>
      <dgm:spPr/>
      <dgm:t>
        <a:bodyPr/>
        <a:lstStyle/>
        <a:p>
          <a:endParaRPr lang="zh-CN" altLang="en-US"/>
        </a:p>
      </dgm:t>
    </dgm:pt>
    <dgm:pt modelId="{B400ABE1-30BA-4ECF-AB7A-20493930CFC8}" type="sibTrans" cxnId="{786FFFC7-CA79-4F6D-9632-A4973E8FCB9D}">
      <dgm:prSet/>
      <dgm:spPr/>
      <dgm:t>
        <a:bodyPr/>
        <a:lstStyle/>
        <a:p>
          <a:endParaRPr lang="zh-CN" altLang="en-US"/>
        </a:p>
      </dgm:t>
    </dgm:pt>
    <dgm:pt modelId="{D27BC60B-AA57-4B83-A77B-A4F159A138E9}">
      <dgm:prSet phldrT="[Text]"/>
      <dgm:spPr/>
      <dgm:t>
        <a:bodyPr/>
        <a:lstStyle/>
        <a:p>
          <a:r>
            <a:rPr lang="zh-CN" altLang="en-US" dirty="0"/>
            <a:t>线路板</a:t>
          </a:r>
        </a:p>
      </dgm:t>
    </dgm:pt>
    <dgm:pt modelId="{1FC90EEA-681F-4FE2-9D3E-2AE3E3C3E7A3}" type="parTrans" cxnId="{A6BADA2F-0AE8-49D0-AFD8-D088DB279C3F}">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95393D75-FF66-4E5B-A7C5-4656F685DFCA}" type="sibTrans" cxnId="{A6BADA2F-0AE8-49D0-AFD8-D088DB279C3F}">
      <dgm:prSet/>
      <dgm:spPr/>
      <dgm:t>
        <a:bodyPr/>
        <a:lstStyle/>
        <a:p>
          <a:endParaRPr lang="zh-CN" altLang="en-US"/>
        </a:p>
      </dgm:t>
    </dgm:pt>
    <dgm:pt modelId="{03A32C20-DDD9-400A-917A-1035121F09A3}">
      <dgm:prSet phldrT="[Text]"/>
      <dgm:spPr/>
      <dgm:t>
        <a:bodyPr/>
        <a:lstStyle/>
        <a:p>
          <a:r>
            <a:rPr lang="zh-CN" altLang="en-US"/>
            <a:t>集成块</a:t>
          </a:r>
          <a:endParaRPr lang="zh-CN" altLang="en-US" dirty="0"/>
        </a:p>
      </dgm:t>
    </dgm:pt>
    <dgm:pt modelId="{2F91E777-F2F0-42E2-B010-CE022E049DBC}" type="parTrans" cxnId="{CDFB4DC2-22B7-41F9-979A-C0B0193C4D36}">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4EA3C972-CD55-4848-AA48-59C04CB05173}" type="sibTrans" cxnId="{CDFB4DC2-22B7-41F9-979A-C0B0193C4D36}">
      <dgm:prSet/>
      <dgm:spPr/>
      <dgm:t>
        <a:bodyPr/>
        <a:lstStyle/>
        <a:p>
          <a:endParaRPr lang="zh-CN" altLang="en-US"/>
        </a:p>
      </dgm:t>
    </dgm:pt>
    <dgm:pt modelId="{A49CF198-BC9E-4EE3-BD49-FBB6C51292D8}">
      <dgm:prSet phldrT="[Text]"/>
      <dgm:spPr/>
      <dgm:t>
        <a:bodyPr/>
        <a:lstStyle/>
        <a:p>
          <a:endParaRPr lang="zh-CN" altLang="en-US" dirty="0"/>
        </a:p>
      </dgm:t>
    </dgm:pt>
    <dgm:pt modelId="{70A97E27-76AA-42C6-A255-EC9AF4A592F0}" type="parTrans" cxnId="{5B4EB862-295A-48C2-9720-F92711D50019}">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2D40B8B4-87B2-40E9-B875-0D08093CE797}" type="sibTrans" cxnId="{5B4EB862-295A-48C2-9720-F92711D50019}">
      <dgm:prSet/>
      <dgm:spPr/>
      <dgm:t>
        <a:bodyPr/>
        <a:lstStyle/>
        <a:p>
          <a:endParaRPr lang="zh-CN" altLang="en-US"/>
        </a:p>
      </dgm:t>
    </dgm:pt>
    <dgm:pt modelId="{A0156AB8-5E7C-4EF1-9E08-98AA484A6F08}">
      <dgm:prSet phldrT="[Text]"/>
      <dgm:spPr/>
      <dgm:t>
        <a:bodyPr/>
        <a:lstStyle/>
        <a:p>
          <a:r>
            <a:rPr lang="zh-CN" altLang="en-US" dirty="0"/>
            <a:t>显卡</a:t>
          </a:r>
        </a:p>
      </dgm:t>
    </dgm:pt>
    <dgm:pt modelId="{15A51B9B-E262-4A5F-856E-A11C24E22005}" type="parTrans" cxnId="{4C5A9FC7-2538-4104-BCD4-2474392E9FDD}">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B17AF421-6011-4DAD-B7BC-328B42B11B4A}" type="sibTrans" cxnId="{4C5A9FC7-2538-4104-BCD4-2474392E9FDD}">
      <dgm:prSet/>
      <dgm:spPr/>
      <dgm:t>
        <a:bodyPr/>
        <a:lstStyle/>
        <a:p>
          <a:endParaRPr lang="zh-CN" altLang="en-US"/>
        </a:p>
      </dgm:t>
    </dgm:pt>
    <dgm:pt modelId="{E7BC5E10-9B22-48F1-BD95-40BF6C507247}">
      <dgm:prSet phldrT="[Text]"/>
      <dgm:spPr/>
      <dgm:t>
        <a:bodyPr/>
        <a:lstStyle/>
        <a:p>
          <a:endParaRPr lang="zh-CN" altLang="en-US" dirty="0"/>
        </a:p>
      </dgm:t>
    </dgm:pt>
    <dgm:pt modelId="{48837923-408F-44C3-9359-B724513E2631}" type="parTrans" cxnId="{32B12943-B008-42D0-AF0E-5EF849700315}">
      <dgm:prSet>
        <dgm:style>
          <a:lnRef idx="3">
            <a:schemeClr val="accent4"/>
          </a:lnRef>
          <a:fillRef idx="0">
            <a:schemeClr val="accent4"/>
          </a:fillRef>
          <a:effectRef idx="2">
            <a:schemeClr val="accent4"/>
          </a:effectRef>
          <a:fontRef idx="minor">
            <a:schemeClr val="tx1"/>
          </a:fontRef>
        </dgm:style>
      </dgm:prSet>
      <dgm:spPr/>
      <dgm:t>
        <a:bodyPr/>
        <a:lstStyle/>
        <a:p>
          <a:endParaRPr lang="zh-CN" altLang="en-US"/>
        </a:p>
      </dgm:t>
    </dgm:pt>
    <dgm:pt modelId="{6B942BFE-DC49-4144-83C6-89A3B5561F1B}" type="sibTrans" cxnId="{32B12943-B008-42D0-AF0E-5EF849700315}">
      <dgm:prSet/>
      <dgm:spPr/>
      <dgm:t>
        <a:bodyPr/>
        <a:lstStyle/>
        <a:p>
          <a:endParaRPr lang="zh-CN" altLang="en-US"/>
        </a:p>
      </dgm:t>
    </dgm:pt>
    <dgm:pt modelId="{554C2154-30A9-41D1-83F6-D576E9C7E6F2}">
      <dgm:prSet phldrT="[Text]"/>
      <dgm:spPr/>
      <dgm:t>
        <a:bodyPr/>
        <a:lstStyle/>
        <a:p>
          <a:endParaRPr lang="zh-CN" altLang="en-US" dirty="0"/>
        </a:p>
      </dgm:t>
    </dgm:pt>
    <dgm:pt modelId="{4AF902A4-9AC7-4D50-BD93-9F8F6B9BCB02}" type="parTrans" cxnId="{117665D3-A0D9-4EEC-8541-C4CB0A3BD453}">
      <dgm:prSet>
        <dgm:style>
          <a:lnRef idx="3">
            <a:schemeClr val="accent5"/>
          </a:lnRef>
          <a:fillRef idx="0">
            <a:schemeClr val="accent5"/>
          </a:fillRef>
          <a:effectRef idx="2">
            <a:schemeClr val="accent5"/>
          </a:effectRef>
          <a:fontRef idx="minor">
            <a:schemeClr val="tx1"/>
          </a:fontRef>
        </dgm:style>
      </dgm:prSet>
      <dgm:spPr/>
      <dgm:t>
        <a:bodyPr/>
        <a:lstStyle/>
        <a:p>
          <a:endParaRPr lang="zh-CN" altLang="en-US"/>
        </a:p>
      </dgm:t>
    </dgm:pt>
    <dgm:pt modelId="{2078C501-4B5A-4A3D-81A6-33B84EA30CFC}" type="sibTrans" cxnId="{117665D3-A0D9-4EEC-8541-C4CB0A3BD453}">
      <dgm:prSet/>
      <dgm:spPr/>
      <dgm:t>
        <a:bodyPr/>
        <a:lstStyle/>
        <a:p>
          <a:endParaRPr lang="zh-CN" altLang="en-US"/>
        </a:p>
      </dgm:t>
    </dgm:pt>
    <dgm:pt modelId="{473C574B-AF05-4626-856E-1AE827D92FA3}" type="pres">
      <dgm:prSet presAssocID="{02E7C473-76C1-4569-98A3-37786D0320C5}" presName="mainComposite" presStyleCnt="0">
        <dgm:presLayoutVars>
          <dgm:chPref val="1"/>
          <dgm:dir/>
          <dgm:animOne val="branch"/>
          <dgm:animLvl val="lvl"/>
          <dgm:resizeHandles val="exact"/>
        </dgm:presLayoutVars>
      </dgm:prSet>
      <dgm:spPr/>
    </dgm:pt>
    <dgm:pt modelId="{0E55D24A-EF07-423D-B3AE-D792759EDFA7}" type="pres">
      <dgm:prSet presAssocID="{02E7C473-76C1-4569-98A3-37786D0320C5}" presName="hierFlow" presStyleCnt="0"/>
      <dgm:spPr/>
    </dgm:pt>
    <dgm:pt modelId="{76E76F97-AA65-420D-8EF8-527BB2CD85F1}" type="pres">
      <dgm:prSet presAssocID="{02E7C473-76C1-4569-98A3-37786D0320C5}" presName="firstBuf" presStyleCnt="0"/>
      <dgm:spPr/>
    </dgm:pt>
    <dgm:pt modelId="{942233FE-1F46-433B-A6A1-313B63936B7A}" type="pres">
      <dgm:prSet presAssocID="{02E7C473-76C1-4569-98A3-37786D0320C5}" presName="hierChild1" presStyleCnt="0">
        <dgm:presLayoutVars>
          <dgm:chPref val="1"/>
          <dgm:animOne val="branch"/>
          <dgm:animLvl val="lvl"/>
        </dgm:presLayoutVars>
      </dgm:prSet>
      <dgm:spPr/>
    </dgm:pt>
    <dgm:pt modelId="{592C082B-2C6B-4AEB-8B0A-B652874C9473}" type="pres">
      <dgm:prSet presAssocID="{A03E5708-E6A0-4F90-9081-15D050B83C7D}" presName="Name14" presStyleCnt="0"/>
      <dgm:spPr/>
    </dgm:pt>
    <dgm:pt modelId="{C740654C-59A5-4476-83FC-3F265532E915}" type="pres">
      <dgm:prSet presAssocID="{A03E5708-E6A0-4F90-9081-15D050B83C7D}" presName="level1Shape" presStyleLbl="node0" presStyleIdx="0" presStyleCnt="1" custScaleY="79169">
        <dgm:presLayoutVars>
          <dgm:chPref val="3"/>
        </dgm:presLayoutVars>
      </dgm:prSet>
      <dgm:spPr/>
    </dgm:pt>
    <dgm:pt modelId="{663448EE-E434-48F2-85F3-F5EBD0897423}" type="pres">
      <dgm:prSet presAssocID="{A03E5708-E6A0-4F90-9081-15D050B83C7D}" presName="hierChild2" presStyleCnt="0"/>
      <dgm:spPr/>
    </dgm:pt>
    <dgm:pt modelId="{02CCC8D1-ED82-451B-9006-5D2312BA777F}" type="pres">
      <dgm:prSet presAssocID="{784A36F5-A688-4877-A1DF-93F2521738D7}" presName="Name19" presStyleLbl="parChTrans1D2" presStyleIdx="0" presStyleCnt="3"/>
      <dgm:spPr/>
    </dgm:pt>
    <dgm:pt modelId="{1A232CE4-C68C-48A5-959E-C1814683A3A0}" type="pres">
      <dgm:prSet presAssocID="{034BBCD2-D427-478C-9E18-2EA15FB75CAE}" presName="Name21" presStyleCnt="0"/>
      <dgm:spPr/>
    </dgm:pt>
    <dgm:pt modelId="{BB971C6C-9F0E-4EA7-B3A5-D45C8984DBDA}" type="pres">
      <dgm:prSet presAssocID="{034BBCD2-D427-478C-9E18-2EA15FB75CAE}" presName="level2Shape" presStyleLbl="node2" presStyleIdx="0" presStyleCnt="3" custScaleY="79169" custLinFactNeighborX="-90" custLinFactNeighborY="32268"/>
      <dgm:spPr/>
    </dgm:pt>
    <dgm:pt modelId="{436B6751-0669-409F-AA0F-24E5E06FA103}" type="pres">
      <dgm:prSet presAssocID="{034BBCD2-D427-478C-9E18-2EA15FB75CAE}" presName="hierChild3" presStyleCnt="0"/>
      <dgm:spPr/>
    </dgm:pt>
    <dgm:pt modelId="{C846B099-9208-41EA-82D3-3B66DC9800FA}" type="pres">
      <dgm:prSet presAssocID="{C43EF5A9-96CA-4555-A401-0FC44C663BB7}" presName="Name19" presStyleLbl="parChTrans1D3" presStyleIdx="0" presStyleCnt="3"/>
      <dgm:spPr/>
    </dgm:pt>
    <dgm:pt modelId="{0669AABB-9041-4E38-964A-5D5111D9C185}" type="pres">
      <dgm:prSet presAssocID="{2BD1332E-C9F6-4855-8747-8A079512F567}" presName="Name21" presStyleCnt="0"/>
      <dgm:spPr/>
    </dgm:pt>
    <dgm:pt modelId="{69FC5361-D838-4133-A833-10EEB26103D4}" type="pres">
      <dgm:prSet presAssocID="{2BD1332E-C9F6-4855-8747-8A079512F567}" presName="level2Shape" presStyleLbl="node3" presStyleIdx="0" presStyleCnt="3" custScaleY="79169" custLinFactNeighborX="-3131" custLinFactNeighborY="58827"/>
      <dgm:spPr/>
    </dgm:pt>
    <dgm:pt modelId="{14F19473-AA11-47C8-9AD8-679E052AA7A4}" type="pres">
      <dgm:prSet presAssocID="{2BD1332E-C9F6-4855-8747-8A079512F567}" presName="hierChild3" presStyleCnt="0"/>
      <dgm:spPr/>
    </dgm:pt>
    <dgm:pt modelId="{BC871C3F-43A4-4DEF-824D-7A2F4FBC9D48}" type="pres">
      <dgm:prSet presAssocID="{C66C4615-C521-44BB-AD2E-4C55C166769F}" presName="Name19" presStyleLbl="parChTrans1D4" presStyleIdx="0" presStyleCnt="6"/>
      <dgm:spPr/>
    </dgm:pt>
    <dgm:pt modelId="{F53B6341-2E3C-4E07-963B-633D640679B6}" type="pres">
      <dgm:prSet presAssocID="{6F4AEF71-777E-4E60-950C-257F7330A97B}" presName="Name21" presStyleCnt="0"/>
      <dgm:spPr/>
    </dgm:pt>
    <dgm:pt modelId="{1D990F90-160A-469E-AE0A-51ACEDDD7E92}" type="pres">
      <dgm:prSet presAssocID="{6F4AEF71-777E-4E60-950C-257F7330A97B}" presName="level2Shape" presStyleLbl="node4" presStyleIdx="0" presStyleCnt="6" custScaleY="79169" custLinFactNeighborX="3131" custLinFactNeighborY="70455"/>
      <dgm:spPr/>
    </dgm:pt>
    <dgm:pt modelId="{7666D73F-6D63-4ED1-99BD-1BDDFAC271C4}" type="pres">
      <dgm:prSet presAssocID="{6F4AEF71-777E-4E60-950C-257F7330A97B}" presName="hierChild3" presStyleCnt="0"/>
      <dgm:spPr/>
    </dgm:pt>
    <dgm:pt modelId="{48A1A8BC-461F-4921-9462-2956FBE5AFF4}" type="pres">
      <dgm:prSet presAssocID="{1FC90EEA-681F-4FE2-9D3E-2AE3E3C3E7A3}" presName="Name19" presStyleLbl="parChTrans1D4" presStyleIdx="1" presStyleCnt="6"/>
      <dgm:spPr/>
    </dgm:pt>
    <dgm:pt modelId="{D5AC0337-58D6-4BB3-9A20-61A527F3D464}" type="pres">
      <dgm:prSet presAssocID="{D27BC60B-AA57-4B83-A77B-A4F159A138E9}" presName="Name21" presStyleCnt="0"/>
      <dgm:spPr/>
    </dgm:pt>
    <dgm:pt modelId="{BE4E156E-34D7-48D7-B22C-D37D17993DCB}" type="pres">
      <dgm:prSet presAssocID="{D27BC60B-AA57-4B83-A77B-A4F159A138E9}" presName="level2Shape" presStyleLbl="node4" presStyleIdx="1" presStyleCnt="6" custScaleY="79169" custLinFactNeighborX="-2088" custLinFactNeighborY="92110"/>
      <dgm:spPr/>
    </dgm:pt>
    <dgm:pt modelId="{C0CA566E-BD9F-4DE0-9D4F-29BEAA536798}" type="pres">
      <dgm:prSet presAssocID="{D27BC60B-AA57-4B83-A77B-A4F159A138E9}" presName="hierChild3" presStyleCnt="0"/>
      <dgm:spPr/>
    </dgm:pt>
    <dgm:pt modelId="{B5356A12-1D93-4975-A5F4-324277849B18}" type="pres">
      <dgm:prSet presAssocID="{2F91E777-F2F0-42E2-B010-CE022E049DBC}" presName="Name19" presStyleLbl="parChTrans1D4" presStyleIdx="2" presStyleCnt="6"/>
      <dgm:spPr/>
    </dgm:pt>
    <dgm:pt modelId="{6DB30DE9-49EE-4116-8941-C5B99CC6CA1C}" type="pres">
      <dgm:prSet presAssocID="{03A32C20-DDD9-400A-917A-1035121F09A3}" presName="Name21" presStyleCnt="0"/>
      <dgm:spPr/>
    </dgm:pt>
    <dgm:pt modelId="{098C035E-D0EC-4809-B06F-851DD2094302}" type="pres">
      <dgm:prSet presAssocID="{03A32C20-DDD9-400A-917A-1035121F09A3}" presName="level2Shape" presStyleLbl="node4" presStyleIdx="2" presStyleCnt="6" custScaleY="79169" custLinFactNeighborX="-2088" custLinFactNeighborY="92110"/>
      <dgm:spPr/>
    </dgm:pt>
    <dgm:pt modelId="{3D169EE5-CCE0-4FA7-B260-75F4A6F1315C}" type="pres">
      <dgm:prSet presAssocID="{03A32C20-DDD9-400A-917A-1035121F09A3}" presName="hierChild3" presStyleCnt="0"/>
      <dgm:spPr/>
    </dgm:pt>
    <dgm:pt modelId="{FEBBA57E-D49E-4379-B49F-7113C23405B5}" type="pres">
      <dgm:prSet presAssocID="{5234E861-BCFB-406A-AE0A-6DD7B6CC8CF5}" presName="Name19" presStyleLbl="parChTrans1D4" presStyleIdx="3" presStyleCnt="6"/>
      <dgm:spPr/>
    </dgm:pt>
    <dgm:pt modelId="{6FBB218F-E147-4E04-AB5F-742FB35442A7}" type="pres">
      <dgm:prSet presAssocID="{F6EB52E1-B339-47A0-BDCF-F8A6FF5CAAC2}" presName="Name21" presStyleCnt="0"/>
      <dgm:spPr/>
    </dgm:pt>
    <dgm:pt modelId="{0298D138-8A64-417B-B69A-985F73AEF2F4}" type="pres">
      <dgm:prSet presAssocID="{F6EB52E1-B339-47A0-BDCF-F8A6FF5CAAC2}" presName="level2Shape" presStyleLbl="node4" presStyleIdx="3" presStyleCnt="6" custScaleY="79169" custLinFactNeighborX="3131" custLinFactNeighborY="70455"/>
      <dgm:spPr/>
    </dgm:pt>
    <dgm:pt modelId="{25CB1029-2D12-4A00-8AEC-4E55EE47E50F}" type="pres">
      <dgm:prSet presAssocID="{F6EB52E1-B339-47A0-BDCF-F8A6FF5CAAC2}" presName="hierChild3" presStyleCnt="0"/>
      <dgm:spPr/>
    </dgm:pt>
    <dgm:pt modelId="{8ED6A021-93FD-4311-B163-E0C822B55B93}" type="pres">
      <dgm:prSet presAssocID="{15A51B9B-E262-4A5F-856E-A11C24E22005}" presName="Name19" presStyleLbl="parChTrans1D4" presStyleIdx="4" presStyleCnt="6"/>
      <dgm:spPr/>
    </dgm:pt>
    <dgm:pt modelId="{1DFC5B8F-3AA9-4E51-A2F9-39E9FD334273}" type="pres">
      <dgm:prSet presAssocID="{A0156AB8-5E7C-4EF1-9E08-98AA484A6F08}" presName="Name21" presStyleCnt="0"/>
      <dgm:spPr/>
    </dgm:pt>
    <dgm:pt modelId="{24DD1615-95F1-4369-A155-D33B3BDD6A53}" type="pres">
      <dgm:prSet presAssocID="{A0156AB8-5E7C-4EF1-9E08-98AA484A6F08}" presName="level2Shape" presStyleLbl="node4" presStyleIdx="4" presStyleCnt="6" custScaleY="79169" custLinFactNeighborX="3131" custLinFactNeighborY="70455"/>
      <dgm:spPr/>
    </dgm:pt>
    <dgm:pt modelId="{148B2D7C-1A4B-4419-85D1-68981F2439B2}" type="pres">
      <dgm:prSet presAssocID="{A0156AB8-5E7C-4EF1-9E08-98AA484A6F08}" presName="hierChild3" presStyleCnt="0"/>
      <dgm:spPr/>
    </dgm:pt>
    <dgm:pt modelId="{139DF50F-108A-43FA-A536-CDDB3D596A7D}" type="pres">
      <dgm:prSet presAssocID="{70A97E27-76AA-42C6-A255-EC9AF4A592F0}" presName="Name19" presStyleLbl="parChTrans1D4" presStyleIdx="5" presStyleCnt="6"/>
      <dgm:spPr/>
    </dgm:pt>
    <dgm:pt modelId="{E5B27015-F4AD-4DFC-A951-CEF78B335919}" type="pres">
      <dgm:prSet presAssocID="{A49CF198-BC9E-4EE3-BD49-FBB6C51292D8}" presName="Name21" presStyleCnt="0"/>
      <dgm:spPr/>
    </dgm:pt>
    <dgm:pt modelId="{CE3028A5-3926-46BD-929D-8B08E9B98BD6}" type="pres">
      <dgm:prSet presAssocID="{A49CF198-BC9E-4EE3-BD49-FBB6C51292D8}" presName="level2Shape" presStyleLbl="node4" presStyleIdx="5" presStyleCnt="6" custScaleY="79169" custLinFactNeighborX="3131" custLinFactNeighborY="70455"/>
      <dgm:spPr/>
    </dgm:pt>
    <dgm:pt modelId="{6DC8902A-FC98-4660-8480-E229106DD5C5}" type="pres">
      <dgm:prSet presAssocID="{A49CF198-BC9E-4EE3-BD49-FBB6C51292D8}" presName="hierChild3" presStyleCnt="0"/>
      <dgm:spPr/>
    </dgm:pt>
    <dgm:pt modelId="{7A003293-4A4A-4202-87A0-6FB68E6D474B}" type="pres">
      <dgm:prSet presAssocID="{15F1B54B-6BA2-4573-B857-455CDAC37C63}" presName="Name19" presStyleLbl="parChTrans1D3" presStyleIdx="1" presStyleCnt="3"/>
      <dgm:spPr/>
    </dgm:pt>
    <dgm:pt modelId="{EFDD6FE3-806E-4C25-A7B8-6C7689ED6030}" type="pres">
      <dgm:prSet presAssocID="{6B098A4F-223D-485D-B1B3-1782896CFFD1}" presName="Name21" presStyleCnt="0"/>
      <dgm:spPr/>
    </dgm:pt>
    <dgm:pt modelId="{8118D1E9-ADB5-4CB9-9EDD-ED59D0B60277}" type="pres">
      <dgm:prSet presAssocID="{6B098A4F-223D-485D-B1B3-1782896CFFD1}" presName="level2Shape" presStyleLbl="node3" presStyleIdx="1" presStyleCnt="3" custScaleY="79169" custLinFactNeighborX="-3131" custLinFactNeighborY="58827"/>
      <dgm:spPr/>
    </dgm:pt>
    <dgm:pt modelId="{064B6CBA-A00F-467A-A231-582EF150EE1E}" type="pres">
      <dgm:prSet presAssocID="{6B098A4F-223D-485D-B1B3-1782896CFFD1}" presName="hierChild3" presStyleCnt="0"/>
      <dgm:spPr/>
    </dgm:pt>
    <dgm:pt modelId="{3DF84FE6-58C1-40A3-B8FD-134C29D40C5A}" type="pres">
      <dgm:prSet presAssocID="{48837923-408F-44C3-9359-B724513E2631}" presName="Name19" presStyleLbl="parChTrans1D3" presStyleIdx="2" presStyleCnt="3"/>
      <dgm:spPr/>
    </dgm:pt>
    <dgm:pt modelId="{228C7407-3382-4511-B32C-250E546C7717}" type="pres">
      <dgm:prSet presAssocID="{E7BC5E10-9B22-48F1-BD95-40BF6C507247}" presName="Name21" presStyleCnt="0"/>
      <dgm:spPr/>
    </dgm:pt>
    <dgm:pt modelId="{D765915F-4CBE-4151-8FEC-8740DCEE7238}" type="pres">
      <dgm:prSet presAssocID="{E7BC5E10-9B22-48F1-BD95-40BF6C507247}" presName="level2Shape" presStyleLbl="node3" presStyleIdx="2" presStyleCnt="3" custScaleY="79169" custLinFactNeighborX="-3131" custLinFactNeighborY="58827"/>
      <dgm:spPr/>
    </dgm:pt>
    <dgm:pt modelId="{5E64CF0F-D00A-41D6-8C34-3CE89DAFEE33}" type="pres">
      <dgm:prSet presAssocID="{E7BC5E10-9B22-48F1-BD95-40BF6C507247}" presName="hierChild3" presStyleCnt="0"/>
      <dgm:spPr/>
    </dgm:pt>
    <dgm:pt modelId="{540FDBFD-479A-4F12-B7B2-301548EF5BA8}" type="pres">
      <dgm:prSet presAssocID="{D9A5F8E9-7665-401F-BE33-F33F61363D68}" presName="Name19" presStyleLbl="parChTrans1D2" presStyleIdx="1" presStyleCnt="3"/>
      <dgm:spPr/>
    </dgm:pt>
    <dgm:pt modelId="{089F8749-17ED-4D81-B954-F8EBFEFB1143}" type="pres">
      <dgm:prSet presAssocID="{1D56113E-16E9-44A1-9AF5-FAC32A19D510}" presName="Name21" presStyleCnt="0"/>
      <dgm:spPr/>
    </dgm:pt>
    <dgm:pt modelId="{4DCB4CEB-5F33-4874-8323-6B35F66390CB}" type="pres">
      <dgm:prSet presAssocID="{1D56113E-16E9-44A1-9AF5-FAC32A19D510}" presName="level2Shape" presStyleLbl="node2" presStyleIdx="1" presStyleCnt="3" custScaleY="79169" custLinFactNeighborX="-90" custLinFactNeighborY="32268"/>
      <dgm:spPr/>
    </dgm:pt>
    <dgm:pt modelId="{D678E765-FA14-4914-89B9-2AE663618673}" type="pres">
      <dgm:prSet presAssocID="{1D56113E-16E9-44A1-9AF5-FAC32A19D510}" presName="hierChild3" presStyleCnt="0"/>
      <dgm:spPr/>
    </dgm:pt>
    <dgm:pt modelId="{3E5CADA8-12C2-4995-9787-E2E52FAB55E8}" type="pres">
      <dgm:prSet presAssocID="{4AF902A4-9AC7-4D50-BD93-9F8F6B9BCB02}" presName="Name19" presStyleLbl="parChTrans1D2" presStyleIdx="2" presStyleCnt="3"/>
      <dgm:spPr/>
    </dgm:pt>
    <dgm:pt modelId="{2B2CB532-53CF-4714-BCA6-898C088D67EC}" type="pres">
      <dgm:prSet presAssocID="{554C2154-30A9-41D1-83F6-D576E9C7E6F2}" presName="Name21" presStyleCnt="0"/>
      <dgm:spPr/>
    </dgm:pt>
    <dgm:pt modelId="{6BD09134-EA2F-4523-905C-71FEBA10B6F8}" type="pres">
      <dgm:prSet presAssocID="{554C2154-30A9-41D1-83F6-D576E9C7E6F2}" presName="level2Shape" presStyleLbl="node2" presStyleIdx="2" presStyleCnt="3" custScaleY="79169" custLinFactNeighborX="-90" custLinFactNeighborY="32268"/>
      <dgm:spPr/>
    </dgm:pt>
    <dgm:pt modelId="{FFF7072A-F6E7-49EC-9B48-470693BB2A7E}" type="pres">
      <dgm:prSet presAssocID="{554C2154-30A9-41D1-83F6-D576E9C7E6F2}" presName="hierChild3" presStyleCnt="0"/>
      <dgm:spPr/>
    </dgm:pt>
    <dgm:pt modelId="{C09812BD-F52E-4271-9604-CDF10CAF1C67}" type="pres">
      <dgm:prSet presAssocID="{02E7C473-76C1-4569-98A3-37786D0320C5}" presName="bgShapesFlow" presStyleCnt="0"/>
      <dgm:spPr/>
    </dgm:pt>
    <dgm:pt modelId="{AE4DEB5F-83C3-4402-889E-57F06111797F}" type="pres">
      <dgm:prSet presAssocID="{71D364DC-6D99-413F-91B3-006EF61B931E}" presName="rectComp" presStyleCnt="0"/>
      <dgm:spPr/>
    </dgm:pt>
    <dgm:pt modelId="{2D46A844-347D-44A1-812F-A98A396C431C}" type="pres">
      <dgm:prSet presAssocID="{71D364DC-6D99-413F-91B3-006EF61B931E}" presName="bgRect" presStyleLbl="bgShp" presStyleIdx="0" presStyleCnt="5"/>
      <dgm:spPr/>
    </dgm:pt>
    <dgm:pt modelId="{F900E059-3C8C-4A53-90E2-5E063C2EDD59}" type="pres">
      <dgm:prSet presAssocID="{71D364DC-6D99-413F-91B3-006EF61B931E}" presName="bgRectTx" presStyleLbl="bgShp" presStyleIdx="0" presStyleCnt="5">
        <dgm:presLayoutVars>
          <dgm:bulletEnabled val="1"/>
        </dgm:presLayoutVars>
      </dgm:prSet>
      <dgm:spPr/>
    </dgm:pt>
    <dgm:pt modelId="{248E25AC-6D44-460E-9E8E-CE0B77D34B0C}" type="pres">
      <dgm:prSet presAssocID="{71D364DC-6D99-413F-91B3-006EF61B931E}" presName="spComp" presStyleCnt="0"/>
      <dgm:spPr/>
    </dgm:pt>
    <dgm:pt modelId="{40DAEB2B-F8FE-4376-B62B-0829485C7035}" type="pres">
      <dgm:prSet presAssocID="{71D364DC-6D99-413F-91B3-006EF61B931E}" presName="vSp" presStyleCnt="0"/>
      <dgm:spPr/>
    </dgm:pt>
    <dgm:pt modelId="{547DB3C7-B86A-406E-A42F-B773EC4E5FA4}" type="pres">
      <dgm:prSet presAssocID="{5EB3ADF6-AC68-4F81-9EB9-1141694F42F5}" presName="rectComp" presStyleCnt="0"/>
      <dgm:spPr/>
    </dgm:pt>
    <dgm:pt modelId="{A1B1427C-F3FD-4F7F-97A6-EBBD29C26739}" type="pres">
      <dgm:prSet presAssocID="{5EB3ADF6-AC68-4F81-9EB9-1141694F42F5}" presName="bgRect" presStyleLbl="bgShp" presStyleIdx="1" presStyleCnt="5"/>
      <dgm:spPr/>
    </dgm:pt>
    <dgm:pt modelId="{1B493C90-97F0-4870-9F06-4EF3A16E0E41}" type="pres">
      <dgm:prSet presAssocID="{5EB3ADF6-AC68-4F81-9EB9-1141694F42F5}" presName="bgRectTx" presStyleLbl="bgShp" presStyleIdx="1" presStyleCnt="5">
        <dgm:presLayoutVars>
          <dgm:bulletEnabled val="1"/>
        </dgm:presLayoutVars>
      </dgm:prSet>
      <dgm:spPr/>
    </dgm:pt>
    <dgm:pt modelId="{37F6055D-30D1-450D-B26D-0D111014F029}" type="pres">
      <dgm:prSet presAssocID="{5EB3ADF6-AC68-4F81-9EB9-1141694F42F5}" presName="spComp" presStyleCnt="0"/>
      <dgm:spPr/>
    </dgm:pt>
    <dgm:pt modelId="{9544D417-30DF-41C0-AE92-1420F47CDFEE}" type="pres">
      <dgm:prSet presAssocID="{5EB3ADF6-AC68-4F81-9EB9-1141694F42F5}" presName="vSp" presStyleCnt="0"/>
      <dgm:spPr/>
    </dgm:pt>
    <dgm:pt modelId="{2BA87639-9869-4A71-AEC1-A9041A56F68D}" type="pres">
      <dgm:prSet presAssocID="{5F2224DF-1110-4061-A473-D6D4B7C021AA}" presName="rectComp" presStyleCnt="0"/>
      <dgm:spPr/>
    </dgm:pt>
    <dgm:pt modelId="{14370CD1-FF52-4D79-97A5-92C3C9D0EE89}" type="pres">
      <dgm:prSet presAssocID="{5F2224DF-1110-4061-A473-D6D4B7C021AA}" presName="bgRect" presStyleLbl="bgShp" presStyleIdx="2" presStyleCnt="5"/>
      <dgm:spPr/>
    </dgm:pt>
    <dgm:pt modelId="{44B3E688-DDD1-4C3C-B0C4-0FDF51B92278}" type="pres">
      <dgm:prSet presAssocID="{5F2224DF-1110-4061-A473-D6D4B7C021AA}" presName="bgRectTx" presStyleLbl="bgShp" presStyleIdx="2" presStyleCnt="5">
        <dgm:presLayoutVars>
          <dgm:bulletEnabled val="1"/>
        </dgm:presLayoutVars>
      </dgm:prSet>
      <dgm:spPr/>
    </dgm:pt>
    <dgm:pt modelId="{39005E33-CBE1-40D4-A045-3FC4B13447C3}" type="pres">
      <dgm:prSet presAssocID="{5F2224DF-1110-4061-A473-D6D4B7C021AA}" presName="spComp" presStyleCnt="0"/>
      <dgm:spPr/>
    </dgm:pt>
    <dgm:pt modelId="{2D55F478-00FD-4B37-A799-0655356C50F0}" type="pres">
      <dgm:prSet presAssocID="{5F2224DF-1110-4061-A473-D6D4B7C021AA}" presName="vSp" presStyleCnt="0"/>
      <dgm:spPr/>
    </dgm:pt>
    <dgm:pt modelId="{A42C76A8-5D05-4562-A1BF-F74100B33D17}" type="pres">
      <dgm:prSet presAssocID="{538F8141-07B3-4EA3-AA55-CDBE74A90554}" presName="rectComp" presStyleCnt="0"/>
      <dgm:spPr/>
    </dgm:pt>
    <dgm:pt modelId="{190F62E9-F119-493B-A96A-A85ADE500F7A}" type="pres">
      <dgm:prSet presAssocID="{538F8141-07B3-4EA3-AA55-CDBE74A90554}" presName="bgRect" presStyleLbl="bgShp" presStyleIdx="3" presStyleCnt="5"/>
      <dgm:spPr/>
    </dgm:pt>
    <dgm:pt modelId="{94D45CAA-D042-4646-95B7-B8F157C670B0}" type="pres">
      <dgm:prSet presAssocID="{538F8141-07B3-4EA3-AA55-CDBE74A90554}" presName="bgRectTx" presStyleLbl="bgShp" presStyleIdx="3" presStyleCnt="5">
        <dgm:presLayoutVars>
          <dgm:bulletEnabled val="1"/>
        </dgm:presLayoutVars>
      </dgm:prSet>
      <dgm:spPr/>
    </dgm:pt>
    <dgm:pt modelId="{BC35392F-BDAF-4DE5-9B95-B7C470725A5E}" type="pres">
      <dgm:prSet presAssocID="{538F8141-07B3-4EA3-AA55-CDBE74A90554}" presName="spComp" presStyleCnt="0"/>
      <dgm:spPr/>
    </dgm:pt>
    <dgm:pt modelId="{768682D5-C27D-4281-8AAE-CFC7FA77308C}" type="pres">
      <dgm:prSet presAssocID="{538F8141-07B3-4EA3-AA55-CDBE74A90554}" presName="vSp" presStyleCnt="0"/>
      <dgm:spPr/>
    </dgm:pt>
    <dgm:pt modelId="{39B5B790-5E30-4B3D-86E8-9D1D3AD66EA9}" type="pres">
      <dgm:prSet presAssocID="{F6D2F054-1E8D-4A25-9506-708756DF394D}" presName="rectComp" presStyleCnt="0"/>
      <dgm:spPr/>
    </dgm:pt>
    <dgm:pt modelId="{EA22B745-174F-408F-B60E-F6FF1CF4C518}" type="pres">
      <dgm:prSet presAssocID="{F6D2F054-1E8D-4A25-9506-708756DF394D}" presName="bgRect" presStyleLbl="bgShp" presStyleIdx="4" presStyleCnt="5"/>
      <dgm:spPr/>
    </dgm:pt>
    <dgm:pt modelId="{F37A54BC-6A02-4A20-AF6A-58D330B1F942}" type="pres">
      <dgm:prSet presAssocID="{F6D2F054-1E8D-4A25-9506-708756DF394D}" presName="bgRectTx" presStyleLbl="bgShp" presStyleIdx="4" presStyleCnt="5">
        <dgm:presLayoutVars>
          <dgm:bulletEnabled val="1"/>
        </dgm:presLayoutVars>
      </dgm:prSet>
      <dgm:spPr/>
    </dgm:pt>
  </dgm:ptLst>
  <dgm:cxnLst>
    <dgm:cxn modelId="{3E109B06-34D3-4510-AA44-283A30E24179}" type="presOf" srcId="{F6D2F054-1E8D-4A25-9506-708756DF394D}" destId="{EA22B745-174F-408F-B60E-F6FF1CF4C518}" srcOrd="0" destOrd="0" presId="urn:microsoft.com/office/officeart/2005/8/layout/hierarchy6"/>
    <dgm:cxn modelId="{12388C09-7E1F-4DD3-9E81-7F64EBBFB4F6}" type="presOf" srcId="{15A51B9B-E262-4A5F-856E-A11C24E22005}" destId="{8ED6A021-93FD-4311-B163-E0C822B55B93}" srcOrd="0" destOrd="0" presId="urn:microsoft.com/office/officeart/2005/8/layout/hierarchy6"/>
    <dgm:cxn modelId="{CFE4750A-50C3-4810-8A9B-F24D6F4DCE16}" srcId="{034BBCD2-D427-478C-9E18-2EA15FB75CAE}" destId="{6B098A4F-223D-485D-B1B3-1782896CFFD1}" srcOrd="1" destOrd="0" parTransId="{15F1B54B-6BA2-4573-B857-455CDAC37C63}" sibTransId="{709E68C9-5531-4C21-AA21-075C8670F6B5}"/>
    <dgm:cxn modelId="{656CA40B-04C9-4061-8EFE-C2C3A7FAB3B6}" type="presOf" srcId="{2F91E777-F2F0-42E2-B010-CE022E049DBC}" destId="{B5356A12-1D93-4975-A5F4-324277849B18}" srcOrd="0" destOrd="0" presId="urn:microsoft.com/office/officeart/2005/8/layout/hierarchy6"/>
    <dgm:cxn modelId="{F19C610C-2F99-4589-A649-95BE9136F131}" type="presOf" srcId="{A03E5708-E6A0-4F90-9081-15D050B83C7D}" destId="{C740654C-59A5-4476-83FC-3F265532E915}" srcOrd="0" destOrd="0" presId="urn:microsoft.com/office/officeart/2005/8/layout/hierarchy6"/>
    <dgm:cxn modelId="{5C77CE10-D052-4865-A4CE-2620C1D5E5E0}" type="presOf" srcId="{70A97E27-76AA-42C6-A255-EC9AF4A592F0}" destId="{139DF50F-108A-43FA-A536-CDDB3D596A7D}" srcOrd="0" destOrd="0" presId="urn:microsoft.com/office/officeart/2005/8/layout/hierarchy6"/>
    <dgm:cxn modelId="{79268411-6D8D-4E84-AF2B-33B5B0805A12}" type="presOf" srcId="{4AF902A4-9AC7-4D50-BD93-9F8F6B9BCB02}" destId="{3E5CADA8-12C2-4995-9787-E2E52FAB55E8}" srcOrd="0" destOrd="0" presId="urn:microsoft.com/office/officeart/2005/8/layout/hierarchy6"/>
    <dgm:cxn modelId="{D3291C15-62B1-40D6-B601-EF971A480DDF}" type="presOf" srcId="{A0156AB8-5E7C-4EF1-9E08-98AA484A6F08}" destId="{24DD1615-95F1-4369-A155-D33B3BDD6A53}" srcOrd="0" destOrd="0" presId="urn:microsoft.com/office/officeart/2005/8/layout/hierarchy6"/>
    <dgm:cxn modelId="{723BA019-AF62-4FE6-A777-1996A3BCFE88}" type="presOf" srcId="{034BBCD2-D427-478C-9E18-2EA15FB75CAE}" destId="{BB971C6C-9F0E-4EA7-B3A5-D45C8984DBDA}" srcOrd="0" destOrd="0" presId="urn:microsoft.com/office/officeart/2005/8/layout/hierarchy6"/>
    <dgm:cxn modelId="{58E1F21F-74F0-4CCB-89C9-9FC93024B4B0}" type="presOf" srcId="{6B098A4F-223D-485D-B1B3-1782896CFFD1}" destId="{8118D1E9-ADB5-4CB9-9EDD-ED59D0B60277}" srcOrd="0" destOrd="0" presId="urn:microsoft.com/office/officeart/2005/8/layout/hierarchy6"/>
    <dgm:cxn modelId="{04B72F22-F435-4F7E-9190-A8C9A534EE8A}" type="presOf" srcId="{D9A5F8E9-7665-401F-BE33-F33F61363D68}" destId="{540FDBFD-479A-4F12-B7B2-301548EF5BA8}" srcOrd="0" destOrd="0" presId="urn:microsoft.com/office/officeart/2005/8/layout/hierarchy6"/>
    <dgm:cxn modelId="{164FC624-3804-4511-A7A7-B8CA4D67DE24}" srcId="{A03E5708-E6A0-4F90-9081-15D050B83C7D}" destId="{1D56113E-16E9-44A1-9AF5-FAC32A19D510}" srcOrd="1" destOrd="0" parTransId="{D9A5F8E9-7665-401F-BE33-F33F61363D68}" sibTransId="{024AFBEA-0B50-4BAE-B2A1-9EBC592B84BC}"/>
    <dgm:cxn modelId="{E4C54828-D74F-4EA7-A1B4-09FA81BEDEC3}" srcId="{02E7C473-76C1-4569-98A3-37786D0320C5}" destId="{F6D2F054-1E8D-4A25-9506-708756DF394D}" srcOrd="5" destOrd="0" parTransId="{9BA31B79-2437-4057-9E5F-4EE5BF20F455}" sibTransId="{1B4E1BA4-25D4-4E9B-9CBB-80EE7ABEDDCB}"/>
    <dgm:cxn modelId="{A3338728-9333-42F8-9C63-2641DC8F8CA0}" type="presOf" srcId="{5234E861-BCFB-406A-AE0A-6DD7B6CC8CF5}" destId="{FEBBA57E-D49E-4379-B49F-7113C23405B5}" srcOrd="0" destOrd="0" presId="urn:microsoft.com/office/officeart/2005/8/layout/hierarchy6"/>
    <dgm:cxn modelId="{3CD6702E-FC2E-4ED3-82B5-55EF6556075F}" type="presOf" srcId="{1FC90EEA-681F-4FE2-9D3E-2AE3E3C3E7A3}" destId="{48A1A8BC-461F-4921-9462-2956FBE5AFF4}" srcOrd="0" destOrd="0" presId="urn:microsoft.com/office/officeart/2005/8/layout/hierarchy6"/>
    <dgm:cxn modelId="{A6BADA2F-0AE8-49D0-AFD8-D088DB279C3F}" srcId="{6F4AEF71-777E-4E60-950C-257F7330A97B}" destId="{D27BC60B-AA57-4B83-A77B-A4F159A138E9}" srcOrd="0" destOrd="0" parTransId="{1FC90EEA-681F-4FE2-9D3E-2AE3E3C3E7A3}" sibTransId="{95393D75-FF66-4E5B-A7C5-4656F685DFCA}"/>
    <dgm:cxn modelId="{3C2B3334-DFB7-42B1-9750-1051E4F923FE}" type="presOf" srcId="{6F4AEF71-777E-4E60-950C-257F7330A97B}" destId="{1D990F90-160A-469E-AE0A-51ACEDDD7E92}" srcOrd="0" destOrd="0" presId="urn:microsoft.com/office/officeart/2005/8/layout/hierarchy6"/>
    <dgm:cxn modelId="{9DA65F34-BD66-44A0-A5ED-F8E946CC7E6E}" type="presOf" srcId="{71D364DC-6D99-413F-91B3-006EF61B931E}" destId="{F900E059-3C8C-4A53-90E2-5E063C2EDD59}" srcOrd="1" destOrd="0" presId="urn:microsoft.com/office/officeart/2005/8/layout/hierarchy6"/>
    <dgm:cxn modelId="{F5D3C05E-97C2-4210-B1E3-E9AD6E693E0E}" type="presOf" srcId="{5EB3ADF6-AC68-4F81-9EB9-1141694F42F5}" destId="{A1B1427C-F3FD-4F7F-97A6-EBBD29C26739}" srcOrd="0" destOrd="0" presId="urn:microsoft.com/office/officeart/2005/8/layout/hierarchy6"/>
    <dgm:cxn modelId="{5B4EB862-295A-48C2-9720-F92711D50019}" srcId="{2BD1332E-C9F6-4855-8747-8A079512F567}" destId="{A49CF198-BC9E-4EE3-BD49-FBB6C51292D8}" srcOrd="3" destOrd="0" parTransId="{70A97E27-76AA-42C6-A255-EC9AF4A592F0}" sibTransId="{2D40B8B4-87B2-40E9-B875-0D08093CE797}"/>
    <dgm:cxn modelId="{32B12943-B008-42D0-AF0E-5EF849700315}" srcId="{034BBCD2-D427-478C-9E18-2EA15FB75CAE}" destId="{E7BC5E10-9B22-48F1-BD95-40BF6C507247}" srcOrd="2" destOrd="0" parTransId="{48837923-408F-44C3-9359-B724513E2631}" sibTransId="{6B942BFE-DC49-4144-83C6-89A3B5561F1B}"/>
    <dgm:cxn modelId="{D8DB8743-A936-40CA-B420-44B1EAA01013}" type="presOf" srcId="{03A32C20-DDD9-400A-917A-1035121F09A3}" destId="{098C035E-D0EC-4809-B06F-851DD2094302}" srcOrd="0" destOrd="0" presId="urn:microsoft.com/office/officeart/2005/8/layout/hierarchy6"/>
    <dgm:cxn modelId="{CAE32365-978A-40F4-961F-7C073C9166BF}" type="presOf" srcId="{5F2224DF-1110-4061-A473-D6D4B7C021AA}" destId="{44B3E688-DDD1-4C3C-B0C4-0FDF51B92278}" srcOrd="1" destOrd="0" presId="urn:microsoft.com/office/officeart/2005/8/layout/hierarchy6"/>
    <dgm:cxn modelId="{0833F649-5926-4B40-AF77-620B82B31A16}" type="presOf" srcId="{F6D2F054-1E8D-4A25-9506-708756DF394D}" destId="{F37A54BC-6A02-4A20-AF6A-58D330B1F942}" srcOrd="1" destOrd="0" presId="urn:microsoft.com/office/officeart/2005/8/layout/hierarchy6"/>
    <dgm:cxn modelId="{DCD6DE4A-E2F0-4834-9ED3-41F674FFC392}" type="presOf" srcId="{538F8141-07B3-4EA3-AA55-CDBE74A90554}" destId="{94D45CAA-D042-4646-95B7-B8F157C670B0}" srcOrd="1" destOrd="0" presId="urn:microsoft.com/office/officeart/2005/8/layout/hierarchy6"/>
    <dgm:cxn modelId="{E326694E-F7B4-403D-B7F5-1EA57B40EC57}" srcId="{034BBCD2-D427-478C-9E18-2EA15FB75CAE}" destId="{2BD1332E-C9F6-4855-8747-8A079512F567}" srcOrd="0" destOrd="0" parTransId="{C43EF5A9-96CA-4555-A401-0FC44C663BB7}" sibTransId="{4861503F-BED8-4086-9437-1739A227659C}"/>
    <dgm:cxn modelId="{11378B4F-5440-415D-8DAB-3A40E6150B1D}" srcId="{2BD1332E-C9F6-4855-8747-8A079512F567}" destId="{F6EB52E1-B339-47A0-BDCF-F8A6FF5CAAC2}" srcOrd="1" destOrd="0" parTransId="{5234E861-BCFB-406A-AE0A-6DD7B6CC8CF5}" sibTransId="{29D41A3A-4499-4D92-B1DA-EFD06CB76BE1}"/>
    <dgm:cxn modelId="{FE2C9570-E4D1-4B5C-8D2F-A0F5FAF81AA6}" srcId="{2BD1332E-C9F6-4855-8747-8A079512F567}" destId="{6F4AEF71-777E-4E60-950C-257F7330A97B}" srcOrd="0" destOrd="0" parTransId="{C66C4615-C521-44BB-AD2E-4C55C166769F}" sibTransId="{6184091A-78D5-47EE-81DB-4FA719DABC8B}"/>
    <dgm:cxn modelId="{C105F272-7BA3-433E-8ED7-9312B3A7E47E}" srcId="{02E7C473-76C1-4569-98A3-37786D0320C5}" destId="{71D364DC-6D99-413F-91B3-006EF61B931E}" srcOrd="1" destOrd="0" parTransId="{D2401FAE-6585-4420-A2A7-9233E5D3204A}" sibTransId="{F9DBADAC-583C-4FE5-809D-AA839E6EA59B}"/>
    <dgm:cxn modelId="{C725FE54-8623-4235-96A9-B49B874A3693}" type="presOf" srcId="{15F1B54B-6BA2-4573-B857-455CDAC37C63}" destId="{7A003293-4A4A-4202-87A0-6FB68E6D474B}" srcOrd="0" destOrd="0" presId="urn:microsoft.com/office/officeart/2005/8/layout/hierarchy6"/>
    <dgm:cxn modelId="{CB8FE556-7277-458C-A462-D7A871EC5E5B}" srcId="{A03E5708-E6A0-4F90-9081-15D050B83C7D}" destId="{034BBCD2-D427-478C-9E18-2EA15FB75CAE}" srcOrd="0" destOrd="0" parTransId="{784A36F5-A688-4877-A1DF-93F2521738D7}" sibTransId="{ABDD5C40-F285-4BA2-AD51-73DF573C4C9B}"/>
    <dgm:cxn modelId="{4BE5A358-E0DF-44CE-900F-F5BFA03A1B8C}" type="presOf" srcId="{784A36F5-A688-4877-A1DF-93F2521738D7}" destId="{02CCC8D1-ED82-451B-9006-5D2312BA777F}" srcOrd="0" destOrd="0" presId="urn:microsoft.com/office/officeart/2005/8/layout/hierarchy6"/>
    <dgm:cxn modelId="{4DBF057A-62AB-48C6-BDB3-4C9A11B770A0}" type="presOf" srcId="{C43EF5A9-96CA-4555-A401-0FC44C663BB7}" destId="{C846B099-9208-41EA-82D3-3B66DC9800FA}" srcOrd="0" destOrd="0" presId="urn:microsoft.com/office/officeart/2005/8/layout/hierarchy6"/>
    <dgm:cxn modelId="{1F0E785A-7163-4BB8-A76A-906EB075C007}" srcId="{02E7C473-76C1-4569-98A3-37786D0320C5}" destId="{5F2224DF-1110-4061-A473-D6D4B7C021AA}" srcOrd="3" destOrd="0" parTransId="{81C091C2-78D4-47C3-8DC1-AF8C3CB2571F}" sibTransId="{4AACAAF2-7D9E-410E-ADDE-86BF1A7814C5}"/>
    <dgm:cxn modelId="{534F717E-1554-44E7-9961-CC87A2AC909F}" type="presOf" srcId="{C66C4615-C521-44BB-AD2E-4C55C166769F}" destId="{BC871C3F-43A4-4DEF-824D-7A2F4FBC9D48}" srcOrd="0" destOrd="0" presId="urn:microsoft.com/office/officeart/2005/8/layout/hierarchy6"/>
    <dgm:cxn modelId="{CF184D83-6C20-4439-9616-73F4345F1127}" type="presOf" srcId="{538F8141-07B3-4EA3-AA55-CDBE74A90554}" destId="{190F62E9-F119-493B-A96A-A85ADE500F7A}" srcOrd="0" destOrd="0" presId="urn:microsoft.com/office/officeart/2005/8/layout/hierarchy6"/>
    <dgm:cxn modelId="{3D4CB58D-0FA5-409D-AF4C-9167D83FF3C2}" type="presOf" srcId="{1D56113E-16E9-44A1-9AF5-FAC32A19D510}" destId="{4DCB4CEB-5F33-4874-8323-6B35F66390CB}" srcOrd="0" destOrd="0" presId="urn:microsoft.com/office/officeart/2005/8/layout/hierarchy6"/>
    <dgm:cxn modelId="{09E7C08F-027A-4B60-B707-B87F468BC42A}" type="presOf" srcId="{48837923-408F-44C3-9359-B724513E2631}" destId="{3DF84FE6-58C1-40A3-B8FD-134C29D40C5A}" srcOrd="0" destOrd="0" presId="urn:microsoft.com/office/officeart/2005/8/layout/hierarchy6"/>
    <dgm:cxn modelId="{BA03BB95-BCD9-4519-8F9E-973AB7C302D4}" type="presOf" srcId="{02E7C473-76C1-4569-98A3-37786D0320C5}" destId="{473C574B-AF05-4626-856E-1AE827D92FA3}" srcOrd="0" destOrd="0" presId="urn:microsoft.com/office/officeart/2005/8/layout/hierarchy6"/>
    <dgm:cxn modelId="{B7BFF098-D1FE-48B4-BE2E-81908C3E5A82}" type="presOf" srcId="{E7BC5E10-9B22-48F1-BD95-40BF6C507247}" destId="{D765915F-4CBE-4151-8FEC-8740DCEE7238}" srcOrd="0" destOrd="0" presId="urn:microsoft.com/office/officeart/2005/8/layout/hierarchy6"/>
    <dgm:cxn modelId="{BBCFA39D-4002-4815-956A-7113E4DCAA15}" type="presOf" srcId="{71D364DC-6D99-413F-91B3-006EF61B931E}" destId="{2D46A844-347D-44A1-812F-A98A396C431C}" srcOrd="0" destOrd="0" presId="urn:microsoft.com/office/officeart/2005/8/layout/hierarchy6"/>
    <dgm:cxn modelId="{FB17539F-7D78-43C1-8729-C0D66AF5AE33}" srcId="{02E7C473-76C1-4569-98A3-37786D0320C5}" destId="{A03E5708-E6A0-4F90-9081-15D050B83C7D}" srcOrd="0" destOrd="0" parTransId="{3653B05E-0D3A-46C6-9336-E2CC0C00A06A}" sibTransId="{351823B4-B1F6-410A-A157-6591CF69D829}"/>
    <dgm:cxn modelId="{CDFB4DC2-22B7-41F9-979A-C0B0193C4D36}" srcId="{6F4AEF71-777E-4E60-950C-257F7330A97B}" destId="{03A32C20-DDD9-400A-917A-1035121F09A3}" srcOrd="1" destOrd="0" parTransId="{2F91E777-F2F0-42E2-B010-CE022E049DBC}" sibTransId="{4EA3C972-CD55-4848-AA48-59C04CB05173}"/>
    <dgm:cxn modelId="{9D1B48C4-F222-4119-ADDC-4CEEC2CFF5FD}" type="presOf" srcId="{5F2224DF-1110-4061-A473-D6D4B7C021AA}" destId="{14370CD1-FF52-4D79-97A5-92C3C9D0EE89}" srcOrd="0" destOrd="0" presId="urn:microsoft.com/office/officeart/2005/8/layout/hierarchy6"/>
    <dgm:cxn modelId="{4C5A9FC7-2538-4104-BCD4-2474392E9FDD}" srcId="{2BD1332E-C9F6-4855-8747-8A079512F567}" destId="{A0156AB8-5E7C-4EF1-9E08-98AA484A6F08}" srcOrd="2" destOrd="0" parTransId="{15A51B9B-E262-4A5F-856E-A11C24E22005}" sibTransId="{B17AF421-6011-4DAD-B7BC-328B42B11B4A}"/>
    <dgm:cxn modelId="{786FFFC7-CA79-4F6D-9632-A4973E8FCB9D}" srcId="{02E7C473-76C1-4569-98A3-37786D0320C5}" destId="{538F8141-07B3-4EA3-AA55-CDBE74A90554}" srcOrd="4" destOrd="0" parTransId="{77691594-8559-4AFE-B4B9-5883DA5A2A8E}" sibTransId="{B400ABE1-30BA-4ECF-AB7A-20493930CFC8}"/>
    <dgm:cxn modelId="{576A7FCB-1E95-4EAE-B521-EA45C88CE59E}" srcId="{02E7C473-76C1-4569-98A3-37786D0320C5}" destId="{5EB3ADF6-AC68-4F81-9EB9-1141694F42F5}" srcOrd="2" destOrd="0" parTransId="{EE316E0E-1CC4-4E41-B059-79E22BB46ABA}" sibTransId="{D7B46B97-E93A-41D0-ADE2-398FDEDAC1E5}"/>
    <dgm:cxn modelId="{2CBBA1CB-4399-4EFF-82D6-01EF77496FB3}" type="presOf" srcId="{D27BC60B-AA57-4B83-A77B-A4F159A138E9}" destId="{BE4E156E-34D7-48D7-B22C-D37D17993DCB}" srcOrd="0" destOrd="0" presId="urn:microsoft.com/office/officeart/2005/8/layout/hierarchy6"/>
    <dgm:cxn modelId="{A90077D0-55E8-4C80-B716-B072D23CD449}" type="presOf" srcId="{554C2154-30A9-41D1-83F6-D576E9C7E6F2}" destId="{6BD09134-EA2F-4523-905C-71FEBA10B6F8}" srcOrd="0" destOrd="0" presId="urn:microsoft.com/office/officeart/2005/8/layout/hierarchy6"/>
    <dgm:cxn modelId="{2FC500D1-4DE3-4879-86A7-8A57FC78DDF2}" type="presOf" srcId="{5EB3ADF6-AC68-4F81-9EB9-1141694F42F5}" destId="{1B493C90-97F0-4870-9F06-4EF3A16E0E41}" srcOrd="1" destOrd="0" presId="urn:microsoft.com/office/officeart/2005/8/layout/hierarchy6"/>
    <dgm:cxn modelId="{117665D3-A0D9-4EEC-8541-C4CB0A3BD453}" srcId="{A03E5708-E6A0-4F90-9081-15D050B83C7D}" destId="{554C2154-30A9-41D1-83F6-D576E9C7E6F2}" srcOrd="2" destOrd="0" parTransId="{4AF902A4-9AC7-4D50-BD93-9F8F6B9BCB02}" sibTransId="{2078C501-4B5A-4A3D-81A6-33B84EA30CFC}"/>
    <dgm:cxn modelId="{3D0050D8-C807-4BF7-AC45-38A6CE067699}" type="presOf" srcId="{A49CF198-BC9E-4EE3-BD49-FBB6C51292D8}" destId="{CE3028A5-3926-46BD-929D-8B08E9B98BD6}" srcOrd="0" destOrd="0" presId="urn:microsoft.com/office/officeart/2005/8/layout/hierarchy6"/>
    <dgm:cxn modelId="{F48BF6E8-B1F7-41A4-B96E-F624FB6D1196}" type="presOf" srcId="{2BD1332E-C9F6-4855-8747-8A079512F567}" destId="{69FC5361-D838-4133-A833-10EEB26103D4}" srcOrd="0" destOrd="0" presId="urn:microsoft.com/office/officeart/2005/8/layout/hierarchy6"/>
    <dgm:cxn modelId="{A594E1F3-1DA6-4031-A42A-0D52AF292857}" type="presOf" srcId="{F6EB52E1-B339-47A0-BDCF-F8A6FF5CAAC2}" destId="{0298D138-8A64-417B-B69A-985F73AEF2F4}" srcOrd="0" destOrd="0" presId="urn:microsoft.com/office/officeart/2005/8/layout/hierarchy6"/>
    <dgm:cxn modelId="{0A90A9BE-8B38-4C5F-B115-AC8E8975A608}" type="presParOf" srcId="{473C574B-AF05-4626-856E-1AE827D92FA3}" destId="{0E55D24A-EF07-423D-B3AE-D792759EDFA7}" srcOrd="0" destOrd="0" presId="urn:microsoft.com/office/officeart/2005/8/layout/hierarchy6"/>
    <dgm:cxn modelId="{8389F1A5-3C04-4E0D-B0B1-E732DFE354AA}" type="presParOf" srcId="{0E55D24A-EF07-423D-B3AE-D792759EDFA7}" destId="{76E76F97-AA65-420D-8EF8-527BB2CD85F1}" srcOrd="0" destOrd="0" presId="urn:microsoft.com/office/officeart/2005/8/layout/hierarchy6"/>
    <dgm:cxn modelId="{F5D814B3-4250-4FAB-9E11-0DC3F33EF377}" type="presParOf" srcId="{0E55D24A-EF07-423D-B3AE-D792759EDFA7}" destId="{942233FE-1F46-433B-A6A1-313B63936B7A}" srcOrd="1" destOrd="0" presId="urn:microsoft.com/office/officeart/2005/8/layout/hierarchy6"/>
    <dgm:cxn modelId="{DF3C9503-ADED-4B84-AAC1-D7501940F403}" type="presParOf" srcId="{942233FE-1F46-433B-A6A1-313B63936B7A}" destId="{592C082B-2C6B-4AEB-8B0A-B652874C9473}" srcOrd="0" destOrd="0" presId="urn:microsoft.com/office/officeart/2005/8/layout/hierarchy6"/>
    <dgm:cxn modelId="{6FAC41AF-E8A5-43C1-8D77-2CA4A3135AF8}" type="presParOf" srcId="{592C082B-2C6B-4AEB-8B0A-B652874C9473}" destId="{C740654C-59A5-4476-83FC-3F265532E915}" srcOrd="0" destOrd="0" presId="urn:microsoft.com/office/officeart/2005/8/layout/hierarchy6"/>
    <dgm:cxn modelId="{0BFDB3C5-B071-4D55-AF6D-FE446B0CBD2F}" type="presParOf" srcId="{592C082B-2C6B-4AEB-8B0A-B652874C9473}" destId="{663448EE-E434-48F2-85F3-F5EBD0897423}" srcOrd="1" destOrd="0" presId="urn:microsoft.com/office/officeart/2005/8/layout/hierarchy6"/>
    <dgm:cxn modelId="{B11EE2AB-F28B-4EAB-B547-E8358AEBEB47}" type="presParOf" srcId="{663448EE-E434-48F2-85F3-F5EBD0897423}" destId="{02CCC8D1-ED82-451B-9006-5D2312BA777F}" srcOrd="0" destOrd="0" presId="urn:microsoft.com/office/officeart/2005/8/layout/hierarchy6"/>
    <dgm:cxn modelId="{A8CB8DDF-3016-4FFC-85A7-AA6248566CA8}" type="presParOf" srcId="{663448EE-E434-48F2-85F3-F5EBD0897423}" destId="{1A232CE4-C68C-48A5-959E-C1814683A3A0}" srcOrd="1" destOrd="0" presId="urn:microsoft.com/office/officeart/2005/8/layout/hierarchy6"/>
    <dgm:cxn modelId="{1A8DDBF5-2886-4CE3-B14F-B97A1E3E41AF}" type="presParOf" srcId="{1A232CE4-C68C-48A5-959E-C1814683A3A0}" destId="{BB971C6C-9F0E-4EA7-B3A5-D45C8984DBDA}" srcOrd="0" destOrd="0" presId="urn:microsoft.com/office/officeart/2005/8/layout/hierarchy6"/>
    <dgm:cxn modelId="{2BAD518D-55D7-44F0-8ED5-7B99ADA6117A}" type="presParOf" srcId="{1A232CE4-C68C-48A5-959E-C1814683A3A0}" destId="{436B6751-0669-409F-AA0F-24E5E06FA103}" srcOrd="1" destOrd="0" presId="urn:microsoft.com/office/officeart/2005/8/layout/hierarchy6"/>
    <dgm:cxn modelId="{BCF02A34-2376-4B73-848A-8B510339C449}" type="presParOf" srcId="{436B6751-0669-409F-AA0F-24E5E06FA103}" destId="{C846B099-9208-41EA-82D3-3B66DC9800FA}" srcOrd="0" destOrd="0" presId="urn:microsoft.com/office/officeart/2005/8/layout/hierarchy6"/>
    <dgm:cxn modelId="{EDCDFF29-F73A-4F93-B6ED-EE39FCAB170F}" type="presParOf" srcId="{436B6751-0669-409F-AA0F-24E5E06FA103}" destId="{0669AABB-9041-4E38-964A-5D5111D9C185}" srcOrd="1" destOrd="0" presId="urn:microsoft.com/office/officeart/2005/8/layout/hierarchy6"/>
    <dgm:cxn modelId="{B3EB5DD8-1BB4-4400-9384-66A3CDE62E55}" type="presParOf" srcId="{0669AABB-9041-4E38-964A-5D5111D9C185}" destId="{69FC5361-D838-4133-A833-10EEB26103D4}" srcOrd="0" destOrd="0" presId="urn:microsoft.com/office/officeart/2005/8/layout/hierarchy6"/>
    <dgm:cxn modelId="{A9A34645-CAA0-4768-86AC-E8AEA0F4BF24}" type="presParOf" srcId="{0669AABB-9041-4E38-964A-5D5111D9C185}" destId="{14F19473-AA11-47C8-9AD8-679E052AA7A4}" srcOrd="1" destOrd="0" presId="urn:microsoft.com/office/officeart/2005/8/layout/hierarchy6"/>
    <dgm:cxn modelId="{C51581D1-8651-43D4-BA81-7B312349D3ED}" type="presParOf" srcId="{14F19473-AA11-47C8-9AD8-679E052AA7A4}" destId="{BC871C3F-43A4-4DEF-824D-7A2F4FBC9D48}" srcOrd="0" destOrd="0" presId="urn:microsoft.com/office/officeart/2005/8/layout/hierarchy6"/>
    <dgm:cxn modelId="{4341571B-4A4D-4E98-BC1D-FC79AE16278C}" type="presParOf" srcId="{14F19473-AA11-47C8-9AD8-679E052AA7A4}" destId="{F53B6341-2E3C-4E07-963B-633D640679B6}" srcOrd="1" destOrd="0" presId="urn:microsoft.com/office/officeart/2005/8/layout/hierarchy6"/>
    <dgm:cxn modelId="{725FF4D1-E82E-4C08-BC2B-371F3C075F48}" type="presParOf" srcId="{F53B6341-2E3C-4E07-963B-633D640679B6}" destId="{1D990F90-160A-469E-AE0A-51ACEDDD7E92}" srcOrd="0" destOrd="0" presId="urn:microsoft.com/office/officeart/2005/8/layout/hierarchy6"/>
    <dgm:cxn modelId="{1C689722-C8E7-43A1-ABAE-A37B88F4C5D3}" type="presParOf" srcId="{F53B6341-2E3C-4E07-963B-633D640679B6}" destId="{7666D73F-6D63-4ED1-99BD-1BDDFAC271C4}" srcOrd="1" destOrd="0" presId="urn:microsoft.com/office/officeart/2005/8/layout/hierarchy6"/>
    <dgm:cxn modelId="{C5EBD7BE-8DFF-47FF-B2A8-FFD2699A6B00}" type="presParOf" srcId="{7666D73F-6D63-4ED1-99BD-1BDDFAC271C4}" destId="{48A1A8BC-461F-4921-9462-2956FBE5AFF4}" srcOrd="0" destOrd="0" presId="urn:microsoft.com/office/officeart/2005/8/layout/hierarchy6"/>
    <dgm:cxn modelId="{AC2FB4C3-4BCF-4A81-A9E7-C625CEC573EF}" type="presParOf" srcId="{7666D73F-6D63-4ED1-99BD-1BDDFAC271C4}" destId="{D5AC0337-58D6-4BB3-9A20-61A527F3D464}" srcOrd="1" destOrd="0" presId="urn:microsoft.com/office/officeart/2005/8/layout/hierarchy6"/>
    <dgm:cxn modelId="{0D421245-89FB-4C52-AFD9-46FF3A5628B9}" type="presParOf" srcId="{D5AC0337-58D6-4BB3-9A20-61A527F3D464}" destId="{BE4E156E-34D7-48D7-B22C-D37D17993DCB}" srcOrd="0" destOrd="0" presId="urn:microsoft.com/office/officeart/2005/8/layout/hierarchy6"/>
    <dgm:cxn modelId="{A74EE2A8-E15C-4458-BE04-6AAC0BB11135}" type="presParOf" srcId="{D5AC0337-58D6-4BB3-9A20-61A527F3D464}" destId="{C0CA566E-BD9F-4DE0-9D4F-29BEAA536798}" srcOrd="1" destOrd="0" presId="urn:microsoft.com/office/officeart/2005/8/layout/hierarchy6"/>
    <dgm:cxn modelId="{5195ACC2-904A-41B8-93F3-882C97627E36}" type="presParOf" srcId="{7666D73F-6D63-4ED1-99BD-1BDDFAC271C4}" destId="{B5356A12-1D93-4975-A5F4-324277849B18}" srcOrd="2" destOrd="0" presId="urn:microsoft.com/office/officeart/2005/8/layout/hierarchy6"/>
    <dgm:cxn modelId="{946CB8F7-3761-4807-A874-8EE579BB0E98}" type="presParOf" srcId="{7666D73F-6D63-4ED1-99BD-1BDDFAC271C4}" destId="{6DB30DE9-49EE-4116-8941-C5B99CC6CA1C}" srcOrd="3" destOrd="0" presId="urn:microsoft.com/office/officeart/2005/8/layout/hierarchy6"/>
    <dgm:cxn modelId="{F9E3CA31-557D-4D6D-B009-8F5658B57D9C}" type="presParOf" srcId="{6DB30DE9-49EE-4116-8941-C5B99CC6CA1C}" destId="{098C035E-D0EC-4809-B06F-851DD2094302}" srcOrd="0" destOrd="0" presId="urn:microsoft.com/office/officeart/2005/8/layout/hierarchy6"/>
    <dgm:cxn modelId="{C1566257-EAD3-47DB-97B6-BD807CACE2B5}" type="presParOf" srcId="{6DB30DE9-49EE-4116-8941-C5B99CC6CA1C}" destId="{3D169EE5-CCE0-4FA7-B260-75F4A6F1315C}" srcOrd="1" destOrd="0" presId="urn:microsoft.com/office/officeart/2005/8/layout/hierarchy6"/>
    <dgm:cxn modelId="{2604C692-8F5D-4E31-8640-0AEFD729AB81}" type="presParOf" srcId="{14F19473-AA11-47C8-9AD8-679E052AA7A4}" destId="{FEBBA57E-D49E-4379-B49F-7113C23405B5}" srcOrd="2" destOrd="0" presId="urn:microsoft.com/office/officeart/2005/8/layout/hierarchy6"/>
    <dgm:cxn modelId="{35536CDF-46F3-44A5-ABB3-A9921F2B880E}" type="presParOf" srcId="{14F19473-AA11-47C8-9AD8-679E052AA7A4}" destId="{6FBB218F-E147-4E04-AB5F-742FB35442A7}" srcOrd="3" destOrd="0" presId="urn:microsoft.com/office/officeart/2005/8/layout/hierarchy6"/>
    <dgm:cxn modelId="{5752F125-D8EB-4A08-B076-59AEAA96A471}" type="presParOf" srcId="{6FBB218F-E147-4E04-AB5F-742FB35442A7}" destId="{0298D138-8A64-417B-B69A-985F73AEF2F4}" srcOrd="0" destOrd="0" presId="urn:microsoft.com/office/officeart/2005/8/layout/hierarchy6"/>
    <dgm:cxn modelId="{76B2CC95-59D1-4C96-9526-6408DA6F0E67}" type="presParOf" srcId="{6FBB218F-E147-4E04-AB5F-742FB35442A7}" destId="{25CB1029-2D12-4A00-8AEC-4E55EE47E50F}" srcOrd="1" destOrd="0" presId="urn:microsoft.com/office/officeart/2005/8/layout/hierarchy6"/>
    <dgm:cxn modelId="{45F2CD85-AB76-4AD2-8550-A827D6947399}" type="presParOf" srcId="{14F19473-AA11-47C8-9AD8-679E052AA7A4}" destId="{8ED6A021-93FD-4311-B163-E0C822B55B93}" srcOrd="4" destOrd="0" presId="urn:microsoft.com/office/officeart/2005/8/layout/hierarchy6"/>
    <dgm:cxn modelId="{9C838F0B-6F80-4C63-8578-3B1849C52122}" type="presParOf" srcId="{14F19473-AA11-47C8-9AD8-679E052AA7A4}" destId="{1DFC5B8F-3AA9-4E51-A2F9-39E9FD334273}" srcOrd="5" destOrd="0" presId="urn:microsoft.com/office/officeart/2005/8/layout/hierarchy6"/>
    <dgm:cxn modelId="{F07F2CEA-88E9-40AC-849A-844AD2D18040}" type="presParOf" srcId="{1DFC5B8F-3AA9-4E51-A2F9-39E9FD334273}" destId="{24DD1615-95F1-4369-A155-D33B3BDD6A53}" srcOrd="0" destOrd="0" presId="urn:microsoft.com/office/officeart/2005/8/layout/hierarchy6"/>
    <dgm:cxn modelId="{BD87C306-1F8B-42E1-90EA-D47434418B72}" type="presParOf" srcId="{1DFC5B8F-3AA9-4E51-A2F9-39E9FD334273}" destId="{148B2D7C-1A4B-4419-85D1-68981F2439B2}" srcOrd="1" destOrd="0" presId="urn:microsoft.com/office/officeart/2005/8/layout/hierarchy6"/>
    <dgm:cxn modelId="{992F00F3-279A-4D9D-9AFB-79AF944A3693}" type="presParOf" srcId="{14F19473-AA11-47C8-9AD8-679E052AA7A4}" destId="{139DF50F-108A-43FA-A536-CDDB3D596A7D}" srcOrd="6" destOrd="0" presId="urn:microsoft.com/office/officeart/2005/8/layout/hierarchy6"/>
    <dgm:cxn modelId="{DFB98A91-3F2C-4306-BE61-A3F4184F2762}" type="presParOf" srcId="{14F19473-AA11-47C8-9AD8-679E052AA7A4}" destId="{E5B27015-F4AD-4DFC-A951-CEF78B335919}" srcOrd="7" destOrd="0" presId="urn:microsoft.com/office/officeart/2005/8/layout/hierarchy6"/>
    <dgm:cxn modelId="{DA9F8965-F564-4F4F-89F1-0DFC0779CAC7}" type="presParOf" srcId="{E5B27015-F4AD-4DFC-A951-CEF78B335919}" destId="{CE3028A5-3926-46BD-929D-8B08E9B98BD6}" srcOrd="0" destOrd="0" presId="urn:microsoft.com/office/officeart/2005/8/layout/hierarchy6"/>
    <dgm:cxn modelId="{82221B0A-C0F1-4D0A-BAF0-CC2558D2365E}" type="presParOf" srcId="{E5B27015-F4AD-4DFC-A951-CEF78B335919}" destId="{6DC8902A-FC98-4660-8480-E229106DD5C5}" srcOrd="1" destOrd="0" presId="urn:microsoft.com/office/officeart/2005/8/layout/hierarchy6"/>
    <dgm:cxn modelId="{A8EFF055-1094-48DA-8F9F-B4D413A5F7BE}" type="presParOf" srcId="{436B6751-0669-409F-AA0F-24E5E06FA103}" destId="{7A003293-4A4A-4202-87A0-6FB68E6D474B}" srcOrd="2" destOrd="0" presId="urn:microsoft.com/office/officeart/2005/8/layout/hierarchy6"/>
    <dgm:cxn modelId="{15C49CD8-52A9-470F-A9AE-DB1970E87AD1}" type="presParOf" srcId="{436B6751-0669-409F-AA0F-24E5E06FA103}" destId="{EFDD6FE3-806E-4C25-A7B8-6C7689ED6030}" srcOrd="3" destOrd="0" presId="urn:microsoft.com/office/officeart/2005/8/layout/hierarchy6"/>
    <dgm:cxn modelId="{49BD283D-E71D-4122-A1D8-1E59306CC8A1}" type="presParOf" srcId="{EFDD6FE3-806E-4C25-A7B8-6C7689ED6030}" destId="{8118D1E9-ADB5-4CB9-9EDD-ED59D0B60277}" srcOrd="0" destOrd="0" presId="urn:microsoft.com/office/officeart/2005/8/layout/hierarchy6"/>
    <dgm:cxn modelId="{DABA3212-99AB-4448-A371-E7548D9DD414}" type="presParOf" srcId="{EFDD6FE3-806E-4C25-A7B8-6C7689ED6030}" destId="{064B6CBA-A00F-467A-A231-582EF150EE1E}" srcOrd="1" destOrd="0" presId="urn:microsoft.com/office/officeart/2005/8/layout/hierarchy6"/>
    <dgm:cxn modelId="{BED4422B-BAEB-4D84-BE53-1141CF4281C5}" type="presParOf" srcId="{436B6751-0669-409F-AA0F-24E5E06FA103}" destId="{3DF84FE6-58C1-40A3-B8FD-134C29D40C5A}" srcOrd="4" destOrd="0" presId="urn:microsoft.com/office/officeart/2005/8/layout/hierarchy6"/>
    <dgm:cxn modelId="{33CB2755-71BC-4433-831C-1E45C8B5DA30}" type="presParOf" srcId="{436B6751-0669-409F-AA0F-24E5E06FA103}" destId="{228C7407-3382-4511-B32C-250E546C7717}" srcOrd="5" destOrd="0" presId="urn:microsoft.com/office/officeart/2005/8/layout/hierarchy6"/>
    <dgm:cxn modelId="{0B9306EA-5239-416D-B674-916D6292E944}" type="presParOf" srcId="{228C7407-3382-4511-B32C-250E546C7717}" destId="{D765915F-4CBE-4151-8FEC-8740DCEE7238}" srcOrd="0" destOrd="0" presId="urn:microsoft.com/office/officeart/2005/8/layout/hierarchy6"/>
    <dgm:cxn modelId="{D73CF29E-5C9F-4D89-8A81-3E0DB7FD4E32}" type="presParOf" srcId="{228C7407-3382-4511-B32C-250E546C7717}" destId="{5E64CF0F-D00A-41D6-8C34-3CE89DAFEE33}" srcOrd="1" destOrd="0" presId="urn:microsoft.com/office/officeart/2005/8/layout/hierarchy6"/>
    <dgm:cxn modelId="{039F5EF4-1A80-4ED0-83E0-E4BA064941FC}" type="presParOf" srcId="{663448EE-E434-48F2-85F3-F5EBD0897423}" destId="{540FDBFD-479A-4F12-B7B2-301548EF5BA8}" srcOrd="2" destOrd="0" presId="urn:microsoft.com/office/officeart/2005/8/layout/hierarchy6"/>
    <dgm:cxn modelId="{7C3BCB50-B3EF-40D9-A5CC-292A9DA7603D}" type="presParOf" srcId="{663448EE-E434-48F2-85F3-F5EBD0897423}" destId="{089F8749-17ED-4D81-B954-F8EBFEFB1143}" srcOrd="3" destOrd="0" presId="urn:microsoft.com/office/officeart/2005/8/layout/hierarchy6"/>
    <dgm:cxn modelId="{9E62ADF4-8D80-4892-8C24-5C944CAE6524}" type="presParOf" srcId="{089F8749-17ED-4D81-B954-F8EBFEFB1143}" destId="{4DCB4CEB-5F33-4874-8323-6B35F66390CB}" srcOrd="0" destOrd="0" presId="urn:microsoft.com/office/officeart/2005/8/layout/hierarchy6"/>
    <dgm:cxn modelId="{BA43811B-E275-4907-8CF1-1320E7712A21}" type="presParOf" srcId="{089F8749-17ED-4D81-B954-F8EBFEFB1143}" destId="{D678E765-FA14-4914-89B9-2AE663618673}" srcOrd="1" destOrd="0" presId="urn:microsoft.com/office/officeart/2005/8/layout/hierarchy6"/>
    <dgm:cxn modelId="{35C7E3FC-E01F-45CD-ADE2-9DC4111DD7F2}" type="presParOf" srcId="{663448EE-E434-48F2-85F3-F5EBD0897423}" destId="{3E5CADA8-12C2-4995-9787-E2E52FAB55E8}" srcOrd="4" destOrd="0" presId="urn:microsoft.com/office/officeart/2005/8/layout/hierarchy6"/>
    <dgm:cxn modelId="{93C99FEA-1E2E-4D73-92EE-C943E552C91E}" type="presParOf" srcId="{663448EE-E434-48F2-85F3-F5EBD0897423}" destId="{2B2CB532-53CF-4714-BCA6-898C088D67EC}" srcOrd="5" destOrd="0" presId="urn:microsoft.com/office/officeart/2005/8/layout/hierarchy6"/>
    <dgm:cxn modelId="{7BAB4FDA-E13F-4F12-A510-A38FA659AD2B}" type="presParOf" srcId="{2B2CB532-53CF-4714-BCA6-898C088D67EC}" destId="{6BD09134-EA2F-4523-905C-71FEBA10B6F8}" srcOrd="0" destOrd="0" presId="urn:microsoft.com/office/officeart/2005/8/layout/hierarchy6"/>
    <dgm:cxn modelId="{79C0E7BC-BA40-4B9F-817B-2FC709040B9D}" type="presParOf" srcId="{2B2CB532-53CF-4714-BCA6-898C088D67EC}" destId="{FFF7072A-F6E7-49EC-9B48-470693BB2A7E}" srcOrd="1" destOrd="0" presId="urn:microsoft.com/office/officeart/2005/8/layout/hierarchy6"/>
    <dgm:cxn modelId="{8641799B-E3FE-48D2-BF33-A789696FCE16}" type="presParOf" srcId="{473C574B-AF05-4626-856E-1AE827D92FA3}" destId="{C09812BD-F52E-4271-9604-CDF10CAF1C67}" srcOrd="1" destOrd="0" presId="urn:microsoft.com/office/officeart/2005/8/layout/hierarchy6"/>
    <dgm:cxn modelId="{773C4892-340F-4488-AD97-02CD9F3F0193}" type="presParOf" srcId="{C09812BD-F52E-4271-9604-CDF10CAF1C67}" destId="{AE4DEB5F-83C3-4402-889E-57F06111797F}" srcOrd="0" destOrd="0" presId="urn:microsoft.com/office/officeart/2005/8/layout/hierarchy6"/>
    <dgm:cxn modelId="{653529DC-CD02-4917-955E-58F1B47BBD79}" type="presParOf" srcId="{AE4DEB5F-83C3-4402-889E-57F06111797F}" destId="{2D46A844-347D-44A1-812F-A98A396C431C}" srcOrd="0" destOrd="0" presId="urn:microsoft.com/office/officeart/2005/8/layout/hierarchy6"/>
    <dgm:cxn modelId="{AE9D9A8C-FAC9-4758-A415-A820B5E58F9D}" type="presParOf" srcId="{AE4DEB5F-83C3-4402-889E-57F06111797F}" destId="{F900E059-3C8C-4A53-90E2-5E063C2EDD59}" srcOrd="1" destOrd="0" presId="urn:microsoft.com/office/officeart/2005/8/layout/hierarchy6"/>
    <dgm:cxn modelId="{C8E33FAC-F15B-4800-9FAA-CBDA487E3C0A}" type="presParOf" srcId="{C09812BD-F52E-4271-9604-CDF10CAF1C67}" destId="{248E25AC-6D44-460E-9E8E-CE0B77D34B0C}" srcOrd="1" destOrd="0" presId="urn:microsoft.com/office/officeart/2005/8/layout/hierarchy6"/>
    <dgm:cxn modelId="{A3D23CD8-B227-434A-8DAE-D794C4F63D3C}" type="presParOf" srcId="{248E25AC-6D44-460E-9E8E-CE0B77D34B0C}" destId="{40DAEB2B-F8FE-4376-B62B-0829485C7035}" srcOrd="0" destOrd="0" presId="urn:microsoft.com/office/officeart/2005/8/layout/hierarchy6"/>
    <dgm:cxn modelId="{5EE6419E-732E-4624-9521-A24E79D58D0C}" type="presParOf" srcId="{C09812BD-F52E-4271-9604-CDF10CAF1C67}" destId="{547DB3C7-B86A-406E-A42F-B773EC4E5FA4}" srcOrd="2" destOrd="0" presId="urn:microsoft.com/office/officeart/2005/8/layout/hierarchy6"/>
    <dgm:cxn modelId="{53C2FB3A-27FF-4586-8B86-633FD455DCC7}" type="presParOf" srcId="{547DB3C7-B86A-406E-A42F-B773EC4E5FA4}" destId="{A1B1427C-F3FD-4F7F-97A6-EBBD29C26739}" srcOrd="0" destOrd="0" presId="urn:microsoft.com/office/officeart/2005/8/layout/hierarchy6"/>
    <dgm:cxn modelId="{A6984F3D-9EBB-4424-825E-8C2471826BCB}" type="presParOf" srcId="{547DB3C7-B86A-406E-A42F-B773EC4E5FA4}" destId="{1B493C90-97F0-4870-9F06-4EF3A16E0E41}" srcOrd="1" destOrd="0" presId="urn:microsoft.com/office/officeart/2005/8/layout/hierarchy6"/>
    <dgm:cxn modelId="{AD6B2C86-1B8F-492F-80A7-BC53DCCBE1E9}" type="presParOf" srcId="{C09812BD-F52E-4271-9604-CDF10CAF1C67}" destId="{37F6055D-30D1-450D-B26D-0D111014F029}" srcOrd="3" destOrd="0" presId="urn:microsoft.com/office/officeart/2005/8/layout/hierarchy6"/>
    <dgm:cxn modelId="{73E04A9F-614A-470E-AFD9-C1492A33C4C0}" type="presParOf" srcId="{37F6055D-30D1-450D-B26D-0D111014F029}" destId="{9544D417-30DF-41C0-AE92-1420F47CDFEE}" srcOrd="0" destOrd="0" presId="urn:microsoft.com/office/officeart/2005/8/layout/hierarchy6"/>
    <dgm:cxn modelId="{795E5C4E-D91D-4157-8227-54B6F31B04C9}" type="presParOf" srcId="{C09812BD-F52E-4271-9604-CDF10CAF1C67}" destId="{2BA87639-9869-4A71-AEC1-A9041A56F68D}" srcOrd="4" destOrd="0" presId="urn:microsoft.com/office/officeart/2005/8/layout/hierarchy6"/>
    <dgm:cxn modelId="{1C87899F-178D-4B3D-B7D5-695DC72FB377}" type="presParOf" srcId="{2BA87639-9869-4A71-AEC1-A9041A56F68D}" destId="{14370CD1-FF52-4D79-97A5-92C3C9D0EE89}" srcOrd="0" destOrd="0" presId="urn:microsoft.com/office/officeart/2005/8/layout/hierarchy6"/>
    <dgm:cxn modelId="{088A32FC-7B55-49D1-9C57-D9AB33FECD59}" type="presParOf" srcId="{2BA87639-9869-4A71-AEC1-A9041A56F68D}" destId="{44B3E688-DDD1-4C3C-B0C4-0FDF51B92278}" srcOrd="1" destOrd="0" presId="urn:microsoft.com/office/officeart/2005/8/layout/hierarchy6"/>
    <dgm:cxn modelId="{6BC02769-E20D-49FC-BF2B-CB09D1CC60D3}" type="presParOf" srcId="{C09812BD-F52E-4271-9604-CDF10CAF1C67}" destId="{39005E33-CBE1-40D4-A045-3FC4B13447C3}" srcOrd="5" destOrd="0" presId="urn:microsoft.com/office/officeart/2005/8/layout/hierarchy6"/>
    <dgm:cxn modelId="{3A1A02A3-CFB3-4945-8ADB-969400ED2B1E}" type="presParOf" srcId="{39005E33-CBE1-40D4-A045-3FC4B13447C3}" destId="{2D55F478-00FD-4B37-A799-0655356C50F0}" srcOrd="0" destOrd="0" presId="urn:microsoft.com/office/officeart/2005/8/layout/hierarchy6"/>
    <dgm:cxn modelId="{A4B6B885-BE9B-4E2C-9B54-7C9940AFE100}" type="presParOf" srcId="{C09812BD-F52E-4271-9604-CDF10CAF1C67}" destId="{A42C76A8-5D05-4562-A1BF-F74100B33D17}" srcOrd="6" destOrd="0" presId="urn:microsoft.com/office/officeart/2005/8/layout/hierarchy6"/>
    <dgm:cxn modelId="{B7028C1E-6CFE-4167-A8BF-397F2C783553}" type="presParOf" srcId="{A42C76A8-5D05-4562-A1BF-F74100B33D17}" destId="{190F62E9-F119-493B-A96A-A85ADE500F7A}" srcOrd="0" destOrd="0" presId="urn:microsoft.com/office/officeart/2005/8/layout/hierarchy6"/>
    <dgm:cxn modelId="{8A27AF1C-3494-4CBA-833C-4D39976D87FB}" type="presParOf" srcId="{A42C76A8-5D05-4562-A1BF-F74100B33D17}" destId="{94D45CAA-D042-4646-95B7-B8F157C670B0}" srcOrd="1" destOrd="0" presId="urn:microsoft.com/office/officeart/2005/8/layout/hierarchy6"/>
    <dgm:cxn modelId="{E9D70C31-0E22-4286-AF55-CEEF67DF204A}" type="presParOf" srcId="{C09812BD-F52E-4271-9604-CDF10CAF1C67}" destId="{BC35392F-BDAF-4DE5-9B95-B7C470725A5E}" srcOrd="7" destOrd="0" presId="urn:microsoft.com/office/officeart/2005/8/layout/hierarchy6"/>
    <dgm:cxn modelId="{84786D7B-A0AE-4759-B2A9-73D66C113B14}" type="presParOf" srcId="{BC35392F-BDAF-4DE5-9B95-B7C470725A5E}" destId="{768682D5-C27D-4281-8AAE-CFC7FA77308C}" srcOrd="0" destOrd="0" presId="urn:microsoft.com/office/officeart/2005/8/layout/hierarchy6"/>
    <dgm:cxn modelId="{ABE1AD50-F538-4942-A64C-9521B5300BF8}" type="presParOf" srcId="{C09812BD-F52E-4271-9604-CDF10CAF1C67}" destId="{39B5B790-5E30-4B3D-86E8-9D1D3AD66EA9}" srcOrd="8" destOrd="0" presId="urn:microsoft.com/office/officeart/2005/8/layout/hierarchy6"/>
    <dgm:cxn modelId="{1A4B9D35-E9F6-44C1-B7D7-FB534807E343}" type="presParOf" srcId="{39B5B790-5E30-4B3D-86E8-9D1D3AD66EA9}" destId="{EA22B745-174F-408F-B60E-F6FF1CF4C518}" srcOrd="0" destOrd="0" presId="urn:microsoft.com/office/officeart/2005/8/layout/hierarchy6"/>
    <dgm:cxn modelId="{B21B42B3-9C72-4369-A99F-8DD3EE423879}" type="presParOf" srcId="{39B5B790-5E30-4B3D-86E8-9D1D3AD66EA9}" destId="{F37A54BC-6A02-4A20-AF6A-58D330B1F942}"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C64D335-173C-2841-B101-F2DED27E2883}" type="doc">
      <dgm:prSet loTypeId="urn:microsoft.com/office/officeart/2005/8/layout/hierarchy1" loCatId="" qsTypeId="urn:microsoft.com/office/officeart/2005/8/quickstyle/simple1" qsCatId="simple" csTypeId="urn:microsoft.com/office/officeart/2005/8/colors/accent0_3" csCatId="mainScheme" phldr="1"/>
      <dgm:spPr/>
      <dgm:t>
        <a:bodyPr/>
        <a:lstStyle/>
        <a:p>
          <a:endParaRPr lang="zh-CN" altLang="en-US"/>
        </a:p>
      </dgm:t>
    </dgm:pt>
    <dgm:pt modelId="{09825024-39A7-6749-A870-57B50574C8C5}">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a:lstStyle/>
        <a:p>
          <a:r>
            <a:rPr lang="zh-CN" altLang="en-US" sz="2000" dirty="0">
              <a:ln>
                <a:noFill/>
              </a:ln>
            </a:rPr>
            <a:t>虎溪校区</a:t>
          </a:r>
        </a:p>
      </dgm:t>
    </dgm:pt>
    <dgm:pt modelId="{CCC0EB7F-044E-1E40-8C8A-1FAAEFC9CA2D}" type="parTrans" cxnId="{FC667D71-5716-6546-BCC1-12FB50787A77}">
      <dgm:prSet/>
      <dgm:spPr/>
      <dgm:t>
        <a:bodyPr/>
        <a:lstStyle/>
        <a:p>
          <a:endParaRPr lang="zh-CN" altLang="en-US" sz="1400">
            <a:ln>
              <a:noFill/>
            </a:ln>
          </a:endParaRPr>
        </a:p>
      </dgm:t>
    </dgm:pt>
    <dgm:pt modelId="{FCCFAC92-6DCC-DC4C-A309-F203C2A8B59A}" type="sibTrans" cxnId="{FC667D71-5716-6546-BCC1-12FB50787A77}">
      <dgm:prSet/>
      <dgm:spPr/>
      <dgm:t>
        <a:bodyPr/>
        <a:lstStyle/>
        <a:p>
          <a:endParaRPr lang="zh-CN" altLang="en-US" sz="1400">
            <a:ln>
              <a:noFill/>
            </a:ln>
          </a:endParaRPr>
        </a:p>
      </dgm:t>
    </dgm:pt>
    <dgm:pt modelId="{9460D517-675C-A341-B704-EBCEE82990A5}">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r>
            <a:rPr lang="zh-CN" altLang="en-US" sz="2000" dirty="0">
              <a:ln>
                <a:noFill/>
              </a:ln>
            </a:rPr>
            <a:t>校园</a:t>
          </a:r>
        </a:p>
      </dgm:t>
    </dgm:pt>
    <dgm:pt modelId="{F40568D4-BDCA-9B43-9C83-180E507BF467}" type="parTrans" cxnId="{2D180015-6941-3D40-8B10-28B38D218069}">
      <dgm:prSet/>
      <dgm:spPr>
        <a:solidFill>
          <a:schemeClr val="bg1"/>
        </a:solidFill>
        <a:ln>
          <a:solidFill>
            <a:schemeClr val="bg1"/>
          </a:solidFill>
        </a:ln>
        <a:scene3d>
          <a:camera prst="orthographicFront"/>
          <a:lightRig rig="threePt" dir="t"/>
        </a:scene3d>
        <a:sp3d prstMaterial="matte"/>
      </dgm:spPr>
      <dgm:t>
        <a:bodyPr/>
        <a:lstStyle/>
        <a:p>
          <a:endParaRPr lang="zh-CN" altLang="en-US" sz="1400">
            <a:ln>
              <a:noFill/>
            </a:ln>
          </a:endParaRPr>
        </a:p>
      </dgm:t>
    </dgm:pt>
    <dgm:pt modelId="{E8B48282-9B82-9440-9C33-FE4F30A79609}" type="sibTrans" cxnId="{2D180015-6941-3D40-8B10-28B38D218069}">
      <dgm:prSet/>
      <dgm:spPr/>
      <dgm:t>
        <a:bodyPr/>
        <a:lstStyle/>
        <a:p>
          <a:endParaRPr lang="zh-CN" altLang="en-US" sz="1400">
            <a:ln>
              <a:noFill/>
            </a:ln>
          </a:endParaRPr>
        </a:p>
      </dgm:t>
    </dgm:pt>
    <dgm:pt modelId="{69F43CE7-2554-3542-A311-1A5BA1AAAA76}">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2000" kern="1200">
              <a:ln>
                <a:noFill/>
              </a:ln>
              <a:latin typeface="Arial"/>
              <a:ea typeface="宋体"/>
              <a:cs typeface="+mn-cs"/>
            </a:rPr>
            <a:t>人员</a:t>
          </a:r>
          <a:endParaRPr lang="zh-CN" altLang="en-US" sz="2000" kern="1200" dirty="0">
            <a:ln>
              <a:noFill/>
            </a:ln>
            <a:latin typeface="Arial"/>
            <a:ea typeface="宋体"/>
            <a:cs typeface="+mn-cs"/>
          </a:endParaRPr>
        </a:p>
      </dgm:t>
    </dgm:pt>
    <dgm:pt modelId="{882C5544-AB6E-064A-9FAB-7AF1BF87D725}" type="parTrans" cxnId="{FD871A64-7CF5-EA47-AC1D-08C704CD0505}">
      <dgm:prSet/>
      <dgm:spPr>
        <a:solidFill>
          <a:schemeClr val="bg1"/>
        </a:solidFill>
        <a:ln>
          <a:solidFill>
            <a:schemeClr val="bg1"/>
          </a:solidFill>
        </a:ln>
        <a:scene3d>
          <a:camera prst="orthographicFront"/>
          <a:lightRig rig="threePt" dir="t"/>
        </a:scene3d>
        <a:sp3d prstMaterial="matte"/>
      </dgm:spPr>
      <dgm:t>
        <a:bodyPr/>
        <a:lstStyle/>
        <a:p>
          <a:endParaRPr lang="zh-CN" altLang="en-US" sz="1400">
            <a:ln>
              <a:noFill/>
            </a:ln>
          </a:endParaRPr>
        </a:p>
      </dgm:t>
    </dgm:pt>
    <dgm:pt modelId="{300AC98E-EED5-144C-9736-C13160D8F221}" type="sibTrans" cxnId="{FD871A64-7CF5-EA47-AC1D-08C704CD0505}">
      <dgm:prSet/>
      <dgm:spPr/>
      <dgm:t>
        <a:bodyPr/>
        <a:lstStyle/>
        <a:p>
          <a:endParaRPr lang="zh-CN" altLang="en-US" sz="1400">
            <a:ln>
              <a:noFill/>
            </a:ln>
          </a:endParaRPr>
        </a:p>
      </dgm:t>
    </dgm:pt>
    <dgm:pt modelId="{3BEC41AB-B004-0B4B-94F6-C0C03D930A83}">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建筑</a:t>
          </a:r>
          <a:endParaRPr lang="zh-CN" altLang="en-US" sz="1600" kern="1200" dirty="0">
            <a:ln>
              <a:noFill/>
            </a:ln>
            <a:latin typeface="Arial"/>
            <a:ea typeface="宋体"/>
            <a:cs typeface="+mn-cs"/>
          </a:endParaRPr>
        </a:p>
      </dgm:t>
    </dgm:pt>
    <dgm:pt modelId="{2254C176-FE7A-1549-B71E-87072BBB22DA}" type="parTrans" cxnId="{018EC511-B5B0-9D46-ABA6-27CD8A16FA07}">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445B4AC7-8DE9-6D4C-BBF2-60203FBF4AE6}" type="sibTrans" cxnId="{018EC511-B5B0-9D46-ABA6-27CD8A16FA07}">
      <dgm:prSet/>
      <dgm:spPr/>
      <dgm:t>
        <a:bodyPr/>
        <a:lstStyle/>
        <a:p>
          <a:endParaRPr lang="zh-CN" altLang="en-US" sz="1400">
            <a:ln>
              <a:noFill/>
            </a:ln>
          </a:endParaRPr>
        </a:p>
      </dgm:t>
    </dgm:pt>
    <dgm:pt modelId="{7054D3FD-435E-4848-AA75-C1881FF0B623}">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绿地</a:t>
          </a:r>
          <a:endParaRPr lang="zh-CN" altLang="en-US" sz="1600" kern="1200" dirty="0">
            <a:ln>
              <a:noFill/>
            </a:ln>
            <a:latin typeface="Arial"/>
            <a:ea typeface="宋体"/>
            <a:cs typeface="+mn-cs"/>
          </a:endParaRPr>
        </a:p>
      </dgm:t>
    </dgm:pt>
    <dgm:pt modelId="{3B6C9559-E4A8-3C48-B8DF-F71D10873910}" type="parTrans" cxnId="{4E47C245-463B-4D4F-9773-C5B69353D5BE}">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7AC0F7E8-ECD9-9948-B150-C069FC9D3C7E}" type="sibTrans" cxnId="{4E47C245-463B-4D4F-9773-C5B69353D5BE}">
      <dgm:prSet/>
      <dgm:spPr/>
      <dgm:t>
        <a:bodyPr/>
        <a:lstStyle/>
        <a:p>
          <a:endParaRPr lang="zh-CN" altLang="en-US" sz="1400">
            <a:ln>
              <a:noFill/>
            </a:ln>
          </a:endParaRPr>
        </a:p>
      </dgm:t>
    </dgm:pt>
    <dgm:pt modelId="{AB37B987-2171-804C-93BB-B4CF0223F73A}">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湖泊</a:t>
          </a:r>
          <a:endParaRPr lang="zh-CN" altLang="en-US" sz="1600" kern="1200" dirty="0">
            <a:ln>
              <a:noFill/>
            </a:ln>
            <a:latin typeface="Arial"/>
            <a:ea typeface="宋体"/>
            <a:cs typeface="+mn-cs"/>
          </a:endParaRPr>
        </a:p>
      </dgm:t>
    </dgm:pt>
    <dgm:pt modelId="{82DC95C8-9517-3F4B-AD74-9A22501E79ED}" type="parTrans" cxnId="{998BBBA2-C46C-5243-8A57-391A1050A0C8}">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FDF2CE9C-A3EF-124E-A4FA-E287CDDA4732}" type="sibTrans" cxnId="{998BBBA2-C46C-5243-8A57-391A1050A0C8}">
      <dgm:prSet/>
      <dgm:spPr/>
      <dgm:t>
        <a:bodyPr/>
        <a:lstStyle/>
        <a:p>
          <a:endParaRPr lang="zh-CN" altLang="en-US" sz="1400">
            <a:ln>
              <a:noFill/>
            </a:ln>
          </a:endParaRPr>
        </a:p>
      </dgm:t>
    </dgm:pt>
    <dgm:pt modelId="{4937168E-A676-064A-B0D4-5E012284A303}">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道路</a:t>
          </a:r>
          <a:endParaRPr lang="zh-CN" altLang="en-US" sz="1600" kern="1200" dirty="0">
            <a:ln>
              <a:noFill/>
            </a:ln>
            <a:latin typeface="Arial"/>
            <a:ea typeface="宋体"/>
            <a:cs typeface="+mn-cs"/>
          </a:endParaRPr>
        </a:p>
      </dgm:t>
    </dgm:pt>
    <dgm:pt modelId="{EF2776CC-DC50-F247-B80D-041F009FC53B}" type="parTrans" cxnId="{939AE0AF-05C9-0A48-83DE-D17EBB3CCF1E}">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F1A3F33E-3142-A447-A324-2F27E645E382}" type="sibTrans" cxnId="{939AE0AF-05C9-0A48-83DE-D17EBB3CCF1E}">
      <dgm:prSet/>
      <dgm:spPr/>
      <dgm:t>
        <a:bodyPr/>
        <a:lstStyle/>
        <a:p>
          <a:endParaRPr lang="zh-CN" altLang="en-US" sz="1400">
            <a:ln>
              <a:noFill/>
            </a:ln>
          </a:endParaRPr>
        </a:p>
      </dgm:t>
    </dgm:pt>
    <dgm:pt modelId="{E6502BF4-DD7D-5846-9A9C-EBB0DFF865B4}">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操场</a:t>
          </a:r>
          <a:endParaRPr lang="zh-CN" altLang="en-US" sz="1600" kern="1200" dirty="0">
            <a:ln>
              <a:noFill/>
            </a:ln>
            <a:latin typeface="Arial"/>
            <a:ea typeface="宋体"/>
            <a:cs typeface="+mn-cs"/>
          </a:endParaRPr>
        </a:p>
      </dgm:t>
    </dgm:pt>
    <dgm:pt modelId="{F397ACD7-A757-C24D-A574-CA1ED7E1B3FB}" type="parTrans" cxnId="{8F9318BE-14C0-FF44-95C6-6C5E5360D8C8}">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917E2F54-FEB2-A14F-9899-E5849808F6EF}" type="sibTrans" cxnId="{8F9318BE-14C0-FF44-95C6-6C5E5360D8C8}">
      <dgm:prSet/>
      <dgm:spPr/>
      <dgm:t>
        <a:bodyPr/>
        <a:lstStyle/>
        <a:p>
          <a:endParaRPr lang="zh-CN" altLang="en-US" sz="1400">
            <a:ln>
              <a:noFill/>
            </a:ln>
          </a:endParaRPr>
        </a:p>
      </dgm:t>
    </dgm:pt>
    <dgm:pt modelId="{39B737D0-8265-BF40-90AF-3CCBF06E55E2}">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老师</a:t>
          </a:r>
          <a:endParaRPr lang="zh-CN" altLang="en-US" sz="1600" kern="1200" dirty="0">
            <a:ln>
              <a:noFill/>
            </a:ln>
            <a:latin typeface="Arial"/>
            <a:ea typeface="宋体"/>
            <a:cs typeface="+mn-cs"/>
          </a:endParaRPr>
        </a:p>
      </dgm:t>
    </dgm:pt>
    <dgm:pt modelId="{0DD3A6F7-B688-F840-A30E-A903AC46D5A0}" type="parTrans" cxnId="{92485028-8F52-0849-9957-6A486565FD67}">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9D8785BC-1F29-2F42-B1C3-986F173443D2}" type="sibTrans" cxnId="{92485028-8F52-0849-9957-6A486565FD67}">
      <dgm:prSet/>
      <dgm:spPr/>
      <dgm:t>
        <a:bodyPr/>
        <a:lstStyle/>
        <a:p>
          <a:endParaRPr lang="zh-CN" altLang="en-US" sz="1400">
            <a:ln>
              <a:noFill/>
            </a:ln>
          </a:endParaRPr>
        </a:p>
      </dgm:t>
    </dgm:pt>
    <dgm:pt modelId="{396CB768-CCE4-F04B-9686-EB62C9CA772F}">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学生</a:t>
          </a:r>
          <a:endParaRPr lang="zh-CN" altLang="en-US" sz="1600" kern="1200" dirty="0">
            <a:ln>
              <a:noFill/>
            </a:ln>
            <a:latin typeface="Arial"/>
            <a:ea typeface="宋体"/>
            <a:cs typeface="+mn-cs"/>
          </a:endParaRPr>
        </a:p>
      </dgm:t>
    </dgm:pt>
    <dgm:pt modelId="{12528577-727F-DF46-B180-C29979EEBC38}" type="parTrans" cxnId="{7E173BC9-FBED-8C44-9A97-17830AA7EF74}">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9F8B2482-7DB3-6E47-AE00-94D19636569D}" type="sibTrans" cxnId="{7E173BC9-FBED-8C44-9A97-17830AA7EF74}">
      <dgm:prSet/>
      <dgm:spPr/>
      <dgm:t>
        <a:bodyPr/>
        <a:lstStyle/>
        <a:p>
          <a:endParaRPr lang="zh-CN" altLang="en-US" sz="1400">
            <a:ln>
              <a:noFill/>
            </a:ln>
          </a:endParaRPr>
        </a:p>
      </dgm:t>
    </dgm:pt>
    <dgm:pt modelId="{10139F91-3631-0547-BF1A-91C8EE885254}">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ts val="920"/>
            </a:lnSpc>
            <a:spcBef>
              <a:spcPct val="0"/>
            </a:spcBef>
            <a:spcAft>
              <a:spcPct val="35000"/>
            </a:spcAft>
            <a:buNone/>
          </a:pPr>
          <a:r>
            <a:rPr lang="zh-CN" altLang="en-US" sz="1600" kern="1200" dirty="0">
              <a:ln>
                <a:noFill/>
              </a:ln>
              <a:latin typeface="Arial"/>
              <a:ea typeface="宋体"/>
              <a:cs typeface="+mn-cs"/>
            </a:rPr>
            <a:t>工作</a:t>
          </a:r>
          <a:endParaRPr lang="en-US" altLang="zh-CN" sz="1600" kern="1200" dirty="0">
            <a:ln>
              <a:noFill/>
            </a:ln>
            <a:latin typeface="Arial"/>
            <a:ea typeface="宋体"/>
            <a:cs typeface="+mn-cs"/>
          </a:endParaRPr>
        </a:p>
        <a:p>
          <a:pPr marL="0" lvl="0" indent="0" algn="ctr" defTabSz="711200">
            <a:lnSpc>
              <a:spcPts val="920"/>
            </a:lnSpc>
            <a:spcBef>
              <a:spcPct val="0"/>
            </a:spcBef>
            <a:spcAft>
              <a:spcPct val="35000"/>
            </a:spcAft>
            <a:buNone/>
          </a:pPr>
          <a:r>
            <a:rPr lang="zh-CN" altLang="en-US" sz="1600" kern="1200" dirty="0">
              <a:ln>
                <a:noFill/>
              </a:ln>
              <a:latin typeface="Arial"/>
              <a:ea typeface="宋体"/>
              <a:cs typeface="+mn-cs"/>
            </a:rPr>
            <a:t>人员</a:t>
          </a:r>
        </a:p>
      </dgm:t>
    </dgm:pt>
    <dgm:pt modelId="{65B00255-5405-CD49-A028-8070A5EE0A58}" type="parTrans" cxnId="{332F60FA-6660-A642-8DF0-C81228534035}">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EFA85949-C722-F549-82D9-97066B3DBFD7}" type="sibTrans" cxnId="{332F60FA-6660-A642-8DF0-C81228534035}">
      <dgm:prSet/>
      <dgm:spPr/>
      <dgm:t>
        <a:bodyPr/>
        <a:lstStyle/>
        <a:p>
          <a:endParaRPr lang="zh-CN" altLang="en-US" sz="1400">
            <a:ln>
              <a:noFill/>
            </a:ln>
          </a:endParaRPr>
        </a:p>
      </dgm:t>
    </dgm:pt>
    <dgm:pt modelId="{F8C314F3-5EC8-9546-97FA-E3CB360AE201}">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教学楼</a:t>
          </a:r>
          <a:endParaRPr lang="zh-CN" altLang="en-US" sz="1600" kern="1200" dirty="0">
            <a:ln>
              <a:noFill/>
            </a:ln>
            <a:latin typeface="Arial"/>
            <a:ea typeface="宋体"/>
            <a:cs typeface="+mn-cs"/>
          </a:endParaRPr>
        </a:p>
      </dgm:t>
    </dgm:pt>
    <dgm:pt modelId="{95F634D5-6A23-4E4E-AC29-6DEA58F58173}" type="parTrans" cxnId="{7B32097E-A686-B94D-9775-FB9A6C6DBA55}">
      <dgm:prSet/>
      <dgm:spPr>
        <a:ln>
          <a:solidFill>
            <a:schemeClr val="bg1"/>
          </a:solidFill>
        </a:ln>
        <a:scene3d>
          <a:camera prst="orthographicFront"/>
          <a:lightRig rig="threePt" dir="t"/>
        </a:scene3d>
        <a:sp3d prstMaterial="matte"/>
      </dgm:spPr>
      <dgm:t>
        <a:bodyPr/>
        <a:lstStyle/>
        <a:p>
          <a:endParaRPr lang="zh-CN" altLang="en-US" sz="1400">
            <a:ln>
              <a:noFill/>
            </a:ln>
          </a:endParaRPr>
        </a:p>
      </dgm:t>
    </dgm:pt>
    <dgm:pt modelId="{A0E6086A-E258-CE49-85C8-F16208C4B194}" type="sibTrans" cxnId="{7B32097E-A686-B94D-9775-FB9A6C6DBA55}">
      <dgm:prSet/>
      <dgm:spPr/>
      <dgm:t>
        <a:bodyPr/>
        <a:lstStyle/>
        <a:p>
          <a:endParaRPr lang="zh-CN" altLang="en-US" sz="1400">
            <a:ln>
              <a:noFill/>
            </a:ln>
          </a:endParaRPr>
        </a:p>
      </dgm:t>
    </dgm:pt>
    <dgm:pt modelId="{048FC16C-B331-E84B-83EA-7A21DDF515DF}">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宿舍</a:t>
          </a:r>
          <a:endParaRPr lang="zh-CN" altLang="en-US" sz="1600" kern="1200" dirty="0">
            <a:ln>
              <a:noFill/>
            </a:ln>
            <a:latin typeface="Arial"/>
            <a:ea typeface="宋体"/>
            <a:cs typeface="+mn-cs"/>
          </a:endParaRPr>
        </a:p>
      </dgm:t>
    </dgm:pt>
    <dgm:pt modelId="{42B0CC0C-73BF-2143-9A2A-48E68007E31A}" type="parTrans" cxnId="{06E288D7-F63F-C148-926A-7929AA1653C4}">
      <dgm:prSet/>
      <dgm:spPr>
        <a:ln>
          <a:solidFill>
            <a:schemeClr val="bg1"/>
          </a:solidFill>
        </a:ln>
        <a:scene3d>
          <a:camera prst="orthographicFront"/>
          <a:lightRig rig="threePt" dir="t"/>
        </a:scene3d>
        <a:sp3d prstMaterial="matte"/>
      </dgm:spPr>
      <dgm:t>
        <a:bodyPr/>
        <a:lstStyle/>
        <a:p>
          <a:endParaRPr lang="zh-CN" altLang="en-US">
            <a:ln>
              <a:noFill/>
            </a:ln>
          </a:endParaRPr>
        </a:p>
      </dgm:t>
    </dgm:pt>
    <dgm:pt modelId="{65C9BD8D-3ADF-4D44-B89D-7A630C46AA27}" type="sibTrans" cxnId="{06E288D7-F63F-C148-926A-7929AA1653C4}">
      <dgm:prSet/>
      <dgm:spPr/>
      <dgm:t>
        <a:bodyPr/>
        <a:lstStyle/>
        <a:p>
          <a:endParaRPr lang="zh-CN" altLang="en-US">
            <a:ln>
              <a:noFill/>
            </a:ln>
          </a:endParaRPr>
        </a:p>
      </dgm:t>
    </dgm:pt>
    <dgm:pt modelId="{DC5D76F0-3D6A-4440-944D-1C45605F617C}">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食堂</a:t>
          </a:r>
          <a:endParaRPr lang="zh-CN" altLang="en-US" sz="1600" kern="1200" dirty="0">
            <a:ln>
              <a:noFill/>
            </a:ln>
            <a:latin typeface="Arial"/>
            <a:ea typeface="宋体"/>
            <a:cs typeface="+mn-cs"/>
          </a:endParaRPr>
        </a:p>
      </dgm:t>
    </dgm:pt>
    <dgm:pt modelId="{0E9B20B4-845D-9049-AEBD-41AA8B70F462}" type="parTrans" cxnId="{4CB95B4C-CB98-804E-8358-49310388E7C6}">
      <dgm:prSet/>
      <dgm:spPr>
        <a:ln>
          <a:solidFill>
            <a:schemeClr val="bg1"/>
          </a:solidFill>
        </a:ln>
        <a:scene3d>
          <a:camera prst="orthographicFront"/>
          <a:lightRig rig="threePt" dir="t"/>
        </a:scene3d>
        <a:sp3d prstMaterial="matte"/>
      </dgm:spPr>
      <dgm:t>
        <a:bodyPr/>
        <a:lstStyle/>
        <a:p>
          <a:endParaRPr lang="zh-CN" altLang="en-US">
            <a:ln>
              <a:noFill/>
            </a:ln>
          </a:endParaRPr>
        </a:p>
      </dgm:t>
    </dgm:pt>
    <dgm:pt modelId="{D4F6EE21-C860-CF4A-B8E9-FA3649A46309}" type="sibTrans" cxnId="{4CB95B4C-CB98-804E-8358-49310388E7C6}">
      <dgm:prSet/>
      <dgm:spPr/>
      <dgm:t>
        <a:bodyPr/>
        <a:lstStyle/>
        <a:p>
          <a:endParaRPr lang="zh-CN" altLang="en-US">
            <a:ln>
              <a:noFill/>
            </a:ln>
          </a:endParaRPr>
        </a:p>
      </dgm:t>
    </dgm:pt>
    <dgm:pt modelId="{E691DF15-9542-6849-ABAC-273671901D07}">
      <dgm:prSet phldrT="[文本]" custT="1">
        <dgm:style>
          <a:lnRef idx="2">
            <a:schemeClr val="accent1"/>
          </a:lnRef>
          <a:fillRef idx="1">
            <a:schemeClr val="lt1"/>
          </a:fillRef>
          <a:effectRef idx="0">
            <a:schemeClr val="accent1"/>
          </a:effectRef>
          <a:fontRef idx="minor">
            <a:schemeClr val="dk1"/>
          </a:fontRef>
        </dgm:style>
      </dgm:prSet>
      <dgm:spPr>
        <a:scene3d>
          <a:camera prst="orthographicFront"/>
          <a:lightRig rig="threePt" dir="t"/>
        </a:scene3d>
        <a:sp3d prstMaterial="matte"/>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办公楼</a:t>
          </a:r>
          <a:endParaRPr lang="zh-CN" altLang="en-US" sz="1600" kern="1200" dirty="0">
            <a:ln>
              <a:noFill/>
            </a:ln>
            <a:latin typeface="Arial"/>
            <a:ea typeface="宋体"/>
            <a:cs typeface="+mn-cs"/>
          </a:endParaRPr>
        </a:p>
      </dgm:t>
    </dgm:pt>
    <dgm:pt modelId="{2AAD803F-3C6B-5844-A4E7-0DEF0B116BAF}" type="parTrans" cxnId="{E606F1BF-A509-E240-8DA6-3B8BEEE464FC}">
      <dgm:prSet/>
      <dgm:spPr>
        <a:ln>
          <a:solidFill>
            <a:schemeClr val="bg1"/>
          </a:solidFill>
        </a:ln>
        <a:scene3d>
          <a:camera prst="orthographicFront"/>
          <a:lightRig rig="threePt" dir="t"/>
        </a:scene3d>
        <a:sp3d prstMaterial="matte"/>
      </dgm:spPr>
      <dgm:t>
        <a:bodyPr/>
        <a:lstStyle/>
        <a:p>
          <a:endParaRPr lang="zh-CN" altLang="en-US">
            <a:ln>
              <a:noFill/>
            </a:ln>
          </a:endParaRPr>
        </a:p>
      </dgm:t>
    </dgm:pt>
    <dgm:pt modelId="{6890CE92-3D60-9A4C-A2DF-093811804803}" type="sibTrans" cxnId="{E606F1BF-A509-E240-8DA6-3B8BEEE464FC}">
      <dgm:prSet/>
      <dgm:spPr/>
      <dgm:t>
        <a:bodyPr/>
        <a:lstStyle/>
        <a:p>
          <a:endParaRPr lang="zh-CN" altLang="en-US">
            <a:ln>
              <a:noFill/>
            </a:ln>
          </a:endParaRPr>
        </a:p>
      </dgm:t>
    </dgm:pt>
    <dgm:pt modelId="{95D15139-901F-5745-8827-1791F523AAF9}" type="pres">
      <dgm:prSet presAssocID="{DC64D335-173C-2841-B101-F2DED27E2883}" presName="hierChild1" presStyleCnt="0">
        <dgm:presLayoutVars>
          <dgm:chPref val="1"/>
          <dgm:dir/>
          <dgm:animOne val="branch"/>
          <dgm:animLvl val="lvl"/>
          <dgm:resizeHandles/>
        </dgm:presLayoutVars>
      </dgm:prSet>
      <dgm:spPr/>
    </dgm:pt>
    <dgm:pt modelId="{3D406AAC-AA18-A04E-B4BB-A98E16CFFBE8}" type="pres">
      <dgm:prSet presAssocID="{09825024-39A7-6749-A870-57B50574C8C5}" presName="hierRoot1" presStyleCnt="0"/>
      <dgm:spPr>
        <a:scene3d>
          <a:camera prst="orthographicFront"/>
          <a:lightRig rig="threePt" dir="t"/>
        </a:scene3d>
        <a:sp3d prstMaterial="matte"/>
      </dgm:spPr>
    </dgm:pt>
    <dgm:pt modelId="{83732FDC-E32F-7C4F-8116-F6E2C206AF2C}" type="pres">
      <dgm:prSet presAssocID="{09825024-39A7-6749-A870-57B50574C8C5}" presName="composite" presStyleCnt="0"/>
      <dgm:spPr>
        <a:scene3d>
          <a:camera prst="orthographicFront"/>
          <a:lightRig rig="threePt" dir="t"/>
        </a:scene3d>
        <a:sp3d prstMaterial="matte"/>
      </dgm:spPr>
    </dgm:pt>
    <dgm:pt modelId="{A3DFFC28-B411-E54E-BDB2-E98F2153F912}" type="pres">
      <dgm:prSet presAssocID="{09825024-39A7-6749-A870-57B50574C8C5}" presName="background" presStyleLbl="node0" presStyleIdx="0" presStyleCnt="1"/>
      <dgm:spPr>
        <a:noFill/>
        <a:ln>
          <a:noFill/>
        </a:ln>
        <a:scene3d>
          <a:camera prst="orthographicFront"/>
          <a:lightRig rig="threePt" dir="t"/>
        </a:scene3d>
        <a:sp3d prstMaterial="matte"/>
      </dgm:spPr>
    </dgm:pt>
    <dgm:pt modelId="{A186815C-8848-CF4E-8112-28D5655B0CEF}" type="pres">
      <dgm:prSet presAssocID="{09825024-39A7-6749-A870-57B50574C8C5}" presName="text" presStyleLbl="fgAcc0" presStyleIdx="0" presStyleCnt="1" custScaleX="202946" custScaleY="87684" custLinFactNeighborY="-94693">
        <dgm:presLayoutVars>
          <dgm:chPref val="3"/>
        </dgm:presLayoutVars>
      </dgm:prSet>
      <dgm:spPr/>
    </dgm:pt>
    <dgm:pt modelId="{90A1692F-601B-2F4E-B165-AFB7C87B2FB1}" type="pres">
      <dgm:prSet presAssocID="{09825024-39A7-6749-A870-57B50574C8C5}" presName="hierChild2" presStyleCnt="0"/>
      <dgm:spPr>
        <a:scene3d>
          <a:camera prst="orthographicFront"/>
          <a:lightRig rig="threePt" dir="t"/>
        </a:scene3d>
        <a:sp3d prstMaterial="matte"/>
      </dgm:spPr>
    </dgm:pt>
    <dgm:pt modelId="{DCCB88B7-945C-6A49-8BFE-03C396ED878B}" type="pres">
      <dgm:prSet presAssocID="{F40568D4-BDCA-9B43-9C83-180E507BF467}" presName="Name10" presStyleLbl="parChTrans1D2" presStyleIdx="0" presStyleCnt="2"/>
      <dgm:spPr/>
    </dgm:pt>
    <dgm:pt modelId="{BD7BAE9E-24D5-624F-AC5D-C80814805773}" type="pres">
      <dgm:prSet presAssocID="{9460D517-675C-A341-B704-EBCEE82990A5}" presName="hierRoot2" presStyleCnt="0"/>
      <dgm:spPr>
        <a:scene3d>
          <a:camera prst="orthographicFront"/>
          <a:lightRig rig="threePt" dir="t"/>
        </a:scene3d>
        <a:sp3d prstMaterial="matte"/>
      </dgm:spPr>
    </dgm:pt>
    <dgm:pt modelId="{6B045A99-C4D0-584F-8132-8C00CF7F00DD}" type="pres">
      <dgm:prSet presAssocID="{9460D517-675C-A341-B704-EBCEE82990A5}" presName="composite2" presStyleCnt="0"/>
      <dgm:spPr>
        <a:scene3d>
          <a:camera prst="orthographicFront"/>
          <a:lightRig rig="threePt" dir="t"/>
        </a:scene3d>
        <a:sp3d prstMaterial="matte"/>
      </dgm:spPr>
    </dgm:pt>
    <dgm:pt modelId="{1A7B3B26-6AD9-9F4E-AD9D-ABB4423F0372}" type="pres">
      <dgm:prSet presAssocID="{9460D517-675C-A341-B704-EBCEE82990A5}" presName="background2" presStyleLbl="node2" presStyleIdx="0" presStyleCnt="2"/>
      <dgm:spPr>
        <a:noFill/>
        <a:ln>
          <a:noFill/>
        </a:ln>
        <a:scene3d>
          <a:camera prst="orthographicFront"/>
          <a:lightRig rig="threePt" dir="t"/>
        </a:scene3d>
        <a:sp3d prstMaterial="matte"/>
      </dgm:spPr>
    </dgm:pt>
    <dgm:pt modelId="{6C6CA153-1385-004E-A01F-D98440F36B0F}" type="pres">
      <dgm:prSet presAssocID="{9460D517-675C-A341-B704-EBCEE82990A5}" presName="text2" presStyleLbl="fgAcc2" presStyleIdx="0" presStyleCnt="2" custLinFactNeighborX="-1114" custLinFactNeighborY="-49100">
        <dgm:presLayoutVars>
          <dgm:chPref val="3"/>
        </dgm:presLayoutVars>
      </dgm:prSet>
      <dgm:spPr/>
    </dgm:pt>
    <dgm:pt modelId="{8A50611D-BC6B-1B4F-A6F3-5326E09FD2BD}" type="pres">
      <dgm:prSet presAssocID="{9460D517-675C-A341-B704-EBCEE82990A5}" presName="hierChild3" presStyleCnt="0"/>
      <dgm:spPr>
        <a:scene3d>
          <a:camera prst="orthographicFront"/>
          <a:lightRig rig="threePt" dir="t"/>
        </a:scene3d>
        <a:sp3d prstMaterial="matte"/>
      </dgm:spPr>
    </dgm:pt>
    <dgm:pt modelId="{540D1711-86BB-1C40-BD9A-626FE7A48094}" type="pres">
      <dgm:prSet presAssocID="{2254C176-FE7A-1549-B71E-87072BBB22DA}" presName="Name17" presStyleLbl="parChTrans1D3" presStyleIdx="0" presStyleCnt="8"/>
      <dgm:spPr/>
    </dgm:pt>
    <dgm:pt modelId="{24E60A4E-0B24-4F45-9106-43A25F968DC8}" type="pres">
      <dgm:prSet presAssocID="{3BEC41AB-B004-0B4B-94F6-C0C03D930A83}" presName="hierRoot3" presStyleCnt="0"/>
      <dgm:spPr>
        <a:scene3d>
          <a:camera prst="orthographicFront"/>
          <a:lightRig rig="threePt" dir="t"/>
        </a:scene3d>
        <a:sp3d prstMaterial="matte"/>
      </dgm:spPr>
    </dgm:pt>
    <dgm:pt modelId="{78481567-49AD-2A40-9E8E-D1C919595462}" type="pres">
      <dgm:prSet presAssocID="{3BEC41AB-B004-0B4B-94F6-C0C03D930A83}" presName="composite3" presStyleCnt="0"/>
      <dgm:spPr>
        <a:scene3d>
          <a:camera prst="orthographicFront"/>
          <a:lightRig rig="threePt" dir="t"/>
        </a:scene3d>
        <a:sp3d prstMaterial="matte"/>
      </dgm:spPr>
    </dgm:pt>
    <dgm:pt modelId="{D3AF287A-1630-2343-8179-2F9A549CF915}" type="pres">
      <dgm:prSet presAssocID="{3BEC41AB-B004-0B4B-94F6-C0C03D930A83}" presName="background3" presStyleLbl="node3" presStyleIdx="0" presStyleCnt="8"/>
      <dgm:spPr>
        <a:noFill/>
        <a:ln>
          <a:noFill/>
        </a:ln>
        <a:scene3d>
          <a:camera prst="orthographicFront"/>
          <a:lightRig rig="threePt" dir="t"/>
        </a:scene3d>
        <a:sp3d prstMaterial="matte"/>
      </dgm:spPr>
    </dgm:pt>
    <dgm:pt modelId="{5E03A293-33D7-494E-9E55-B6437AC0B4CF}" type="pres">
      <dgm:prSet presAssocID="{3BEC41AB-B004-0B4B-94F6-C0C03D930A83}" presName="text3" presStyleLbl="fgAcc3" presStyleIdx="0" presStyleCnt="8">
        <dgm:presLayoutVars>
          <dgm:chPref val="3"/>
        </dgm:presLayoutVars>
      </dgm:prSet>
      <dgm:spPr/>
    </dgm:pt>
    <dgm:pt modelId="{EA8BE190-29AC-3D45-AD0F-C7AF14AA006C}" type="pres">
      <dgm:prSet presAssocID="{3BEC41AB-B004-0B4B-94F6-C0C03D930A83}" presName="hierChild4" presStyleCnt="0"/>
      <dgm:spPr>
        <a:scene3d>
          <a:camera prst="orthographicFront"/>
          <a:lightRig rig="threePt" dir="t"/>
        </a:scene3d>
        <a:sp3d prstMaterial="matte"/>
      </dgm:spPr>
    </dgm:pt>
    <dgm:pt modelId="{D7FBF38A-160A-6A42-A9A5-B19AA0C77F1F}" type="pres">
      <dgm:prSet presAssocID="{95F634D5-6A23-4E4E-AC29-6DEA58F58173}" presName="Name23" presStyleLbl="parChTrans1D4" presStyleIdx="0" presStyleCnt="4"/>
      <dgm:spPr/>
    </dgm:pt>
    <dgm:pt modelId="{1B7EEA48-365B-5A42-850F-9BD73DB8B181}" type="pres">
      <dgm:prSet presAssocID="{F8C314F3-5EC8-9546-97FA-E3CB360AE201}" presName="hierRoot4" presStyleCnt="0"/>
      <dgm:spPr>
        <a:scene3d>
          <a:camera prst="orthographicFront"/>
          <a:lightRig rig="threePt" dir="t"/>
        </a:scene3d>
        <a:sp3d prstMaterial="matte"/>
      </dgm:spPr>
    </dgm:pt>
    <dgm:pt modelId="{05181EE2-DA8C-E844-8ACA-C521942DC6FA}" type="pres">
      <dgm:prSet presAssocID="{F8C314F3-5EC8-9546-97FA-E3CB360AE201}" presName="composite4" presStyleCnt="0"/>
      <dgm:spPr>
        <a:scene3d>
          <a:camera prst="orthographicFront"/>
          <a:lightRig rig="threePt" dir="t"/>
        </a:scene3d>
        <a:sp3d prstMaterial="matte"/>
      </dgm:spPr>
    </dgm:pt>
    <dgm:pt modelId="{4DD32716-4E59-BB49-94F9-7F2B773DE86A}" type="pres">
      <dgm:prSet presAssocID="{F8C314F3-5EC8-9546-97FA-E3CB360AE201}" presName="background4" presStyleLbl="node4" presStyleIdx="0" presStyleCnt="4"/>
      <dgm:spPr>
        <a:noFill/>
        <a:ln>
          <a:noFill/>
        </a:ln>
        <a:scene3d>
          <a:camera prst="orthographicFront"/>
          <a:lightRig rig="threePt" dir="t"/>
        </a:scene3d>
        <a:sp3d prstMaterial="matte"/>
      </dgm:spPr>
    </dgm:pt>
    <dgm:pt modelId="{75E9C199-8898-774C-8931-600E9B9E1C43}" type="pres">
      <dgm:prSet presAssocID="{F8C314F3-5EC8-9546-97FA-E3CB360AE201}" presName="text4" presStyleLbl="fgAcc4" presStyleIdx="0" presStyleCnt="4" custLinFactNeighborX="-1114" custLinFactNeighborY="49100">
        <dgm:presLayoutVars>
          <dgm:chPref val="3"/>
        </dgm:presLayoutVars>
      </dgm:prSet>
      <dgm:spPr/>
    </dgm:pt>
    <dgm:pt modelId="{442EABB7-2EF4-1B4D-BA8B-B5BF41C91282}" type="pres">
      <dgm:prSet presAssocID="{F8C314F3-5EC8-9546-97FA-E3CB360AE201}" presName="hierChild5" presStyleCnt="0"/>
      <dgm:spPr>
        <a:scene3d>
          <a:camera prst="orthographicFront"/>
          <a:lightRig rig="threePt" dir="t"/>
        </a:scene3d>
        <a:sp3d prstMaterial="matte"/>
      </dgm:spPr>
    </dgm:pt>
    <dgm:pt modelId="{B4EA77E8-6E6F-F148-8A15-AD72FF2871FC}" type="pres">
      <dgm:prSet presAssocID="{2AAD803F-3C6B-5844-A4E7-0DEF0B116BAF}" presName="Name23" presStyleLbl="parChTrans1D4" presStyleIdx="1" presStyleCnt="4"/>
      <dgm:spPr/>
    </dgm:pt>
    <dgm:pt modelId="{DE8A5665-7F26-424A-AA34-D4A78F48A61F}" type="pres">
      <dgm:prSet presAssocID="{E691DF15-9542-6849-ABAC-273671901D07}" presName="hierRoot4" presStyleCnt="0"/>
      <dgm:spPr>
        <a:scene3d>
          <a:camera prst="orthographicFront"/>
          <a:lightRig rig="threePt" dir="t"/>
        </a:scene3d>
        <a:sp3d prstMaterial="matte"/>
      </dgm:spPr>
    </dgm:pt>
    <dgm:pt modelId="{EBE5B43C-879B-D741-A2B0-DEAA4F3A88E3}" type="pres">
      <dgm:prSet presAssocID="{E691DF15-9542-6849-ABAC-273671901D07}" presName="composite4" presStyleCnt="0"/>
      <dgm:spPr>
        <a:scene3d>
          <a:camera prst="orthographicFront"/>
          <a:lightRig rig="threePt" dir="t"/>
        </a:scene3d>
        <a:sp3d prstMaterial="matte"/>
      </dgm:spPr>
    </dgm:pt>
    <dgm:pt modelId="{3A7C26CA-B8A6-974A-9EE4-DD5C2795BC24}" type="pres">
      <dgm:prSet presAssocID="{E691DF15-9542-6849-ABAC-273671901D07}" presName="background4" presStyleLbl="node4" presStyleIdx="1" presStyleCnt="4"/>
      <dgm:spPr>
        <a:noFill/>
        <a:ln>
          <a:noFill/>
        </a:ln>
        <a:scene3d>
          <a:camera prst="orthographicFront"/>
          <a:lightRig rig="threePt" dir="t"/>
        </a:scene3d>
        <a:sp3d prstMaterial="matte"/>
      </dgm:spPr>
    </dgm:pt>
    <dgm:pt modelId="{5496E68E-9B52-5845-A0A9-F95DF3925B87}" type="pres">
      <dgm:prSet presAssocID="{E691DF15-9542-6849-ABAC-273671901D07}" presName="text4" presStyleLbl="fgAcc4" presStyleIdx="1" presStyleCnt="4" custLinFactNeighborX="-1114" custLinFactNeighborY="49100">
        <dgm:presLayoutVars>
          <dgm:chPref val="3"/>
        </dgm:presLayoutVars>
      </dgm:prSet>
      <dgm:spPr/>
    </dgm:pt>
    <dgm:pt modelId="{81642D39-896E-014A-A592-4A9DC2FDF768}" type="pres">
      <dgm:prSet presAssocID="{E691DF15-9542-6849-ABAC-273671901D07}" presName="hierChild5" presStyleCnt="0"/>
      <dgm:spPr>
        <a:scene3d>
          <a:camera prst="orthographicFront"/>
          <a:lightRig rig="threePt" dir="t"/>
        </a:scene3d>
        <a:sp3d prstMaterial="matte"/>
      </dgm:spPr>
    </dgm:pt>
    <dgm:pt modelId="{C01B0D2C-CE6E-F942-AECA-477596CA0B60}" type="pres">
      <dgm:prSet presAssocID="{42B0CC0C-73BF-2143-9A2A-48E68007E31A}" presName="Name23" presStyleLbl="parChTrans1D4" presStyleIdx="2" presStyleCnt="4"/>
      <dgm:spPr/>
    </dgm:pt>
    <dgm:pt modelId="{783ACEC2-F0D7-1846-80F4-479A09D9B940}" type="pres">
      <dgm:prSet presAssocID="{048FC16C-B331-E84B-83EA-7A21DDF515DF}" presName="hierRoot4" presStyleCnt="0"/>
      <dgm:spPr>
        <a:scene3d>
          <a:camera prst="orthographicFront"/>
          <a:lightRig rig="threePt" dir="t"/>
        </a:scene3d>
        <a:sp3d prstMaterial="matte"/>
      </dgm:spPr>
    </dgm:pt>
    <dgm:pt modelId="{AB54F95D-C2B8-3D49-9DC8-D10300F24B2E}" type="pres">
      <dgm:prSet presAssocID="{048FC16C-B331-E84B-83EA-7A21DDF515DF}" presName="composite4" presStyleCnt="0"/>
      <dgm:spPr>
        <a:scene3d>
          <a:camera prst="orthographicFront"/>
          <a:lightRig rig="threePt" dir="t"/>
        </a:scene3d>
        <a:sp3d prstMaterial="matte"/>
      </dgm:spPr>
    </dgm:pt>
    <dgm:pt modelId="{6CCC7D4A-A1F4-164C-884D-E0E1F0FC42D3}" type="pres">
      <dgm:prSet presAssocID="{048FC16C-B331-E84B-83EA-7A21DDF515DF}" presName="background4" presStyleLbl="node4" presStyleIdx="2" presStyleCnt="4"/>
      <dgm:spPr>
        <a:noFill/>
        <a:ln>
          <a:noFill/>
        </a:ln>
        <a:scene3d>
          <a:camera prst="orthographicFront"/>
          <a:lightRig rig="threePt" dir="t"/>
        </a:scene3d>
        <a:sp3d prstMaterial="matte"/>
      </dgm:spPr>
    </dgm:pt>
    <dgm:pt modelId="{D1B2D192-D217-D445-AD78-E28F30C6B3FB}" type="pres">
      <dgm:prSet presAssocID="{048FC16C-B331-E84B-83EA-7A21DDF515DF}" presName="text4" presStyleLbl="fgAcc4" presStyleIdx="2" presStyleCnt="4" custLinFactNeighborX="-1114" custLinFactNeighborY="49100">
        <dgm:presLayoutVars>
          <dgm:chPref val="3"/>
        </dgm:presLayoutVars>
      </dgm:prSet>
      <dgm:spPr/>
    </dgm:pt>
    <dgm:pt modelId="{E6CD35B9-38D6-644E-B086-BD57A3D87245}" type="pres">
      <dgm:prSet presAssocID="{048FC16C-B331-E84B-83EA-7A21DDF515DF}" presName="hierChild5" presStyleCnt="0"/>
      <dgm:spPr>
        <a:scene3d>
          <a:camera prst="orthographicFront"/>
          <a:lightRig rig="threePt" dir="t"/>
        </a:scene3d>
        <a:sp3d prstMaterial="matte"/>
      </dgm:spPr>
    </dgm:pt>
    <dgm:pt modelId="{68DF3E07-5AEE-BB47-92DD-7CFA316BFB22}" type="pres">
      <dgm:prSet presAssocID="{0E9B20B4-845D-9049-AEBD-41AA8B70F462}" presName="Name23" presStyleLbl="parChTrans1D4" presStyleIdx="3" presStyleCnt="4"/>
      <dgm:spPr/>
    </dgm:pt>
    <dgm:pt modelId="{598C0928-9109-8B47-8E17-8E5A3856FA6B}" type="pres">
      <dgm:prSet presAssocID="{DC5D76F0-3D6A-4440-944D-1C45605F617C}" presName="hierRoot4" presStyleCnt="0"/>
      <dgm:spPr>
        <a:scene3d>
          <a:camera prst="orthographicFront"/>
          <a:lightRig rig="threePt" dir="t"/>
        </a:scene3d>
        <a:sp3d prstMaterial="matte"/>
      </dgm:spPr>
    </dgm:pt>
    <dgm:pt modelId="{6E0E40BE-6F41-EA46-979B-245A86AD6980}" type="pres">
      <dgm:prSet presAssocID="{DC5D76F0-3D6A-4440-944D-1C45605F617C}" presName="composite4" presStyleCnt="0"/>
      <dgm:spPr>
        <a:scene3d>
          <a:camera prst="orthographicFront"/>
          <a:lightRig rig="threePt" dir="t"/>
        </a:scene3d>
        <a:sp3d prstMaterial="matte"/>
      </dgm:spPr>
    </dgm:pt>
    <dgm:pt modelId="{9EC64454-7C2B-6A44-A80F-2BFB99439DFB}" type="pres">
      <dgm:prSet presAssocID="{DC5D76F0-3D6A-4440-944D-1C45605F617C}" presName="background4" presStyleLbl="node4" presStyleIdx="3" presStyleCnt="4"/>
      <dgm:spPr>
        <a:noFill/>
        <a:ln>
          <a:noFill/>
        </a:ln>
        <a:scene3d>
          <a:camera prst="orthographicFront"/>
          <a:lightRig rig="threePt" dir="t"/>
        </a:scene3d>
        <a:sp3d prstMaterial="matte"/>
      </dgm:spPr>
    </dgm:pt>
    <dgm:pt modelId="{187074A3-9890-D34C-9E51-4AC46ECBBFD9}" type="pres">
      <dgm:prSet presAssocID="{DC5D76F0-3D6A-4440-944D-1C45605F617C}" presName="text4" presStyleLbl="fgAcc4" presStyleIdx="3" presStyleCnt="4" custLinFactNeighborX="-1114" custLinFactNeighborY="49100">
        <dgm:presLayoutVars>
          <dgm:chPref val="3"/>
        </dgm:presLayoutVars>
      </dgm:prSet>
      <dgm:spPr/>
    </dgm:pt>
    <dgm:pt modelId="{64C5FAC8-6E08-0642-B3CE-6B2406827C9C}" type="pres">
      <dgm:prSet presAssocID="{DC5D76F0-3D6A-4440-944D-1C45605F617C}" presName="hierChild5" presStyleCnt="0"/>
      <dgm:spPr>
        <a:scene3d>
          <a:camera prst="orthographicFront"/>
          <a:lightRig rig="threePt" dir="t"/>
        </a:scene3d>
        <a:sp3d prstMaterial="matte"/>
      </dgm:spPr>
    </dgm:pt>
    <dgm:pt modelId="{529B69DA-6E45-D74D-990B-11B22C435B63}" type="pres">
      <dgm:prSet presAssocID="{F397ACD7-A757-C24D-A574-CA1ED7E1B3FB}" presName="Name17" presStyleLbl="parChTrans1D3" presStyleIdx="1" presStyleCnt="8"/>
      <dgm:spPr/>
    </dgm:pt>
    <dgm:pt modelId="{A8D36B57-0C63-BC4A-850C-C49372148768}" type="pres">
      <dgm:prSet presAssocID="{E6502BF4-DD7D-5846-9A9C-EBB0DFF865B4}" presName="hierRoot3" presStyleCnt="0"/>
      <dgm:spPr>
        <a:scene3d>
          <a:camera prst="orthographicFront"/>
          <a:lightRig rig="threePt" dir="t"/>
        </a:scene3d>
        <a:sp3d prstMaterial="matte"/>
      </dgm:spPr>
    </dgm:pt>
    <dgm:pt modelId="{AD3A8073-3A88-EB41-B76F-D37534E4CF3E}" type="pres">
      <dgm:prSet presAssocID="{E6502BF4-DD7D-5846-9A9C-EBB0DFF865B4}" presName="composite3" presStyleCnt="0"/>
      <dgm:spPr>
        <a:scene3d>
          <a:camera prst="orthographicFront"/>
          <a:lightRig rig="threePt" dir="t"/>
        </a:scene3d>
        <a:sp3d prstMaterial="matte"/>
      </dgm:spPr>
    </dgm:pt>
    <dgm:pt modelId="{2F6B08DE-C88E-DC41-9992-5E17C2E723F2}" type="pres">
      <dgm:prSet presAssocID="{E6502BF4-DD7D-5846-9A9C-EBB0DFF865B4}" presName="background3" presStyleLbl="node3" presStyleIdx="1" presStyleCnt="8"/>
      <dgm:spPr>
        <a:noFill/>
        <a:ln>
          <a:noFill/>
        </a:ln>
        <a:scene3d>
          <a:camera prst="orthographicFront"/>
          <a:lightRig rig="threePt" dir="t"/>
        </a:scene3d>
        <a:sp3d prstMaterial="matte"/>
      </dgm:spPr>
    </dgm:pt>
    <dgm:pt modelId="{29D33A68-9EAB-4D4D-9EAC-E588D10450FE}" type="pres">
      <dgm:prSet presAssocID="{E6502BF4-DD7D-5846-9A9C-EBB0DFF865B4}" presName="text3" presStyleLbl="fgAcc3" presStyleIdx="1" presStyleCnt="8">
        <dgm:presLayoutVars>
          <dgm:chPref val="3"/>
        </dgm:presLayoutVars>
      </dgm:prSet>
      <dgm:spPr/>
    </dgm:pt>
    <dgm:pt modelId="{407EB3FB-6879-9A44-8D8B-FCE22CFAF017}" type="pres">
      <dgm:prSet presAssocID="{E6502BF4-DD7D-5846-9A9C-EBB0DFF865B4}" presName="hierChild4" presStyleCnt="0"/>
      <dgm:spPr>
        <a:scene3d>
          <a:camera prst="orthographicFront"/>
          <a:lightRig rig="threePt" dir="t"/>
        </a:scene3d>
        <a:sp3d prstMaterial="matte"/>
      </dgm:spPr>
    </dgm:pt>
    <dgm:pt modelId="{9656D27C-282F-D646-8103-590F74A3682A}" type="pres">
      <dgm:prSet presAssocID="{3B6C9559-E4A8-3C48-B8DF-F71D10873910}" presName="Name17" presStyleLbl="parChTrans1D3" presStyleIdx="2" presStyleCnt="8"/>
      <dgm:spPr/>
    </dgm:pt>
    <dgm:pt modelId="{5799C2DB-7C24-5F4F-8CB8-147C469179B6}" type="pres">
      <dgm:prSet presAssocID="{7054D3FD-435E-4848-AA75-C1881FF0B623}" presName="hierRoot3" presStyleCnt="0"/>
      <dgm:spPr>
        <a:scene3d>
          <a:camera prst="orthographicFront"/>
          <a:lightRig rig="threePt" dir="t"/>
        </a:scene3d>
        <a:sp3d prstMaterial="matte"/>
      </dgm:spPr>
    </dgm:pt>
    <dgm:pt modelId="{DA1122E0-310E-114C-B05F-F48C46D82C72}" type="pres">
      <dgm:prSet presAssocID="{7054D3FD-435E-4848-AA75-C1881FF0B623}" presName="composite3" presStyleCnt="0"/>
      <dgm:spPr>
        <a:scene3d>
          <a:camera prst="orthographicFront"/>
          <a:lightRig rig="threePt" dir="t"/>
        </a:scene3d>
        <a:sp3d prstMaterial="matte"/>
      </dgm:spPr>
    </dgm:pt>
    <dgm:pt modelId="{590C6B3D-E1AD-264B-9D68-7823E827687C}" type="pres">
      <dgm:prSet presAssocID="{7054D3FD-435E-4848-AA75-C1881FF0B623}" presName="background3" presStyleLbl="node3" presStyleIdx="2" presStyleCnt="8"/>
      <dgm:spPr>
        <a:noFill/>
        <a:ln>
          <a:noFill/>
        </a:ln>
        <a:scene3d>
          <a:camera prst="orthographicFront"/>
          <a:lightRig rig="threePt" dir="t"/>
        </a:scene3d>
        <a:sp3d prstMaterial="matte"/>
      </dgm:spPr>
    </dgm:pt>
    <dgm:pt modelId="{6E5C9B77-BE48-EA4A-8C49-BBB58E2316A3}" type="pres">
      <dgm:prSet presAssocID="{7054D3FD-435E-4848-AA75-C1881FF0B623}" presName="text3" presStyleLbl="fgAcc3" presStyleIdx="2" presStyleCnt="8">
        <dgm:presLayoutVars>
          <dgm:chPref val="3"/>
        </dgm:presLayoutVars>
      </dgm:prSet>
      <dgm:spPr/>
    </dgm:pt>
    <dgm:pt modelId="{288CDC9C-1E5B-4044-B573-DDDFBDE547CA}" type="pres">
      <dgm:prSet presAssocID="{7054D3FD-435E-4848-AA75-C1881FF0B623}" presName="hierChild4" presStyleCnt="0"/>
      <dgm:spPr>
        <a:scene3d>
          <a:camera prst="orthographicFront"/>
          <a:lightRig rig="threePt" dir="t"/>
        </a:scene3d>
        <a:sp3d prstMaterial="matte"/>
      </dgm:spPr>
    </dgm:pt>
    <dgm:pt modelId="{BAF100C9-AD89-5442-8DD1-05290B31C46D}" type="pres">
      <dgm:prSet presAssocID="{82DC95C8-9517-3F4B-AD74-9A22501E79ED}" presName="Name17" presStyleLbl="parChTrans1D3" presStyleIdx="3" presStyleCnt="8"/>
      <dgm:spPr/>
    </dgm:pt>
    <dgm:pt modelId="{A15C50F2-2D5A-9C46-89D1-EFB1F8DD1962}" type="pres">
      <dgm:prSet presAssocID="{AB37B987-2171-804C-93BB-B4CF0223F73A}" presName="hierRoot3" presStyleCnt="0"/>
      <dgm:spPr>
        <a:scene3d>
          <a:camera prst="orthographicFront"/>
          <a:lightRig rig="threePt" dir="t"/>
        </a:scene3d>
        <a:sp3d prstMaterial="matte"/>
      </dgm:spPr>
    </dgm:pt>
    <dgm:pt modelId="{BCD90D84-75D2-D847-B065-074F9FC6333E}" type="pres">
      <dgm:prSet presAssocID="{AB37B987-2171-804C-93BB-B4CF0223F73A}" presName="composite3" presStyleCnt="0"/>
      <dgm:spPr>
        <a:scene3d>
          <a:camera prst="orthographicFront"/>
          <a:lightRig rig="threePt" dir="t"/>
        </a:scene3d>
        <a:sp3d prstMaterial="matte"/>
      </dgm:spPr>
    </dgm:pt>
    <dgm:pt modelId="{429E6D38-08E3-ED4B-8499-E122B146D50E}" type="pres">
      <dgm:prSet presAssocID="{AB37B987-2171-804C-93BB-B4CF0223F73A}" presName="background3" presStyleLbl="node3" presStyleIdx="3" presStyleCnt="8"/>
      <dgm:spPr>
        <a:noFill/>
        <a:ln>
          <a:noFill/>
        </a:ln>
        <a:scene3d>
          <a:camera prst="orthographicFront"/>
          <a:lightRig rig="threePt" dir="t"/>
        </a:scene3d>
        <a:sp3d prstMaterial="matte"/>
      </dgm:spPr>
    </dgm:pt>
    <dgm:pt modelId="{DD5868E1-4E9D-E34B-A08A-F84093210356}" type="pres">
      <dgm:prSet presAssocID="{AB37B987-2171-804C-93BB-B4CF0223F73A}" presName="text3" presStyleLbl="fgAcc3" presStyleIdx="3" presStyleCnt="8">
        <dgm:presLayoutVars>
          <dgm:chPref val="3"/>
        </dgm:presLayoutVars>
      </dgm:prSet>
      <dgm:spPr/>
    </dgm:pt>
    <dgm:pt modelId="{E344927D-876F-2B45-8E3E-D4D8D6DF6660}" type="pres">
      <dgm:prSet presAssocID="{AB37B987-2171-804C-93BB-B4CF0223F73A}" presName="hierChild4" presStyleCnt="0"/>
      <dgm:spPr>
        <a:scene3d>
          <a:camera prst="orthographicFront"/>
          <a:lightRig rig="threePt" dir="t"/>
        </a:scene3d>
        <a:sp3d prstMaterial="matte"/>
      </dgm:spPr>
    </dgm:pt>
    <dgm:pt modelId="{58D6BB36-5730-3145-9C64-C1CEE46BFF07}" type="pres">
      <dgm:prSet presAssocID="{EF2776CC-DC50-F247-B80D-041F009FC53B}" presName="Name17" presStyleLbl="parChTrans1D3" presStyleIdx="4" presStyleCnt="8"/>
      <dgm:spPr/>
    </dgm:pt>
    <dgm:pt modelId="{D996AC37-62ED-E642-B236-DC047C777F8E}" type="pres">
      <dgm:prSet presAssocID="{4937168E-A676-064A-B0D4-5E012284A303}" presName="hierRoot3" presStyleCnt="0"/>
      <dgm:spPr>
        <a:scene3d>
          <a:camera prst="orthographicFront"/>
          <a:lightRig rig="threePt" dir="t"/>
        </a:scene3d>
        <a:sp3d prstMaterial="matte"/>
      </dgm:spPr>
    </dgm:pt>
    <dgm:pt modelId="{91A8F105-7A97-E04C-A070-F30A1A834493}" type="pres">
      <dgm:prSet presAssocID="{4937168E-A676-064A-B0D4-5E012284A303}" presName="composite3" presStyleCnt="0"/>
      <dgm:spPr>
        <a:scene3d>
          <a:camera prst="orthographicFront"/>
          <a:lightRig rig="threePt" dir="t"/>
        </a:scene3d>
        <a:sp3d prstMaterial="matte"/>
      </dgm:spPr>
    </dgm:pt>
    <dgm:pt modelId="{3A89D8D5-B61F-A14F-957A-E3B2C5D02686}" type="pres">
      <dgm:prSet presAssocID="{4937168E-A676-064A-B0D4-5E012284A303}" presName="background3" presStyleLbl="node3" presStyleIdx="4" presStyleCnt="8"/>
      <dgm:spPr>
        <a:noFill/>
        <a:ln>
          <a:noFill/>
        </a:ln>
        <a:scene3d>
          <a:camera prst="orthographicFront"/>
          <a:lightRig rig="threePt" dir="t"/>
        </a:scene3d>
        <a:sp3d prstMaterial="matte"/>
      </dgm:spPr>
    </dgm:pt>
    <dgm:pt modelId="{15A0ECA6-5A0E-1C40-A75B-C96BD02E74F6}" type="pres">
      <dgm:prSet presAssocID="{4937168E-A676-064A-B0D4-5E012284A303}" presName="text3" presStyleLbl="fgAcc3" presStyleIdx="4" presStyleCnt="8">
        <dgm:presLayoutVars>
          <dgm:chPref val="3"/>
        </dgm:presLayoutVars>
      </dgm:prSet>
      <dgm:spPr/>
    </dgm:pt>
    <dgm:pt modelId="{B96214F4-59C1-1A41-A23E-B19CE40B110E}" type="pres">
      <dgm:prSet presAssocID="{4937168E-A676-064A-B0D4-5E012284A303}" presName="hierChild4" presStyleCnt="0"/>
      <dgm:spPr>
        <a:scene3d>
          <a:camera prst="orthographicFront"/>
          <a:lightRig rig="threePt" dir="t"/>
        </a:scene3d>
        <a:sp3d prstMaterial="matte"/>
      </dgm:spPr>
    </dgm:pt>
    <dgm:pt modelId="{938D58B9-F468-6C45-9F1C-160E7A84D001}" type="pres">
      <dgm:prSet presAssocID="{882C5544-AB6E-064A-9FAB-7AF1BF87D725}" presName="Name10" presStyleLbl="parChTrans1D2" presStyleIdx="1" presStyleCnt="2"/>
      <dgm:spPr/>
    </dgm:pt>
    <dgm:pt modelId="{50ADB813-941D-C54A-8C3F-AE13DDCABC6A}" type="pres">
      <dgm:prSet presAssocID="{69F43CE7-2554-3542-A311-1A5BA1AAAA76}" presName="hierRoot2" presStyleCnt="0"/>
      <dgm:spPr>
        <a:scene3d>
          <a:camera prst="orthographicFront"/>
          <a:lightRig rig="threePt" dir="t"/>
        </a:scene3d>
        <a:sp3d prstMaterial="matte"/>
      </dgm:spPr>
    </dgm:pt>
    <dgm:pt modelId="{88969336-B3F6-3F43-B21E-1CC8B542BDBC}" type="pres">
      <dgm:prSet presAssocID="{69F43CE7-2554-3542-A311-1A5BA1AAAA76}" presName="composite2" presStyleCnt="0"/>
      <dgm:spPr>
        <a:scene3d>
          <a:camera prst="orthographicFront"/>
          <a:lightRig rig="threePt" dir="t"/>
        </a:scene3d>
        <a:sp3d prstMaterial="matte"/>
      </dgm:spPr>
    </dgm:pt>
    <dgm:pt modelId="{CD563CEF-311B-DD4D-A790-021588F35F4C}" type="pres">
      <dgm:prSet presAssocID="{69F43CE7-2554-3542-A311-1A5BA1AAAA76}" presName="background2" presStyleLbl="node2" presStyleIdx="1" presStyleCnt="2"/>
      <dgm:spPr>
        <a:noFill/>
        <a:ln>
          <a:noFill/>
        </a:ln>
        <a:scene3d>
          <a:camera prst="orthographicFront"/>
          <a:lightRig rig="threePt" dir="t"/>
        </a:scene3d>
        <a:sp3d prstMaterial="matte"/>
      </dgm:spPr>
    </dgm:pt>
    <dgm:pt modelId="{EA1F0F4F-06AA-C54C-B3C9-C35C414493FB}" type="pres">
      <dgm:prSet presAssocID="{69F43CE7-2554-3542-A311-1A5BA1AAAA76}" presName="text2" presStyleLbl="fgAcc2" presStyleIdx="1" presStyleCnt="2" custLinFactNeighborX="-1114" custLinFactNeighborY="-49100">
        <dgm:presLayoutVars>
          <dgm:chPref val="3"/>
        </dgm:presLayoutVars>
      </dgm:prSet>
      <dgm:spPr/>
    </dgm:pt>
    <dgm:pt modelId="{9C5EBD93-57E5-7243-8E5A-12E8DA131853}" type="pres">
      <dgm:prSet presAssocID="{69F43CE7-2554-3542-A311-1A5BA1AAAA76}" presName="hierChild3" presStyleCnt="0"/>
      <dgm:spPr>
        <a:scene3d>
          <a:camera prst="orthographicFront"/>
          <a:lightRig rig="threePt" dir="t"/>
        </a:scene3d>
        <a:sp3d prstMaterial="matte"/>
      </dgm:spPr>
    </dgm:pt>
    <dgm:pt modelId="{C7E94DE1-5A9B-4F4A-9C3B-42B359AE879A}" type="pres">
      <dgm:prSet presAssocID="{0DD3A6F7-B688-F840-A30E-A903AC46D5A0}" presName="Name17" presStyleLbl="parChTrans1D3" presStyleIdx="5" presStyleCnt="8"/>
      <dgm:spPr/>
    </dgm:pt>
    <dgm:pt modelId="{212F282B-9E9C-2D42-83E8-80A5E9FF3490}" type="pres">
      <dgm:prSet presAssocID="{39B737D0-8265-BF40-90AF-3CCBF06E55E2}" presName="hierRoot3" presStyleCnt="0"/>
      <dgm:spPr>
        <a:scene3d>
          <a:camera prst="orthographicFront"/>
          <a:lightRig rig="threePt" dir="t"/>
        </a:scene3d>
        <a:sp3d prstMaterial="matte"/>
      </dgm:spPr>
    </dgm:pt>
    <dgm:pt modelId="{A8B1BD4A-9F3F-444B-98F2-8BE8D0F79106}" type="pres">
      <dgm:prSet presAssocID="{39B737D0-8265-BF40-90AF-3CCBF06E55E2}" presName="composite3" presStyleCnt="0"/>
      <dgm:spPr>
        <a:scene3d>
          <a:camera prst="orthographicFront"/>
          <a:lightRig rig="threePt" dir="t"/>
        </a:scene3d>
        <a:sp3d prstMaterial="matte"/>
      </dgm:spPr>
    </dgm:pt>
    <dgm:pt modelId="{A6A8A353-DB52-9442-886E-F327AD854971}" type="pres">
      <dgm:prSet presAssocID="{39B737D0-8265-BF40-90AF-3CCBF06E55E2}" presName="background3" presStyleLbl="node3" presStyleIdx="5" presStyleCnt="8"/>
      <dgm:spPr>
        <a:noFill/>
        <a:ln>
          <a:noFill/>
        </a:ln>
        <a:scene3d>
          <a:camera prst="orthographicFront"/>
          <a:lightRig rig="threePt" dir="t"/>
        </a:scene3d>
        <a:sp3d prstMaterial="matte"/>
      </dgm:spPr>
    </dgm:pt>
    <dgm:pt modelId="{32B9EE24-91F0-BC45-BD51-9F42445DCC31}" type="pres">
      <dgm:prSet presAssocID="{39B737D0-8265-BF40-90AF-3CCBF06E55E2}" presName="text3" presStyleLbl="fgAcc3" presStyleIdx="5" presStyleCnt="8">
        <dgm:presLayoutVars>
          <dgm:chPref val="3"/>
        </dgm:presLayoutVars>
      </dgm:prSet>
      <dgm:spPr/>
    </dgm:pt>
    <dgm:pt modelId="{957C86BC-E39B-E743-8E46-E115EB0C6AD3}" type="pres">
      <dgm:prSet presAssocID="{39B737D0-8265-BF40-90AF-3CCBF06E55E2}" presName="hierChild4" presStyleCnt="0"/>
      <dgm:spPr>
        <a:scene3d>
          <a:camera prst="orthographicFront"/>
          <a:lightRig rig="threePt" dir="t"/>
        </a:scene3d>
        <a:sp3d prstMaterial="matte"/>
      </dgm:spPr>
    </dgm:pt>
    <dgm:pt modelId="{DA2F2203-68AF-8849-8976-93E0268F2308}" type="pres">
      <dgm:prSet presAssocID="{12528577-727F-DF46-B180-C29979EEBC38}" presName="Name17" presStyleLbl="parChTrans1D3" presStyleIdx="6" presStyleCnt="8"/>
      <dgm:spPr/>
    </dgm:pt>
    <dgm:pt modelId="{F676C866-54A4-E241-994E-68F63BEA8CBB}" type="pres">
      <dgm:prSet presAssocID="{396CB768-CCE4-F04B-9686-EB62C9CA772F}" presName="hierRoot3" presStyleCnt="0"/>
      <dgm:spPr>
        <a:scene3d>
          <a:camera prst="orthographicFront"/>
          <a:lightRig rig="threePt" dir="t"/>
        </a:scene3d>
        <a:sp3d prstMaterial="matte"/>
      </dgm:spPr>
    </dgm:pt>
    <dgm:pt modelId="{82E82DF2-F00A-274C-AE4F-DFD152DE4A7C}" type="pres">
      <dgm:prSet presAssocID="{396CB768-CCE4-F04B-9686-EB62C9CA772F}" presName="composite3" presStyleCnt="0"/>
      <dgm:spPr>
        <a:scene3d>
          <a:camera prst="orthographicFront"/>
          <a:lightRig rig="threePt" dir="t"/>
        </a:scene3d>
        <a:sp3d prstMaterial="matte"/>
      </dgm:spPr>
    </dgm:pt>
    <dgm:pt modelId="{EA10BC4C-1310-054A-8390-C681823CA578}" type="pres">
      <dgm:prSet presAssocID="{396CB768-CCE4-F04B-9686-EB62C9CA772F}" presName="background3" presStyleLbl="node3" presStyleIdx="6" presStyleCnt="8"/>
      <dgm:spPr>
        <a:noFill/>
        <a:ln>
          <a:noFill/>
        </a:ln>
        <a:scene3d>
          <a:camera prst="orthographicFront"/>
          <a:lightRig rig="threePt" dir="t"/>
        </a:scene3d>
        <a:sp3d prstMaterial="matte"/>
      </dgm:spPr>
    </dgm:pt>
    <dgm:pt modelId="{4D9BAB9E-07A0-2F4D-9067-7A98F6A52670}" type="pres">
      <dgm:prSet presAssocID="{396CB768-CCE4-F04B-9686-EB62C9CA772F}" presName="text3" presStyleLbl="fgAcc3" presStyleIdx="6" presStyleCnt="8">
        <dgm:presLayoutVars>
          <dgm:chPref val="3"/>
        </dgm:presLayoutVars>
      </dgm:prSet>
      <dgm:spPr/>
    </dgm:pt>
    <dgm:pt modelId="{06456D7D-33CB-5243-B5B6-1DB95F6AA4B1}" type="pres">
      <dgm:prSet presAssocID="{396CB768-CCE4-F04B-9686-EB62C9CA772F}" presName="hierChild4" presStyleCnt="0"/>
      <dgm:spPr>
        <a:scene3d>
          <a:camera prst="orthographicFront"/>
          <a:lightRig rig="threePt" dir="t"/>
        </a:scene3d>
        <a:sp3d prstMaterial="matte"/>
      </dgm:spPr>
    </dgm:pt>
    <dgm:pt modelId="{5DE8DD06-9668-714C-91A6-FF2FE710E03F}" type="pres">
      <dgm:prSet presAssocID="{65B00255-5405-CD49-A028-8070A5EE0A58}" presName="Name17" presStyleLbl="parChTrans1D3" presStyleIdx="7" presStyleCnt="8"/>
      <dgm:spPr/>
    </dgm:pt>
    <dgm:pt modelId="{9F16FF70-BBD2-DA40-BAE6-1A9D269EF96D}" type="pres">
      <dgm:prSet presAssocID="{10139F91-3631-0547-BF1A-91C8EE885254}" presName="hierRoot3" presStyleCnt="0"/>
      <dgm:spPr>
        <a:scene3d>
          <a:camera prst="orthographicFront"/>
          <a:lightRig rig="threePt" dir="t"/>
        </a:scene3d>
        <a:sp3d prstMaterial="matte"/>
      </dgm:spPr>
    </dgm:pt>
    <dgm:pt modelId="{0CB4C4D1-C6D9-0746-A014-596094CE062B}" type="pres">
      <dgm:prSet presAssocID="{10139F91-3631-0547-BF1A-91C8EE885254}" presName="composite3" presStyleCnt="0"/>
      <dgm:spPr>
        <a:scene3d>
          <a:camera prst="orthographicFront"/>
          <a:lightRig rig="threePt" dir="t"/>
        </a:scene3d>
        <a:sp3d prstMaterial="matte"/>
      </dgm:spPr>
    </dgm:pt>
    <dgm:pt modelId="{7752892D-F711-A24D-805C-351AA032D64B}" type="pres">
      <dgm:prSet presAssocID="{10139F91-3631-0547-BF1A-91C8EE885254}" presName="background3" presStyleLbl="node3" presStyleIdx="7" presStyleCnt="8"/>
      <dgm:spPr>
        <a:noFill/>
        <a:ln>
          <a:noFill/>
        </a:ln>
        <a:scene3d>
          <a:camera prst="orthographicFront"/>
          <a:lightRig rig="threePt" dir="t"/>
        </a:scene3d>
        <a:sp3d prstMaterial="matte"/>
      </dgm:spPr>
    </dgm:pt>
    <dgm:pt modelId="{0E0936CF-E4BF-9A46-AE54-9974FEFC5823}" type="pres">
      <dgm:prSet presAssocID="{10139F91-3631-0547-BF1A-91C8EE885254}" presName="text3" presStyleLbl="fgAcc3" presStyleIdx="7" presStyleCnt="8">
        <dgm:presLayoutVars>
          <dgm:chPref val="3"/>
        </dgm:presLayoutVars>
      </dgm:prSet>
      <dgm:spPr/>
    </dgm:pt>
    <dgm:pt modelId="{19DCF029-4413-7B4F-8C95-C32619EFB33E}" type="pres">
      <dgm:prSet presAssocID="{10139F91-3631-0547-BF1A-91C8EE885254}" presName="hierChild4" presStyleCnt="0"/>
      <dgm:spPr>
        <a:scene3d>
          <a:camera prst="orthographicFront"/>
          <a:lightRig rig="threePt" dir="t"/>
        </a:scene3d>
        <a:sp3d prstMaterial="matte"/>
      </dgm:spPr>
    </dgm:pt>
  </dgm:ptLst>
  <dgm:cxnLst>
    <dgm:cxn modelId="{20B80C10-1562-D146-9F8A-80EAB822DC5B}" type="presOf" srcId="{65B00255-5405-CD49-A028-8070A5EE0A58}" destId="{5DE8DD06-9668-714C-91A6-FF2FE710E03F}" srcOrd="0" destOrd="0" presId="urn:microsoft.com/office/officeart/2005/8/layout/hierarchy1"/>
    <dgm:cxn modelId="{018EC511-B5B0-9D46-ABA6-27CD8A16FA07}" srcId="{9460D517-675C-A341-B704-EBCEE82990A5}" destId="{3BEC41AB-B004-0B4B-94F6-C0C03D930A83}" srcOrd="0" destOrd="0" parTransId="{2254C176-FE7A-1549-B71E-87072BBB22DA}" sibTransId="{445B4AC7-8DE9-6D4C-BBF2-60203FBF4AE6}"/>
    <dgm:cxn modelId="{72775312-9A2B-834E-8B20-E91476E8BB3D}" type="presOf" srcId="{AB37B987-2171-804C-93BB-B4CF0223F73A}" destId="{DD5868E1-4E9D-E34B-A08A-F84093210356}" srcOrd="0" destOrd="0" presId="urn:microsoft.com/office/officeart/2005/8/layout/hierarchy1"/>
    <dgm:cxn modelId="{2D180015-6941-3D40-8B10-28B38D218069}" srcId="{09825024-39A7-6749-A870-57B50574C8C5}" destId="{9460D517-675C-A341-B704-EBCEE82990A5}" srcOrd="0" destOrd="0" parTransId="{F40568D4-BDCA-9B43-9C83-180E507BF467}" sibTransId="{E8B48282-9B82-9440-9C33-FE4F30A79609}"/>
    <dgm:cxn modelId="{35C87019-BFA7-9148-9637-F422436046F4}" type="presOf" srcId="{4937168E-A676-064A-B0D4-5E012284A303}" destId="{15A0ECA6-5A0E-1C40-A75B-C96BD02E74F6}" srcOrd="0" destOrd="0" presId="urn:microsoft.com/office/officeart/2005/8/layout/hierarchy1"/>
    <dgm:cxn modelId="{7E52AD1C-4A30-2B45-95AC-50957CBA0791}" type="presOf" srcId="{F40568D4-BDCA-9B43-9C83-180E507BF467}" destId="{DCCB88B7-945C-6A49-8BFE-03C396ED878B}" srcOrd="0" destOrd="0" presId="urn:microsoft.com/office/officeart/2005/8/layout/hierarchy1"/>
    <dgm:cxn modelId="{A5340624-0FD7-5F41-B7F5-6FB066F3D669}" type="presOf" srcId="{42B0CC0C-73BF-2143-9A2A-48E68007E31A}" destId="{C01B0D2C-CE6E-F942-AECA-477596CA0B60}" srcOrd="0" destOrd="0" presId="urn:microsoft.com/office/officeart/2005/8/layout/hierarchy1"/>
    <dgm:cxn modelId="{08EF5324-671D-F945-A9DA-A174B87F5AF0}" type="presOf" srcId="{DC64D335-173C-2841-B101-F2DED27E2883}" destId="{95D15139-901F-5745-8827-1791F523AAF9}" srcOrd="0" destOrd="0" presId="urn:microsoft.com/office/officeart/2005/8/layout/hierarchy1"/>
    <dgm:cxn modelId="{B15CC525-5B5A-7A4F-9989-90EE6F39585E}" type="presOf" srcId="{95F634D5-6A23-4E4E-AC29-6DEA58F58173}" destId="{D7FBF38A-160A-6A42-A9A5-B19AA0C77F1F}" srcOrd="0" destOrd="0" presId="urn:microsoft.com/office/officeart/2005/8/layout/hierarchy1"/>
    <dgm:cxn modelId="{92485028-8F52-0849-9957-6A486565FD67}" srcId="{69F43CE7-2554-3542-A311-1A5BA1AAAA76}" destId="{39B737D0-8265-BF40-90AF-3CCBF06E55E2}" srcOrd="0" destOrd="0" parTransId="{0DD3A6F7-B688-F840-A30E-A903AC46D5A0}" sibTransId="{9D8785BC-1F29-2F42-B1C3-986F173443D2}"/>
    <dgm:cxn modelId="{0E0E1335-6D5F-CA4C-BDBE-7A5F0AE0F9C5}" type="presOf" srcId="{DC5D76F0-3D6A-4440-944D-1C45605F617C}" destId="{187074A3-9890-D34C-9E51-4AC46ECBBFD9}" srcOrd="0" destOrd="0" presId="urn:microsoft.com/office/officeart/2005/8/layout/hierarchy1"/>
    <dgm:cxn modelId="{EEA51A3A-B7EE-8445-9D2E-26FEFA115F2A}" type="presOf" srcId="{E6502BF4-DD7D-5846-9A9C-EBB0DFF865B4}" destId="{29D33A68-9EAB-4D4D-9EAC-E588D10450FE}" srcOrd="0" destOrd="0" presId="urn:microsoft.com/office/officeart/2005/8/layout/hierarchy1"/>
    <dgm:cxn modelId="{EFF6C13F-737A-094E-B448-B192B8519E3D}" type="presOf" srcId="{3BEC41AB-B004-0B4B-94F6-C0C03D930A83}" destId="{5E03A293-33D7-494E-9E55-B6437AC0B4CF}" srcOrd="0" destOrd="0" presId="urn:microsoft.com/office/officeart/2005/8/layout/hierarchy1"/>
    <dgm:cxn modelId="{17C72A43-511E-164A-B0B8-1997E25C08AB}" type="presOf" srcId="{9460D517-675C-A341-B704-EBCEE82990A5}" destId="{6C6CA153-1385-004E-A01F-D98440F36B0F}" srcOrd="0" destOrd="0" presId="urn:microsoft.com/office/officeart/2005/8/layout/hierarchy1"/>
    <dgm:cxn modelId="{FD871A64-7CF5-EA47-AC1D-08C704CD0505}" srcId="{09825024-39A7-6749-A870-57B50574C8C5}" destId="{69F43CE7-2554-3542-A311-1A5BA1AAAA76}" srcOrd="1" destOrd="0" parTransId="{882C5544-AB6E-064A-9FAB-7AF1BF87D725}" sibTransId="{300AC98E-EED5-144C-9736-C13160D8F221}"/>
    <dgm:cxn modelId="{4E47C245-463B-4D4F-9773-C5B69353D5BE}" srcId="{9460D517-675C-A341-B704-EBCEE82990A5}" destId="{7054D3FD-435E-4848-AA75-C1881FF0B623}" srcOrd="2" destOrd="0" parTransId="{3B6C9559-E4A8-3C48-B8DF-F71D10873910}" sibTransId="{7AC0F7E8-ECD9-9948-B150-C069FC9D3C7E}"/>
    <dgm:cxn modelId="{FCA98C68-997A-0648-A50F-3341B3949C8D}" type="presOf" srcId="{39B737D0-8265-BF40-90AF-3CCBF06E55E2}" destId="{32B9EE24-91F0-BC45-BD51-9F42445DCC31}" srcOrd="0" destOrd="0" presId="urn:microsoft.com/office/officeart/2005/8/layout/hierarchy1"/>
    <dgm:cxn modelId="{1CBF7769-08DD-2B48-A16D-9D473C4FC309}" type="presOf" srcId="{2AAD803F-3C6B-5844-A4E7-0DEF0B116BAF}" destId="{B4EA77E8-6E6F-F148-8A15-AD72FF2871FC}" srcOrd="0" destOrd="0" presId="urn:microsoft.com/office/officeart/2005/8/layout/hierarchy1"/>
    <dgm:cxn modelId="{7E7BE26A-8905-4D40-B734-05AEA8B5F719}" type="presOf" srcId="{09825024-39A7-6749-A870-57B50574C8C5}" destId="{A186815C-8848-CF4E-8112-28D5655B0CEF}" srcOrd="0" destOrd="0" presId="urn:microsoft.com/office/officeart/2005/8/layout/hierarchy1"/>
    <dgm:cxn modelId="{4CB95B4C-CB98-804E-8358-49310388E7C6}" srcId="{3BEC41AB-B004-0B4B-94F6-C0C03D930A83}" destId="{DC5D76F0-3D6A-4440-944D-1C45605F617C}" srcOrd="3" destOrd="0" parTransId="{0E9B20B4-845D-9049-AEBD-41AA8B70F462}" sibTransId="{D4F6EE21-C860-CF4A-B8E9-FA3649A46309}"/>
    <dgm:cxn modelId="{0998026E-F861-0542-90A5-01386DD9619B}" type="presOf" srcId="{82DC95C8-9517-3F4B-AD74-9A22501E79ED}" destId="{BAF100C9-AD89-5442-8DD1-05290B31C46D}" srcOrd="0" destOrd="0" presId="urn:microsoft.com/office/officeart/2005/8/layout/hierarchy1"/>
    <dgm:cxn modelId="{C39D6371-6FE8-C943-804E-161AC66BF729}" type="presOf" srcId="{EF2776CC-DC50-F247-B80D-041F009FC53B}" destId="{58D6BB36-5730-3145-9C64-C1CEE46BFF07}" srcOrd="0" destOrd="0" presId="urn:microsoft.com/office/officeart/2005/8/layout/hierarchy1"/>
    <dgm:cxn modelId="{FC667D71-5716-6546-BCC1-12FB50787A77}" srcId="{DC64D335-173C-2841-B101-F2DED27E2883}" destId="{09825024-39A7-6749-A870-57B50574C8C5}" srcOrd="0" destOrd="0" parTransId="{CCC0EB7F-044E-1E40-8C8A-1FAAEFC9CA2D}" sibTransId="{FCCFAC92-6DCC-DC4C-A309-F203C2A8B59A}"/>
    <dgm:cxn modelId="{AB510273-1E07-FB40-A4F5-EF64200F49BA}" type="presOf" srcId="{0E9B20B4-845D-9049-AEBD-41AA8B70F462}" destId="{68DF3E07-5AEE-BB47-92DD-7CFA316BFB22}" srcOrd="0" destOrd="0" presId="urn:microsoft.com/office/officeart/2005/8/layout/hierarchy1"/>
    <dgm:cxn modelId="{63497255-CAD0-5340-920C-99F75D544B8A}" type="presOf" srcId="{10139F91-3631-0547-BF1A-91C8EE885254}" destId="{0E0936CF-E4BF-9A46-AE54-9974FEFC5823}" srcOrd="0" destOrd="0" presId="urn:microsoft.com/office/officeart/2005/8/layout/hierarchy1"/>
    <dgm:cxn modelId="{6DED307B-B061-D642-A134-7EE57B63909F}" type="presOf" srcId="{0DD3A6F7-B688-F840-A30E-A903AC46D5A0}" destId="{C7E94DE1-5A9B-4F4A-9C3B-42B359AE879A}" srcOrd="0" destOrd="0" presId="urn:microsoft.com/office/officeart/2005/8/layout/hierarchy1"/>
    <dgm:cxn modelId="{E5A5687C-AE6E-F647-83BA-F4756C06A88A}" type="presOf" srcId="{2254C176-FE7A-1549-B71E-87072BBB22DA}" destId="{540D1711-86BB-1C40-BD9A-626FE7A48094}" srcOrd="0" destOrd="0" presId="urn:microsoft.com/office/officeart/2005/8/layout/hierarchy1"/>
    <dgm:cxn modelId="{7B32097E-A686-B94D-9775-FB9A6C6DBA55}" srcId="{3BEC41AB-B004-0B4B-94F6-C0C03D930A83}" destId="{F8C314F3-5EC8-9546-97FA-E3CB360AE201}" srcOrd="0" destOrd="0" parTransId="{95F634D5-6A23-4E4E-AC29-6DEA58F58173}" sibTransId="{A0E6086A-E258-CE49-85C8-F16208C4B194}"/>
    <dgm:cxn modelId="{C9221E88-34A2-9F47-ABAB-DB7A63FC343C}" type="presOf" srcId="{3B6C9559-E4A8-3C48-B8DF-F71D10873910}" destId="{9656D27C-282F-D646-8103-590F74A3682A}" srcOrd="0" destOrd="0" presId="urn:microsoft.com/office/officeart/2005/8/layout/hierarchy1"/>
    <dgm:cxn modelId="{810DF78B-6E48-9244-BDA0-23B70BE85534}" type="presOf" srcId="{12528577-727F-DF46-B180-C29979EEBC38}" destId="{DA2F2203-68AF-8849-8976-93E0268F2308}" srcOrd="0" destOrd="0" presId="urn:microsoft.com/office/officeart/2005/8/layout/hierarchy1"/>
    <dgm:cxn modelId="{C3432690-E014-424F-A216-8AEF8512D264}" type="presOf" srcId="{7054D3FD-435E-4848-AA75-C1881FF0B623}" destId="{6E5C9B77-BE48-EA4A-8C49-BBB58E2316A3}" srcOrd="0" destOrd="0" presId="urn:microsoft.com/office/officeart/2005/8/layout/hierarchy1"/>
    <dgm:cxn modelId="{E8FC40A2-2AAB-6F44-8DBF-D5BCAFB8C272}" type="presOf" srcId="{882C5544-AB6E-064A-9FAB-7AF1BF87D725}" destId="{938D58B9-F468-6C45-9F1C-160E7A84D001}" srcOrd="0" destOrd="0" presId="urn:microsoft.com/office/officeart/2005/8/layout/hierarchy1"/>
    <dgm:cxn modelId="{998BBBA2-C46C-5243-8A57-391A1050A0C8}" srcId="{9460D517-675C-A341-B704-EBCEE82990A5}" destId="{AB37B987-2171-804C-93BB-B4CF0223F73A}" srcOrd="3" destOrd="0" parTransId="{82DC95C8-9517-3F4B-AD74-9A22501E79ED}" sibTransId="{FDF2CE9C-A3EF-124E-A4FA-E287CDDA4732}"/>
    <dgm:cxn modelId="{4A127EAF-FFCB-D84C-BF32-07E254D17E70}" type="presOf" srcId="{E691DF15-9542-6849-ABAC-273671901D07}" destId="{5496E68E-9B52-5845-A0A9-F95DF3925B87}" srcOrd="0" destOrd="0" presId="urn:microsoft.com/office/officeart/2005/8/layout/hierarchy1"/>
    <dgm:cxn modelId="{939AE0AF-05C9-0A48-83DE-D17EBB3CCF1E}" srcId="{9460D517-675C-A341-B704-EBCEE82990A5}" destId="{4937168E-A676-064A-B0D4-5E012284A303}" srcOrd="4" destOrd="0" parTransId="{EF2776CC-DC50-F247-B80D-041F009FC53B}" sibTransId="{F1A3F33E-3142-A447-A324-2F27E645E382}"/>
    <dgm:cxn modelId="{5B66B4B6-FDB4-2742-B4B4-260653B708B2}" type="presOf" srcId="{69F43CE7-2554-3542-A311-1A5BA1AAAA76}" destId="{EA1F0F4F-06AA-C54C-B3C9-C35C414493FB}" srcOrd="0" destOrd="0" presId="urn:microsoft.com/office/officeart/2005/8/layout/hierarchy1"/>
    <dgm:cxn modelId="{DFF6C1B6-095D-5143-8822-56D59106DDBA}" type="presOf" srcId="{396CB768-CCE4-F04B-9686-EB62C9CA772F}" destId="{4D9BAB9E-07A0-2F4D-9067-7A98F6A52670}" srcOrd="0" destOrd="0" presId="urn:microsoft.com/office/officeart/2005/8/layout/hierarchy1"/>
    <dgm:cxn modelId="{8F9318BE-14C0-FF44-95C6-6C5E5360D8C8}" srcId="{9460D517-675C-A341-B704-EBCEE82990A5}" destId="{E6502BF4-DD7D-5846-9A9C-EBB0DFF865B4}" srcOrd="1" destOrd="0" parTransId="{F397ACD7-A757-C24D-A574-CA1ED7E1B3FB}" sibTransId="{917E2F54-FEB2-A14F-9899-E5849808F6EF}"/>
    <dgm:cxn modelId="{E606F1BF-A509-E240-8DA6-3B8BEEE464FC}" srcId="{3BEC41AB-B004-0B4B-94F6-C0C03D930A83}" destId="{E691DF15-9542-6849-ABAC-273671901D07}" srcOrd="1" destOrd="0" parTransId="{2AAD803F-3C6B-5844-A4E7-0DEF0B116BAF}" sibTransId="{6890CE92-3D60-9A4C-A2DF-093811804803}"/>
    <dgm:cxn modelId="{965BEBC6-ABB8-6248-A3DD-195EB0130240}" type="presOf" srcId="{F397ACD7-A757-C24D-A574-CA1ED7E1B3FB}" destId="{529B69DA-6E45-D74D-990B-11B22C435B63}" srcOrd="0" destOrd="0" presId="urn:microsoft.com/office/officeart/2005/8/layout/hierarchy1"/>
    <dgm:cxn modelId="{7E173BC9-FBED-8C44-9A97-17830AA7EF74}" srcId="{69F43CE7-2554-3542-A311-1A5BA1AAAA76}" destId="{396CB768-CCE4-F04B-9686-EB62C9CA772F}" srcOrd="1" destOrd="0" parTransId="{12528577-727F-DF46-B180-C29979EEBC38}" sibTransId="{9F8B2482-7DB3-6E47-AE00-94D19636569D}"/>
    <dgm:cxn modelId="{06E288D7-F63F-C148-926A-7929AA1653C4}" srcId="{3BEC41AB-B004-0B4B-94F6-C0C03D930A83}" destId="{048FC16C-B331-E84B-83EA-7A21DDF515DF}" srcOrd="2" destOrd="0" parTransId="{42B0CC0C-73BF-2143-9A2A-48E68007E31A}" sibTransId="{65C9BD8D-3ADF-4D44-B89D-7A630C46AA27}"/>
    <dgm:cxn modelId="{EE296AE1-83CF-1448-BC7C-96754EB39187}" type="presOf" srcId="{048FC16C-B331-E84B-83EA-7A21DDF515DF}" destId="{D1B2D192-D217-D445-AD78-E28F30C6B3FB}" srcOrd="0" destOrd="0" presId="urn:microsoft.com/office/officeart/2005/8/layout/hierarchy1"/>
    <dgm:cxn modelId="{058518EA-EE69-214D-8E77-8C6EB2CE8808}" type="presOf" srcId="{F8C314F3-5EC8-9546-97FA-E3CB360AE201}" destId="{75E9C199-8898-774C-8931-600E9B9E1C43}" srcOrd="0" destOrd="0" presId="urn:microsoft.com/office/officeart/2005/8/layout/hierarchy1"/>
    <dgm:cxn modelId="{332F60FA-6660-A642-8DF0-C81228534035}" srcId="{69F43CE7-2554-3542-A311-1A5BA1AAAA76}" destId="{10139F91-3631-0547-BF1A-91C8EE885254}" srcOrd="2" destOrd="0" parTransId="{65B00255-5405-CD49-A028-8070A5EE0A58}" sibTransId="{EFA85949-C722-F549-82D9-97066B3DBFD7}"/>
    <dgm:cxn modelId="{CDF6F819-A275-9447-99A9-E48D0BA1622A}" type="presParOf" srcId="{95D15139-901F-5745-8827-1791F523AAF9}" destId="{3D406AAC-AA18-A04E-B4BB-A98E16CFFBE8}" srcOrd="0" destOrd="0" presId="urn:microsoft.com/office/officeart/2005/8/layout/hierarchy1"/>
    <dgm:cxn modelId="{877BF7DF-9EDA-5448-AFB1-E2631D31A74A}" type="presParOf" srcId="{3D406AAC-AA18-A04E-B4BB-A98E16CFFBE8}" destId="{83732FDC-E32F-7C4F-8116-F6E2C206AF2C}" srcOrd="0" destOrd="0" presId="urn:microsoft.com/office/officeart/2005/8/layout/hierarchy1"/>
    <dgm:cxn modelId="{1EC42B4D-36E3-A04C-830A-A4639079FCDB}" type="presParOf" srcId="{83732FDC-E32F-7C4F-8116-F6E2C206AF2C}" destId="{A3DFFC28-B411-E54E-BDB2-E98F2153F912}" srcOrd="0" destOrd="0" presId="urn:microsoft.com/office/officeart/2005/8/layout/hierarchy1"/>
    <dgm:cxn modelId="{BBDB1912-9E44-1349-B120-DECEC8E93EA8}" type="presParOf" srcId="{83732FDC-E32F-7C4F-8116-F6E2C206AF2C}" destId="{A186815C-8848-CF4E-8112-28D5655B0CEF}" srcOrd="1" destOrd="0" presId="urn:microsoft.com/office/officeart/2005/8/layout/hierarchy1"/>
    <dgm:cxn modelId="{E3F74760-FDE6-2D47-BE8D-0CB73E10DC04}" type="presParOf" srcId="{3D406AAC-AA18-A04E-B4BB-A98E16CFFBE8}" destId="{90A1692F-601B-2F4E-B165-AFB7C87B2FB1}" srcOrd="1" destOrd="0" presId="urn:microsoft.com/office/officeart/2005/8/layout/hierarchy1"/>
    <dgm:cxn modelId="{EDB92197-4EC4-1444-AA7B-4623FB81A658}" type="presParOf" srcId="{90A1692F-601B-2F4E-B165-AFB7C87B2FB1}" destId="{DCCB88B7-945C-6A49-8BFE-03C396ED878B}" srcOrd="0" destOrd="0" presId="urn:microsoft.com/office/officeart/2005/8/layout/hierarchy1"/>
    <dgm:cxn modelId="{E18161A4-D932-264F-8B35-087C46135913}" type="presParOf" srcId="{90A1692F-601B-2F4E-B165-AFB7C87B2FB1}" destId="{BD7BAE9E-24D5-624F-AC5D-C80814805773}" srcOrd="1" destOrd="0" presId="urn:microsoft.com/office/officeart/2005/8/layout/hierarchy1"/>
    <dgm:cxn modelId="{02E074AB-9D05-0347-BE81-575899217827}" type="presParOf" srcId="{BD7BAE9E-24D5-624F-AC5D-C80814805773}" destId="{6B045A99-C4D0-584F-8132-8C00CF7F00DD}" srcOrd="0" destOrd="0" presId="urn:microsoft.com/office/officeart/2005/8/layout/hierarchy1"/>
    <dgm:cxn modelId="{58F27395-5EF5-5446-8B19-5D8A12C0F9F6}" type="presParOf" srcId="{6B045A99-C4D0-584F-8132-8C00CF7F00DD}" destId="{1A7B3B26-6AD9-9F4E-AD9D-ABB4423F0372}" srcOrd="0" destOrd="0" presId="urn:microsoft.com/office/officeart/2005/8/layout/hierarchy1"/>
    <dgm:cxn modelId="{BFEEA951-6C1B-8049-B754-182D8423A4A2}" type="presParOf" srcId="{6B045A99-C4D0-584F-8132-8C00CF7F00DD}" destId="{6C6CA153-1385-004E-A01F-D98440F36B0F}" srcOrd="1" destOrd="0" presId="urn:microsoft.com/office/officeart/2005/8/layout/hierarchy1"/>
    <dgm:cxn modelId="{A9A7994F-3E8F-834E-963A-BF2661F06BE4}" type="presParOf" srcId="{BD7BAE9E-24D5-624F-AC5D-C80814805773}" destId="{8A50611D-BC6B-1B4F-A6F3-5326E09FD2BD}" srcOrd="1" destOrd="0" presId="urn:microsoft.com/office/officeart/2005/8/layout/hierarchy1"/>
    <dgm:cxn modelId="{070461BE-2546-1844-9EBB-E78477C3E8FB}" type="presParOf" srcId="{8A50611D-BC6B-1B4F-A6F3-5326E09FD2BD}" destId="{540D1711-86BB-1C40-BD9A-626FE7A48094}" srcOrd="0" destOrd="0" presId="urn:microsoft.com/office/officeart/2005/8/layout/hierarchy1"/>
    <dgm:cxn modelId="{B280FFC0-A03A-154B-8D06-84A18396AEC6}" type="presParOf" srcId="{8A50611D-BC6B-1B4F-A6F3-5326E09FD2BD}" destId="{24E60A4E-0B24-4F45-9106-43A25F968DC8}" srcOrd="1" destOrd="0" presId="urn:microsoft.com/office/officeart/2005/8/layout/hierarchy1"/>
    <dgm:cxn modelId="{BF656840-A06C-964E-B71B-1EB1F3C845DF}" type="presParOf" srcId="{24E60A4E-0B24-4F45-9106-43A25F968DC8}" destId="{78481567-49AD-2A40-9E8E-D1C919595462}" srcOrd="0" destOrd="0" presId="urn:microsoft.com/office/officeart/2005/8/layout/hierarchy1"/>
    <dgm:cxn modelId="{AF25743D-F5FF-EF40-AA3F-F9CF385F64B4}" type="presParOf" srcId="{78481567-49AD-2A40-9E8E-D1C919595462}" destId="{D3AF287A-1630-2343-8179-2F9A549CF915}" srcOrd="0" destOrd="0" presId="urn:microsoft.com/office/officeart/2005/8/layout/hierarchy1"/>
    <dgm:cxn modelId="{508B7DCE-7E87-BE45-B4C0-A87CFCA9352F}" type="presParOf" srcId="{78481567-49AD-2A40-9E8E-D1C919595462}" destId="{5E03A293-33D7-494E-9E55-B6437AC0B4CF}" srcOrd="1" destOrd="0" presId="urn:microsoft.com/office/officeart/2005/8/layout/hierarchy1"/>
    <dgm:cxn modelId="{A9DDD2A6-06FB-1D43-82AF-7808F895519C}" type="presParOf" srcId="{24E60A4E-0B24-4F45-9106-43A25F968DC8}" destId="{EA8BE190-29AC-3D45-AD0F-C7AF14AA006C}" srcOrd="1" destOrd="0" presId="urn:microsoft.com/office/officeart/2005/8/layout/hierarchy1"/>
    <dgm:cxn modelId="{222312E4-244A-7A4E-8FD4-8D584BE1AD76}" type="presParOf" srcId="{EA8BE190-29AC-3D45-AD0F-C7AF14AA006C}" destId="{D7FBF38A-160A-6A42-A9A5-B19AA0C77F1F}" srcOrd="0" destOrd="0" presId="urn:microsoft.com/office/officeart/2005/8/layout/hierarchy1"/>
    <dgm:cxn modelId="{B4E06B60-038F-114A-80E9-75488E08CBEA}" type="presParOf" srcId="{EA8BE190-29AC-3D45-AD0F-C7AF14AA006C}" destId="{1B7EEA48-365B-5A42-850F-9BD73DB8B181}" srcOrd="1" destOrd="0" presId="urn:microsoft.com/office/officeart/2005/8/layout/hierarchy1"/>
    <dgm:cxn modelId="{D34F3C63-07D9-314A-8237-4B090760F959}" type="presParOf" srcId="{1B7EEA48-365B-5A42-850F-9BD73DB8B181}" destId="{05181EE2-DA8C-E844-8ACA-C521942DC6FA}" srcOrd="0" destOrd="0" presId="urn:microsoft.com/office/officeart/2005/8/layout/hierarchy1"/>
    <dgm:cxn modelId="{AAA46A72-F1CD-6C4A-A61C-7D7F1F7604B2}" type="presParOf" srcId="{05181EE2-DA8C-E844-8ACA-C521942DC6FA}" destId="{4DD32716-4E59-BB49-94F9-7F2B773DE86A}" srcOrd="0" destOrd="0" presId="urn:microsoft.com/office/officeart/2005/8/layout/hierarchy1"/>
    <dgm:cxn modelId="{7A8A7600-C9FF-0048-A6E0-8628FFB425B7}" type="presParOf" srcId="{05181EE2-DA8C-E844-8ACA-C521942DC6FA}" destId="{75E9C199-8898-774C-8931-600E9B9E1C43}" srcOrd="1" destOrd="0" presId="urn:microsoft.com/office/officeart/2005/8/layout/hierarchy1"/>
    <dgm:cxn modelId="{42E9D63A-8647-5746-B36A-393B3AC93720}" type="presParOf" srcId="{1B7EEA48-365B-5A42-850F-9BD73DB8B181}" destId="{442EABB7-2EF4-1B4D-BA8B-B5BF41C91282}" srcOrd="1" destOrd="0" presId="urn:microsoft.com/office/officeart/2005/8/layout/hierarchy1"/>
    <dgm:cxn modelId="{13591BE7-6983-1C4E-B2CF-16F131788D5A}" type="presParOf" srcId="{EA8BE190-29AC-3D45-AD0F-C7AF14AA006C}" destId="{B4EA77E8-6E6F-F148-8A15-AD72FF2871FC}" srcOrd="2" destOrd="0" presId="urn:microsoft.com/office/officeart/2005/8/layout/hierarchy1"/>
    <dgm:cxn modelId="{27982F7C-4EF5-9A4A-A4AC-DCC8209CCD87}" type="presParOf" srcId="{EA8BE190-29AC-3D45-AD0F-C7AF14AA006C}" destId="{DE8A5665-7F26-424A-AA34-D4A78F48A61F}" srcOrd="3" destOrd="0" presId="urn:microsoft.com/office/officeart/2005/8/layout/hierarchy1"/>
    <dgm:cxn modelId="{5A1E98CF-B9B6-4642-8DD1-A8DF14A07623}" type="presParOf" srcId="{DE8A5665-7F26-424A-AA34-D4A78F48A61F}" destId="{EBE5B43C-879B-D741-A2B0-DEAA4F3A88E3}" srcOrd="0" destOrd="0" presId="urn:microsoft.com/office/officeart/2005/8/layout/hierarchy1"/>
    <dgm:cxn modelId="{7C336CE8-C307-A043-A0BC-61E3144B6BBC}" type="presParOf" srcId="{EBE5B43C-879B-D741-A2B0-DEAA4F3A88E3}" destId="{3A7C26CA-B8A6-974A-9EE4-DD5C2795BC24}" srcOrd="0" destOrd="0" presId="urn:microsoft.com/office/officeart/2005/8/layout/hierarchy1"/>
    <dgm:cxn modelId="{53B24E2B-293D-774D-944D-E218126AC5AB}" type="presParOf" srcId="{EBE5B43C-879B-D741-A2B0-DEAA4F3A88E3}" destId="{5496E68E-9B52-5845-A0A9-F95DF3925B87}" srcOrd="1" destOrd="0" presId="urn:microsoft.com/office/officeart/2005/8/layout/hierarchy1"/>
    <dgm:cxn modelId="{2A2BC7CD-D693-E948-BAB7-0D8BCA4349BC}" type="presParOf" srcId="{DE8A5665-7F26-424A-AA34-D4A78F48A61F}" destId="{81642D39-896E-014A-A592-4A9DC2FDF768}" srcOrd="1" destOrd="0" presId="urn:microsoft.com/office/officeart/2005/8/layout/hierarchy1"/>
    <dgm:cxn modelId="{3C0E60A6-7818-1148-85C2-EB3956347629}" type="presParOf" srcId="{EA8BE190-29AC-3D45-AD0F-C7AF14AA006C}" destId="{C01B0D2C-CE6E-F942-AECA-477596CA0B60}" srcOrd="4" destOrd="0" presId="urn:microsoft.com/office/officeart/2005/8/layout/hierarchy1"/>
    <dgm:cxn modelId="{C934CE74-0410-D840-9AA4-F193C10C3D2D}" type="presParOf" srcId="{EA8BE190-29AC-3D45-AD0F-C7AF14AA006C}" destId="{783ACEC2-F0D7-1846-80F4-479A09D9B940}" srcOrd="5" destOrd="0" presId="urn:microsoft.com/office/officeart/2005/8/layout/hierarchy1"/>
    <dgm:cxn modelId="{154692B0-C00A-D345-8AF7-AA943041DE04}" type="presParOf" srcId="{783ACEC2-F0D7-1846-80F4-479A09D9B940}" destId="{AB54F95D-C2B8-3D49-9DC8-D10300F24B2E}" srcOrd="0" destOrd="0" presId="urn:microsoft.com/office/officeart/2005/8/layout/hierarchy1"/>
    <dgm:cxn modelId="{93D0320D-93CB-FD49-A7D9-AFF19DDD45A7}" type="presParOf" srcId="{AB54F95D-C2B8-3D49-9DC8-D10300F24B2E}" destId="{6CCC7D4A-A1F4-164C-884D-E0E1F0FC42D3}" srcOrd="0" destOrd="0" presId="urn:microsoft.com/office/officeart/2005/8/layout/hierarchy1"/>
    <dgm:cxn modelId="{2753A620-3D1B-F94E-9EF5-BF3D5AD5FE6A}" type="presParOf" srcId="{AB54F95D-C2B8-3D49-9DC8-D10300F24B2E}" destId="{D1B2D192-D217-D445-AD78-E28F30C6B3FB}" srcOrd="1" destOrd="0" presId="urn:microsoft.com/office/officeart/2005/8/layout/hierarchy1"/>
    <dgm:cxn modelId="{7107D306-25DC-F446-83C9-FE88DC4A80DE}" type="presParOf" srcId="{783ACEC2-F0D7-1846-80F4-479A09D9B940}" destId="{E6CD35B9-38D6-644E-B086-BD57A3D87245}" srcOrd="1" destOrd="0" presId="urn:microsoft.com/office/officeart/2005/8/layout/hierarchy1"/>
    <dgm:cxn modelId="{DCEF0967-B696-8F4C-BA71-2057FFE2896A}" type="presParOf" srcId="{EA8BE190-29AC-3D45-AD0F-C7AF14AA006C}" destId="{68DF3E07-5AEE-BB47-92DD-7CFA316BFB22}" srcOrd="6" destOrd="0" presId="urn:microsoft.com/office/officeart/2005/8/layout/hierarchy1"/>
    <dgm:cxn modelId="{A7A867D2-6AA1-6345-BA24-EEA52132A1A0}" type="presParOf" srcId="{EA8BE190-29AC-3D45-AD0F-C7AF14AA006C}" destId="{598C0928-9109-8B47-8E17-8E5A3856FA6B}" srcOrd="7" destOrd="0" presId="urn:microsoft.com/office/officeart/2005/8/layout/hierarchy1"/>
    <dgm:cxn modelId="{8CCABB81-DF0A-4F46-BD23-3DAE843B9FB3}" type="presParOf" srcId="{598C0928-9109-8B47-8E17-8E5A3856FA6B}" destId="{6E0E40BE-6F41-EA46-979B-245A86AD6980}" srcOrd="0" destOrd="0" presId="urn:microsoft.com/office/officeart/2005/8/layout/hierarchy1"/>
    <dgm:cxn modelId="{BBC7DCEA-3838-2D47-90C7-D1A258CC228C}" type="presParOf" srcId="{6E0E40BE-6F41-EA46-979B-245A86AD6980}" destId="{9EC64454-7C2B-6A44-A80F-2BFB99439DFB}" srcOrd="0" destOrd="0" presId="urn:microsoft.com/office/officeart/2005/8/layout/hierarchy1"/>
    <dgm:cxn modelId="{F312A989-620B-DA4E-BFFB-248B3C941C76}" type="presParOf" srcId="{6E0E40BE-6F41-EA46-979B-245A86AD6980}" destId="{187074A3-9890-D34C-9E51-4AC46ECBBFD9}" srcOrd="1" destOrd="0" presId="urn:microsoft.com/office/officeart/2005/8/layout/hierarchy1"/>
    <dgm:cxn modelId="{59FE667B-4303-B548-896C-394544E620A0}" type="presParOf" srcId="{598C0928-9109-8B47-8E17-8E5A3856FA6B}" destId="{64C5FAC8-6E08-0642-B3CE-6B2406827C9C}" srcOrd="1" destOrd="0" presId="urn:microsoft.com/office/officeart/2005/8/layout/hierarchy1"/>
    <dgm:cxn modelId="{7B5518BB-7814-8745-A011-F932D42A107F}" type="presParOf" srcId="{8A50611D-BC6B-1B4F-A6F3-5326E09FD2BD}" destId="{529B69DA-6E45-D74D-990B-11B22C435B63}" srcOrd="2" destOrd="0" presId="urn:microsoft.com/office/officeart/2005/8/layout/hierarchy1"/>
    <dgm:cxn modelId="{8D52E33E-08DF-C446-AEDF-6881F7C6A411}" type="presParOf" srcId="{8A50611D-BC6B-1B4F-A6F3-5326E09FD2BD}" destId="{A8D36B57-0C63-BC4A-850C-C49372148768}" srcOrd="3" destOrd="0" presId="urn:microsoft.com/office/officeart/2005/8/layout/hierarchy1"/>
    <dgm:cxn modelId="{BD2E1A79-2E76-4646-A5FD-734E79BA9603}" type="presParOf" srcId="{A8D36B57-0C63-BC4A-850C-C49372148768}" destId="{AD3A8073-3A88-EB41-B76F-D37534E4CF3E}" srcOrd="0" destOrd="0" presId="urn:microsoft.com/office/officeart/2005/8/layout/hierarchy1"/>
    <dgm:cxn modelId="{2120B51F-4F9D-D045-BC91-900E2A89BE88}" type="presParOf" srcId="{AD3A8073-3A88-EB41-B76F-D37534E4CF3E}" destId="{2F6B08DE-C88E-DC41-9992-5E17C2E723F2}" srcOrd="0" destOrd="0" presId="urn:microsoft.com/office/officeart/2005/8/layout/hierarchy1"/>
    <dgm:cxn modelId="{AD4ADFDE-2B09-3342-B7A3-B5147D9924F6}" type="presParOf" srcId="{AD3A8073-3A88-EB41-B76F-D37534E4CF3E}" destId="{29D33A68-9EAB-4D4D-9EAC-E588D10450FE}" srcOrd="1" destOrd="0" presId="urn:microsoft.com/office/officeart/2005/8/layout/hierarchy1"/>
    <dgm:cxn modelId="{330E7F66-388D-4349-A08D-914F6DED70FA}" type="presParOf" srcId="{A8D36B57-0C63-BC4A-850C-C49372148768}" destId="{407EB3FB-6879-9A44-8D8B-FCE22CFAF017}" srcOrd="1" destOrd="0" presId="urn:microsoft.com/office/officeart/2005/8/layout/hierarchy1"/>
    <dgm:cxn modelId="{F49B0564-C377-6D45-ACAB-6E9CBC272E5E}" type="presParOf" srcId="{8A50611D-BC6B-1B4F-A6F3-5326E09FD2BD}" destId="{9656D27C-282F-D646-8103-590F74A3682A}" srcOrd="4" destOrd="0" presId="urn:microsoft.com/office/officeart/2005/8/layout/hierarchy1"/>
    <dgm:cxn modelId="{2D5C12BF-3CCB-704C-A689-A4FB1F41C3E4}" type="presParOf" srcId="{8A50611D-BC6B-1B4F-A6F3-5326E09FD2BD}" destId="{5799C2DB-7C24-5F4F-8CB8-147C469179B6}" srcOrd="5" destOrd="0" presId="urn:microsoft.com/office/officeart/2005/8/layout/hierarchy1"/>
    <dgm:cxn modelId="{CB5FC68D-E77E-3942-BC1C-1FC3F0B42271}" type="presParOf" srcId="{5799C2DB-7C24-5F4F-8CB8-147C469179B6}" destId="{DA1122E0-310E-114C-B05F-F48C46D82C72}" srcOrd="0" destOrd="0" presId="urn:microsoft.com/office/officeart/2005/8/layout/hierarchy1"/>
    <dgm:cxn modelId="{CB1F3480-0421-D943-97E1-7293AA12E2D8}" type="presParOf" srcId="{DA1122E0-310E-114C-B05F-F48C46D82C72}" destId="{590C6B3D-E1AD-264B-9D68-7823E827687C}" srcOrd="0" destOrd="0" presId="urn:microsoft.com/office/officeart/2005/8/layout/hierarchy1"/>
    <dgm:cxn modelId="{520FBC2E-3365-424A-A76F-9CCF99B795C1}" type="presParOf" srcId="{DA1122E0-310E-114C-B05F-F48C46D82C72}" destId="{6E5C9B77-BE48-EA4A-8C49-BBB58E2316A3}" srcOrd="1" destOrd="0" presId="urn:microsoft.com/office/officeart/2005/8/layout/hierarchy1"/>
    <dgm:cxn modelId="{6B37FA46-FF2C-014D-8317-52D21F44B9A2}" type="presParOf" srcId="{5799C2DB-7C24-5F4F-8CB8-147C469179B6}" destId="{288CDC9C-1E5B-4044-B573-DDDFBDE547CA}" srcOrd="1" destOrd="0" presId="urn:microsoft.com/office/officeart/2005/8/layout/hierarchy1"/>
    <dgm:cxn modelId="{372020EC-271F-4F46-9E9F-242E23890F9E}" type="presParOf" srcId="{8A50611D-BC6B-1B4F-A6F3-5326E09FD2BD}" destId="{BAF100C9-AD89-5442-8DD1-05290B31C46D}" srcOrd="6" destOrd="0" presId="urn:microsoft.com/office/officeart/2005/8/layout/hierarchy1"/>
    <dgm:cxn modelId="{7FD15D8C-EA5D-E742-A976-FA9B950DC516}" type="presParOf" srcId="{8A50611D-BC6B-1B4F-A6F3-5326E09FD2BD}" destId="{A15C50F2-2D5A-9C46-89D1-EFB1F8DD1962}" srcOrd="7" destOrd="0" presId="urn:microsoft.com/office/officeart/2005/8/layout/hierarchy1"/>
    <dgm:cxn modelId="{3D14E16B-2073-C14C-B08E-38A19081B0FF}" type="presParOf" srcId="{A15C50F2-2D5A-9C46-89D1-EFB1F8DD1962}" destId="{BCD90D84-75D2-D847-B065-074F9FC6333E}" srcOrd="0" destOrd="0" presId="urn:microsoft.com/office/officeart/2005/8/layout/hierarchy1"/>
    <dgm:cxn modelId="{9FAE7065-1BC0-B04D-BC57-6A07542D3516}" type="presParOf" srcId="{BCD90D84-75D2-D847-B065-074F9FC6333E}" destId="{429E6D38-08E3-ED4B-8499-E122B146D50E}" srcOrd="0" destOrd="0" presId="urn:microsoft.com/office/officeart/2005/8/layout/hierarchy1"/>
    <dgm:cxn modelId="{1C3C764A-8DA4-B448-B52A-9330F1905169}" type="presParOf" srcId="{BCD90D84-75D2-D847-B065-074F9FC6333E}" destId="{DD5868E1-4E9D-E34B-A08A-F84093210356}" srcOrd="1" destOrd="0" presId="urn:microsoft.com/office/officeart/2005/8/layout/hierarchy1"/>
    <dgm:cxn modelId="{62F1443A-6745-FA45-8B76-2C8F0B84F704}" type="presParOf" srcId="{A15C50F2-2D5A-9C46-89D1-EFB1F8DD1962}" destId="{E344927D-876F-2B45-8E3E-D4D8D6DF6660}" srcOrd="1" destOrd="0" presId="urn:microsoft.com/office/officeart/2005/8/layout/hierarchy1"/>
    <dgm:cxn modelId="{1E3BC9B2-58BD-FD45-A4F4-274988F9AC7F}" type="presParOf" srcId="{8A50611D-BC6B-1B4F-A6F3-5326E09FD2BD}" destId="{58D6BB36-5730-3145-9C64-C1CEE46BFF07}" srcOrd="8" destOrd="0" presId="urn:microsoft.com/office/officeart/2005/8/layout/hierarchy1"/>
    <dgm:cxn modelId="{30095949-360D-F442-B1E4-EBF98542E470}" type="presParOf" srcId="{8A50611D-BC6B-1B4F-A6F3-5326E09FD2BD}" destId="{D996AC37-62ED-E642-B236-DC047C777F8E}" srcOrd="9" destOrd="0" presId="urn:microsoft.com/office/officeart/2005/8/layout/hierarchy1"/>
    <dgm:cxn modelId="{84A49B5C-D42C-7A45-A13D-03212C3743AA}" type="presParOf" srcId="{D996AC37-62ED-E642-B236-DC047C777F8E}" destId="{91A8F105-7A97-E04C-A070-F30A1A834493}" srcOrd="0" destOrd="0" presId="urn:microsoft.com/office/officeart/2005/8/layout/hierarchy1"/>
    <dgm:cxn modelId="{1B64FECD-E542-6242-817D-4B86DCE7F7FE}" type="presParOf" srcId="{91A8F105-7A97-E04C-A070-F30A1A834493}" destId="{3A89D8D5-B61F-A14F-957A-E3B2C5D02686}" srcOrd="0" destOrd="0" presId="urn:microsoft.com/office/officeart/2005/8/layout/hierarchy1"/>
    <dgm:cxn modelId="{72708D5A-55A3-5949-83BB-37C5FCFDC453}" type="presParOf" srcId="{91A8F105-7A97-E04C-A070-F30A1A834493}" destId="{15A0ECA6-5A0E-1C40-A75B-C96BD02E74F6}" srcOrd="1" destOrd="0" presId="urn:microsoft.com/office/officeart/2005/8/layout/hierarchy1"/>
    <dgm:cxn modelId="{7C5E45BB-2455-A142-86F4-4EEFD0E0FDCF}" type="presParOf" srcId="{D996AC37-62ED-E642-B236-DC047C777F8E}" destId="{B96214F4-59C1-1A41-A23E-B19CE40B110E}" srcOrd="1" destOrd="0" presId="urn:microsoft.com/office/officeart/2005/8/layout/hierarchy1"/>
    <dgm:cxn modelId="{E3C2F964-E3F8-9D4E-BC65-8F6728590BF6}" type="presParOf" srcId="{90A1692F-601B-2F4E-B165-AFB7C87B2FB1}" destId="{938D58B9-F468-6C45-9F1C-160E7A84D001}" srcOrd="2" destOrd="0" presId="urn:microsoft.com/office/officeart/2005/8/layout/hierarchy1"/>
    <dgm:cxn modelId="{9D666807-2309-0243-8DD1-16F9075743E5}" type="presParOf" srcId="{90A1692F-601B-2F4E-B165-AFB7C87B2FB1}" destId="{50ADB813-941D-C54A-8C3F-AE13DDCABC6A}" srcOrd="3" destOrd="0" presId="urn:microsoft.com/office/officeart/2005/8/layout/hierarchy1"/>
    <dgm:cxn modelId="{36420394-4B3A-F348-BE8B-4973A8ECF033}" type="presParOf" srcId="{50ADB813-941D-C54A-8C3F-AE13DDCABC6A}" destId="{88969336-B3F6-3F43-B21E-1CC8B542BDBC}" srcOrd="0" destOrd="0" presId="urn:microsoft.com/office/officeart/2005/8/layout/hierarchy1"/>
    <dgm:cxn modelId="{16AD563A-1F71-CA4C-9D28-F6F747C7B570}" type="presParOf" srcId="{88969336-B3F6-3F43-B21E-1CC8B542BDBC}" destId="{CD563CEF-311B-DD4D-A790-021588F35F4C}" srcOrd="0" destOrd="0" presId="urn:microsoft.com/office/officeart/2005/8/layout/hierarchy1"/>
    <dgm:cxn modelId="{7EC4E769-D34A-ED46-8CF5-668167D186A1}" type="presParOf" srcId="{88969336-B3F6-3F43-B21E-1CC8B542BDBC}" destId="{EA1F0F4F-06AA-C54C-B3C9-C35C414493FB}" srcOrd="1" destOrd="0" presId="urn:microsoft.com/office/officeart/2005/8/layout/hierarchy1"/>
    <dgm:cxn modelId="{BA864598-8D0D-2341-B59B-78FF66DCCF59}" type="presParOf" srcId="{50ADB813-941D-C54A-8C3F-AE13DDCABC6A}" destId="{9C5EBD93-57E5-7243-8E5A-12E8DA131853}" srcOrd="1" destOrd="0" presId="urn:microsoft.com/office/officeart/2005/8/layout/hierarchy1"/>
    <dgm:cxn modelId="{1EFEF274-ABB0-5D46-9A86-AA80C8162D86}" type="presParOf" srcId="{9C5EBD93-57E5-7243-8E5A-12E8DA131853}" destId="{C7E94DE1-5A9B-4F4A-9C3B-42B359AE879A}" srcOrd="0" destOrd="0" presId="urn:microsoft.com/office/officeart/2005/8/layout/hierarchy1"/>
    <dgm:cxn modelId="{05B07124-000F-8546-9828-6F380C372941}" type="presParOf" srcId="{9C5EBD93-57E5-7243-8E5A-12E8DA131853}" destId="{212F282B-9E9C-2D42-83E8-80A5E9FF3490}" srcOrd="1" destOrd="0" presId="urn:microsoft.com/office/officeart/2005/8/layout/hierarchy1"/>
    <dgm:cxn modelId="{10C94E1B-F846-5945-9BD5-E333D5F9994D}" type="presParOf" srcId="{212F282B-9E9C-2D42-83E8-80A5E9FF3490}" destId="{A8B1BD4A-9F3F-444B-98F2-8BE8D0F79106}" srcOrd="0" destOrd="0" presId="urn:microsoft.com/office/officeart/2005/8/layout/hierarchy1"/>
    <dgm:cxn modelId="{54324A95-ACCC-CD4F-A593-4F312D26FF6F}" type="presParOf" srcId="{A8B1BD4A-9F3F-444B-98F2-8BE8D0F79106}" destId="{A6A8A353-DB52-9442-886E-F327AD854971}" srcOrd="0" destOrd="0" presId="urn:microsoft.com/office/officeart/2005/8/layout/hierarchy1"/>
    <dgm:cxn modelId="{25E98AF4-A7F9-3649-9458-A81116FC486F}" type="presParOf" srcId="{A8B1BD4A-9F3F-444B-98F2-8BE8D0F79106}" destId="{32B9EE24-91F0-BC45-BD51-9F42445DCC31}" srcOrd="1" destOrd="0" presId="urn:microsoft.com/office/officeart/2005/8/layout/hierarchy1"/>
    <dgm:cxn modelId="{B1121415-39E8-6841-8F3A-226200A0FEAA}" type="presParOf" srcId="{212F282B-9E9C-2D42-83E8-80A5E9FF3490}" destId="{957C86BC-E39B-E743-8E46-E115EB0C6AD3}" srcOrd="1" destOrd="0" presId="urn:microsoft.com/office/officeart/2005/8/layout/hierarchy1"/>
    <dgm:cxn modelId="{6006E76F-B7B0-8847-9AEB-E439BFA6F703}" type="presParOf" srcId="{9C5EBD93-57E5-7243-8E5A-12E8DA131853}" destId="{DA2F2203-68AF-8849-8976-93E0268F2308}" srcOrd="2" destOrd="0" presId="urn:microsoft.com/office/officeart/2005/8/layout/hierarchy1"/>
    <dgm:cxn modelId="{5A7F30F0-4394-D947-ADEC-CA8D81DA4398}" type="presParOf" srcId="{9C5EBD93-57E5-7243-8E5A-12E8DA131853}" destId="{F676C866-54A4-E241-994E-68F63BEA8CBB}" srcOrd="3" destOrd="0" presId="urn:microsoft.com/office/officeart/2005/8/layout/hierarchy1"/>
    <dgm:cxn modelId="{1983339A-1B88-7B41-9819-152AF1DDE7EE}" type="presParOf" srcId="{F676C866-54A4-E241-994E-68F63BEA8CBB}" destId="{82E82DF2-F00A-274C-AE4F-DFD152DE4A7C}" srcOrd="0" destOrd="0" presId="urn:microsoft.com/office/officeart/2005/8/layout/hierarchy1"/>
    <dgm:cxn modelId="{2EC73F2E-BDEC-294F-98CB-E498D6704E1F}" type="presParOf" srcId="{82E82DF2-F00A-274C-AE4F-DFD152DE4A7C}" destId="{EA10BC4C-1310-054A-8390-C681823CA578}" srcOrd="0" destOrd="0" presId="urn:microsoft.com/office/officeart/2005/8/layout/hierarchy1"/>
    <dgm:cxn modelId="{D5C592AD-1F06-1740-B3E4-61BB6A1669D8}" type="presParOf" srcId="{82E82DF2-F00A-274C-AE4F-DFD152DE4A7C}" destId="{4D9BAB9E-07A0-2F4D-9067-7A98F6A52670}" srcOrd="1" destOrd="0" presId="urn:microsoft.com/office/officeart/2005/8/layout/hierarchy1"/>
    <dgm:cxn modelId="{F7165020-7522-1541-8E3A-4D134D0E2B66}" type="presParOf" srcId="{F676C866-54A4-E241-994E-68F63BEA8CBB}" destId="{06456D7D-33CB-5243-B5B6-1DB95F6AA4B1}" srcOrd="1" destOrd="0" presId="urn:microsoft.com/office/officeart/2005/8/layout/hierarchy1"/>
    <dgm:cxn modelId="{D99F7BA9-A0DB-F049-AE62-12D8962091C1}" type="presParOf" srcId="{9C5EBD93-57E5-7243-8E5A-12E8DA131853}" destId="{5DE8DD06-9668-714C-91A6-FF2FE710E03F}" srcOrd="4" destOrd="0" presId="urn:microsoft.com/office/officeart/2005/8/layout/hierarchy1"/>
    <dgm:cxn modelId="{F37334D5-E0A3-BC4C-ACC5-EB73340A4BF3}" type="presParOf" srcId="{9C5EBD93-57E5-7243-8E5A-12E8DA131853}" destId="{9F16FF70-BBD2-DA40-BAE6-1A9D269EF96D}" srcOrd="5" destOrd="0" presId="urn:microsoft.com/office/officeart/2005/8/layout/hierarchy1"/>
    <dgm:cxn modelId="{3FFC718F-CA04-6D4F-A5E9-2E5CC270ED2B}" type="presParOf" srcId="{9F16FF70-BBD2-DA40-BAE6-1A9D269EF96D}" destId="{0CB4C4D1-C6D9-0746-A014-596094CE062B}" srcOrd="0" destOrd="0" presId="urn:microsoft.com/office/officeart/2005/8/layout/hierarchy1"/>
    <dgm:cxn modelId="{4201CCCB-FFA9-104A-BBF6-0B7B6BE339B4}" type="presParOf" srcId="{0CB4C4D1-C6D9-0746-A014-596094CE062B}" destId="{7752892D-F711-A24D-805C-351AA032D64B}" srcOrd="0" destOrd="0" presId="urn:microsoft.com/office/officeart/2005/8/layout/hierarchy1"/>
    <dgm:cxn modelId="{798A58E2-1F5A-D146-938C-0F6F3FE8873C}" type="presParOf" srcId="{0CB4C4D1-C6D9-0746-A014-596094CE062B}" destId="{0E0936CF-E4BF-9A46-AE54-9974FEFC5823}" srcOrd="1" destOrd="0" presId="urn:microsoft.com/office/officeart/2005/8/layout/hierarchy1"/>
    <dgm:cxn modelId="{79438B2E-20FE-0D40-8116-BEFD0E6BCE6D}" type="presParOf" srcId="{9F16FF70-BBD2-DA40-BAE6-1A9D269EF96D}" destId="{19DCF029-4413-7B4F-8C95-C32619EFB33E}" srcOrd="1" destOrd="0" presId="urn:microsoft.com/office/officeart/2005/8/layout/hierarchy1"/>
  </dgm:cxnLst>
  <dgm:bg>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2B745-174F-408F-B60E-F6FF1CF4C518}">
      <dsp:nvSpPr>
        <dsp:cNvPr id="0" name=""/>
        <dsp:cNvSpPr/>
      </dsp:nvSpPr>
      <dsp:spPr>
        <a:xfrm>
          <a:off x="0" y="3076614"/>
          <a:ext cx="7863406" cy="5697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组成</a:t>
          </a:r>
        </a:p>
      </dsp:txBody>
      <dsp:txXfrm>
        <a:off x="0" y="3076614"/>
        <a:ext cx="2359021" cy="569789"/>
      </dsp:txXfrm>
    </dsp:sp>
    <dsp:sp modelId="{190F62E9-F119-493B-A96A-A85ADE500F7A}">
      <dsp:nvSpPr>
        <dsp:cNvPr id="0" name=""/>
        <dsp:cNvSpPr/>
      </dsp:nvSpPr>
      <dsp:spPr>
        <a:xfrm>
          <a:off x="0" y="2411859"/>
          <a:ext cx="7863406" cy="5697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聚集</a:t>
          </a:r>
        </a:p>
      </dsp:txBody>
      <dsp:txXfrm>
        <a:off x="0" y="2411859"/>
        <a:ext cx="2359021" cy="569789"/>
      </dsp:txXfrm>
    </dsp:sp>
    <dsp:sp modelId="{14370CD1-FF52-4D79-97A5-92C3C9D0EE89}">
      <dsp:nvSpPr>
        <dsp:cNvPr id="0" name=""/>
        <dsp:cNvSpPr/>
      </dsp:nvSpPr>
      <dsp:spPr>
        <a:xfrm>
          <a:off x="0" y="1747105"/>
          <a:ext cx="7863406" cy="5697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聚集</a:t>
          </a:r>
        </a:p>
      </dsp:txBody>
      <dsp:txXfrm>
        <a:off x="0" y="1747105"/>
        <a:ext cx="2359021" cy="569789"/>
      </dsp:txXfrm>
    </dsp:sp>
    <dsp:sp modelId="{A1B1427C-F3FD-4F7F-97A6-EBBD29C26739}">
      <dsp:nvSpPr>
        <dsp:cNvPr id="0" name=""/>
        <dsp:cNvSpPr/>
      </dsp:nvSpPr>
      <dsp:spPr>
        <a:xfrm>
          <a:off x="0" y="1082350"/>
          <a:ext cx="7863406" cy="5697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继承</a:t>
          </a:r>
        </a:p>
      </dsp:txBody>
      <dsp:txXfrm>
        <a:off x="0" y="1082350"/>
        <a:ext cx="2359021" cy="569789"/>
      </dsp:txXfrm>
    </dsp:sp>
    <dsp:sp modelId="{2D46A844-347D-44A1-812F-A98A396C431C}">
      <dsp:nvSpPr>
        <dsp:cNvPr id="0" name=""/>
        <dsp:cNvSpPr/>
      </dsp:nvSpPr>
      <dsp:spPr>
        <a:xfrm>
          <a:off x="0" y="417595"/>
          <a:ext cx="7863406" cy="5697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类</a:t>
          </a:r>
        </a:p>
      </dsp:txBody>
      <dsp:txXfrm>
        <a:off x="0" y="417595"/>
        <a:ext cx="2359021" cy="569789"/>
      </dsp:txXfrm>
    </dsp:sp>
    <dsp:sp modelId="{C740654C-59A5-4476-83FC-3F265532E915}">
      <dsp:nvSpPr>
        <dsp:cNvPr id="0" name=""/>
        <dsp:cNvSpPr/>
      </dsp:nvSpPr>
      <dsp:spPr>
        <a:xfrm>
          <a:off x="6065323" y="465078"/>
          <a:ext cx="712237" cy="37591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计算机</a:t>
          </a:r>
        </a:p>
      </dsp:txBody>
      <dsp:txXfrm>
        <a:off x="6076333" y="476088"/>
        <a:ext cx="690217" cy="353894"/>
      </dsp:txXfrm>
    </dsp:sp>
    <dsp:sp modelId="{02CCC8D1-ED82-451B-9006-5D2312BA777F}">
      <dsp:nvSpPr>
        <dsp:cNvPr id="0" name=""/>
        <dsp:cNvSpPr/>
      </dsp:nvSpPr>
      <dsp:spPr>
        <a:xfrm>
          <a:off x="5494893" y="840992"/>
          <a:ext cx="926549" cy="343146"/>
        </a:xfrm>
        <a:custGeom>
          <a:avLst/>
          <a:gdLst/>
          <a:ahLst/>
          <a:cxnLst/>
          <a:rect l="0" t="0" r="0" b="0"/>
          <a:pathLst>
            <a:path>
              <a:moveTo>
                <a:pt x="926549" y="0"/>
              </a:moveTo>
              <a:lnTo>
                <a:pt x="926549" y="171573"/>
              </a:lnTo>
              <a:lnTo>
                <a:pt x="0" y="171573"/>
              </a:lnTo>
              <a:lnTo>
                <a:pt x="0" y="343146"/>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sp>
    <dsp:sp modelId="{BB971C6C-9F0E-4EA7-B3A5-D45C8984DBDA}">
      <dsp:nvSpPr>
        <dsp:cNvPr id="0" name=""/>
        <dsp:cNvSpPr/>
      </dsp:nvSpPr>
      <dsp:spPr>
        <a:xfrm>
          <a:off x="5138774" y="1184138"/>
          <a:ext cx="712237" cy="37591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台式机</a:t>
          </a:r>
        </a:p>
      </dsp:txBody>
      <dsp:txXfrm>
        <a:off x="5149784" y="1195148"/>
        <a:ext cx="690217" cy="353894"/>
      </dsp:txXfrm>
    </dsp:sp>
    <dsp:sp modelId="{C846B099-9208-41EA-82D3-3B66DC9800FA}">
      <dsp:nvSpPr>
        <dsp:cNvPr id="0" name=""/>
        <dsp:cNvSpPr/>
      </dsp:nvSpPr>
      <dsp:spPr>
        <a:xfrm>
          <a:off x="4547325" y="1560052"/>
          <a:ext cx="947567" cy="316038"/>
        </a:xfrm>
        <a:custGeom>
          <a:avLst/>
          <a:gdLst/>
          <a:ahLst/>
          <a:cxnLst/>
          <a:rect l="0" t="0" r="0" b="0"/>
          <a:pathLst>
            <a:path>
              <a:moveTo>
                <a:pt x="947567" y="0"/>
              </a:moveTo>
              <a:lnTo>
                <a:pt x="947567" y="158019"/>
              </a:lnTo>
              <a:lnTo>
                <a:pt x="0" y="158019"/>
              </a:lnTo>
              <a:lnTo>
                <a:pt x="0" y="316038"/>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69FC5361-D838-4133-A833-10EEB26103D4}">
      <dsp:nvSpPr>
        <dsp:cNvPr id="0" name=""/>
        <dsp:cNvSpPr/>
      </dsp:nvSpPr>
      <dsp:spPr>
        <a:xfrm>
          <a:off x="4191206" y="1876091"/>
          <a:ext cx="712237" cy="37591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主机</a:t>
          </a:r>
        </a:p>
      </dsp:txBody>
      <dsp:txXfrm>
        <a:off x="4202216" y="1887101"/>
        <a:ext cx="690217" cy="353894"/>
      </dsp:txXfrm>
    </dsp:sp>
    <dsp:sp modelId="{BC871C3F-43A4-4DEF-824D-7A2F4FBC9D48}">
      <dsp:nvSpPr>
        <dsp:cNvPr id="0" name=""/>
        <dsp:cNvSpPr/>
      </dsp:nvSpPr>
      <dsp:spPr>
        <a:xfrm>
          <a:off x="3203063" y="2252005"/>
          <a:ext cx="1344262" cy="245142"/>
        </a:xfrm>
        <a:custGeom>
          <a:avLst/>
          <a:gdLst/>
          <a:ahLst/>
          <a:cxnLst/>
          <a:rect l="0" t="0" r="0" b="0"/>
          <a:pathLst>
            <a:path>
              <a:moveTo>
                <a:pt x="1344262" y="0"/>
              </a:moveTo>
              <a:lnTo>
                <a:pt x="1344262" y="122571"/>
              </a:lnTo>
              <a:lnTo>
                <a:pt x="0" y="122571"/>
              </a:lnTo>
              <a:lnTo>
                <a:pt x="0" y="245142"/>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1D990F90-160A-469E-AE0A-51ACEDDD7E92}">
      <dsp:nvSpPr>
        <dsp:cNvPr id="0" name=""/>
        <dsp:cNvSpPr/>
      </dsp:nvSpPr>
      <dsp:spPr>
        <a:xfrm>
          <a:off x="2846944" y="2497147"/>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声卡</a:t>
          </a:r>
        </a:p>
      </dsp:txBody>
      <dsp:txXfrm>
        <a:off x="2857954" y="2508157"/>
        <a:ext cx="690217" cy="353894"/>
      </dsp:txXfrm>
    </dsp:sp>
    <dsp:sp modelId="{48A1A8BC-461F-4921-9462-2956FBE5AFF4}">
      <dsp:nvSpPr>
        <dsp:cNvPr id="0" name=""/>
        <dsp:cNvSpPr/>
      </dsp:nvSpPr>
      <dsp:spPr>
        <a:xfrm>
          <a:off x="2702937" y="2873061"/>
          <a:ext cx="500125" cy="292753"/>
        </a:xfrm>
        <a:custGeom>
          <a:avLst/>
          <a:gdLst/>
          <a:ahLst/>
          <a:cxnLst/>
          <a:rect l="0" t="0" r="0" b="0"/>
          <a:pathLst>
            <a:path>
              <a:moveTo>
                <a:pt x="500125" y="0"/>
              </a:moveTo>
              <a:lnTo>
                <a:pt x="500125" y="146376"/>
              </a:lnTo>
              <a:lnTo>
                <a:pt x="0" y="146376"/>
              </a:lnTo>
              <a:lnTo>
                <a:pt x="0" y="292753"/>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BE4E156E-34D7-48D7-B22C-D37D17993DCB}">
      <dsp:nvSpPr>
        <dsp:cNvPr id="0" name=""/>
        <dsp:cNvSpPr/>
      </dsp:nvSpPr>
      <dsp:spPr>
        <a:xfrm>
          <a:off x="2346818" y="3165815"/>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线路板</a:t>
          </a:r>
        </a:p>
      </dsp:txBody>
      <dsp:txXfrm>
        <a:off x="2357828" y="3176825"/>
        <a:ext cx="690217" cy="353894"/>
      </dsp:txXfrm>
    </dsp:sp>
    <dsp:sp modelId="{B5356A12-1D93-4975-A5F4-324277849B18}">
      <dsp:nvSpPr>
        <dsp:cNvPr id="0" name=""/>
        <dsp:cNvSpPr/>
      </dsp:nvSpPr>
      <dsp:spPr>
        <a:xfrm>
          <a:off x="3203063" y="2873061"/>
          <a:ext cx="425782" cy="292753"/>
        </a:xfrm>
        <a:custGeom>
          <a:avLst/>
          <a:gdLst/>
          <a:ahLst/>
          <a:cxnLst/>
          <a:rect l="0" t="0" r="0" b="0"/>
          <a:pathLst>
            <a:path>
              <a:moveTo>
                <a:pt x="0" y="0"/>
              </a:moveTo>
              <a:lnTo>
                <a:pt x="0" y="146376"/>
              </a:lnTo>
              <a:lnTo>
                <a:pt x="425782" y="146376"/>
              </a:lnTo>
              <a:lnTo>
                <a:pt x="425782" y="292753"/>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098C035E-D0EC-4809-B06F-851DD2094302}">
      <dsp:nvSpPr>
        <dsp:cNvPr id="0" name=""/>
        <dsp:cNvSpPr/>
      </dsp:nvSpPr>
      <dsp:spPr>
        <a:xfrm>
          <a:off x="3272727" y="3165815"/>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a:t>集成块</a:t>
          </a:r>
          <a:endParaRPr lang="zh-CN" altLang="en-US" sz="1500" kern="1200" dirty="0"/>
        </a:p>
      </dsp:txBody>
      <dsp:txXfrm>
        <a:off x="3283737" y="3176825"/>
        <a:ext cx="690217" cy="353894"/>
      </dsp:txXfrm>
    </dsp:sp>
    <dsp:sp modelId="{FEBBA57E-D49E-4379-B49F-7113C23405B5}">
      <dsp:nvSpPr>
        <dsp:cNvPr id="0" name=""/>
        <dsp:cNvSpPr/>
      </dsp:nvSpPr>
      <dsp:spPr>
        <a:xfrm>
          <a:off x="4128971" y="2252005"/>
          <a:ext cx="418353" cy="245142"/>
        </a:xfrm>
        <a:custGeom>
          <a:avLst/>
          <a:gdLst/>
          <a:ahLst/>
          <a:cxnLst/>
          <a:rect l="0" t="0" r="0" b="0"/>
          <a:pathLst>
            <a:path>
              <a:moveTo>
                <a:pt x="418353" y="0"/>
              </a:moveTo>
              <a:lnTo>
                <a:pt x="418353" y="122571"/>
              </a:lnTo>
              <a:lnTo>
                <a:pt x="0" y="122571"/>
              </a:lnTo>
              <a:lnTo>
                <a:pt x="0" y="245142"/>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0298D138-8A64-417B-B69A-985F73AEF2F4}">
      <dsp:nvSpPr>
        <dsp:cNvPr id="0" name=""/>
        <dsp:cNvSpPr/>
      </dsp:nvSpPr>
      <dsp:spPr>
        <a:xfrm>
          <a:off x="3772853" y="2497147"/>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主板</a:t>
          </a:r>
        </a:p>
      </dsp:txBody>
      <dsp:txXfrm>
        <a:off x="3783863" y="2508157"/>
        <a:ext cx="690217" cy="353894"/>
      </dsp:txXfrm>
    </dsp:sp>
    <dsp:sp modelId="{8ED6A021-93FD-4311-B163-E0C822B55B93}">
      <dsp:nvSpPr>
        <dsp:cNvPr id="0" name=""/>
        <dsp:cNvSpPr/>
      </dsp:nvSpPr>
      <dsp:spPr>
        <a:xfrm>
          <a:off x="4547325" y="2252005"/>
          <a:ext cx="507554" cy="245142"/>
        </a:xfrm>
        <a:custGeom>
          <a:avLst/>
          <a:gdLst/>
          <a:ahLst/>
          <a:cxnLst/>
          <a:rect l="0" t="0" r="0" b="0"/>
          <a:pathLst>
            <a:path>
              <a:moveTo>
                <a:pt x="0" y="0"/>
              </a:moveTo>
              <a:lnTo>
                <a:pt x="0" y="122571"/>
              </a:lnTo>
              <a:lnTo>
                <a:pt x="507554" y="122571"/>
              </a:lnTo>
              <a:lnTo>
                <a:pt x="507554" y="245142"/>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24DD1615-95F1-4369-A155-D33B3BDD6A53}">
      <dsp:nvSpPr>
        <dsp:cNvPr id="0" name=""/>
        <dsp:cNvSpPr/>
      </dsp:nvSpPr>
      <dsp:spPr>
        <a:xfrm>
          <a:off x="4698761" y="2497147"/>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显卡</a:t>
          </a:r>
        </a:p>
      </dsp:txBody>
      <dsp:txXfrm>
        <a:off x="4709771" y="2508157"/>
        <a:ext cx="690217" cy="353894"/>
      </dsp:txXfrm>
    </dsp:sp>
    <dsp:sp modelId="{139DF50F-108A-43FA-A536-CDDB3D596A7D}">
      <dsp:nvSpPr>
        <dsp:cNvPr id="0" name=""/>
        <dsp:cNvSpPr/>
      </dsp:nvSpPr>
      <dsp:spPr>
        <a:xfrm>
          <a:off x="4547325" y="2252005"/>
          <a:ext cx="1433462" cy="245142"/>
        </a:xfrm>
        <a:custGeom>
          <a:avLst/>
          <a:gdLst/>
          <a:ahLst/>
          <a:cxnLst/>
          <a:rect l="0" t="0" r="0" b="0"/>
          <a:pathLst>
            <a:path>
              <a:moveTo>
                <a:pt x="0" y="0"/>
              </a:moveTo>
              <a:lnTo>
                <a:pt x="0" y="122571"/>
              </a:lnTo>
              <a:lnTo>
                <a:pt x="1433462" y="122571"/>
              </a:lnTo>
              <a:lnTo>
                <a:pt x="1433462" y="245142"/>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CE3028A5-3926-46BD-929D-8B08E9B98BD6}">
      <dsp:nvSpPr>
        <dsp:cNvPr id="0" name=""/>
        <dsp:cNvSpPr/>
      </dsp:nvSpPr>
      <dsp:spPr>
        <a:xfrm>
          <a:off x="5624669" y="2497147"/>
          <a:ext cx="712237" cy="375914"/>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zh-CN" altLang="en-US" sz="1500" kern="1200" dirty="0"/>
        </a:p>
      </dsp:txBody>
      <dsp:txXfrm>
        <a:off x="5635679" y="2508157"/>
        <a:ext cx="690217" cy="353894"/>
      </dsp:txXfrm>
    </dsp:sp>
    <dsp:sp modelId="{7A003293-4A4A-4202-87A0-6FB68E6D474B}">
      <dsp:nvSpPr>
        <dsp:cNvPr id="0" name=""/>
        <dsp:cNvSpPr/>
      </dsp:nvSpPr>
      <dsp:spPr>
        <a:xfrm>
          <a:off x="5427513" y="1560052"/>
          <a:ext cx="91440" cy="316038"/>
        </a:xfrm>
        <a:custGeom>
          <a:avLst/>
          <a:gdLst/>
          <a:ahLst/>
          <a:cxnLst/>
          <a:rect l="0" t="0" r="0" b="0"/>
          <a:pathLst>
            <a:path>
              <a:moveTo>
                <a:pt x="67379" y="0"/>
              </a:moveTo>
              <a:lnTo>
                <a:pt x="67379" y="158019"/>
              </a:lnTo>
              <a:lnTo>
                <a:pt x="45720" y="158019"/>
              </a:lnTo>
              <a:lnTo>
                <a:pt x="45720" y="316038"/>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8118D1E9-ADB5-4CB9-9EDD-ED59D0B60277}">
      <dsp:nvSpPr>
        <dsp:cNvPr id="0" name=""/>
        <dsp:cNvSpPr/>
      </dsp:nvSpPr>
      <dsp:spPr>
        <a:xfrm>
          <a:off x="5117115" y="1876091"/>
          <a:ext cx="712237" cy="37591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显示器</a:t>
          </a:r>
        </a:p>
      </dsp:txBody>
      <dsp:txXfrm>
        <a:off x="5128125" y="1887101"/>
        <a:ext cx="690217" cy="353894"/>
      </dsp:txXfrm>
    </dsp:sp>
    <dsp:sp modelId="{3DF84FE6-58C1-40A3-B8FD-134C29D40C5A}">
      <dsp:nvSpPr>
        <dsp:cNvPr id="0" name=""/>
        <dsp:cNvSpPr/>
      </dsp:nvSpPr>
      <dsp:spPr>
        <a:xfrm>
          <a:off x="5494893" y="1560052"/>
          <a:ext cx="904249" cy="316038"/>
        </a:xfrm>
        <a:custGeom>
          <a:avLst/>
          <a:gdLst/>
          <a:ahLst/>
          <a:cxnLst/>
          <a:rect l="0" t="0" r="0" b="0"/>
          <a:pathLst>
            <a:path>
              <a:moveTo>
                <a:pt x="0" y="0"/>
              </a:moveTo>
              <a:lnTo>
                <a:pt x="0" y="158019"/>
              </a:lnTo>
              <a:lnTo>
                <a:pt x="904249" y="158019"/>
              </a:lnTo>
              <a:lnTo>
                <a:pt x="904249" y="316038"/>
              </a:lnTo>
            </a:path>
          </a:pathLst>
        </a:custGeom>
        <a:noFill/>
        <a:ln w="19050" cap="flat" cmpd="sng" algn="ctr">
          <a:solidFill>
            <a:schemeClr val="accent4"/>
          </a:solidFill>
          <a:prstDash val="solid"/>
          <a:miter lim="800000"/>
        </a:ln>
        <a:effectLst/>
      </dsp:spPr>
      <dsp:style>
        <a:lnRef idx="3">
          <a:schemeClr val="accent4"/>
        </a:lnRef>
        <a:fillRef idx="0">
          <a:schemeClr val="accent4"/>
        </a:fillRef>
        <a:effectRef idx="2">
          <a:schemeClr val="accent4"/>
        </a:effectRef>
        <a:fontRef idx="minor">
          <a:schemeClr val="tx1"/>
        </a:fontRef>
      </dsp:style>
    </dsp:sp>
    <dsp:sp modelId="{D765915F-4CBE-4151-8FEC-8740DCEE7238}">
      <dsp:nvSpPr>
        <dsp:cNvPr id="0" name=""/>
        <dsp:cNvSpPr/>
      </dsp:nvSpPr>
      <dsp:spPr>
        <a:xfrm>
          <a:off x="6043023" y="1876091"/>
          <a:ext cx="712237" cy="37591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zh-CN" altLang="en-US" sz="1500" kern="1200" dirty="0"/>
        </a:p>
      </dsp:txBody>
      <dsp:txXfrm>
        <a:off x="6054033" y="1887101"/>
        <a:ext cx="690217" cy="353894"/>
      </dsp:txXfrm>
    </dsp:sp>
    <dsp:sp modelId="{540FDBFD-479A-4F12-B7B2-301548EF5BA8}">
      <dsp:nvSpPr>
        <dsp:cNvPr id="0" name=""/>
        <dsp:cNvSpPr/>
      </dsp:nvSpPr>
      <dsp:spPr>
        <a:xfrm>
          <a:off x="6375081" y="840992"/>
          <a:ext cx="91440" cy="343146"/>
        </a:xfrm>
        <a:custGeom>
          <a:avLst/>
          <a:gdLst/>
          <a:ahLst/>
          <a:cxnLst/>
          <a:rect l="0" t="0" r="0" b="0"/>
          <a:pathLst>
            <a:path>
              <a:moveTo>
                <a:pt x="46361" y="0"/>
              </a:moveTo>
              <a:lnTo>
                <a:pt x="46361" y="171573"/>
              </a:lnTo>
              <a:lnTo>
                <a:pt x="45720" y="171573"/>
              </a:lnTo>
              <a:lnTo>
                <a:pt x="45720" y="343146"/>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sp>
    <dsp:sp modelId="{4DCB4CEB-5F33-4874-8323-6B35F66390CB}">
      <dsp:nvSpPr>
        <dsp:cNvPr id="0" name=""/>
        <dsp:cNvSpPr/>
      </dsp:nvSpPr>
      <dsp:spPr>
        <a:xfrm>
          <a:off x="6064682" y="1184138"/>
          <a:ext cx="712237" cy="37591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笔记本</a:t>
          </a:r>
        </a:p>
      </dsp:txBody>
      <dsp:txXfrm>
        <a:off x="6075692" y="1195148"/>
        <a:ext cx="690217" cy="353894"/>
      </dsp:txXfrm>
    </dsp:sp>
    <dsp:sp modelId="{3E5CADA8-12C2-4995-9787-E2E52FAB55E8}">
      <dsp:nvSpPr>
        <dsp:cNvPr id="0" name=""/>
        <dsp:cNvSpPr/>
      </dsp:nvSpPr>
      <dsp:spPr>
        <a:xfrm>
          <a:off x="6421442" y="840992"/>
          <a:ext cx="925267" cy="343146"/>
        </a:xfrm>
        <a:custGeom>
          <a:avLst/>
          <a:gdLst/>
          <a:ahLst/>
          <a:cxnLst/>
          <a:rect l="0" t="0" r="0" b="0"/>
          <a:pathLst>
            <a:path>
              <a:moveTo>
                <a:pt x="0" y="0"/>
              </a:moveTo>
              <a:lnTo>
                <a:pt x="0" y="171573"/>
              </a:lnTo>
              <a:lnTo>
                <a:pt x="925267" y="171573"/>
              </a:lnTo>
              <a:lnTo>
                <a:pt x="925267" y="343146"/>
              </a:lnTo>
            </a:path>
          </a:pathLst>
        </a:custGeom>
        <a:noFill/>
        <a:ln w="19050" cap="flat" cmpd="sng" algn="ctr">
          <a:solidFill>
            <a:schemeClr val="accent5"/>
          </a:solidFill>
          <a:prstDash val="solid"/>
          <a:miter lim="800000"/>
        </a:ln>
        <a:effectLst/>
      </dsp:spPr>
      <dsp:style>
        <a:lnRef idx="3">
          <a:schemeClr val="accent5"/>
        </a:lnRef>
        <a:fillRef idx="0">
          <a:schemeClr val="accent5"/>
        </a:fillRef>
        <a:effectRef idx="2">
          <a:schemeClr val="accent5"/>
        </a:effectRef>
        <a:fontRef idx="minor">
          <a:schemeClr val="tx1"/>
        </a:fontRef>
      </dsp:style>
    </dsp:sp>
    <dsp:sp modelId="{6BD09134-EA2F-4523-905C-71FEBA10B6F8}">
      <dsp:nvSpPr>
        <dsp:cNvPr id="0" name=""/>
        <dsp:cNvSpPr/>
      </dsp:nvSpPr>
      <dsp:spPr>
        <a:xfrm>
          <a:off x="6990591" y="1184138"/>
          <a:ext cx="712237" cy="37591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zh-CN" altLang="en-US" sz="1500" kern="1200" dirty="0"/>
        </a:p>
      </dsp:txBody>
      <dsp:txXfrm>
        <a:off x="7001601" y="1195148"/>
        <a:ext cx="690217" cy="3538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E8DD06-9668-714C-91A6-FF2FE710E03F}">
      <dsp:nvSpPr>
        <dsp:cNvPr id="0" name=""/>
        <dsp:cNvSpPr/>
      </dsp:nvSpPr>
      <dsp:spPr>
        <a:xfrm>
          <a:off x="6609917" y="2090434"/>
          <a:ext cx="844010" cy="412382"/>
        </a:xfrm>
        <a:custGeom>
          <a:avLst/>
          <a:gdLst/>
          <a:ahLst/>
          <a:cxnLst/>
          <a:rect l="0" t="0" r="0" b="0"/>
          <a:pathLst>
            <a:path>
              <a:moveTo>
                <a:pt x="0" y="0"/>
              </a:moveTo>
              <a:lnTo>
                <a:pt x="0" y="348987"/>
              </a:lnTo>
              <a:lnTo>
                <a:pt x="844010" y="348987"/>
              </a:lnTo>
              <a:lnTo>
                <a:pt x="84401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DA2F2203-68AF-8849-8976-93E0268F2308}">
      <dsp:nvSpPr>
        <dsp:cNvPr id="0" name=""/>
        <dsp:cNvSpPr/>
      </dsp:nvSpPr>
      <dsp:spPr>
        <a:xfrm>
          <a:off x="6564197" y="2090434"/>
          <a:ext cx="91440" cy="412382"/>
        </a:xfrm>
        <a:custGeom>
          <a:avLst/>
          <a:gdLst/>
          <a:ahLst/>
          <a:cxnLst/>
          <a:rect l="0" t="0" r="0" b="0"/>
          <a:pathLst>
            <a:path>
              <a:moveTo>
                <a:pt x="45720" y="0"/>
              </a:moveTo>
              <a:lnTo>
                <a:pt x="45720" y="348987"/>
              </a:lnTo>
              <a:lnTo>
                <a:pt x="53343" y="348987"/>
              </a:lnTo>
              <a:lnTo>
                <a:pt x="53343"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C7E94DE1-5A9B-4F4A-9C3B-42B359AE879A}">
      <dsp:nvSpPr>
        <dsp:cNvPr id="0" name=""/>
        <dsp:cNvSpPr/>
      </dsp:nvSpPr>
      <dsp:spPr>
        <a:xfrm>
          <a:off x="5781152" y="2090434"/>
          <a:ext cx="828764" cy="412382"/>
        </a:xfrm>
        <a:custGeom>
          <a:avLst/>
          <a:gdLst/>
          <a:ahLst/>
          <a:cxnLst/>
          <a:rect l="0" t="0" r="0" b="0"/>
          <a:pathLst>
            <a:path>
              <a:moveTo>
                <a:pt x="828764" y="0"/>
              </a:moveTo>
              <a:lnTo>
                <a:pt x="828764" y="348987"/>
              </a:lnTo>
              <a:lnTo>
                <a:pt x="0" y="348987"/>
              </a:lnTo>
              <a:lnTo>
                <a:pt x="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938D58B9-F468-6C45-9F1C-160E7A84D001}">
      <dsp:nvSpPr>
        <dsp:cNvPr id="0" name=""/>
        <dsp:cNvSpPr/>
      </dsp:nvSpPr>
      <dsp:spPr>
        <a:xfrm>
          <a:off x="4944765" y="1258750"/>
          <a:ext cx="1665151" cy="397142"/>
        </a:xfrm>
        <a:custGeom>
          <a:avLst/>
          <a:gdLst/>
          <a:ahLst/>
          <a:cxnLst/>
          <a:rect l="0" t="0" r="0" b="0"/>
          <a:pathLst>
            <a:path>
              <a:moveTo>
                <a:pt x="0" y="0"/>
              </a:moveTo>
              <a:lnTo>
                <a:pt x="0" y="333748"/>
              </a:lnTo>
              <a:lnTo>
                <a:pt x="1665151" y="333748"/>
              </a:lnTo>
              <a:lnTo>
                <a:pt x="1665151" y="39714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58D6BB36-5730-3145-9C64-C1CEE46BFF07}">
      <dsp:nvSpPr>
        <dsp:cNvPr id="0" name=""/>
        <dsp:cNvSpPr/>
      </dsp:nvSpPr>
      <dsp:spPr>
        <a:xfrm>
          <a:off x="3264366" y="2090434"/>
          <a:ext cx="1680398" cy="412382"/>
        </a:xfrm>
        <a:custGeom>
          <a:avLst/>
          <a:gdLst/>
          <a:ahLst/>
          <a:cxnLst/>
          <a:rect l="0" t="0" r="0" b="0"/>
          <a:pathLst>
            <a:path>
              <a:moveTo>
                <a:pt x="0" y="0"/>
              </a:moveTo>
              <a:lnTo>
                <a:pt x="0" y="348987"/>
              </a:lnTo>
              <a:lnTo>
                <a:pt x="1680398" y="348987"/>
              </a:lnTo>
              <a:lnTo>
                <a:pt x="1680398"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BAF100C9-AD89-5442-8DD1-05290B31C46D}">
      <dsp:nvSpPr>
        <dsp:cNvPr id="0" name=""/>
        <dsp:cNvSpPr/>
      </dsp:nvSpPr>
      <dsp:spPr>
        <a:xfrm>
          <a:off x="3264366" y="2090434"/>
          <a:ext cx="844010" cy="412382"/>
        </a:xfrm>
        <a:custGeom>
          <a:avLst/>
          <a:gdLst/>
          <a:ahLst/>
          <a:cxnLst/>
          <a:rect l="0" t="0" r="0" b="0"/>
          <a:pathLst>
            <a:path>
              <a:moveTo>
                <a:pt x="0" y="0"/>
              </a:moveTo>
              <a:lnTo>
                <a:pt x="0" y="348987"/>
              </a:lnTo>
              <a:lnTo>
                <a:pt x="844010" y="348987"/>
              </a:lnTo>
              <a:lnTo>
                <a:pt x="84401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9656D27C-282F-D646-8103-590F74A3682A}">
      <dsp:nvSpPr>
        <dsp:cNvPr id="0" name=""/>
        <dsp:cNvSpPr/>
      </dsp:nvSpPr>
      <dsp:spPr>
        <a:xfrm>
          <a:off x="3218646" y="2090434"/>
          <a:ext cx="91440" cy="412382"/>
        </a:xfrm>
        <a:custGeom>
          <a:avLst/>
          <a:gdLst/>
          <a:ahLst/>
          <a:cxnLst/>
          <a:rect l="0" t="0" r="0" b="0"/>
          <a:pathLst>
            <a:path>
              <a:moveTo>
                <a:pt x="45720" y="0"/>
              </a:moveTo>
              <a:lnTo>
                <a:pt x="45720" y="348987"/>
              </a:lnTo>
              <a:lnTo>
                <a:pt x="53343" y="348987"/>
              </a:lnTo>
              <a:lnTo>
                <a:pt x="53343"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529B69DA-6E45-D74D-990B-11B22C435B63}">
      <dsp:nvSpPr>
        <dsp:cNvPr id="0" name=""/>
        <dsp:cNvSpPr/>
      </dsp:nvSpPr>
      <dsp:spPr>
        <a:xfrm>
          <a:off x="2435602" y="2090434"/>
          <a:ext cx="828764" cy="412382"/>
        </a:xfrm>
        <a:custGeom>
          <a:avLst/>
          <a:gdLst/>
          <a:ahLst/>
          <a:cxnLst/>
          <a:rect l="0" t="0" r="0" b="0"/>
          <a:pathLst>
            <a:path>
              <a:moveTo>
                <a:pt x="828764" y="0"/>
              </a:moveTo>
              <a:lnTo>
                <a:pt x="828764" y="348987"/>
              </a:lnTo>
              <a:lnTo>
                <a:pt x="0" y="348987"/>
              </a:lnTo>
              <a:lnTo>
                <a:pt x="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68DF3E07-5AEE-BB47-92DD-7CFA316BFB22}">
      <dsp:nvSpPr>
        <dsp:cNvPr id="0" name=""/>
        <dsp:cNvSpPr/>
      </dsp:nvSpPr>
      <dsp:spPr>
        <a:xfrm>
          <a:off x="1599215" y="2937357"/>
          <a:ext cx="1246958" cy="412382"/>
        </a:xfrm>
        <a:custGeom>
          <a:avLst/>
          <a:gdLst/>
          <a:ahLst/>
          <a:cxnLst/>
          <a:rect l="0" t="0" r="0" b="0"/>
          <a:pathLst>
            <a:path>
              <a:moveTo>
                <a:pt x="0" y="0"/>
              </a:moveTo>
              <a:lnTo>
                <a:pt x="0" y="348987"/>
              </a:lnTo>
              <a:lnTo>
                <a:pt x="1246958" y="348987"/>
              </a:lnTo>
              <a:lnTo>
                <a:pt x="1246958"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C01B0D2C-CE6E-F942-AECA-477596CA0B60}">
      <dsp:nvSpPr>
        <dsp:cNvPr id="0" name=""/>
        <dsp:cNvSpPr/>
      </dsp:nvSpPr>
      <dsp:spPr>
        <a:xfrm>
          <a:off x="1599215" y="2937357"/>
          <a:ext cx="410570" cy="412382"/>
        </a:xfrm>
        <a:custGeom>
          <a:avLst/>
          <a:gdLst/>
          <a:ahLst/>
          <a:cxnLst/>
          <a:rect l="0" t="0" r="0" b="0"/>
          <a:pathLst>
            <a:path>
              <a:moveTo>
                <a:pt x="0" y="0"/>
              </a:moveTo>
              <a:lnTo>
                <a:pt x="0" y="348987"/>
              </a:lnTo>
              <a:lnTo>
                <a:pt x="410570" y="348987"/>
              </a:lnTo>
              <a:lnTo>
                <a:pt x="41057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B4EA77E8-6E6F-F148-8A15-AD72FF2871FC}">
      <dsp:nvSpPr>
        <dsp:cNvPr id="0" name=""/>
        <dsp:cNvSpPr/>
      </dsp:nvSpPr>
      <dsp:spPr>
        <a:xfrm>
          <a:off x="1173398" y="2937357"/>
          <a:ext cx="425817" cy="412382"/>
        </a:xfrm>
        <a:custGeom>
          <a:avLst/>
          <a:gdLst/>
          <a:ahLst/>
          <a:cxnLst/>
          <a:rect l="0" t="0" r="0" b="0"/>
          <a:pathLst>
            <a:path>
              <a:moveTo>
                <a:pt x="425817" y="0"/>
              </a:moveTo>
              <a:lnTo>
                <a:pt x="425817" y="348987"/>
              </a:lnTo>
              <a:lnTo>
                <a:pt x="0" y="348987"/>
              </a:lnTo>
              <a:lnTo>
                <a:pt x="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D7FBF38A-160A-6A42-A9A5-B19AA0C77F1F}">
      <dsp:nvSpPr>
        <dsp:cNvPr id="0" name=""/>
        <dsp:cNvSpPr/>
      </dsp:nvSpPr>
      <dsp:spPr>
        <a:xfrm>
          <a:off x="337010" y="2937357"/>
          <a:ext cx="1262204" cy="412382"/>
        </a:xfrm>
        <a:custGeom>
          <a:avLst/>
          <a:gdLst/>
          <a:ahLst/>
          <a:cxnLst/>
          <a:rect l="0" t="0" r="0" b="0"/>
          <a:pathLst>
            <a:path>
              <a:moveTo>
                <a:pt x="1262204" y="0"/>
              </a:moveTo>
              <a:lnTo>
                <a:pt x="1262204" y="348987"/>
              </a:lnTo>
              <a:lnTo>
                <a:pt x="0" y="348987"/>
              </a:lnTo>
              <a:lnTo>
                <a:pt x="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540D1711-86BB-1C40-BD9A-626FE7A48094}">
      <dsp:nvSpPr>
        <dsp:cNvPr id="0" name=""/>
        <dsp:cNvSpPr/>
      </dsp:nvSpPr>
      <dsp:spPr>
        <a:xfrm>
          <a:off x="1599215" y="2090434"/>
          <a:ext cx="1665151" cy="412382"/>
        </a:xfrm>
        <a:custGeom>
          <a:avLst/>
          <a:gdLst/>
          <a:ahLst/>
          <a:cxnLst/>
          <a:rect l="0" t="0" r="0" b="0"/>
          <a:pathLst>
            <a:path>
              <a:moveTo>
                <a:pt x="1665151" y="0"/>
              </a:moveTo>
              <a:lnTo>
                <a:pt x="1665151" y="348987"/>
              </a:lnTo>
              <a:lnTo>
                <a:pt x="0" y="348987"/>
              </a:lnTo>
              <a:lnTo>
                <a:pt x="0" y="41238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DCCB88B7-945C-6A49-8BFE-03C396ED878B}">
      <dsp:nvSpPr>
        <dsp:cNvPr id="0" name=""/>
        <dsp:cNvSpPr/>
      </dsp:nvSpPr>
      <dsp:spPr>
        <a:xfrm>
          <a:off x="3264366" y="1258750"/>
          <a:ext cx="1680398" cy="397142"/>
        </a:xfrm>
        <a:custGeom>
          <a:avLst/>
          <a:gdLst/>
          <a:ahLst/>
          <a:cxnLst/>
          <a:rect l="0" t="0" r="0" b="0"/>
          <a:pathLst>
            <a:path>
              <a:moveTo>
                <a:pt x="1680398" y="0"/>
              </a:moveTo>
              <a:lnTo>
                <a:pt x="1680398" y="333748"/>
              </a:lnTo>
              <a:lnTo>
                <a:pt x="0" y="333748"/>
              </a:lnTo>
              <a:lnTo>
                <a:pt x="0" y="397142"/>
              </a:lnTo>
            </a:path>
          </a:pathLst>
        </a:custGeom>
        <a:noFill/>
        <a:ln w="12700" cap="flat" cmpd="sng" algn="ctr">
          <a:solidFill>
            <a:schemeClr val="bg1"/>
          </a:solidFill>
          <a:prstDash val="solid"/>
          <a:miter lim="800000"/>
        </a:ln>
        <a:effectLst/>
        <a:scene3d>
          <a:camera prst="orthographicFront"/>
          <a:lightRig rig="threePt" dir="t"/>
        </a:scene3d>
        <a:sp3d prstMaterial="matte"/>
      </dsp:spPr>
      <dsp:style>
        <a:lnRef idx="2">
          <a:scrgbClr r="0" g="0" b="0"/>
        </a:lnRef>
        <a:fillRef idx="0">
          <a:scrgbClr r="0" g="0" b="0"/>
        </a:fillRef>
        <a:effectRef idx="0">
          <a:scrgbClr r="0" g="0" b="0"/>
        </a:effectRef>
        <a:fontRef idx="minor"/>
      </dsp:style>
    </dsp:sp>
    <dsp:sp modelId="{A3DFFC28-B411-E54E-BDB2-E98F2153F912}">
      <dsp:nvSpPr>
        <dsp:cNvPr id="0" name=""/>
        <dsp:cNvSpPr/>
      </dsp:nvSpPr>
      <dsp:spPr>
        <a:xfrm>
          <a:off x="4250368" y="877727"/>
          <a:ext cx="1388794" cy="381023"/>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A186815C-8848-CF4E-8112-28D5655B0CEF}">
      <dsp:nvSpPr>
        <dsp:cNvPr id="0" name=""/>
        <dsp:cNvSpPr/>
      </dsp:nvSpPr>
      <dsp:spPr>
        <a:xfrm>
          <a:off x="4326403" y="949960"/>
          <a:ext cx="1388794" cy="381023"/>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n>
                <a:noFill/>
              </a:ln>
            </a:rPr>
            <a:t>虎溪校区</a:t>
          </a:r>
        </a:p>
      </dsp:txBody>
      <dsp:txXfrm>
        <a:off x="4337563" y="961120"/>
        <a:ext cx="1366474" cy="358703"/>
      </dsp:txXfrm>
    </dsp:sp>
    <dsp:sp modelId="{1A7B3B26-6AD9-9F4E-AD9D-ABB4423F0372}">
      <dsp:nvSpPr>
        <dsp:cNvPr id="0" name=""/>
        <dsp:cNvSpPr/>
      </dsp:nvSpPr>
      <dsp:spPr>
        <a:xfrm>
          <a:off x="2922208" y="1655892"/>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6C6CA153-1385-004E-A01F-D98440F36B0F}">
      <dsp:nvSpPr>
        <dsp:cNvPr id="0" name=""/>
        <dsp:cNvSpPr/>
      </dsp:nvSpPr>
      <dsp:spPr>
        <a:xfrm>
          <a:off x="2998243" y="1728126"/>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n>
                <a:noFill/>
              </a:ln>
            </a:rPr>
            <a:t>校园</a:t>
          </a:r>
        </a:p>
      </dsp:txBody>
      <dsp:txXfrm>
        <a:off x="3010970" y="1740853"/>
        <a:ext cx="658863" cy="409087"/>
      </dsp:txXfrm>
    </dsp:sp>
    <dsp:sp modelId="{D3AF287A-1630-2343-8179-2F9A549CF915}">
      <dsp:nvSpPr>
        <dsp:cNvPr id="0" name=""/>
        <dsp:cNvSpPr/>
      </dsp:nvSpPr>
      <dsp:spPr>
        <a:xfrm>
          <a:off x="1257056"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5E03A293-33D7-494E-9E55-B6437AC0B4CF}">
      <dsp:nvSpPr>
        <dsp:cNvPr id="0" name=""/>
        <dsp:cNvSpPr/>
      </dsp:nvSpPr>
      <dsp:spPr>
        <a:xfrm>
          <a:off x="1333091"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建筑</a:t>
          </a:r>
          <a:endParaRPr lang="zh-CN" altLang="en-US" sz="1600" kern="1200" dirty="0">
            <a:ln>
              <a:noFill/>
            </a:ln>
            <a:latin typeface="Arial"/>
            <a:ea typeface="宋体"/>
            <a:cs typeface="+mn-cs"/>
          </a:endParaRPr>
        </a:p>
      </dsp:txBody>
      <dsp:txXfrm>
        <a:off x="1345818" y="2587776"/>
        <a:ext cx="658863" cy="409087"/>
      </dsp:txXfrm>
    </dsp:sp>
    <dsp:sp modelId="{4DD32716-4E59-BB49-94F9-7F2B773DE86A}">
      <dsp:nvSpPr>
        <dsp:cNvPr id="0" name=""/>
        <dsp:cNvSpPr/>
      </dsp:nvSpPr>
      <dsp:spPr>
        <a:xfrm>
          <a:off x="-5148" y="3349739"/>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75E9C199-8898-774C-8931-600E9B9E1C43}">
      <dsp:nvSpPr>
        <dsp:cNvPr id="0" name=""/>
        <dsp:cNvSpPr/>
      </dsp:nvSpPr>
      <dsp:spPr>
        <a:xfrm>
          <a:off x="70887" y="3421973"/>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教学楼</a:t>
          </a:r>
          <a:endParaRPr lang="zh-CN" altLang="en-US" sz="1600" kern="1200" dirty="0">
            <a:ln>
              <a:noFill/>
            </a:ln>
            <a:latin typeface="Arial"/>
            <a:ea typeface="宋体"/>
            <a:cs typeface="+mn-cs"/>
          </a:endParaRPr>
        </a:p>
      </dsp:txBody>
      <dsp:txXfrm>
        <a:off x="83614" y="3434700"/>
        <a:ext cx="658863" cy="409087"/>
      </dsp:txXfrm>
    </dsp:sp>
    <dsp:sp modelId="{3A7C26CA-B8A6-974A-9EE4-DD5C2795BC24}">
      <dsp:nvSpPr>
        <dsp:cNvPr id="0" name=""/>
        <dsp:cNvSpPr/>
      </dsp:nvSpPr>
      <dsp:spPr>
        <a:xfrm>
          <a:off x="831239" y="3349739"/>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5496E68E-9B52-5845-A0A9-F95DF3925B87}">
      <dsp:nvSpPr>
        <dsp:cNvPr id="0" name=""/>
        <dsp:cNvSpPr/>
      </dsp:nvSpPr>
      <dsp:spPr>
        <a:xfrm>
          <a:off x="907274" y="3421973"/>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办公楼</a:t>
          </a:r>
          <a:endParaRPr lang="zh-CN" altLang="en-US" sz="1600" kern="1200" dirty="0">
            <a:ln>
              <a:noFill/>
            </a:ln>
            <a:latin typeface="Arial"/>
            <a:ea typeface="宋体"/>
            <a:cs typeface="+mn-cs"/>
          </a:endParaRPr>
        </a:p>
      </dsp:txBody>
      <dsp:txXfrm>
        <a:off x="920001" y="3434700"/>
        <a:ext cx="658863" cy="409087"/>
      </dsp:txXfrm>
    </dsp:sp>
    <dsp:sp modelId="{6CCC7D4A-A1F4-164C-884D-E0E1F0FC42D3}">
      <dsp:nvSpPr>
        <dsp:cNvPr id="0" name=""/>
        <dsp:cNvSpPr/>
      </dsp:nvSpPr>
      <dsp:spPr>
        <a:xfrm>
          <a:off x="1667627" y="3349739"/>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D1B2D192-D217-D445-AD78-E28F30C6B3FB}">
      <dsp:nvSpPr>
        <dsp:cNvPr id="0" name=""/>
        <dsp:cNvSpPr/>
      </dsp:nvSpPr>
      <dsp:spPr>
        <a:xfrm>
          <a:off x="1743662" y="3421973"/>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宿舍</a:t>
          </a:r>
          <a:endParaRPr lang="zh-CN" altLang="en-US" sz="1600" kern="1200" dirty="0">
            <a:ln>
              <a:noFill/>
            </a:ln>
            <a:latin typeface="Arial"/>
            <a:ea typeface="宋体"/>
            <a:cs typeface="+mn-cs"/>
          </a:endParaRPr>
        </a:p>
      </dsp:txBody>
      <dsp:txXfrm>
        <a:off x="1756389" y="3434700"/>
        <a:ext cx="658863" cy="409087"/>
      </dsp:txXfrm>
    </dsp:sp>
    <dsp:sp modelId="{9EC64454-7C2B-6A44-A80F-2BFB99439DFB}">
      <dsp:nvSpPr>
        <dsp:cNvPr id="0" name=""/>
        <dsp:cNvSpPr/>
      </dsp:nvSpPr>
      <dsp:spPr>
        <a:xfrm>
          <a:off x="2504014" y="3349739"/>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187074A3-9890-D34C-9E51-4AC46ECBBFD9}">
      <dsp:nvSpPr>
        <dsp:cNvPr id="0" name=""/>
        <dsp:cNvSpPr/>
      </dsp:nvSpPr>
      <dsp:spPr>
        <a:xfrm>
          <a:off x="2580049" y="3421973"/>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食堂</a:t>
          </a:r>
          <a:endParaRPr lang="zh-CN" altLang="en-US" sz="1600" kern="1200" dirty="0">
            <a:ln>
              <a:noFill/>
            </a:ln>
            <a:latin typeface="Arial"/>
            <a:ea typeface="宋体"/>
            <a:cs typeface="+mn-cs"/>
          </a:endParaRPr>
        </a:p>
      </dsp:txBody>
      <dsp:txXfrm>
        <a:off x="2592776" y="3434700"/>
        <a:ext cx="658863" cy="409087"/>
      </dsp:txXfrm>
    </dsp:sp>
    <dsp:sp modelId="{2F6B08DE-C88E-DC41-9992-5E17C2E723F2}">
      <dsp:nvSpPr>
        <dsp:cNvPr id="0" name=""/>
        <dsp:cNvSpPr/>
      </dsp:nvSpPr>
      <dsp:spPr>
        <a:xfrm>
          <a:off x="2093444"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29D33A68-9EAB-4D4D-9EAC-E588D10450FE}">
      <dsp:nvSpPr>
        <dsp:cNvPr id="0" name=""/>
        <dsp:cNvSpPr/>
      </dsp:nvSpPr>
      <dsp:spPr>
        <a:xfrm>
          <a:off x="2169479"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操场</a:t>
          </a:r>
          <a:endParaRPr lang="zh-CN" altLang="en-US" sz="1600" kern="1200" dirty="0">
            <a:ln>
              <a:noFill/>
            </a:ln>
            <a:latin typeface="Arial"/>
            <a:ea typeface="宋体"/>
            <a:cs typeface="+mn-cs"/>
          </a:endParaRPr>
        </a:p>
      </dsp:txBody>
      <dsp:txXfrm>
        <a:off x="2182206" y="2587776"/>
        <a:ext cx="658863" cy="409087"/>
      </dsp:txXfrm>
    </dsp:sp>
    <dsp:sp modelId="{590C6B3D-E1AD-264B-9D68-7823E827687C}">
      <dsp:nvSpPr>
        <dsp:cNvPr id="0" name=""/>
        <dsp:cNvSpPr/>
      </dsp:nvSpPr>
      <dsp:spPr>
        <a:xfrm>
          <a:off x="2929831"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6E5C9B77-BE48-EA4A-8C49-BBB58E2316A3}">
      <dsp:nvSpPr>
        <dsp:cNvPr id="0" name=""/>
        <dsp:cNvSpPr/>
      </dsp:nvSpPr>
      <dsp:spPr>
        <a:xfrm>
          <a:off x="3005866"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绿地</a:t>
          </a:r>
          <a:endParaRPr lang="zh-CN" altLang="en-US" sz="1600" kern="1200" dirty="0">
            <a:ln>
              <a:noFill/>
            </a:ln>
            <a:latin typeface="Arial"/>
            <a:ea typeface="宋体"/>
            <a:cs typeface="+mn-cs"/>
          </a:endParaRPr>
        </a:p>
      </dsp:txBody>
      <dsp:txXfrm>
        <a:off x="3018593" y="2587776"/>
        <a:ext cx="658863" cy="409087"/>
      </dsp:txXfrm>
    </dsp:sp>
    <dsp:sp modelId="{429E6D38-08E3-ED4B-8499-E122B146D50E}">
      <dsp:nvSpPr>
        <dsp:cNvPr id="0" name=""/>
        <dsp:cNvSpPr/>
      </dsp:nvSpPr>
      <dsp:spPr>
        <a:xfrm>
          <a:off x="3766219"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DD5868E1-4E9D-E34B-A08A-F84093210356}">
      <dsp:nvSpPr>
        <dsp:cNvPr id="0" name=""/>
        <dsp:cNvSpPr/>
      </dsp:nvSpPr>
      <dsp:spPr>
        <a:xfrm>
          <a:off x="3842254"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湖泊</a:t>
          </a:r>
          <a:endParaRPr lang="zh-CN" altLang="en-US" sz="1600" kern="1200" dirty="0">
            <a:ln>
              <a:noFill/>
            </a:ln>
            <a:latin typeface="Arial"/>
            <a:ea typeface="宋体"/>
            <a:cs typeface="+mn-cs"/>
          </a:endParaRPr>
        </a:p>
      </dsp:txBody>
      <dsp:txXfrm>
        <a:off x="3854981" y="2587776"/>
        <a:ext cx="658863" cy="409087"/>
      </dsp:txXfrm>
    </dsp:sp>
    <dsp:sp modelId="{3A89D8D5-B61F-A14F-957A-E3B2C5D02686}">
      <dsp:nvSpPr>
        <dsp:cNvPr id="0" name=""/>
        <dsp:cNvSpPr/>
      </dsp:nvSpPr>
      <dsp:spPr>
        <a:xfrm>
          <a:off x="4602606"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15A0ECA6-5A0E-1C40-A75B-C96BD02E74F6}">
      <dsp:nvSpPr>
        <dsp:cNvPr id="0" name=""/>
        <dsp:cNvSpPr/>
      </dsp:nvSpPr>
      <dsp:spPr>
        <a:xfrm>
          <a:off x="4678642"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道路</a:t>
          </a:r>
          <a:endParaRPr lang="zh-CN" altLang="en-US" sz="1600" kern="1200" dirty="0">
            <a:ln>
              <a:noFill/>
            </a:ln>
            <a:latin typeface="Arial"/>
            <a:ea typeface="宋体"/>
            <a:cs typeface="+mn-cs"/>
          </a:endParaRPr>
        </a:p>
      </dsp:txBody>
      <dsp:txXfrm>
        <a:off x="4691369" y="2587776"/>
        <a:ext cx="658863" cy="409087"/>
      </dsp:txXfrm>
    </dsp:sp>
    <dsp:sp modelId="{CD563CEF-311B-DD4D-A790-021588F35F4C}">
      <dsp:nvSpPr>
        <dsp:cNvPr id="0" name=""/>
        <dsp:cNvSpPr/>
      </dsp:nvSpPr>
      <dsp:spPr>
        <a:xfrm>
          <a:off x="6267758" y="1655892"/>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EA1F0F4F-06AA-C54C-B3C9-C35C414493FB}">
      <dsp:nvSpPr>
        <dsp:cNvPr id="0" name=""/>
        <dsp:cNvSpPr/>
      </dsp:nvSpPr>
      <dsp:spPr>
        <a:xfrm>
          <a:off x="6343793" y="1728126"/>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2000" kern="1200">
              <a:ln>
                <a:noFill/>
              </a:ln>
              <a:latin typeface="Arial"/>
              <a:ea typeface="宋体"/>
              <a:cs typeface="+mn-cs"/>
            </a:rPr>
            <a:t>人员</a:t>
          </a:r>
          <a:endParaRPr lang="zh-CN" altLang="en-US" sz="2000" kern="1200" dirty="0">
            <a:ln>
              <a:noFill/>
            </a:ln>
            <a:latin typeface="Arial"/>
            <a:ea typeface="宋体"/>
            <a:cs typeface="+mn-cs"/>
          </a:endParaRPr>
        </a:p>
      </dsp:txBody>
      <dsp:txXfrm>
        <a:off x="6356520" y="1740853"/>
        <a:ext cx="658863" cy="409087"/>
      </dsp:txXfrm>
    </dsp:sp>
    <dsp:sp modelId="{A6A8A353-DB52-9442-886E-F327AD854971}">
      <dsp:nvSpPr>
        <dsp:cNvPr id="0" name=""/>
        <dsp:cNvSpPr/>
      </dsp:nvSpPr>
      <dsp:spPr>
        <a:xfrm>
          <a:off x="5438994"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32B9EE24-91F0-BC45-BD51-9F42445DCC31}">
      <dsp:nvSpPr>
        <dsp:cNvPr id="0" name=""/>
        <dsp:cNvSpPr/>
      </dsp:nvSpPr>
      <dsp:spPr>
        <a:xfrm>
          <a:off x="5515029"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老师</a:t>
          </a:r>
          <a:endParaRPr lang="zh-CN" altLang="en-US" sz="1600" kern="1200" dirty="0">
            <a:ln>
              <a:noFill/>
            </a:ln>
            <a:latin typeface="Arial"/>
            <a:ea typeface="宋体"/>
            <a:cs typeface="+mn-cs"/>
          </a:endParaRPr>
        </a:p>
      </dsp:txBody>
      <dsp:txXfrm>
        <a:off x="5527756" y="2587776"/>
        <a:ext cx="658863" cy="409087"/>
      </dsp:txXfrm>
    </dsp:sp>
    <dsp:sp modelId="{EA10BC4C-1310-054A-8390-C681823CA578}">
      <dsp:nvSpPr>
        <dsp:cNvPr id="0" name=""/>
        <dsp:cNvSpPr/>
      </dsp:nvSpPr>
      <dsp:spPr>
        <a:xfrm>
          <a:off x="6275381"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4D9BAB9E-07A0-2F4D-9067-7A98F6A52670}">
      <dsp:nvSpPr>
        <dsp:cNvPr id="0" name=""/>
        <dsp:cNvSpPr/>
      </dsp:nvSpPr>
      <dsp:spPr>
        <a:xfrm>
          <a:off x="6351417"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n>
                <a:noFill/>
              </a:ln>
              <a:latin typeface="Arial"/>
              <a:ea typeface="宋体"/>
              <a:cs typeface="+mn-cs"/>
            </a:rPr>
            <a:t>学生</a:t>
          </a:r>
          <a:endParaRPr lang="zh-CN" altLang="en-US" sz="1600" kern="1200" dirty="0">
            <a:ln>
              <a:noFill/>
            </a:ln>
            <a:latin typeface="Arial"/>
            <a:ea typeface="宋体"/>
            <a:cs typeface="+mn-cs"/>
          </a:endParaRPr>
        </a:p>
      </dsp:txBody>
      <dsp:txXfrm>
        <a:off x="6364144" y="2587776"/>
        <a:ext cx="658863" cy="409087"/>
      </dsp:txXfrm>
    </dsp:sp>
    <dsp:sp modelId="{7752892D-F711-A24D-805C-351AA032D64B}">
      <dsp:nvSpPr>
        <dsp:cNvPr id="0" name=""/>
        <dsp:cNvSpPr/>
      </dsp:nvSpPr>
      <dsp:spPr>
        <a:xfrm>
          <a:off x="7111769" y="2502816"/>
          <a:ext cx="684317" cy="434541"/>
        </a:xfrm>
        <a:prstGeom prst="roundRect">
          <a:avLst>
            <a:gd name="adj" fmla="val 10000"/>
          </a:avLst>
        </a:prstGeom>
        <a:noFill/>
        <a:ln w="12700" cap="flat" cmpd="sng" algn="ctr">
          <a:noFill/>
          <a:prstDash val="solid"/>
          <a:miter lim="800000"/>
        </a:ln>
        <a:effectLst/>
        <a:scene3d>
          <a:camera prst="orthographicFront"/>
          <a:lightRig rig="threePt" dir="t"/>
        </a:scene3d>
        <a:sp3d prstMaterial="matte"/>
      </dsp:spPr>
      <dsp:style>
        <a:lnRef idx="2">
          <a:scrgbClr r="0" g="0" b="0"/>
        </a:lnRef>
        <a:fillRef idx="1">
          <a:scrgbClr r="0" g="0" b="0"/>
        </a:fillRef>
        <a:effectRef idx="0">
          <a:scrgbClr r="0" g="0" b="0"/>
        </a:effectRef>
        <a:fontRef idx="minor">
          <a:schemeClr val="lt1"/>
        </a:fontRef>
      </dsp:style>
    </dsp:sp>
    <dsp:sp modelId="{0E0936CF-E4BF-9A46-AE54-9974FEFC5823}">
      <dsp:nvSpPr>
        <dsp:cNvPr id="0" name=""/>
        <dsp:cNvSpPr/>
      </dsp:nvSpPr>
      <dsp:spPr>
        <a:xfrm>
          <a:off x="7187804" y="2575049"/>
          <a:ext cx="684317" cy="434541"/>
        </a:xfrm>
        <a:prstGeom prst="roundRect">
          <a:avLst>
            <a:gd name="adj" fmla="val 10000"/>
          </a:avLst>
        </a:prstGeom>
        <a:solidFill>
          <a:schemeClr val="lt1"/>
        </a:solidFill>
        <a:ln w="12700" cap="flat" cmpd="sng" algn="ctr">
          <a:solidFill>
            <a:schemeClr val="accent1"/>
          </a:solidFill>
          <a:prstDash val="solid"/>
          <a:miter lim="800000"/>
        </a:ln>
        <a:effectLst/>
        <a:scene3d>
          <a:camera prst="orthographicFront"/>
          <a:lightRig rig="threePt" dir="t"/>
        </a:scene3d>
        <a:sp3d prstMaterial="matte"/>
      </dsp:spPr>
      <dsp:style>
        <a:lnRef idx="2">
          <a:schemeClr val="accent1"/>
        </a:lnRef>
        <a:fillRef idx="1">
          <a:schemeClr val="lt1"/>
        </a:fillRef>
        <a:effectRef idx="0">
          <a:schemeClr val="accent1"/>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ts val="920"/>
            </a:lnSpc>
            <a:spcBef>
              <a:spcPct val="0"/>
            </a:spcBef>
            <a:spcAft>
              <a:spcPct val="35000"/>
            </a:spcAft>
            <a:buNone/>
          </a:pPr>
          <a:r>
            <a:rPr lang="zh-CN" altLang="en-US" sz="1600" kern="1200" dirty="0">
              <a:ln>
                <a:noFill/>
              </a:ln>
              <a:latin typeface="Arial"/>
              <a:ea typeface="宋体"/>
              <a:cs typeface="+mn-cs"/>
            </a:rPr>
            <a:t>工作</a:t>
          </a:r>
          <a:endParaRPr lang="en-US" altLang="zh-CN" sz="1600" kern="1200" dirty="0">
            <a:ln>
              <a:noFill/>
            </a:ln>
            <a:latin typeface="Arial"/>
            <a:ea typeface="宋体"/>
            <a:cs typeface="+mn-cs"/>
          </a:endParaRPr>
        </a:p>
        <a:p>
          <a:pPr marL="0" lvl="0" indent="0" algn="ctr" defTabSz="711200">
            <a:lnSpc>
              <a:spcPts val="920"/>
            </a:lnSpc>
            <a:spcBef>
              <a:spcPct val="0"/>
            </a:spcBef>
            <a:spcAft>
              <a:spcPct val="35000"/>
            </a:spcAft>
            <a:buNone/>
          </a:pPr>
          <a:r>
            <a:rPr lang="zh-CN" altLang="en-US" sz="1600" kern="1200" dirty="0">
              <a:ln>
                <a:noFill/>
              </a:ln>
              <a:latin typeface="Arial"/>
              <a:ea typeface="宋体"/>
              <a:cs typeface="+mn-cs"/>
            </a:rPr>
            <a:t>人员</a:t>
          </a:r>
        </a:p>
      </dsp:txBody>
      <dsp:txXfrm>
        <a:off x="7200531" y="2587776"/>
        <a:ext cx="658863" cy="4090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6D237-0A8C-41AD-A549-C316A052396E}" type="datetimeFigureOut">
              <a:rPr lang="zh-CN" altLang="en-US" smtClean="0"/>
              <a:t>2025/2/6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A3D49-478E-4229-8803-539C598C7A39}" type="slidenum">
              <a:rPr lang="zh-CN" altLang="en-US" smtClean="0"/>
              <a:t>‹#›</a:t>
            </a:fld>
            <a:endParaRPr lang="zh-CN" altLang="en-US"/>
          </a:p>
        </p:txBody>
      </p:sp>
    </p:spTree>
    <p:extLst>
      <p:ext uri="{BB962C8B-B14F-4D97-AF65-F5344CB8AC3E}">
        <p14:creationId xmlns:p14="http://schemas.microsoft.com/office/powerpoint/2010/main" val="13156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12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8B6975-94D4-419C-A613-45889E0FAB84}" type="datetime1">
              <a:rPr lang="zh-CN" altLang="en-US" smtClean="0"/>
              <a:pPr>
                <a:spcBef>
                  <a:spcPct val="0"/>
                </a:spcBef>
              </a:pPr>
              <a:t>2025/2/6</a:t>
            </a:fld>
            <a:endParaRPr lang="en-US" altLang="zh-CN"/>
          </a:p>
        </p:txBody>
      </p:sp>
      <p:sp>
        <p:nvSpPr>
          <p:cNvPr id="112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12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12E5457-977D-47B4-8F86-96C9A4FAA559}" type="slidenum">
              <a:rPr lang="en-US" altLang="zh-CN"/>
              <a:pPr>
                <a:spcBef>
                  <a:spcPct val="0"/>
                </a:spcBef>
              </a:pPr>
              <a:t>35</a:t>
            </a:fld>
            <a:endParaRPr lang="en-US" altLang="zh-CN"/>
          </a:p>
        </p:txBody>
      </p:sp>
      <p:sp>
        <p:nvSpPr>
          <p:cNvPr id="11270" name="Rectangle 2"/>
          <p:cNvSpPr>
            <a:spLocks noGrp="1" noRot="1" noChangeAspect="1" noChangeArrowheads="1" noTextEdit="1"/>
          </p:cNvSpPr>
          <p:nvPr>
            <p:ph type="sldImg"/>
          </p:nvPr>
        </p:nvSpPr>
        <p:spPr>
          <a:ln/>
        </p:spPr>
      </p:sp>
      <p:sp>
        <p:nvSpPr>
          <p:cNvPr id="112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251906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33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9FD2071-600F-47D4-B351-A3E1EFDE2BBB}" type="datetime1">
              <a:rPr lang="zh-CN" altLang="en-US" smtClean="0"/>
              <a:pPr>
                <a:spcBef>
                  <a:spcPct val="0"/>
                </a:spcBef>
              </a:pPr>
              <a:t>2025/2/6</a:t>
            </a:fld>
            <a:endParaRPr lang="en-US" altLang="zh-CN"/>
          </a:p>
        </p:txBody>
      </p:sp>
      <p:sp>
        <p:nvSpPr>
          <p:cNvPr id="133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33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035656-2E9E-4B60-BC9D-756F7AC6B990}" type="slidenum">
              <a:rPr lang="en-US" altLang="zh-CN"/>
              <a:pPr>
                <a:spcBef>
                  <a:spcPct val="0"/>
                </a:spcBef>
              </a:pPr>
              <a:t>36</a:t>
            </a:fld>
            <a:endParaRPr lang="en-US" altLang="zh-CN"/>
          </a:p>
        </p:txBody>
      </p:sp>
      <p:sp>
        <p:nvSpPr>
          <p:cNvPr id="13318" name="Rectangle 2"/>
          <p:cNvSpPr>
            <a:spLocks noGrp="1" noRot="1" noChangeAspect="1" noChangeArrowheads="1" noTextEdit="1"/>
          </p:cNvSpPr>
          <p:nvPr>
            <p:ph type="sldImg"/>
          </p:nvPr>
        </p:nvSpPr>
        <p:spPr>
          <a:ln/>
        </p:spPr>
      </p:sp>
      <p:sp>
        <p:nvSpPr>
          <p:cNvPr id="133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747842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ABF997-847B-415F-8962-A4C48AAB17B1}" type="datetime1">
              <a:rPr lang="zh-CN" altLang="en-US" smtClean="0"/>
              <a:pPr>
                <a:spcBef>
                  <a:spcPct val="0"/>
                </a:spcBef>
              </a:pPr>
              <a:t>2025/2/6</a:t>
            </a:fld>
            <a:endParaRPr lang="en-US" altLang="zh-CN"/>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9A9DBA1-7C0A-4D61-ACCC-9104582FABA4}" type="slidenum">
              <a:rPr lang="en-US" altLang="zh-CN"/>
              <a:pPr>
                <a:spcBef>
                  <a:spcPct val="0"/>
                </a:spcBef>
              </a:pPr>
              <a:t>37</a:t>
            </a:fld>
            <a:endParaRPr lang="en-US" altLang="zh-CN"/>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643983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74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8F0C8B3-9673-4041-AA22-7B18E402113C}" type="datetime1">
              <a:rPr lang="zh-CN" altLang="en-US" smtClean="0"/>
              <a:pPr>
                <a:spcBef>
                  <a:spcPct val="0"/>
                </a:spcBef>
              </a:pPr>
              <a:t>2025/2/6</a:t>
            </a:fld>
            <a:endParaRPr lang="en-US" altLang="zh-CN"/>
          </a:p>
        </p:txBody>
      </p:sp>
      <p:sp>
        <p:nvSpPr>
          <p:cNvPr id="174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74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9FDC68-7EA5-4870-9B9F-40A85A0CFB3A}" type="slidenum">
              <a:rPr lang="en-US" altLang="zh-CN"/>
              <a:pPr>
                <a:spcBef>
                  <a:spcPct val="0"/>
                </a:spcBef>
              </a:pPr>
              <a:t>38</a:t>
            </a:fld>
            <a:endParaRPr lang="en-US" altLang="zh-CN"/>
          </a:p>
        </p:txBody>
      </p:sp>
      <p:sp>
        <p:nvSpPr>
          <p:cNvPr id="17414" name="Rectangle 2"/>
          <p:cNvSpPr>
            <a:spLocks noGrp="1" noRot="1" noChangeAspect="1" noChangeArrowheads="1" noTextEdit="1"/>
          </p:cNvSpPr>
          <p:nvPr>
            <p:ph type="sldImg"/>
          </p:nvPr>
        </p:nvSpPr>
        <p:spPr>
          <a:ln/>
        </p:spPr>
      </p:sp>
      <p:sp>
        <p:nvSpPr>
          <p:cNvPr id="174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462360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94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C3EF16D-9C8C-468C-BE0A-6B4B108970AB}" type="datetime1">
              <a:rPr lang="zh-CN" altLang="en-US" smtClean="0"/>
              <a:pPr>
                <a:spcBef>
                  <a:spcPct val="0"/>
                </a:spcBef>
              </a:pPr>
              <a:t>2025/2/6</a:t>
            </a:fld>
            <a:endParaRPr lang="en-US" altLang="zh-CN"/>
          </a:p>
        </p:txBody>
      </p:sp>
      <p:sp>
        <p:nvSpPr>
          <p:cNvPr id="194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94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DEF9C39-8B68-4018-ADC3-039B7C0A63E7}" type="slidenum">
              <a:rPr lang="en-US" altLang="zh-CN"/>
              <a:pPr>
                <a:spcBef>
                  <a:spcPct val="0"/>
                </a:spcBef>
              </a:pPr>
              <a:t>39</a:t>
            </a:fld>
            <a:endParaRPr lang="en-US" altLang="zh-CN"/>
          </a:p>
        </p:txBody>
      </p:sp>
      <p:sp>
        <p:nvSpPr>
          <p:cNvPr id="19462" name="Rectangle 2"/>
          <p:cNvSpPr>
            <a:spLocks noGrp="1" noRot="1" noChangeAspect="1" noChangeArrowheads="1" noTextEdit="1"/>
          </p:cNvSpPr>
          <p:nvPr>
            <p:ph type="sldImg"/>
          </p:nvPr>
        </p:nvSpPr>
        <p:spPr>
          <a:ln/>
        </p:spPr>
      </p:sp>
      <p:sp>
        <p:nvSpPr>
          <p:cNvPr id="194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256214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1EE20A-286F-4162-BC18-BAB1B8232C0D}" type="datetime1">
              <a:rPr lang="zh-CN" altLang="en-US" smtClean="0"/>
              <a:pPr>
                <a:spcBef>
                  <a:spcPct val="0"/>
                </a:spcBef>
              </a:pPr>
              <a:t>2025/2/6</a:t>
            </a:fld>
            <a:endParaRPr lang="en-US" altLang="zh-CN"/>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AAD80B4-B952-4550-8ED7-6FE3CD4C0040}" type="slidenum">
              <a:rPr lang="en-US" altLang="zh-CN"/>
              <a:pPr>
                <a:spcBef>
                  <a:spcPct val="0"/>
                </a:spcBef>
              </a:pPr>
              <a:t>40</a:t>
            </a:fld>
            <a:endParaRPr lang="en-US" altLang="zh-CN"/>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38238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235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7593DB-07BE-459D-B79E-A3C8D183F4E7}" type="datetime1">
              <a:rPr lang="zh-CN" altLang="en-US" smtClean="0"/>
              <a:pPr>
                <a:spcBef>
                  <a:spcPct val="0"/>
                </a:spcBef>
              </a:pPr>
              <a:t>2025/2/6</a:t>
            </a:fld>
            <a:endParaRPr lang="en-US" altLang="zh-CN"/>
          </a:p>
        </p:txBody>
      </p:sp>
      <p:sp>
        <p:nvSpPr>
          <p:cNvPr id="235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235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84719F-C348-41E1-B2E0-4F3A476CF559}" type="slidenum">
              <a:rPr lang="en-US" altLang="zh-CN"/>
              <a:pPr>
                <a:spcBef>
                  <a:spcPct val="0"/>
                </a:spcBef>
              </a:pPr>
              <a:t>41</a:t>
            </a:fld>
            <a:endParaRPr lang="en-US" altLang="zh-CN"/>
          </a:p>
        </p:txBody>
      </p:sp>
      <p:sp>
        <p:nvSpPr>
          <p:cNvPr id="23558" name="Rectangle 2"/>
          <p:cNvSpPr>
            <a:spLocks noGrp="1" noRot="1" noChangeAspect="1" noChangeArrowheads="1" noTextEdit="1"/>
          </p:cNvSpPr>
          <p:nvPr>
            <p:ph type="sldImg"/>
          </p:nvPr>
        </p:nvSpPr>
        <p:spPr>
          <a:ln/>
        </p:spPr>
      </p:sp>
      <p:sp>
        <p:nvSpPr>
          <p:cNvPr id="235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837964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256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F21C07-F511-44B2-AC4C-B68672B407BF}" type="datetime1">
              <a:rPr lang="zh-CN" altLang="en-US" smtClean="0"/>
              <a:pPr>
                <a:spcBef>
                  <a:spcPct val="0"/>
                </a:spcBef>
              </a:pPr>
              <a:t>2025/2/6</a:t>
            </a:fld>
            <a:endParaRPr lang="en-US" altLang="zh-CN"/>
          </a:p>
        </p:txBody>
      </p:sp>
      <p:sp>
        <p:nvSpPr>
          <p:cNvPr id="256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256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6933B5-B676-477E-93B1-A161CAE271FA}" type="slidenum">
              <a:rPr lang="en-US" altLang="zh-CN"/>
              <a:pPr>
                <a:spcBef>
                  <a:spcPct val="0"/>
                </a:spcBef>
              </a:pPr>
              <a:t>42</a:t>
            </a:fld>
            <a:endParaRPr lang="en-US" altLang="zh-CN"/>
          </a:p>
        </p:txBody>
      </p:sp>
      <p:sp>
        <p:nvSpPr>
          <p:cNvPr id="25606" name="Rectangle 2"/>
          <p:cNvSpPr>
            <a:spLocks noGrp="1" noRot="1" noChangeAspect="1" noChangeArrowheads="1" noTextEdit="1"/>
          </p:cNvSpPr>
          <p:nvPr>
            <p:ph type="sldImg"/>
          </p:nvPr>
        </p:nvSpPr>
        <p:spPr>
          <a:ln/>
        </p:spPr>
      </p:sp>
      <p:sp>
        <p:nvSpPr>
          <p:cNvPr id="256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326482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317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6B7F715-D9D6-483B-B50D-71F497A4F960}" type="datetime1">
              <a:rPr lang="zh-CN" altLang="en-US" smtClean="0"/>
              <a:pPr>
                <a:spcBef>
                  <a:spcPct val="0"/>
                </a:spcBef>
              </a:pPr>
              <a:t>2025/2/6</a:t>
            </a:fld>
            <a:endParaRPr lang="en-US" altLang="zh-CN"/>
          </a:p>
        </p:txBody>
      </p:sp>
      <p:sp>
        <p:nvSpPr>
          <p:cNvPr id="317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317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5CD77C-51F6-4060-B61B-F813D0C19020}" type="slidenum">
              <a:rPr lang="en-US" altLang="zh-CN"/>
              <a:pPr>
                <a:spcBef>
                  <a:spcPct val="0"/>
                </a:spcBef>
              </a:pPr>
              <a:t>43</a:t>
            </a:fld>
            <a:endParaRPr lang="en-US" altLang="zh-CN"/>
          </a:p>
        </p:txBody>
      </p:sp>
      <p:sp>
        <p:nvSpPr>
          <p:cNvPr id="31750" name="Rectangle 2"/>
          <p:cNvSpPr>
            <a:spLocks noGrp="1" noRot="1" noChangeAspect="1" noChangeArrowheads="1" noTextEdit="1"/>
          </p:cNvSpPr>
          <p:nvPr>
            <p:ph type="sldImg"/>
          </p:nvPr>
        </p:nvSpPr>
        <p:spPr>
          <a:ln/>
        </p:spPr>
      </p:sp>
      <p:sp>
        <p:nvSpPr>
          <p:cNvPr id="317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738298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337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6371EEB-BC3E-43C9-B7B2-070B24F575B6}" type="datetime1">
              <a:rPr lang="zh-CN" altLang="en-US" smtClean="0"/>
              <a:pPr>
                <a:spcBef>
                  <a:spcPct val="0"/>
                </a:spcBef>
              </a:pPr>
              <a:t>2025/2/6</a:t>
            </a:fld>
            <a:endParaRPr lang="en-US" altLang="zh-CN"/>
          </a:p>
        </p:txBody>
      </p:sp>
      <p:sp>
        <p:nvSpPr>
          <p:cNvPr id="337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337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F4E66B-3BC3-459A-8B03-A0933A6A0554}" type="slidenum">
              <a:rPr lang="en-US" altLang="zh-CN"/>
              <a:pPr>
                <a:spcBef>
                  <a:spcPct val="0"/>
                </a:spcBef>
              </a:pPr>
              <a:t>44</a:t>
            </a:fld>
            <a:endParaRPr lang="en-US" altLang="zh-CN"/>
          </a:p>
        </p:txBody>
      </p:sp>
      <p:sp>
        <p:nvSpPr>
          <p:cNvPr id="33798" name="Rectangle 2"/>
          <p:cNvSpPr>
            <a:spLocks noGrp="1" noRot="1" noChangeAspect="1" noChangeArrowheads="1" noTextEdit="1"/>
          </p:cNvSpPr>
          <p:nvPr>
            <p:ph type="sldImg"/>
          </p:nvPr>
        </p:nvSpPr>
        <p:spPr>
          <a:ln/>
        </p:spPr>
      </p:sp>
      <p:sp>
        <p:nvSpPr>
          <p:cNvPr id="337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100781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358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E46385-8F11-4096-A6FD-6D28A0ECDE4B}" type="datetime1">
              <a:rPr lang="zh-CN" altLang="en-US" smtClean="0"/>
              <a:pPr>
                <a:spcBef>
                  <a:spcPct val="0"/>
                </a:spcBef>
              </a:pPr>
              <a:t>2025/2/6</a:t>
            </a:fld>
            <a:endParaRPr lang="en-US" altLang="zh-CN"/>
          </a:p>
        </p:txBody>
      </p:sp>
      <p:sp>
        <p:nvSpPr>
          <p:cNvPr id="358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358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9E214AF-B299-49B6-A244-A64904229CF7}" type="slidenum">
              <a:rPr lang="en-US" altLang="zh-CN"/>
              <a:pPr>
                <a:spcBef>
                  <a:spcPct val="0"/>
                </a:spcBef>
              </a:pPr>
              <a:t>45</a:t>
            </a:fld>
            <a:endParaRPr lang="en-US" altLang="zh-CN"/>
          </a:p>
        </p:txBody>
      </p:sp>
      <p:sp>
        <p:nvSpPr>
          <p:cNvPr id="35846" name="Rectangle 2"/>
          <p:cNvSpPr>
            <a:spLocks noGrp="1" noRot="1" noChangeAspect="1" noChangeArrowheads="1" noTextEdit="1"/>
          </p:cNvSpPr>
          <p:nvPr>
            <p:ph type="sldImg"/>
          </p:nvPr>
        </p:nvSpPr>
        <p:spPr>
          <a:ln/>
        </p:spPr>
      </p:sp>
      <p:sp>
        <p:nvSpPr>
          <p:cNvPr id="358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752453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378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F549171-7ABD-4186-B4DB-BA802E87CA4C}" type="datetime1">
              <a:rPr lang="zh-CN" altLang="en-US" smtClean="0"/>
              <a:pPr>
                <a:spcBef>
                  <a:spcPct val="0"/>
                </a:spcBef>
              </a:pPr>
              <a:t>2025/2/6</a:t>
            </a:fld>
            <a:endParaRPr lang="en-US" altLang="zh-CN"/>
          </a:p>
        </p:txBody>
      </p:sp>
      <p:sp>
        <p:nvSpPr>
          <p:cNvPr id="378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378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645202E-8D93-4C49-8659-CA34AD665DDF}" type="slidenum">
              <a:rPr lang="en-US" altLang="zh-CN"/>
              <a:pPr>
                <a:spcBef>
                  <a:spcPct val="0"/>
                </a:spcBef>
              </a:pPr>
              <a:t>46</a:t>
            </a:fld>
            <a:endParaRPr lang="en-US" altLang="zh-CN"/>
          </a:p>
        </p:txBody>
      </p:sp>
      <p:sp>
        <p:nvSpPr>
          <p:cNvPr id="37894" name="Rectangle 2"/>
          <p:cNvSpPr>
            <a:spLocks noGrp="1" noRot="1" noChangeAspect="1" noChangeArrowheads="1" noTextEdit="1"/>
          </p:cNvSpPr>
          <p:nvPr>
            <p:ph type="sldImg"/>
          </p:nvPr>
        </p:nvSpPr>
        <p:spPr>
          <a:ln/>
        </p:spPr>
      </p:sp>
      <p:sp>
        <p:nvSpPr>
          <p:cNvPr id="378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598770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399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E7004C-9E8C-4C63-8522-21CD442D356E}" type="datetime1">
              <a:rPr lang="zh-CN" altLang="en-US" smtClean="0"/>
              <a:pPr>
                <a:spcBef>
                  <a:spcPct val="0"/>
                </a:spcBef>
              </a:pPr>
              <a:t>2025/2/6</a:t>
            </a:fld>
            <a:endParaRPr lang="en-US" altLang="zh-CN"/>
          </a:p>
        </p:txBody>
      </p:sp>
      <p:sp>
        <p:nvSpPr>
          <p:cNvPr id="399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399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F3544E8-F44E-40A7-ADB6-27DED277AA99}" type="slidenum">
              <a:rPr lang="en-US" altLang="zh-CN"/>
              <a:pPr>
                <a:spcBef>
                  <a:spcPct val="0"/>
                </a:spcBef>
              </a:pPr>
              <a:t>47</a:t>
            </a:fld>
            <a:endParaRPr lang="en-US" altLang="zh-CN"/>
          </a:p>
        </p:txBody>
      </p:sp>
      <p:sp>
        <p:nvSpPr>
          <p:cNvPr id="39942" name="Rectangle 2"/>
          <p:cNvSpPr>
            <a:spLocks noGrp="1" noRot="1" noChangeAspect="1" noChangeArrowheads="1" noTextEdit="1"/>
          </p:cNvSpPr>
          <p:nvPr>
            <p:ph type="sldImg"/>
          </p:nvPr>
        </p:nvSpPr>
        <p:spPr>
          <a:ln/>
        </p:spPr>
      </p:sp>
      <p:sp>
        <p:nvSpPr>
          <p:cNvPr id="399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689938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19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FAC711-3E83-4278-AA8D-F5F1A080C4B1}" type="datetime1">
              <a:rPr lang="zh-CN" altLang="en-US" smtClean="0"/>
              <a:pPr>
                <a:spcBef>
                  <a:spcPct val="0"/>
                </a:spcBef>
              </a:pPr>
              <a:t>2025/2/6</a:t>
            </a:fld>
            <a:endParaRPr lang="en-US" altLang="zh-CN"/>
          </a:p>
        </p:txBody>
      </p:sp>
      <p:sp>
        <p:nvSpPr>
          <p:cNvPr id="419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19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14B414A-1925-4866-9F17-9118CD86FAB4}" type="slidenum">
              <a:rPr lang="en-US" altLang="zh-CN"/>
              <a:pPr>
                <a:spcBef>
                  <a:spcPct val="0"/>
                </a:spcBef>
              </a:pPr>
              <a:t>48</a:t>
            </a:fld>
            <a:endParaRPr lang="en-US" altLang="zh-CN"/>
          </a:p>
        </p:txBody>
      </p:sp>
      <p:sp>
        <p:nvSpPr>
          <p:cNvPr id="41990" name="Rectangle 2"/>
          <p:cNvSpPr>
            <a:spLocks noGrp="1" noRot="1" noChangeAspect="1" noChangeArrowheads="1" noTextEdit="1"/>
          </p:cNvSpPr>
          <p:nvPr>
            <p:ph type="sldImg"/>
          </p:nvPr>
        </p:nvSpPr>
        <p:spPr>
          <a:ln/>
        </p:spPr>
      </p:sp>
      <p:sp>
        <p:nvSpPr>
          <p:cNvPr id="419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138044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40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040F60D-DAFD-417D-A224-8CD924F4C639}" type="datetime1">
              <a:rPr lang="zh-CN" altLang="en-US" smtClean="0"/>
              <a:pPr>
                <a:spcBef>
                  <a:spcPct val="0"/>
                </a:spcBef>
              </a:pPr>
              <a:t>2025/2/6</a:t>
            </a:fld>
            <a:endParaRPr lang="en-US" altLang="zh-CN"/>
          </a:p>
        </p:txBody>
      </p:sp>
      <p:sp>
        <p:nvSpPr>
          <p:cNvPr id="440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40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2DBF3C9-AE8D-411A-A1B5-3644B1216CF1}" type="slidenum">
              <a:rPr lang="en-US" altLang="zh-CN"/>
              <a:pPr>
                <a:spcBef>
                  <a:spcPct val="0"/>
                </a:spcBef>
              </a:pPr>
              <a:t>49</a:t>
            </a:fld>
            <a:endParaRPr lang="en-US" altLang="zh-CN"/>
          </a:p>
        </p:txBody>
      </p:sp>
      <p:sp>
        <p:nvSpPr>
          <p:cNvPr id="44038" name="Rectangle 2"/>
          <p:cNvSpPr>
            <a:spLocks noGrp="1" noRot="1" noChangeAspect="1" noChangeArrowheads="1" noTextEdit="1"/>
          </p:cNvSpPr>
          <p:nvPr>
            <p:ph type="sldImg"/>
          </p:nvPr>
        </p:nvSpPr>
        <p:spPr>
          <a:ln/>
        </p:spPr>
      </p:sp>
      <p:sp>
        <p:nvSpPr>
          <p:cNvPr id="440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959881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44F9BE63-869A-1C40-89F3-5CAA000F9FB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1442" name="Rectangle 3">
            <a:extLst>
              <a:ext uri="{FF2B5EF4-FFF2-40B4-BE49-F238E27FC236}">
                <a16:creationId xmlns:a16="http://schemas.microsoft.com/office/drawing/2014/main" id="{2A1275C5-C8F3-AF49-9384-DAE6FDFEDFF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167FDD7-35DF-864B-8203-E4A154D8EE77}" type="datetime1">
              <a:rPr lang="zh-CN" altLang="en-US" smtClean="0"/>
              <a:pPr>
                <a:spcBef>
                  <a:spcPct val="0"/>
                </a:spcBef>
              </a:pPr>
              <a:t>2025/2/6</a:t>
            </a:fld>
            <a:endParaRPr lang="en-US" altLang="zh-CN"/>
          </a:p>
        </p:txBody>
      </p:sp>
      <p:sp>
        <p:nvSpPr>
          <p:cNvPr id="61443" name="Rectangle 6">
            <a:extLst>
              <a:ext uri="{FF2B5EF4-FFF2-40B4-BE49-F238E27FC236}">
                <a16:creationId xmlns:a16="http://schemas.microsoft.com/office/drawing/2014/main" id="{1BB65488-B104-FA42-9323-25619D8783E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1444" name="Rectangle 7">
            <a:extLst>
              <a:ext uri="{FF2B5EF4-FFF2-40B4-BE49-F238E27FC236}">
                <a16:creationId xmlns:a16="http://schemas.microsoft.com/office/drawing/2014/main" id="{3DFADADF-4124-B046-A92C-236C9F7353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897BEDD-6B55-1146-B8A8-5A5170E617AB}" type="slidenum">
              <a:rPr lang="en-US" altLang="zh-CN"/>
              <a:pPr>
                <a:spcBef>
                  <a:spcPct val="0"/>
                </a:spcBef>
              </a:pPr>
              <a:t>51</a:t>
            </a:fld>
            <a:endParaRPr lang="en-US" altLang="zh-CN"/>
          </a:p>
        </p:txBody>
      </p:sp>
      <p:sp>
        <p:nvSpPr>
          <p:cNvPr id="61445" name="Rectangle 2">
            <a:extLst>
              <a:ext uri="{FF2B5EF4-FFF2-40B4-BE49-F238E27FC236}">
                <a16:creationId xmlns:a16="http://schemas.microsoft.com/office/drawing/2014/main" id="{CD399A02-31AA-0B4A-B42A-5DBCB7463AEF}"/>
              </a:ext>
            </a:extLst>
          </p:cNvPr>
          <p:cNvSpPr>
            <a:spLocks noGrp="1" noRot="1" noChangeAspect="1" noChangeArrowheads="1" noTextEdit="1"/>
          </p:cNvSpPr>
          <p:nvPr>
            <p:ph type="sldImg"/>
          </p:nvPr>
        </p:nvSpPr>
        <p:spPr>
          <a:ln/>
        </p:spPr>
      </p:sp>
      <p:sp>
        <p:nvSpPr>
          <p:cNvPr id="61446" name="Rectangle 3">
            <a:extLst>
              <a:ext uri="{FF2B5EF4-FFF2-40B4-BE49-F238E27FC236}">
                <a16:creationId xmlns:a16="http://schemas.microsoft.com/office/drawing/2014/main" id="{CA425C7C-19E8-1244-B3FB-A6B7E217CE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B5D4C537-2E24-B440-81EB-9FC339487BC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3490" name="Rectangle 3">
            <a:extLst>
              <a:ext uri="{FF2B5EF4-FFF2-40B4-BE49-F238E27FC236}">
                <a16:creationId xmlns:a16="http://schemas.microsoft.com/office/drawing/2014/main" id="{CEDCAF51-9824-B44B-8687-38591340A8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BB31EDB-CB16-C641-8BE6-CE4947ADF107}" type="datetime1">
              <a:rPr lang="zh-CN" altLang="en-US" smtClean="0"/>
              <a:pPr>
                <a:spcBef>
                  <a:spcPct val="0"/>
                </a:spcBef>
              </a:pPr>
              <a:t>2025/2/6</a:t>
            </a:fld>
            <a:endParaRPr lang="en-US" altLang="zh-CN"/>
          </a:p>
        </p:txBody>
      </p:sp>
      <p:sp>
        <p:nvSpPr>
          <p:cNvPr id="63491" name="Rectangle 6">
            <a:extLst>
              <a:ext uri="{FF2B5EF4-FFF2-40B4-BE49-F238E27FC236}">
                <a16:creationId xmlns:a16="http://schemas.microsoft.com/office/drawing/2014/main" id="{A60AAC8F-BCE5-334D-93F4-967FEC7731D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3492" name="Rectangle 7">
            <a:extLst>
              <a:ext uri="{FF2B5EF4-FFF2-40B4-BE49-F238E27FC236}">
                <a16:creationId xmlns:a16="http://schemas.microsoft.com/office/drawing/2014/main" id="{FF29EE1C-1AC9-7247-9540-84397C9FDB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BB1D15-C6BE-3142-A1A5-98C157339B78}" type="slidenum">
              <a:rPr lang="en-US" altLang="zh-CN"/>
              <a:pPr>
                <a:spcBef>
                  <a:spcPct val="0"/>
                </a:spcBef>
              </a:pPr>
              <a:t>52</a:t>
            </a:fld>
            <a:endParaRPr lang="en-US" altLang="zh-CN"/>
          </a:p>
        </p:txBody>
      </p:sp>
      <p:sp>
        <p:nvSpPr>
          <p:cNvPr id="63493" name="Rectangle 2">
            <a:extLst>
              <a:ext uri="{FF2B5EF4-FFF2-40B4-BE49-F238E27FC236}">
                <a16:creationId xmlns:a16="http://schemas.microsoft.com/office/drawing/2014/main" id="{0ECEAEC3-750D-A74A-8E07-6C862C9B8A51}"/>
              </a:ext>
            </a:extLst>
          </p:cNvPr>
          <p:cNvSpPr>
            <a:spLocks noGrp="1" noRot="1" noChangeAspect="1" noChangeArrowheads="1" noTextEdit="1"/>
          </p:cNvSpPr>
          <p:nvPr>
            <p:ph type="sldImg"/>
          </p:nvPr>
        </p:nvSpPr>
        <p:spPr>
          <a:ln/>
        </p:spPr>
      </p:sp>
      <p:sp>
        <p:nvSpPr>
          <p:cNvPr id="63494" name="Rectangle 3">
            <a:extLst>
              <a:ext uri="{FF2B5EF4-FFF2-40B4-BE49-F238E27FC236}">
                <a16:creationId xmlns:a16="http://schemas.microsoft.com/office/drawing/2014/main" id="{D1AAA61A-FA1F-2547-BCB4-1ECBA656B6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17D6FB1A-EBB5-654D-A810-DA6073934AA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5538" name="Rectangle 3">
            <a:extLst>
              <a:ext uri="{FF2B5EF4-FFF2-40B4-BE49-F238E27FC236}">
                <a16:creationId xmlns:a16="http://schemas.microsoft.com/office/drawing/2014/main" id="{1B2388B2-F734-D04D-9F15-7DE56FD43A2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B02160E-8179-2740-9A1A-D844E42AC054}" type="datetime1">
              <a:rPr lang="zh-CN" altLang="en-US" smtClean="0"/>
              <a:pPr>
                <a:spcBef>
                  <a:spcPct val="0"/>
                </a:spcBef>
              </a:pPr>
              <a:t>2025/2/6</a:t>
            </a:fld>
            <a:endParaRPr lang="en-US" altLang="zh-CN"/>
          </a:p>
        </p:txBody>
      </p:sp>
      <p:sp>
        <p:nvSpPr>
          <p:cNvPr id="65539" name="Rectangle 6">
            <a:extLst>
              <a:ext uri="{FF2B5EF4-FFF2-40B4-BE49-F238E27FC236}">
                <a16:creationId xmlns:a16="http://schemas.microsoft.com/office/drawing/2014/main" id="{6E02428C-BA89-1342-ACD9-C65E645A776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5540" name="Rectangle 7">
            <a:extLst>
              <a:ext uri="{FF2B5EF4-FFF2-40B4-BE49-F238E27FC236}">
                <a16:creationId xmlns:a16="http://schemas.microsoft.com/office/drawing/2014/main" id="{FA496D84-E421-CC48-BF9A-45F37AD791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346DAA-89BC-8649-AAF1-103E124DD2B4}" type="slidenum">
              <a:rPr lang="en-US" altLang="zh-CN"/>
              <a:pPr>
                <a:spcBef>
                  <a:spcPct val="0"/>
                </a:spcBef>
              </a:pPr>
              <a:t>53</a:t>
            </a:fld>
            <a:endParaRPr lang="en-US" altLang="zh-CN"/>
          </a:p>
        </p:txBody>
      </p:sp>
      <p:sp>
        <p:nvSpPr>
          <p:cNvPr id="65541" name="Rectangle 2">
            <a:extLst>
              <a:ext uri="{FF2B5EF4-FFF2-40B4-BE49-F238E27FC236}">
                <a16:creationId xmlns:a16="http://schemas.microsoft.com/office/drawing/2014/main" id="{2F9E31C7-FCA8-1A47-8E85-2434BEEBB33B}"/>
              </a:ext>
            </a:extLst>
          </p:cNvPr>
          <p:cNvSpPr>
            <a:spLocks noGrp="1" noRot="1" noChangeAspect="1" noChangeArrowheads="1" noTextEdit="1"/>
          </p:cNvSpPr>
          <p:nvPr>
            <p:ph type="sldImg"/>
          </p:nvPr>
        </p:nvSpPr>
        <p:spPr>
          <a:ln/>
        </p:spPr>
      </p:sp>
      <p:sp>
        <p:nvSpPr>
          <p:cNvPr id="65542" name="Rectangle 3">
            <a:extLst>
              <a:ext uri="{FF2B5EF4-FFF2-40B4-BE49-F238E27FC236}">
                <a16:creationId xmlns:a16="http://schemas.microsoft.com/office/drawing/2014/main" id="{DAFFC933-B2C2-6542-95A6-65E210FE2F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9746E626-86BC-8540-B73C-79847646D8D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9634" name="Rectangle 3">
            <a:extLst>
              <a:ext uri="{FF2B5EF4-FFF2-40B4-BE49-F238E27FC236}">
                <a16:creationId xmlns:a16="http://schemas.microsoft.com/office/drawing/2014/main" id="{4DEDCCC1-40C8-1540-9C3A-40BB32C1F1A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A07FA14-966B-CD46-84D9-F731CFAA3982}" type="datetime1">
              <a:rPr lang="zh-CN" altLang="en-US" smtClean="0"/>
              <a:pPr>
                <a:spcBef>
                  <a:spcPct val="0"/>
                </a:spcBef>
              </a:pPr>
              <a:t>2025/2/6</a:t>
            </a:fld>
            <a:endParaRPr lang="en-US" altLang="zh-CN"/>
          </a:p>
        </p:txBody>
      </p:sp>
      <p:sp>
        <p:nvSpPr>
          <p:cNvPr id="69635" name="Rectangle 6">
            <a:extLst>
              <a:ext uri="{FF2B5EF4-FFF2-40B4-BE49-F238E27FC236}">
                <a16:creationId xmlns:a16="http://schemas.microsoft.com/office/drawing/2014/main" id="{FF6FF2FA-8E0F-BD41-860D-256BC73D930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9636" name="Rectangle 7">
            <a:extLst>
              <a:ext uri="{FF2B5EF4-FFF2-40B4-BE49-F238E27FC236}">
                <a16:creationId xmlns:a16="http://schemas.microsoft.com/office/drawing/2014/main" id="{F9B87E53-DF6C-F14D-AB8F-95E8ED0CBB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40B7BF1-F520-4D4F-942E-A127F523256C}" type="slidenum">
              <a:rPr lang="en-US" altLang="zh-CN"/>
              <a:pPr>
                <a:spcBef>
                  <a:spcPct val="0"/>
                </a:spcBef>
              </a:pPr>
              <a:t>54</a:t>
            </a:fld>
            <a:endParaRPr lang="en-US" altLang="zh-CN"/>
          </a:p>
        </p:txBody>
      </p:sp>
      <p:sp>
        <p:nvSpPr>
          <p:cNvPr id="69637" name="Rectangle 2">
            <a:extLst>
              <a:ext uri="{FF2B5EF4-FFF2-40B4-BE49-F238E27FC236}">
                <a16:creationId xmlns:a16="http://schemas.microsoft.com/office/drawing/2014/main" id="{E267792E-B33F-A94F-BC61-A602B2E931F7}"/>
              </a:ext>
            </a:extLst>
          </p:cNvPr>
          <p:cNvSpPr>
            <a:spLocks noGrp="1" noRot="1" noChangeAspect="1" noChangeArrowheads="1" noTextEdit="1"/>
          </p:cNvSpPr>
          <p:nvPr>
            <p:ph type="sldImg"/>
          </p:nvPr>
        </p:nvSpPr>
        <p:spPr>
          <a:ln/>
        </p:spPr>
      </p:sp>
      <p:sp>
        <p:nvSpPr>
          <p:cNvPr id="69638" name="Rectangle 3">
            <a:extLst>
              <a:ext uri="{FF2B5EF4-FFF2-40B4-BE49-F238E27FC236}">
                <a16:creationId xmlns:a16="http://schemas.microsoft.com/office/drawing/2014/main" id="{0331DB87-E06A-8B49-8E57-D015E16C6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C2809B56-FA78-B048-9F08-9884A675DE8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1682" name="Rectangle 3">
            <a:extLst>
              <a:ext uri="{FF2B5EF4-FFF2-40B4-BE49-F238E27FC236}">
                <a16:creationId xmlns:a16="http://schemas.microsoft.com/office/drawing/2014/main" id="{E0925DE8-9B7E-624D-AB15-BA87C24FA96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E432392-7FFE-7747-8EB3-E1BDAD237CA6}" type="datetime1">
              <a:rPr lang="zh-CN" altLang="en-US" smtClean="0"/>
              <a:pPr>
                <a:spcBef>
                  <a:spcPct val="0"/>
                </a:spcBef>
              </a:pPr>
              <a:t>2025/2/6</a:t>
            </a:fld>
            <a:endParaRPr lang="en-US" altLang="zh-CN"/>
          </a:p>
        </p:txBody>
      </p:sp>
      <p:sp>
        <p:nvSpPr>
          <p:cNvPr id="71683" name="Rectangle 6">
            <a:extLst>
              <a:ext uri="{FF2B5EF4-FFF2-40B4-BE49-F238E27FC236}">
                <a16:creationId xmlns:a16="http://schemas.microsoft.com/office/drawing/2014/main" id="{C9EC224B-693A-C94B-95B6-D671DFEE905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1684" name="Rectangle 7">
            <a:extLst>
              <a:ext uri="{FF2B5EF4-FFF2-40B4-BE49-F238E27FC236}">
                <a16:creationId xmlns:a16="http://schemas.microsoft.com/office/drawing/2014/main" id="{DDA3F3E0-8899-7E4C-B2A0-386AC80F64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80AB91-8A96-9248-878E-850EEAA451BC}" type="slidenum">
              <a:rPr lang="en-US" altLang="zh-CN"/>
              <a:pPr>
                <a:spcBef>
                  <a:spcPct val="0"/>
                </a:spcBef>
              </a:pPr>
              <a:t>55</a:t>
            </a:fld>
            <a:endParaRPr lang="en-US" altLang="zh-CN"/>
          </a:p>
        </p:txBody>
      </p:sp>
      <p:sp>
        <p:nvSpPr>
          <p:cNvPr id="71685" name="Rectangle 2">
            <a:extLst>
              <a:ext uri="{FF2B5EF4-FFF2-40B4-BE49-F238E27FC236}">
                <a16:creationId xmlns:a16="http://schemas.microsoft.com/office/drawing/2014/main" id="{207C69D9-C7DB-1347-874D-EB78C90421E1}"/>
              </a:ext>
            </a:extLst>
          </p:cNvPr>
          <p:cNvSpPr>
            <a:spLocks noGrp="1" noRot="1" noChangeAspect="1" noChangeArrowheads="1" noTextEdit="1"/>
          </p:cNvSpPr>
          <p:nvPr>
            <p:ph type="sldImg"/>
          </p:nvPr>
        </p:nvSpPr>
        <p:spPr>
          <a:ln/>
        </p:spPr>
      </p:sp>
      <p:sp>
        <p:nvSpPr>
          <p:cNvPr id="71686" name="Rectangle 3">
            <a:extLst>
              <a:ext uri="{FF2B5EF4-FFF2-40B4-BE49-F238E27FC236}">
                <a16:creationId xmlns:a16="http://schemas.microsoft.com/office/drawing/2014/main" id="{FE9A5237-A10F-D742-843E-D51EAE1F88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55613E73-5A4E-1448-9503-F3ADCA10213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3730" name="Rectangle 3">
            <a:extLst>
              <a:ext uri="{FF2B5EF4-FFF2-40B4-BE49-F238E27FC236}">
                <a16:creationId xmlns:a16="http://schemas.microsoft.com/office/drawing/2014/main" id="{E922286D-D0E3-8840-A1F9-5C6767C4446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5AFE1C8-B188-2849-A920-DCCF4CAF6B33}" type="datetime1">
              <a:rPr lang="zh-CN" altLang="en-US" smtClean="0"/>
              <a:pPr>
                <a:spcBef>
                  <a:spcPct val="0"/>
                </a:spcBef>
              </a:pPr>
              <a:t>2025/2/6</a:t>
            </a:fld>
            <a:endParaRPr lang="en-US" altLang="zh-CN"/>
          </a:p>
        </p:txBody>
      </p:sp>
      <p:sp>
        <p:nvSpPr>
          <p:cNvPr id="73731" name="Rectangle 6">
            <a:extLst>
              <a:ext uri="{FF2B5EF4-FFF2-40B4-BE49-F238E27FC236}">
                <a16:creationId xmlns:a16="http://schemas.microsoft.com/office/drawing/2014/main" id="{BFF02FD0-1C5E-8A4B-96E5-DCABA724168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3732" name="Rectangle 7">
            <a:extLst>
              <a:ext uri="{FF2B5EF4-FFF2-40B4-BE49-F238E27FC236}">
                <a16:creationId xmlns:a16="http://schemas.microsoft.com/office/drawing/2014/main" id="{3E6816D3-9C63-6745-817B-B91294376A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D423139-61D9-624B-B667-0F58881AEED3}" type="slidenum">
              <a:rPr lang="en-US" altLang="zh-CN"/>
              <a:pPr>
                <a:spcBef>
                  <a:spcPct val="0"/>
                </a:spcBef>
              </a:pPr>
              <a:t>56</a:t>
            </a:fld>
            <a:endParaRPr lang="en-US" altLang="zh-CN"/>
          </a:p>
        </p:txBody>
      </p:sp>
      <p:sp>
        <p:nvSpPr>
          <p:cNvPr id="73733" name="Rectangle 2">
            <a:extLst>
              <a:ext uri="{FF2B5EF4-FFF2-40B4-BE49-F238E27FC236}">
                <a16:creationId xmlns:a16="http://schemas.microsoft.com/office/drawing/2014/main" id="{3331C3F2-7778-F945-B7A0-B6197666FA1C}"/>
              </a:ext>
            </a:extLst>
          </p:cNvPr>
          <p:cNvSpPr>
            <a:spLocks noGrp="1" noRot="1" noChangeAspect="1" noChangeArrowheads="1" noTextEdit="1"/>
          </p:cNvSpPr>
          <p:nvPr>
            <p:ph type="sldImg"/>
          </p:nvPr>
        </p:nvSpPr>
        <p:spPr>
          <a:ln/>
        </p:spPr>
      </p:sp>
      <p:sp>
        <p:nvSpPr>
          <p:cNvPr id="73734" name="Rectangle 3">
            <a:extLst>
              <a:ext uri="{FF2B5EF4-FFF2-40B4-BE49-F238E27FC236}">
                <a16:creationId xmlns:a16="http://schemas.microsoft.com/office/drawing/2014/main" id="{8A54C9FA-8BC5-204E-8C64-CD038637A5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31D78E60-8604-804A-BEE1-19C29ECAA91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1986" name="Rectangle 3">
            <a:extLst>
              <a:ext uri="{FF2B5EF4-FFF2-40B4-BE49-F238E27FC236}">
                <a16:creationId xmlns:a16="http://schemas.microsoft.com/office/drawing/2014/main" id="{74FCADF8-11FA-2846-BE72-79D18542099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59221DC-25E2-6146-975E-79AF7738F2F8}" type="datetime1">
              <a:rPr lang="zh-CN" altLang="en-US" smtClean="0"/>
              <a:pPr>
                <a:spcBef>
                  <a:spcPct val="0"/>
                </a:spcBef>
              </a:pPr>
              <a:t>2025/2/6</a:t>
            </a:fld>
            <a:endParaRPr lang="en-US" altLang="zh-CN"/>
          </a:p>
        </p:txBody>
      </p:sp>
      <p:sp>
        <p:nvSpPr>
          <p:cNvPr id="41987" name="Rectangle 6">
            <a:extLst>
              <a:ext uri="{FF2B5EF4-FFF2-40B4-BE49-F238E27FC236}">
                <a16:creationId xmlns:a16="http://schemas.microsoft.com/office/drawing/2014/main" id="{B49F1F83-4DBE-F34B-8670-F5087B39E52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1988" name="Rectangle 7">
            <a:extLst>
              <a:ext uri="{FF2B5EF4-FFF2-40B4-BE49-F238E27FC236}">
                <a16:creationId xmlns:a16="http://schemas.microsoft.com/office/drawing/2014/main" id="{ECAEDB9F-9002-7644-996A-F4D8BFF8B8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2722DC-A506-EA45-BA9D-5D46CDF2EB12}" type="slidenum">
              <a:rPr lang="en-US" altLang="zh-CN"/>
              <a:pPr>
                <a:spcBef>
                  <a:spcPct val="0"/>
                </a:spcBef>
              </a:pPr>
              <a:t>58</a:t>
            </a:fld>
            <a:endParaRPr lang="en-US" altLang="zh-CN"/>
          </a:p>
        </p:txBody>
      </p:sp>
      <p:sp>
        <p:nvSpPr>
          <p:cNvPr id="41989" name="Rectangle 2">
            <a:extLst>
              <a:ext uri="{FF2B5EF4-FFF2-40B4-BE49-F238E27FC236}">
                <a16:creationId xmlns:a16="http://schemas.microsoft.com/office/drawing/2014/main" id="{35A3A08B-14B0-A648-AF80-DEA90237EE32}"/>
              </a:ext>
            </a:extLst>
          </p:cNvPr>
          <p:cNvSpPr>
            <a:spLocks noGrp="1" noRot="1" noChangeAspect="1" noChangeArrowheads="1" noTextEdit="1"/>
          </p:cNvSpPr>
          <p:nvPr>
            <p:ph type="sldImg"/>
          </p:nvPr>
        </p:nvSpPr>
        <p:spPr>
          <a:ln/>
        </p:spPr>
      </p:sp>
      <p:sp>
        <p:nvSpPr>
          <p:cNvPr id="41990" name="Rectangle 3">
            <a:extLst>
              <a:ext uri="{FF2B5EF4-FFF2-40B4-BE49-F238E27FC236}">
                <a16:creationId xmlns:a16="http://schemas.microsoft.com/office/drawing/2014/main" id="{C2D047F4-ECF7-5A4A-9800-A17B441DA8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31D78E60-8604-804A-BEE1-19C29ECAA91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1986" name="Rectangle 3">
            <a:extLst>
              <a:ext uri="{FF2B5EF4-FFF2-40B4-BE49-F238E27FC236}">
                <a16:creationId xmlns:a16="http://schemas.microsoft.com/office/drawing/2014/main" id="{74FCADF8-11FA-2846-BE72-79D18542099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59221DC-25E2-6146-975E-79AF7738F2F8}" type="datetime1">
              <a:rPr lang="zh-CN" altLang="en-US" smtClean="0"/>
              <a:pPr>
                <a:spcBef>
                  <a:spcPct val="0"/>
                </a:spcBef>
              </a:pPr>
              <a:t>2025/2/6</a:t>
            </a:fld>
            <a:endParaRPr lang="en-US" altLang="zh-CN"/>
          </a:p>
        </p:txBody>
      </p:sp>
      <p:sp>
        <p:nvSpPr>
          <p:cNvPr id="41987" name="Rectangle 6">
            <a:extLst>
              <a:ext uri="{FF2B5EF4-FFF2-40B4-BE49-F238E27FC236}">
                <a16:creationId xmlns:a16="http://schemas.microsoft.com/office/drawing/2014/main" id="{B49F1F83-4DBE-F34B-8670-F5087B39E52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1988" name="Rectangle 7">
            <a:extLst>
              <a:ext uri="{FF2B5EF4-FFF2-40B4-BE49-F238E27FC236}">
                <a16:creationId xmlns:a16="http://schemas.microsoft.com/office/drawing/2014/main" id="{ECAEDB9F-9002-7644-996A-F4D8BFF8B8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2722DC-A506-EA45-BA9D-5D46CDF2EB12}" type="slidenum">
              <a:rPr lang="en-US" altLang="zh-CN"/>
              <a:pPr>
                <a:spcBef>
                  <a:spcPct val="0"/>
                </a:spcBef>
              </a:pPr>
              <a:t>59</a:t>
            </a:fld>
            <a:endParaRPr lang="en-US" altLang="zh-CN"/>
          </a:p>
        </p:txBody>
      </p:sp>
      <p:sp>
        <p:nvSpPr>
          <p:cNvPr id="41989" name="Rectangle 2">
            <a:extLst>
              <a:ext uri="{FF2B5EF4-FFF2-40B4-BE49-F238E27FC236}">
                <a16:creationId xmlns:a16="http://schemas.microsoft.com/office/drawing/2014/main" id="{35A3A08B-14B0-A648-AF80-DEA90237EE32}"/>
              </a:ext>
            </a:extLst>
          </p:cNvPr>
          <p:cNvSpPr>
            <a:spLocks noGrp="1" noRot="1" noChangeAspect="1" noChangeArrowheads="1" noTextEdit="1"/>
          </p:cNvSpPr>
          <p:nvPr>
            <p:ph type="sldImg"/>
          </p:nvPr>
        </p:nvSpPr>
        <p:spPr>
          <a:ln/>
        </p:spPr>
      </p:sp>
      <p:sp>
        <p:nvSpPr>
          <p:cNvPr id="41990" name="Rectangle 3">
            <a:extLst>
              <a:ext uri="{FF2B5EF4-FFF2-40B4-BE49-F238E27FC236}">
                <a16:creationId xmlns:a16="http://schemas.microsoft.com/office/drawing/2014/main" id="{C2D047F4-ECF7-5A4A-9800-A17B441DA8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37917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E9DFC78-E240-F544-A4AC-FA2B084E89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4034" name="Rectangle 3">
            <a:extLst>
              <a:ext uri="{FF2B5EF4-FFF2-40B4-BE49-F238E27FC236}">
                <a16:creationId xmlns:a16="http://schemas.microsoft.com/office/drawing/2014/main" id="{08901A7A-AC7C-C843-A653-A90C3B685AA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2B8F1F-3B4A-BA47-94F4-1C8093BD75AE}" type="datetime1">
              <a:rPr lang="zh-CN" altLang="en-US" smtClean="0"/>
              <a:pPr>
                <a:spcBef>
                  <a:spcPct val="0"/>
                </a:spcBef>
              </a:pPr>
              <a:t>2025/2/6</a:t>
            </a:fld>
            <a:endParaRPr lang="en-US" altLang="zh-CN"/>
          </a:p>
        </p:txBody>
      </p:sp>
      <p:sp>
        <p:nvSpPr>
          <p:cNvPr id="44035" name="Rectangle 6">
            <a:extLst>
              <a:ext uri="{FF2B5EF4-FFF2-40B4-BE49-F238E27FC236}">
                <a16:creationId xmlns:a16="http://schemas.microsoft.com/office/drawing/2014/main" id="{E257C282-B488-DE4A-8EBD-9571B48F4C8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4036" name="Rectangle 7">
            <a:extLst>
              <a:ext uri="{FF2B5EF4-FFF2-40B4-BE49-F238E27FC236}">
                <a16:creationId xmlns:a16="http://schemas.microsoft.com/office/drawing/2014/main" id="{EDD6FC33-2D21-0746-9982-9666A2D7C4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D5E603-532F-7D4E-830E-6EE7662F2893}" type="slidenum">
              <a:rPr lang="en-US" altLang="zh-CN"/>
              <a:pPr>
                <a:spcBef>
                  <a:spcPct val="0"/>
                </a:spcBef>
              </a:pPr>
              <a:t>60</a:t>
            </a:fld>
            <a:endParaRPr lang="en-US" altLang="zh-CN"/>
          </a:p>
        </p:txBody>
      </p:sp>
      <p:sp>
        <p:nvSpPr>
          <p:cNvPr id="44037" name="Rectangle 2">
            <a:extLst>
              <a:ext uri="{FF2B5EF4-FFF2-40B4-BE49-F238E27FC236}">
                <a16:creationId xmlns:a16="http://schemas.microsoft.com/office/drawing/2014/main" id="{CDE388E4-B161-1A4A-9837-6A5684B13392}"/>
              </a:ext>
            </a:extLst>
          </p:cNvPr>
          <p:cNvSpPr>
            <a:spLocks noGrp="1" noRot="1" noChangeAspect="1" noChangeArrowheads="1" noTextEdit="1"/>
          </p:cNvSpPr>
          <p:nvPr>
            <p:ph type="sldImg"/>
          </p:nvPr>
        </p:nvSpPr>
        <p:spPr>
          <a:ln/>
        </p:spPr>
      </p:sp>
      <p:sp>
        <p:nvSpPr>
          <p:cNvPr id="44038" name="Rectangle 3">
            <a:extLst>
              <a:ext uri="{FF2B5EF4-FFF2-40B4-BE49-F238E27FC236}">
                <a16:creationId xmlns:a16="http://schemas.microsoft.com/office/drawing/2014/main" id="{875C85E7-20BC-2F4D-9283-A1B1FF4F13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598ACAD2-FB46-8941-B950-73AC8B8F9B4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6082" name="Rectangle 3">
            <a:extLst>
              <a:ext uri="{FF2B5EF4-FFF2-40B4-BE49-F238E27FC236}">
                <a16:creationId xmlns:a16="http://schemas.microsoft.com/office/drawing/2014/main" id="{E7329CED-FCC0-F143-8F09-336A98DD140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FC7760F-089C-1C46-83F0-6DB715ABD9A0}" type="datetime1">
              <a:rPr lang="zh-CN" altLang="en-US" smtClean="0"/>
              <a:pPr>
                <a:spcBef>
                  <a:spcPct val="0"/>
                </a:spcBef>
              </a:pPr>
              <a:t>2025/2/6</a:t>
            </a:fld>
            <a:endParaRPr lang="en-US" altLang="zh-CN"/>
          </a:p>
        </p:txBody>
      </p:sp>
      <p:sp>
        <p:nvSpPr>
          <p:cNvPr id="46083" name="Rectangle 6">
            <a:extLst>
              <a:ext uri="{FF2B5EF4-FFF2-40B4-BE49-F238E27FC236}">
                <a16:creationId xmlns:a16="http://schemas.microsoft.com/office/drawing/2014/main" id="{F0420219-D9A3-4642-9DE3-0CA1A22AF5F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6084" name="Rectangle 7">
            <a:extLst>
              <a:ext uri="{FF2B5EF4-FFF2-40B4-BE49-F238E27FC236}">
                <a16:creationId xmlns:a16="http://schemas.microsoft.com/office/drawing/2014/main" id="{165B3EFF-858D-A942-94BC-019394ADFE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E30561-CC69-7246-8B42-287363C56E3A}" type="slidenum">
              <a:rPr lang="en-US" altLang="zh-CN"/>
              <a:pPr>
                <a:spcBef>
                  <a:spcPct val="0"/>
                </a:spcBef>
              </a:pPr>
              <a:t>61</a:t>
            </a:fld>
            <a:endParaRPr lang="en-US" altLang="zh-CN"/>
          </a:p>
        </p:txBody>
      </p:sp>
      <p:sp>
        <p:nvSpPr>
          <p:cNvPr id="46085" name="Rectangle 2">
            <a:extLst>
              <a:ext uri="{FF2B5EF4-FFF2-40B4-BE49-F238E27FC236}">
                <a16:creationId xmlns:a16="http://schemas.microsoft.com/office/drawing/2014/main" id="{891B3A29-EE0C-4149-9407-A2C086A11545}"/>
              </a:ext>
            </a:extLst>
          </p:cNvPr>
          <p:cNvSpPr>
            <a:spLocks noGrp="1" noRot="1" noChangeAspect="1" noChangeArrowheads="1" noTextEdit="1"/>
          </p:cNvSpPr>
          <p:nvPr>
            <p:ph type="sldImg"/>
          </p:nvPr>
        </p:nvSpPr>
        <p:spPr>
          <a:ln/>
        </p:spPr>
      </p:sp>
      <p:sp>
        <p:nvSpPr>
          <p:cNvPr id="46086" name="Rectangle 3">
            <a:extLst>
              <a:ext uri="{FF2B5EF4-FFF2-40B4-BE49-F238E27FC236}">
                <a16:creationId xmlns:a16="http://schemas.microsoft.com/office/drawing/2014/main" id="{198AE60D-E509-604F-9ABA-0A71521D45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AE98AA9E-5FFE-294A-9EF2-CEE49CFE205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8130" name="Rectangle 3">
            <a:extLst>
              <a:ext uri="{FF2B5EF4-FFF2-40B4-BE49-F238E27FC236}">
                <a16:creationId xmlns:a16="http://schemas.microsoft.com/office/drawing/2014/main" id="{F55F3191-7B84-0241-87FF-3E2A85BCA2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0F1841-37D4-1E48-9DAE-6B124EF57B3F}" type="datetime1">
              <a:rPr lang="zh-CN" altLang="en-US" smtClean="0"/>
              <a:pPr>
                <a:spcBef>
                  <a:spcPct val="0"/>
                </a:spcBef>
              </a:pPr>
              <a:t>2025/2/6</a:t>
            </a:fld>
            <a:endParaRPr lang="en-US" altLang="zh-CN"/>
          </a:p>
        </p:txBody>
      </p:sp>
      <p:sp>
        <p:nvSpPr>
          <p:cNvPr id="48131" name="Rectangle 6">
            <a:extLst>
              <a:ext uri="{FF2B5EF4-FFF2-40B4-BE49-F238E27FC236}">
                <a16:creationId xmlns:a16="http://schemas.microsoft.com/office/drawing/2014/main" id="{699AD6D3-E3D0-1141-BC0D-9C04AA8A7B3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8132" name="Rectangle 7">
            <a:extLst>
              <a:ext uri="{FF2B5EF4-FFF2-40B4-BE49-F238E27FC236}">
                <a16:creationId xmlns:a16="http://schemas.microsoft.com/office/drawing/2014/main" id="{F4254672-AB9A-0141-B831-A7F574AB0A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973DC1-5FAB-144F-88A5-B0510B3E3177}" type="slidenum">
              <a:rPr lang="en-US" altLang="zh-CN"/>
              <a:pPr>
                <a:spcBef>
                  <a:spcPct val="0"/>
                </a:spcBef>
              </a:pPr>
              <a:t>62</a:t>
            </a:fld>
            <a:endParaRPr lang="en-US" altLang="zh-CN"/>
          </a:p>
        </p:txBody>
      </p:sp>
      <p:sp>
        <p:nvSpPr>
          <p:cNvPr id="48133" name="Rectangle 2">
            <a:extLst>
              <a:ext uri="{FF2B5EF4-FFF2-40B4-BE49-F238E27FC236}">
                <a16:creationId xmlns:a16="http://schemas.microsoft.com/office/drawing/2014/main" id="{9846D028-BC8E-A242-A37F-48FF9B8D41D3}"/>
              </a:ext>
            </a:extLst>
          </p:cNvPr>
          <p:cNvSpPr>
            <a:spLocks noGrp="1" noRot="1" noChangeAspect="1" noChangeArrowheads="1" noTextEdit="1"/>
          </p:cNvSpPr>
          <p:nvPr>
            <p:ph type="sldImg"/>
          </p:nvPr>
        </p:nvSpPr>
        <p:spPr>
          <a:ln/>
        </p:spPr>
      </p:sp>
      <p:sp>
        <p:nvSpPr>
          <p:cNvPr id="48134" name="Rectangle 3">
            <a:extLst>
              <a:ext uri="{FF2B5EF4-FFF2-40B4-BE49-F238E27FC236}">
                <a16:creationId xmlns:a16="http://schemas.microsoft.com/office/drawing/2014/main" id="{2E7E4A19-0305-494E-8974-E387E32F34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4DA4E72-8A29-C749-9953-B9A4581CF7B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50178" name="Rectangle 3">
            <a:extLst>
              <a:ext uri="{FF2B5EF4-FFF2-40B4-BE49-F238E27FC236}">
                <a16:creationId xmlns:a16="http://schemas.microsoft.com/office/drawing/2014/main" id="{BC358818-1651-8B41-B432-54DBA6261AE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5F9740-D460-4940-A1DA-728E806B7B33}" type="datetime1">
              <a:rPr lang="zh-CN" altLang="en-US" smtClean="0"/>
              <a:pPr>
                <a:spcBef>
                  <a:spcPct val="0"/>
                </a:spcBef>
              </a:pPr>
              <a:t>2025/2/6</a:t>
            </a:fld>
            <a:endParaRPr lang="en-US" altLang="zh-CN"/>
          </a:p>
        </p:txBody>
      </p:sp>
      <p:sp>
        <p:nvSpPr>
          <p:cNvPr id="50179" name="Rectangle 6">
            <a:extLst>
              <a:ext uri="{FF2B5EF4-FFF2-40B4-BE49-F238E27FC236}">
                <a16:creationId xmlns:a16="http://schemas.microsoft.com/office/drawing/2014/main" id="{53D8CB2E-9CF4-1647-A228-4F710530656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50180" name="Rectangle 7">
            <a:extLst>
              <a:ext uri="{FF2B5EF4-FFF2-40B4-BE49-F238E27FC236}">
                <a16:creationId xmlns:a16="http://schemas.microsoft.com/office/drawing/2014/main" id="{785D4F26-3CD6-0E44-B0FF-3E4F048FEC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818331A-F4E5-C545-A2A7-3C2FB1F05D12}" type="slidenum">
              <a:rPr lang="en-US" altLang="zh-CN"/>
              <a:pPr>
                <a:spcBef>
                  <a:spcPct val="0"/>
                </a:spcBef>
              </a:pPr>
              <a:t>63</a:t>
            </a:fld>
            <a:endParaRPr lang="en-US" altLang="zh-CN"/>
          </a:p>
        </p:txBody>
      </p:sp>
      <p:sp>
        <p:nvSpPr>
          <p:cNvPr id="50181" name="Rectangle 2">
            <a:extLst>
              <a:ext uri="{FF2B5EF4-FFF2-40B4-BE49-F238E27FC236}">
                <a16:creationId xmlns:a16="http://schemas.microsoft.com/office/drawing/2014/main" id="{9AAC0AA6-8D80-7A44-B57A-94D074901699}"/>
              </a:ext>
            </a:extLst>
          </p:cNvPr>
          <p:cNvSpPr>
            <a:spLocks noGrp="1" noRot="1" noChangeAspect="1" noChangeArrowheads="1" noTextEdit="1"/>
          </p:cNvSpPr>
          <p:nvPr>
            <p:ph type="sldImg"/>
          </p:nvPr>
        </p:nvSpPr>
        <p:spPr>
          <a:ln/>
        </p:spPr>
      </p:sp>
      <p:sp>
        <p:nvSpPr>
          <p:cNvPr id="50182" name="Rectangle 3">
            <a:extLst>
              <a:ext uri="{FF2B5EF4-FFF2-40B4-BE49-F238E27FC236}">
                <a16:creationId xmlns:a16="http://schemas.microsoft.com/office/drawing/2014/main" id="{B8D6B5D1-AE0B-B045-8D23-90D4D3DF6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74BE8015-AAC7-0D4D-92D1-8228789150D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2466" name="Rectangle 3">
            <a:extLst>
              <a:ext uri="{FF2B5EF4-FFF2-40B4-BE49-F238E27FC236}">
                <a16:creationId xmlns:a16="http://schemas.microsoft.com/office/drawing/2014/main" id="{DF7EA126-1165-FD42-BEF3-840C291B992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79A053-D859-274F-8897-9CD64B56A178}" type="datetime1">
              <a:rPr lang="zh-CN" altLang="en-US" smtClean="0"/>
              <a:pPr>
                <a:spcBef>
                  <a:spcPct val="0"/>
                </a:spcBef>
              </a:pPr>
              <a:t>2025/2/6</a:t>
            </a:fld>
            <a:endParaRPr lang="en-US" altLang="zh-CN"/>
          </a:p>
        </p:txBody>
      </p:sp>
      <p:sp>
        <p:nvSpPr>
          <p:cNvPr id="62467" name="Rectangle 6">
            <a:extLst>
              <a:ext uri="{FF2B5EF4-FFF2-40B4-BE49-F238E27FC236}">
                <a16:creationId xmlns:a16="http://schemas.microsoft.com/office/drawing/2014/main" id="{C64EA533-1E79-4745-9D40-5A4C1A651DE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2468" name="Rectangle 7">
            <a:extLst>
              <a:ext uri="{FF2B5EF4-FFF2-40B4-BE49-F238E27FC236}">
                <a16:creationId xmlns:a16="http://schemas.microsoft.com/office/drawing/2014/main" id="{1E33E23C-4DA2-8548-A36C-32713A36F4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91D4DC0-C1DD-FB4A-ABF9-C92787086789}" type="slidenum">
              <a:rPr lang="en-US" altLang="zh-CN"/>
              <a:pPr>
                <a:spcBef>
                  <a:spcPct val="0"/>
                </a:spcBef>
              </a:pPr>
              <a:t>64</a:t>
            </a:fld>
            <a:endParaRPr lang="en-US" altLang="zh-CN"/>
          </a:p>
        </p:txBody>
      </p:sp>
      <p:sp>
        <p:nvSpPr>
          <p:cNvPr id="62469" name="Rectangle 2">
            <a:extLst>
              <a:ext uri="{FF2B5EF4-FFF2-40B4-BE49-F238E27FC236}">
                <a16:creationId xmlns:a16="http://schemas.microsoft.com/office/drawing/2014/main" id="{24D27A7C-E5D8-2C41-871F-78F76EAAD139}"/>
              </a:ext>
            </a:extLst>
          </p:cNvPr>
          <p:cNvSpPr>
            <a:spLocks noGrp="1" noRot="1" noChangeAspect="1" noChangeArrowheads="1" noTextEdit="1"/>
          </p:cNvSpPr>
          <p:nvPr>
            <p:ph type="sldImg"/>
          </p:nvPr>
        </p:nvSpPr>
        <p:spPr>
          <a:ln/>
        </p:spPr>
      </p:sp>
      <p:sp>
        <p:nvSpPr>
          <p:cNvPr id="62470" name="Rectangle 3">
            <a:extLst>
              <a:ext uri="{FF2B5EF4-FFF2-40B4-BE49-F238E27FC236}">
                <a16:creationId xmlns:a16="http://schemas.microsoft.com/office/drawing/2014/main" id="{2D3B21A7-EFF0-3B4D-833E-5D56E0FE95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924FADDB-80AC-6941-A10A-8A3DF609414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4514" name="Rectangle 3">
            <a:extLst>
              <a:ext uri="{FF2B5EF4-FFF2-40B4-BE49-F238E27FC236}">
                <a16:creationId xmlns:a16="http://schemas.microsoft.com/office/drawing/2014/main" id="{0E9928DA-7766-9144-ABC6-63DB10F7F26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1DF98B-49F2-6040-B195-7DA2242238A9}" type="datetime1">
              <a:rPr lang="zh-CN" altLang="en-US" smtClean="0"/>
              <a:pPr>
                <a:spcBef>
                  <a:spcPct val="0"/>
                </a:spcBef>
              </a:pPr>
              <a:t>2025/2/6</a:t>
            </a:fld>
            <a:endParaRPr lang="en-US" altLang="zh-CN"/>
          </a:p>
        </p:txBody>
      </p:sp>
      <p:sp>
        <p:nvSpPr>
          <p:cNvPr id="64515" name="Rectangle 6">
            <a:extLst>
              <a:ext uri="{FF2B5EF4-FFF2-40B4-BE49-F238E27FC236}">
                <a16:creationId xmlns:a16="http://schemas.microsoft.com/office/drawing/2014/main" id="{F71D3324-5C51-1E4D-8B84-BE7EA67C698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4516" name="Rectangle 7">
            <a:extLst>
              <a:ext uri="{FF2B5EF4-FFF2-40B4-BE49-F238E27FC236}">
                <a16:creationId xmlns:a16="http://schemas.microsoft.com/office/drawing/2014/main" id="{A10E3944-C2FE-3847-8F31-026D40FCD3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9CAD9FB-9829-8C4E-8B6B-2346066BC7E4}" type="slidenum">
              <a:rPr lang="en-US" altLang="zh-CN"/>
              <a:pPr>
                <a:spcBef>
                  <a:spcPct val="0"/>
                </a:spcBef>
              </a:pPr>
              <a:t>65</a:t>
            </a:fld>
            <a:endParaRPr lang="en-US" altLang="zh-CN"/>
          </a:p>
        </p:txBody>
      </p:sp>
      <p:sp>
        <p:nvSpPr>
          <p:cNvPr id="64517" name="Rectangle 2">
            <a:extLst>
              <a:ext uri="{FF2B5EF4-FFF2-40B4-BE49-F238E27FC236}">
                <a16:creationId xmlns:a16="http://schemas.microsoft.com/office/drawing/2014/main" id="{7B5D39E6-27AB-7A44-9C17-27C8D2DC70D3}"/>
              </a:ext>
            </a:extLst>
          </p:cNvPr>
          <p:cNvSpPr>
            <a:spLocks noGrp="1" noRot="1" noChangeAspect="1" noChangeArrowheads="1" noTextEdit="1"/>
          </p:cNvSpPr>
          <p:nvPr>
            <p:ph type="sldImg"/>
          </p:nvPr>
        </p:nvSpPr>
        <p:spPr>
          <a:ln/>
        </p:spPr>
      </p:sp>
      <p:sp>
        <p:nvSpPr>
          <p:cNvPr id="64518" name="Rectangle 3">
            <a:extLst>
              <a:ext uri="{FF2B5EF4-FFF2-40B4-BE49-F238E27FC236}">
                <a16:creationId xmlns:a16="http://schemas.microsoft.com/office/drawing/2014/main" id="{7818A785-35FF-FB4C-A39B-F90FBC3A66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870716A2-FC85-884E-A604-C7D49327A84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6562" name="Rectangle 3">
            <a:extLst>
              <a:ext uri="{FF2B5EF4-FFF2-40B4-BE49-F238E27FC236}">
                <a16:creationId xmlns:a16="http://schemas.microsoft.com/office/drawing/2014/main" id="{2FD70B0E-B783-B747-91EB-DDB645B9865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B066B58-091E-654E-84D5-6B35CB02ED62}" type="datetime1">
              <a:rPr lang="zh-CN" altLang="en-US" smtClean="0"/>
              <a:pPr>
                <a:spcBef>
                  <a:spcPct val="0"/>
                </a:spcBef>
              </a:pPr>
              <a:t>2025/2/6</a:t>
            </a:fld>
            <a:endParaRPr lang="en-US" altLang="zh-CN"/>
          </a:p>
        </p:txBody>
      </p:sp>
      <p:sp>
        <p:nvSpPr>
          <p:cNvPr id="66563" name="Rectangle 6">
            <a:extLst>
              <a:ext uri="{FF2B5EF4-FFF2-40B4-BE49-F238E27FC236}">
                <a16:creationId xmlns:a16="http://schemas.microsoft.com/office/drawing/2014/main" id="{442F445B-38E8-654C-9DD1-8CF3054663A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6564" name="Rectangle 7">
            <a:extLst>
              <a:ext uri="{FF2B5EF4-FFF2-40B4-BE49-F238E27FC236}">
                <a16:creationId xmlns:a16="http://schemas.microsoft.com/office/drawing/2014/main" id="{50ECE2D8-9901-F74D-881A-E1C91218B9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7FA2084-FCB1-4340-AD90-CB90F127F495}" type="slidenum">
              <a:rPr lang="en-US" altLang="zh-CN"/>
              <a:pPr>
                <a:spcBef>
                  <a:spcPct val="0"/>
                </a:spcBef>
              </a:pPr>
              <a:t>66</a:t>
            </a:fld>
            <a:endParaRPr lang="en-US" altLang="zh-CN"/>
          </a:p>
        </p:txBody>
      </p:sp>
      <p:sp>
        <p:nvSpPr>
          <p:cNvPr id="66565" name="Rectangle 2">
            <a:extLst>
              <a:ext uri="{FF2B5EF4-FFF2-40B4-BE49-F238E27FC236}">
                <a16:creationId xmlns:a16="http://schemas.microsoft.com/office/drawing/2014/main" id="{3CA13221-9373-3842-BF90-A5AA6DE82C6A}"/>
              </a:ext>
            </a:extLst>
          </p:cNvPr>
          <p:cNvSpPr>
            <a:spLocks noGrp="1" noRot="1" noChangeAspect="1" noChangeArrowheads="1" noTextEdit="1"/>
          </p:cNvSpPr>
          <p:nvPr>
            <p:ph type="sldImg"/>
          </p:nvPr>
        </p:nvSpPr>
        <p:spPr>
          <a:ln/>
        </p:spPr>
      </p:sp>
      <p:sp>
        <p:nvSpPr>
          <p:cNvPr id="66566" name="Rectangle 3">
            <a:extLst>
              <a:ext uri="{FF2B5EF4-FFF2-40B4-BE49-F238E27FC236}">
                <a16:creationId xmlns:a16="http://schemas.microsoft.com/office/drawing/2014/main" id="{20BF3099-8F28-3446-BF3C-2B037B9B61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B220E79B-B2BD-8941-99C1-B84B235002F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68610" name="Rectangle 3">
            <a:extLst>
              <a:ext uri="{FF2B5EF4-FFF2-40B4-BE49-F238E27FC236}">
                <a16:creationId xmlns:a16="http://schemas.microsoft.com/office/drawing/2014/main" id="{3A279585-2270-4F40-BA82-4EDC1A9611C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965E528-CED2-DF4F-A887-AFD7BB616F71}" type="datetime1">
              <a:rPr lang="zh-CN" altLang="en-US" smtClean="0"/>
              <a:pPr>
                <a:spcBef>
                  <a:spcPct val="0"/>
                </a:spcBef>
              </a:pPr>
              <a:t>2025/2/6</a:t>
            </a:fld>
            <a:endParaRPr lang="en-US" altLang="zh-CN"/>
          </a:p>
        </p:txBody>
      </p:sp>
      <p:sp>
        <p:nvSpPr>
          <p:cNvPr id="68611" name="Rectangle 6">
            <a:extLst>
              <a:ext uri="{FF2B5EF4-FFF2-40B4-BE49-F238E27FC236}">
                <a16:creationId xmlns:a16="http://schemas.microsoft.com/office/drawing/2014/main" id="{BEB5084E-2924-5349-BAFE-8CAB2012FA8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68612" name="Rectangle 7">
            <a:extLst>
              <a:ext uri="{FF2B5EF4-FFF2-40B4-BE49-F238E27FC236}">
                <a16:creationId xmlns:a16="http://schemas.microsoft.com/office/drawing/2014/main" id="{E731CBE9-184B-5245-A89B-B64FDC784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C935BE-3E0A-6340-8103-865510CD7234}" type="slidenum">
              <a:rPr lang="en-US" altLang="zh-CN"/>
              <a:pPr>
                <a:spcBef>
                  <a:spcPct val="0"/>
                </a:spcBef>
              </a:pPr>
              <a:t>67</a:t>
            </a:fld>
            <a:endParaRPr lang="en-US" altLang="zh-CN"/>
          </a:p>
        </p:txBody>
      </p:sp>
      <p:sp>
        <p:nvSpPr>
          <p:cNvPr id="68613" name="Rectangle 2">
            <a:extLst>
              <a:ext uri="{FF2B5EF4-FFF2-40B4-BE49-F238E27FC236}">
                <a16:creationId xmlns:a16="http://schemas.microsoft.com/office/drawing/2014/main" id="{5993F30B-A072-B34A-B302-4B2622917A11}"/>
              </a:ext>
            </a:extLst>
          </p:cNvPr>
          <p:cNvSpPr>
            <a:spLocks noGrp="1" noRot="1" noChangeAspect="1" noChangeArrowheads="1" noTextEdit="1"/>
          </p:cNvSpPr>
          <p:nvPr>
            <p:ph type="sldImg"/>
          </p:nvPr>
        </p:nvSpPr>
        <p:spPr>
          <a:ln/>
        </p:spPr>
      </p:sp>
      <p:sp>
        <p:nvSpPr>
          <p:cNvPr id="68614" name="Rectangle 3">
            <a:extLst>
              <a:ext uri="{FF2B5EF4-FFF2-40B4-BE49-F238E27FC236}">
                <a16:creationId xmlns:a16="http://schemas.microsoft.com/office/drawing/2014/main" id="{05CD79BE-E5B7-6045-A922-F77FA83700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EC53D3E7-30AF-2246-9F31-C70BA017038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0658" name="Rectangle 3">
            <a:extLst>
              <a:ext uri="{FF2B5EF4-FFF2-40B4-BE49-F238E27FC236}">
                <a16:creationId xmlns:a16="http://schemas.microsoft.com/office/drawing/2014/main" id="{AE2A7542-3C2C-B243-99FA-8F2157FA1BD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D2921F4-5F1C-4D42-A8FE-06413A1DF7AB}" type="datetime1">
              <a:rPr lang="zh-CN" altLang="en-US" smtClean="0"/>
              <a:pPr>
                <a:spcBef>
                  <a:spcPct val="0"/>
                </a:spcBef>
              </a:pPr>
              <a:t>2025/2/6</a:t>
            </a:fld>
            <a:endParaRPr lang="en-US" altLang="zh-CN"/>
          </a:p>
        </p:txBody>
      </p:sp>
      <p:sp>
        <p:nvSpPr>
          <p:cNvPr id="70659" name="Rectangle 6">
            <a:extLst>
              <a:ext uri="{FF2B5EF4-FFF2-40B4-BE49-F238E27FC236}">
                <a16:creationId xmlns:a16="http://schemas.microsoft.com/office/drawing/2014/main" id="{5DCBF884-F18F-3941-8BD7-22850699A71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0660" name="Rectangle 7">
            <a:extLst>
              <a:ext uri="{FF2B5EF4-FFF2-40B4-BE49-F238E27FC236}">
                <a16:creationId xmlns:a16="http://schemas.microsoft.com/office/drawing/2014/main" id="{C6A1F6DF-4FC7-0C46-81BE-0852054851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47EFED9-60CF-2E47-9E20-881058A27AB7}" type="slidenum">
              <a:rPr lang="en-US" altLang="zh-CN"/>
              <a:pPr>
                <a:spcBef>
                  <a:spcPct val="0"/>
                </a:spcBef>
              </a:pPr>
              <a:t>68</a:t>
            </a:fld>
            <a:endParaRPr lang="en-US" altLang="zh-CN"/>
          </a:p>
        </p:txBody>
      </p:sp>
      <p:sp>
        <p:nvSpPr>
          <p:cNvPr id="70661" name="Rectangle 2">
            <a:extLst>
              <a:ext uri="{FF2B5EF4-FFF2-40B4-BE49-F238E27FC236}">
                <a16:creationId xmlns:a16="http://schemas.microsoft.com/office/drawing/2014/main" id="{2FA32E2D-5AE6-B34B-9CE0-53FBF030C1E1}"/>
              </a:ext>
            </a:extLst>
          </p:cNvPr>
          <p:cNvSpPr>
            <a:spLocks noGrp="1" noRot="1" noChangeAspect="1" noChangeArrowheads="1" noTextEdit="1"/>
          </p:cNvSpPr>
          <p:nvPr>
            <p:ph type="sldImg"/>
          </p:nvPr>
        </p:nvSpPr>
        <p:spPr>
          <a:ln/>
        </p:spPr>
      </p:sp>
      <p:sp>
        <p:nvSpPr>
          <p:cNvPr id="70662" name="Rectangle 3">
            <a:extLst>
              <a:ext uri="{FF2B5EF4-FFF2-40B4-BE49-F238E27FC236}">
                <a16:creationId xmlns:a16="http://schemas.microsoft.com/office/drawing/2014/main" id="{83C943E8-A3BB-C747-A4DA-45FAF47754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0D084992-C65C-A94E-9B36-13E9B453E50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2706" name="Rectangle 3">
            <a:extLst>
              <a:ext uri="{FF2B5EF4-FFF2-40B4-BE49-F238E27FC236}">
                <a16:creationId xmlns:a16="http://schemas.microsoft.com/office/drawing/2014/main" id="{EEE3A6E9-58FD-5541-9F5B-6251F51635D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A09F52-F59F-5A49-B164-DE564D36EDB5}" type="datetime1">
              <a:rPr lang="zh-CN" altLang="en-US" smtClean="0"/>
              <a:pPr>
                <a:spcBef>
                  <a:spcPct val="0"/>
                </a:spcBef>
              </a:pPr>
              <a:t>2025/2/6</a:t>
            </a:fld>
            <a:endParaRPr lang="en-US" altLang="zh-CN"/>
          </a:p>
        </p:txBody>
      </p:sp>
      <p:sp>
        <p:nvSpPr>
          <p:cNvPr id="72707" name="Rectangle 6">
            <a:extLst>
              <a:ext uri="{FF2B5EF4-FFF2-40B4-BE49-F238E27FC236}">
                <a16:creationId xmlns:a16="http://schemas.microsoft.com/office/drawing/2014/main" id="{FB2BE49B-3B5D-BA4F-9D31-27DD8F0D79C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2708" name="Rectangle 7">
            <a:extLst>
              <a:ext uri="{FF2B5EF4-FFF2-40B4-BE49-F238E27FC236}">
                <a16:creationId xmlns:a16="http://schemas.microsoft.com/office/drawing/2014/main" id="{3A2D4C9F-6BA8-E74C-998A-DB0002064C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07D7EC-B876-C540-8D3A-62B565C2CF27}" type="slidenum">
              <a:rPr lang="en-US" altLang="zh-CN"/>
              <a:pPr>
                <a:spcBef>
                  <a:spcPct val="0"/>
                </a:spcBef>
              </a:pPr>
              <a:t>69</a:t>
            </a:fld>
            <a:endParaRPr lang="en-US" altLang="zh-CN"/>
          </a:p>
        </p:txBody>
      </p:sp>
      <p:sp>
        <p:nvSpPr>
          <p:cNvPr id="72709" name="Rectangle 2">
            <a:extLst>
              <a:ext uri="{FF2B5EF4-FFF2-40B4-BE49-F238E27FC236}">
                <a16:creationId xmlns:a16="http://schemas.microsoft.com/office/drawing/2014/main" id="{1EAB8A7E-09BD-BC42-B998-D9036E11BA5D}"/>
              </a:ext>
            </a:extLst>
          </p:cNvPr>
          <p:cNvSpPr>
            <a:spLocks noGrp="1" noRot="1" noChangeAspect="1" noChangeArrowheads="1" noTextEdit="1"/>
          </p:cNvSpPr>
          <p:nvPr>
            <p:ph type="sldImg"/>
          </p:nvPr>
        </p:nvSpPr>
        <p:spPr>
          <a:ln/>
        </p:spPr>
      </p:sp>
      <p:sp>
        <p:nvSpPr>
          <p:cNvPr id="72710" name="Rectangle 3">
            <a:extLst>
              <a:ext uri="{FF2B5EF4-FFF2-40B4-BE49-F238E27FC236}">
                <a16:creationId xmlns:a16="http://schemas.microsoft.com/office/drawing/2014/main" id="{1CB0E3A3-D06D-BE49-95CA-640C090A2E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E4CE6460-59C3-EF4A-AC11-42CF4593961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6802" name="Rectangle 3">
            <a:extLst>
              <a:ext uri="{FF2B5EF4-FFF2-40B4-BE49-F238E27FC236}">
                <a16:creationId xmlns:a16="http://schemas.microsoft.com/office/drawing/2014/main" id="{57794E84-B667-994D-AC28-A174B0DF33A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3A7B9CF-13FD-5144-94C8-9073D4C1BCB6}" type="datetime1">
              <a:rPr lang="zh-CN" altLang="en-US" smtClean="0"/>
              <a:pPr>
                <a:spcBef>
                  <a:spcPct val="0"/>
                </a:spcBef>
              </a:pPr>
              <a:t>2025/2/6</a:t>
            </a:fld>
            <a:endParaRPr lang="en-US" altLang="zh-CN"/>
          </a:p>
        </p:txBody>
      </p:sp>
      <p:sp>
        <p:nvSpPr>
          <p:cNvPr id="76803" name="Rectangle 6">
            <a:extLst>
              <a:ext uri="{FF2B5EF4-FFF2-40B4-BE49-F238E27FC236}">
                <a16:creationId xmlns:a16="http://schemas.microsoft.com/office/drawing/2014/main" id="{512AC70F-E7EF-2147-9EE3-B2643E3058A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6804" name="Rectangle 7">
            <a:extLst>
              <a:ext uri="{FF2B5EF4-FFF2-40B4-BE49-F238E27FC236}">
                <a16:creationId xmlns:a16="http://schemas.microsoft.com/office/drawing/2014/main" id="{A3B8C50E-2BAB-D44C-ACE8-A0AADD3F2D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3E9B0B9-AA52-DE43-9E9C-EF1F1E3BC4EA}" type="slidenum">
              <a:rPr lang="en-US" altLang="zh-CN"/>
              <a:pPr>
                <a:spcBef>
                  <a:spcPct val="0"/>
                </a:spcBef>
              </a:pPr>
              <a:t>70</a:t>
            </a:fld>
            <a:endParaRPr lang="en-US" altLang="zh-CN"/>
          </a:p>
        </p:txBody>
      </p:sp>
      <p:sp>
        <p:nvSpPr>
          <p:cNvPr id="76805" name="Rectangle 2">
            <a:extLst>
              <a:ext uri="{FF2B5EF4-FFF2-40B4-BE49-F238E27FC236}">
                <a16:creationId xmlns:a16="http://schemas.microsoft.com/office/drawing/2014/main" id="{57AE6B45-D715-6D40-8E2B-63DD016D8AE7}"/>
              </a:ext>
            </a:extLst>
          </p:cNvPr>
          <p:cNvSpPr>
            <a:spLocks noGrp="1" noRot="1" noChangeAspect="1" noChangeArrowheads="1" noTextEdit="1"/>
          </p:cNvSpPr>
          <p:nvPr>
            <p:ph type="sldImg"/>
          </p:nvPr>
        </p:nvSpPr>
        <p:spPr>
          <a:ln/>
        </p:spPr>
      </p:sp>
      <p:sp>
        <p:nvSpPr>
          <p:cNvPr id="76806" name="Rectangle 3">
            <a:extLst>
              <a:ext uri="{FF2B5EF4-FFF2-40B4-BE49-F238E27FC236}">
                <a16:creationId xmlns:a16="http://schemas.microsoft.com/office/drawing/2014/main" id="{9F8ABA20-B00F-1C44-861A-D79F8C16BA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D8E1A722-3464-574D-90BB-80435C84CE1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78850" name="Rectangle 3">
            <a:extLst>
              <a:ext uri="{FF2B5EF4-FFF2-40B4-BE49-F238E27FC236}">
                <a16:creationId xmlns:a16="http://schemas.microsoft.com/office/drawing/2014/main" id="{4D590698-7B44-1C4B-8EB8-0C7A2DB0C33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0C5BA4-767E-AE4A-ADD1-B64BF5646440}" type="datetime1">
              <a:rPr lang="zh-CN" altLang="en-US" smtClean="0"/>
              <a:pPr>
                <a:spcBef>
                  <a:spcPct val="0"/>
                </a:spcBef>
              </a:pPr>
              <a:t>2025/2/6</a:t>
            </a:fld>
            <a:endParaRPr lang="en-US" altLang="zh-CN"/>
          </a:p>
        </p:txBody>
      </p:sp>
      <p:sp>
        <p:nvSpPr>
          <p:cNvPr id="78851" name="Rectangle 6">
            <a:extLst>
              <a:ext uri="{FF2B5EF4-FFF2-40B4-BE49-F238E27FC236}">
                <a16:creationId xmlns:a16="http://schemas.microsoft.com/office/drawing/2014/main" id="{D94849BF-A5E3-1943-B1D3-C9945CDBE5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78852" name="Rectangle 7">
            <a:extLst>
              <a:ext uri="{FF2B5EF4-FFF2-40B4-BE49-F238E27FC236}">
                <a16:creationId xmlns:a16="http://schemas.microsoft.com/office/drawing/2014/main" id="{4AC10D7A-6B04-F749-8AEF-5C4962FF1C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55C9E13-A02F-DE4E-8BE2-DE41C79A0E8D}" type="slidenum">
              <a:rPr lang="en-US" altLang="zh-CN"/>
              <a:pPr>
                <a:spcBef>
                  <a:spcPct val="0"/>
                </a:spcBef>
              </a:pPr>
              <a:t>71</a:t>
            </a:fld>
            <a:endParaRPr lang="en-US" altLang="zh-CN"/>
          </a:p>
        </p:txBody>
      </p:sp>
      <p:sp>
        <p:nvSpPr>
          <p:cNvPr id="78853" name="Rectangle 2">
            <a:extLst>
              <a:ext uri="{FF2B5EF4-FFF2-40B4-BE49-F238E27FC236}">
                <a16:creationId xmlns:a16="http://schemas.microsoft.com/office/drawing/2014/main" id="{DAD42FE2-7D72-4749-BEB0-CE5F6B9E1156}"/>
              </a:ext>
            </a:extLst>
          </p:cNvPr>
          <p:cNvSpPr>
            <a:spLocks noGrp="1" noRot="1" noChangeAspect="1" noChangeArrowheads="1" noTextEdit="1"/>
          </p:cNvSpPr>
          <p:nvPr>
            <p:ph type="sldImg"/>
          </p:nvPr>
        </p:nvSpPr>
        <p:spPr>
          <a:ln/>
        </p:spPr>
      </p:sp>
      <p:sp>
        <p:nvSpPr>
          <p:cNvPr id="78854" name="Rectangle 3">
            <a:extLst>
              <a:ext uri="{FF2B5EF4-FFF2-40B4-BE49-F238E27FC236}">
                <a16:creationId xmlns:a16="http://schemas.microsoft.com/office/drawing/2014/main" id="{D88F638C-9C7D-0549-AF1D-AD2123BE56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94577860-24BB-0845-B300-965068A0BCC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87042" name="Rectangle 3">
            <a:extLst>
              <a:ext uri="{FF2B5EF4-FFF2-40B4-BE49-F238E27FC236}">
                <a16:creationId xmlns:a16="http://schemas.microsoft.com/office/drawing/2014/main" id="{CDF8132C-968B-424E-9EE2-64C0302684E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A1787FB-5AC3-D645-ACFF-C835B218E7DC}" type="datetime1">
              <a:rPr lang="zh-CN" altLang="en-US" smtClean="0"/>
              <a:pPr>
                <a:spcBef>
                  <a:spcPct val="0"/>
                </a:spcBef>
              </a:pPr>
              <a:t>2025/2/6</a:t>
            </a:fld>
            <a:endParaRPr lang="en-US" altLang="zh-CN"/>
          </a:p>
        </p:txBody>
      </p:sp>
      <p:sp>
        <p:nvSpPr>
          <p:cNvPr id="87043" name="Rectangle 6">
            <a:extLst>
              <a:ext uri="{FF2B5EF4-FFF2-40B4-BE49-F238E27FC236}">
                <a16:creationId xmlns:a16="http://schemas.microsoft.com/office/drawing/2014/main" id="{DCB747CE-2F4D-654F-8C82-1D7957C45C4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87044" name="Rectangle 7">
            <a:extLst>
              <a:ext uri="{FF2B5EF4-FFF2-40B4-BE49-F238E27FC236}">
                <a16:creationId xmlns:a16="http://schemas.microsoft.com/office/drawing/2014/main" id="{5FBBBF55-2AFA-C74D-AF69-48FD675290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1FEB0D0-2691-4940-A3E1-6A606E40C1B4}" type="slidenum">
              <a:rPr lang="en-US" altLang="zh-CN"/>
              <a:pPr>
                <a:spcBef>
                  <a:spcPct val="0"/>
                </a:spcBef>
              </a:pPr>
              <a:t>72</a:t>
            </a:fld>
            <a:endParaRPr lang="en-US" altLang="zh-CN"/>
          </a:p>
        </p:txBody>
      </p:sp>
      <p:sp>
        <p:nvSpPr>
          <p:cNvPr id="87045" name="Rectangle 2">
            <a:extLst>
              <a:ext uri="{FF2B5EF4-FFF2-40B4-BE49-F238E27FC236}">
                <a16:creationId xmlns:a16="http://schemas.microsoft.com/office/drawing/2014/main" id="{2448CCE9-5242-A64A-9DCA-00BDB6A5DF74}"/>
              </a:ext>
            </a:extLst>
          </p:cNvPr>
          <p:cNvSpPr>
            <a:spLocks noGrp="1" noRot="1" noChangeAspect="1" noChangeArrowheads="1" noTextEdit="1"/>
          </p:cNvSpPr>
          <p:nvPr>
            <p:ph type="sldImg"/>
          </p:nvPr>
        </p:nvSpPr>
        <p:spPr>
          <a:ln/>
        </p:spPr>
      </p:sp>
      <p:sp>
        <p:nvSpPr>
          <p:cNvPr id="87046" name="Rectangle 3">
            <a:extLst>
              <a:ext uri="{FF2B5EF4-FFF2-40B4-BE49-F238E27FC236}">
                <a16:creationId xmlns:a16="http://schemas.microsoft.com/office/drawing/2014/main" id="{87B26301-2DDB-AA47-90C2-32815CC3A3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275EA81F-D3DE-AF44-A6AE-04363CC4C24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89090" name="Rectangle 3">
            <a:extLst>
              <a:ext uri="{FF2B5EF4-FFF2-40B4-BE49-F238E27FC236}">
                <a16:creationId xmlns:a16="http://schemas.microsoft.com/office/drawing/2014/main" id="{92F9D424-AA7E-604F-8775-AE1187AD9BA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745DBF4-E39B-C244-8DCD-78BF044F03CE}" type="datetime1">
              <a:rPr lang="zh-CN" altLang="en-US" smtClean="0"/>
              <a:pPr>
                <a:spcBef>
                  <a:spcPct val="0"/>
                </a:spcBef>
              </a:pPr>
              <a:t>2025/2/6</a:t>
            </a:fld>
            <a:endParaRPr lang="en-US" altLang="zh-CN"/>
          </a:p>
        </p:txBody>
      </p:sp>
      <p:sp>
        <p:nvSpPr>
          <p:cNvPr id="89091" name="Rectangle 6">
            <a:extLst>
              <a:ext uri="{FF2B5EF4-FFF2-40B4-BE49-F238E27FC236}">
                <a16:creationId xmlns:a16="http://schemas.microsoft.com/office/drawing/2014/main" id="{9B435A7C-072E-6345-B48E-4A38EC9FD93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89092" name="Rectangle 7">
            <a:extLst>
              <a:ext uri="{FF2B5EF4-FFF2-40B4-BE49-F238E27FC236}">
                <a16:creationId xmlns:a16="http://schemas.microsoft.com/office/drawing/2014/main" id="{77033A04-42C3-8545-80B7-96A4B68C33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5495E97-4371-994E-A2B6-7878F247B778}" type="slidenum">
              <a:rPr lang="en-US" altLang="zh-CN"/>
              <a:pPr>
                <a:spcBef>
                  <a:spcPct val="0"/>
                </a:spcBef>
              </a:pPr>
              <a:t>73</a:t>
            </a:fld>
            <a:endParaRPr lang="en-US" altLang="zh-CN"/>
          </a:p>
        </p:txBody>
      </p:sp>
      <p:sp>
        <p:nvSpPr>
          <p:cNvPr id="89093" name="Rectangle 2">
            <a:extLst>
              <a:ext uri="{FF2B5EF4-FFF2-40B4-BE49-F238E27FC236}">
                <a16:creationId xmlns:a16="http://schemas.microsoft.com/office/drawing/2014/main" id="{3EE4C627-6CAF-CD40-B75B-4418B4AB0062}"/>
              </a:ext>
            </a:extLst>
          </p:cNvPr>
          <p:cNvSpPr>
            <a:spLocks noGrp="1" noRot="1" noChangeAspect="1" noChangeArrowheads="1" noTextEdit="1"/>
          </p:cNvSpPr>
          <p:nvPr>
            <p:ph type="sldImg"/>
          </p:nvPr>
        </p:nvSpPr>
        <p:spPr>
          <a:ln/>
        </p:spPr>
      </p:sp>
      <p:sp>
        <p:nvSpPr>
          <p:cNvPr id="89094" name="Rectangle 3">
            <a:extLst>
              <a:ext uri="{FF2B5EF4-FFF2-40B4-BE49-F238E27FC236}">
                <a16:creationId xmlns:a16="http://schemas.microsoft.com/office/drawing/2014/main" id="{F3C3A8AE-CEE5-2A48-8B94-ACAC80D07D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357BCCA4-F99B-1C4F-99D8-A3D125FE447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91138" name="Rectangle 3">
            <a:extLst>
              <a:ext uri="{FF2B5EF4-FFF2-40B4-BE49-F238E27FC236}">
                <a16:creationId xmlns:a16="http://schemas.microsoft.com/office/drawing/2014/main" id="{0624D751-D298-4C45-A289-83C1349F80D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CDE2EA-BCE1-0E4E-83A2-84ABCD81EE22}" type="datetime1">
              <a:rPr lang="zh-CN" altLang="en-US" smtClean="0"/>
              <a:pPr>
                <a:spcBef>
                  <a:spcPct val="0"/>
                </a:spcBef>
              </a:pPr>
              <a:t>2025/2/6</a:t>
            </a:fld>
            <a:endParaRPr lang="en-US" altLang="zh-CN"/>
          </a:p>
        </p:txBody>
      </p:sp>
      <p:sp>
        <p:nvSpPr>
          <p:cNvPr id="91139" name="Rectangle 6">
            <a:extLst>
              <a:ext uri="{FF2B5EF4-FFF2-40B4-BE49-F238E27FC236}">
                <a16:creationId xmlns:a16="http://schemas.microsoft.com/office/drawing/2014/main" id="{39610F71-8BAD-FC45-BBD5-441850015AE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91140" name="Rectangle 7">
            <a:extLst>
              <a:ext uri="{FF2B5EF4-FFF2-40B4-BE49-F238E27FC236}">
                <a16:creationId xmlns:a16="http://schemas.microsoft.com/office/drawing/2014/main" id="{9495849A-5589-9D4D-A911-719381A65F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E1807BC-2D0E-5144-BF44-146710A4D21C}" type="slidenum">
              <a:rPr lang="en-US" altLang="zh-CN"/>
              <a:pPr>
                <a:spcBef>
                  <a:spcPct val="0"/>
                </a:spcBef>
              </a:pPr>
              <a:t>74</a:t>
            </a:fld>
            <a:endParaRPr lang="en-US" altLang="zh-CN"/>
          </a:p>
        </p:txBody>
      </p:sp>
      <p:sp>
        <p:nvSpPr>
          <p:cNvPr id="91141" name="Rectangle 2">
            <a:extLst>
              <a:ext uri="{FF2B5EF4-FFF2-40B4-BE49-F238E27FC236}">
                <a16:creationId xmlns:a16="http://schemas.microsoft.com/office/drawing/2014/main" id="{805A62D8-5D43-6141-A41E-CE0E170827B1}"/>
              </a:ext>
            </a:extLst>
          </p:cNvPr>
          <p:cNvSpPr>
            <a:spLocks noGrp="1" noRot="1" noChangeAspect="1" noChangeArrowheads="1" noTextEdit="1"/>
          </p:cNvSpPr>
          <p:nvPr>
            <p:ph type="sldImg"/>
          </p:nvPr>
        </p:nvSpPr>
        <p:spPr>
          <a:ln/>
        </p:spPr>
      </p:sp>
      <p:sp>
        <p:nvSpPr>
          <p:cNvPr id="91142" name="Rectangle 3">
            <a:extLst>
              <a:ext uri="{FF2B5EF4-FFF2-40B4-BE49-F238E27FC236}">
                <a16:creationId xmlns:a16="http://schemas.microsoft.com/office/drawing/2014/main" id="{D0CC830F-B3B7-6B41-96BD-B246B49FE8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944546AA-E318-A348-ADFA-5D0A5C20B40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93186" name="Rectangle 3">
            <a:extLst>
              <a:ext uri="{FF2B5EF4-FFF2-40B4-BE49-F238E27FC236}">
                <a16:creationId xmlns:a16="http://schemas.microsoft.com/office/drawing/2014/main" id="{016447AC-C991-0B44-9ECA-0856F299612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B9FBD42-57E5-ED46-97EF-061B6F37C2B3}" type="datetime1">
              <a:rPr lang="zh-CN" altLang="en-US" smtClean="0"/>
              <a:pPr>
                <a:spcBef>
                  <a:spcPct val="0"/>
                </a:spcBef>
              </a:pPr>
              <a:t>2025/2/6</a:t>
            </a:fld>
            <a:endParaRPr lang="en-US" altLang="zh-CN"/>
          </a:p>
        </p:txBody>
      </p:sp>
      <p:sp>
        <p:nvSpPr>
          <p:cNvPr id="93187" name="Rectangle 6">
            <a:extLst>
              <a:ext uri="{FF2B5EF4-FFF2-40B4-BE49-F238E27FC236}">
                <a16:creationId xmlns:a16="http://schemas.microsoft.com/office/drawing/2014/main" id="{D9D93C07-D68B-C644-BBE9-D9157D83285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93188" name="Rectangle 7">
            <a:extLst>
              <a:ext uri="{FF2B5EF4-FFF2-40B4-BE49-F238E27FC236}">
                <a16:creationId xmlns:a16="http://schemas.microsoft.com/office/drawing/2014/main" id="{400400BE-F679-ED49-9338-77D7210811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3B8C5D4-B857-714E-8068-69D7C0EDD0E6}" type="slidenum">
              <a:rPr lang="en-US" altLang="zh-CN"/>
              <a:pPr>
                <a:spcBef>
                  <a:spcPct val="0"/>
                </a:spcBef>
              </a:pPr>
              <a:t>75</a:t>
            </a:fld>
            <a:endParaRPr lang="en-US" altLang="zh-CN"/>
          </a:p>
        </p:txBody>
      </p:sp>
      <p:sp>
        <p:nvSpPr>
          <p:cNvPr id="93189" name="Rectangle 2">
            <a:extLst>
              <a:ext uri="{FF2B5EF4-FFF2-40B4-BE49-F238E27FC236}">
                <a16:creationId xmlns:a16="http://schemas.microsoft.com/office/drawing/2014/main" id="{D83313DD-6C5F-D64F-985F-8C634670CEAA}"/>
              </a:ext>
            </a:extLst>
          </p:cNvPr>
          <p:cNvSpPr>
            <a:spLocks noGrp="1" noRot="1" noChangeAspect="1" noChangeArrowheads="1" noTextEdit="1"/>
          </p:cNvSpPr>
          <p:nvPr>
            <p:ph type="sldImg"/>
          </p:nvPr>
        </p:nvSpPr>
        <p:spPr>
          <a:ln/>
        </p:spPr>
      </p:sp>
      <p:sp>
        <p:nvSpPr>
          <p:cNvPr id="93190" name="Rectangle 3">
            <a:extLst>
              <a:ext uri="{FF2B5EF4-FFF2-40B4-BE49-F238E27FC236}">
                <a16:creationId xmlns:a16="http://schemas.microsoft.com/office/drawing/2014/main" id="{8BA3B0C8-3E57-AE41-AE8F-2D2F2EE1E7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808DA34-ACD8-EA41-A642-F1DE0D11728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12642" name="Rectangle 3">
            <a:extLst>
              <a:ext uri="{FF2B5EF4-FFF2-40B4-BE49-F238E27FC236}">
                <a16:creationId xmlns:a16="http://schemas.microsoft.com/office/drawing/2014/main" id="{5934E450-DF88-1740-970C-987728D44F2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AF8ED10-CAD0-1949-869F-387349C88B22}" type="datetime1">
              <a:rPr lang="zh-CN" altLang="en-US" smtClean="0"/>
              <a:pPr>
                <a:spcBef>
                  <a:spcPct val="0"/>
                </a:spcBef>
              </a:pPr>
              <a:t>2025/2/6</a:t>
            </a:fld>
            <a:endParaRPr lang="en-US" altLang="zh-CN"/>
          </a:p>
        </p:txBody>
      </p:sp>
      <p:sp>
        <p:nvSpPr>
          <p:cNvPr id="112643" name="Rectangle 6">
            <a:extLst>
              <a:ext uri="{FF2B5EF4-FFF2-40B4-BE49-F238E27FC236}">
                <a16:creationId xmlns:a16="http://schemas.microsoft.com/office/drawing/2014/main" id="{655564B7-584F-7C4A-8B7E-C6172D0477B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12644" name="Rectangle 7">
            <a:extLst>
              <a:ext uri="{FF2B5EF4-FFF2-40B4-BE49-F238E27FC236}">
                <a16:creationId xmlns:a16="http://schemas.microsoft.com/office/drawing/2014/main" id="{E5EA081D-8F95-F046-8890-BF7CCD9F55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C3FF1E-44B0-6A47-A739-3DC5EAD1262A}" type="slidenum">
              <a:rPr lang="en-US" altLang="zh-CN"/>
              <a:pPr>
                <a:spcBef>
                  <a:spcPct val="0"/>
                </a:spcBef>
              </a:pPr>
              <a:t>76</a:t>
            </a:fld>
            <a:endParaRPr lang="en-US" altLang="zh-CN"/>
          </a:p>
        </p:txBody>
      </p:sp>
      <p:sp>
        <p:nvSpPr>
          <p:cNvPr id="112645" name="Rectangle 2">
            <a:extLst>
              <a:ext uri="{FF2B5EF4-FFF2-40B4-BE49-F238E27FC236}">
                <a16:creationId xmlns:a16="http://schemas.microsoft.com/office/drawing/2014/main" id="{E386D2BE-20B6-A641-9315-7C939C25C99D}"/>
              </a:ext>
            </a:extLst>
          </p:cNvPr>
          <p:cNvSpPr>
            <a:spLocks noGrp="1" noRot="1" noChangeAspect="1" noChangeArrowheads="1" noTextEdit="1"/>
          </p:cNvSpPr>
          <p:nvPr>
            <p:ph type="sldImg"/>
          </p:nvPr>
        </p:nvSpPr>
        <p:spPr>
          <a:ln/>
        </p:spPr>
      </p:sp>
      <p:sp>
        <p:nvSpPr>
          <p:cNvPr id="112646" name="Rectangle 3">
            <a:extLst>
              <a:ext uri="{FF2B5EF4-FFF2-40B4-BE49-F238E27FC236}">
                <a16:creationId xmlns:a16="http://schemas.microsoft.com/office/drawing/2014/main" id="{A59CF038-8CC4-624C-AE43-4C605B902B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D7B10D1D-FF2A-6944-9C7C-43A85E16009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114690" name="Rectangle 3">
            <a:extLst>
              <a:ext uri="{FF2B5EF4-FFF2-40B4-BE49-F238E27FC236}">
                <a16:creationId xmlns:a16="http://schemas.microsoft.com/office/drawing/2014/main" id="{BD545FC5-2B30-D14D-9C51-04E2EACB206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64D86CE-C4FA-294A-9F62-B510FCFF4598}" type="datetime1">
              <a:rPr lang="zh-CN" altLang="en-US" smtClean="0"/>
              <a:pPr>
                <a:spcBef>
                  <a:spcPct val="0"/>
                </a:spcBef>
              </a:pPr>
              <a:t>2025/2/6</a:t>
            </a:fld>
            <a:endParaRPr lang="en-US" altLang="zh-CN"/>
          </a:p>
        </p:txBody>
      </p:sp>
      <p:sp>
        <p:nvSpPr>
          <p:cNvPr id="114691" name="Rectangle 6">
            <a:extLst>
              <a:ext uri="{FF2B5EF4-FFF2-40B4-BE49-F238E27FC236}">
                <a16:creationId xmlns:a16="http://schemas.microsoft.com/office/drawing/2014/main" id="{F4FEA24A-5207-E248-A2CC-69BD03FB3B9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114692" name="Rectangle 7">
            <a:extLst>
              <a:ext uri="{FF2B5EF4-FFF2-40B4-BE49-F238E27FC236}">
                <a16:creationId xmlns:a16="http://schemas.microsoft.com/office/drawing/2014/main" id="{EB2CC61B-EFB1-1348-B513-F9C3ED963D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748478-D384-D949-A438-4A69497D3C46}" type="slidenum">
              <a:rPr lang="en-US" altLang="zh-CN"/>
              <a:pPr>
                <a:spcBef>
                  <a:spcPct val="0"/>
                </a:spcBef>
              </a:pPr>
              <a:t>77</a:t>
            </a:fld>
            <a:endParaRPr lang="en-US" altLang="zh-CN"/>
          </a:p>
        </p:txBody>
      </p:sp>
      <p:sp>
        <p:nvSpPr>
          <p:cNvPr id="114693" name="Rectangle 2">
            <a:extLst>
              <a:ext uri="{FF2B5EF4-FFF2-40B4-BE49-F238E27FC236}">
                <a16:creationId xmlns:a16="http://schemas.microsoft.com/office/drawing/2014/main" id="{E129509A-05BD-8F47-8A73-2CC1E5B86155}"/>
              </a:ext>
            </a:extLst>
          </p:cNvPr>
          <p:cNvSpPr>
            <a:spLocks noGrp="1" noRot="1" noChangeAspect="1" noChangeArrowheads="1" noTextEdit="1"/>
          </p:cNvSpPr>
          <p:nvPr>
            <p:ph type="sldImg"/>
          </p:nvPr>
        </p:nvSpPr>
        <p:spPr>
          <a:ln/>
        </p:spPr>
      </p:sp>
      <p:sp>
        <p:nvSpPr>
          <p:cNvPr id="114694" name="Rectangle 3">
            <a:extLst>
              <a:ext uri="{FF2B5EF4-FFF2-40B4-BE49-F238E27FC236}">
                <a16:creationId xmlns:a16="http://schemas.microsoft.com/office/drawing/2014/main" id="{7E119207-4BE0-3943-BCD3-36132101EA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399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BE24EC-61DC-49C4-A265-EC4B60208015}" type="datetime1">
              <a:rPr lang="zh-CN" altLang="en-US" smtClean="0"/>
              <a:pPr eaLnBrk="1" hangingPunct="1"/>
              <a:t>2025/2/6</a:t>
            </a:fld>
            <a:endParaRPr lang="en-US" altLang="zh-CN"/>
          </a:p>
        </p:txBody>
      </p:sp>
      <p:sp>
        <p:nvSpPr>
          <p:cNvPr id="399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399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FF0949-81A9-46C3-AF89-2D83643F6FD0}" type="slidenum">
              <a:rPr lang="en-US" altLang="zh-CN"/>
              <a:pPr eaLnBrk="1" hangingPunct="1"/>
              <a:t>81</a:t>
            </a:fld>
            <a:endParaRPr lang="en-US" altLang="zh-CN"/>
          </a:p>
        </p:txBody>
      </p:sp>
      <p:sp>
        <p:nvSpPr>
          <p:cNvPr id="39942" name="Rectangle 2"/>
          <p:cNvSpPr>
            <a:spLocks noGrp="1" noRot="1" noChangeAspect="1" noChangeArrowheads="1" noTextEdit="1"/>
          </p:cNvSpPr>
          <p:nvPr>
            <p:ph type="sldImg"/>
          </p:nvPr>
        </p:nvSpPr>
        <p:spPr>
          <a:ln/>
        </p:spPr>
      </p:sp>
      <p:sp>
        <p:nvSpPr>
          <p:cNvPr id="399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5041337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0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5CA95D-F1ED-4D26-9F90-99A8B06427BE}" type="datetime1">
              <a:rPr lang="zh-CN" altLang="en-US" smtClean="0"/>
              <a:pPr eaLnBrk="1" hangingPunct="1"/>
              <a:t>2025/2/6</a:t>
            </a:fld>
            <a:endParaRPr lang="en-US" altLang="zh-CN"/>
          </a:p>
        </p:txBody>
      </p:sp>
      <p:sp>
        <p:nvSpPr>
          <p:cNvPr id="40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0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C676C6-BE54-43CE-968C-15E606666587}" type="slidenum">
              <a:rPr lang="en-US" altLang="zh-CN"/>
              <a:pPr eaLnBrk="1" hangingPunct="1"/>
              <a:t>82</a:t>
            </a:fld>
            <a:endParaRPr lang="en-US" altLang="zh-CN"/>
          </a:p>
        </p:txBody>
      </p:sp>
      <p:sp>
        <p:nvSpPr>
          <p:cNvPr id="40966" name="Rectangle 2"/>
          <p:cNvSpPr>
            <a:spLocks noGrp="1" noRot="1" noChangeAspect="1" noChangeArrowheads="1" noTextEdit="1"/>
          </p:cNvSpPr>
          <p:nvPr>
            <p:ph type="sldImg"/>
          </p:nvPr>
        </p:nvSpPr>
        <p:spPr>
          <a:ln/>
        </p:spPr>
      </p:sp>
      <p:sp>
        <p:nvSpPr>
          <p:cNvPr id="40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5993578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19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63A784-C663-4302-BF8B-A985DEDFCD35}" type="datetime1">
              <a:rPr lang="zh-CN" altLang="en-US" smtClean="0"/>
              <a:pPr eaLnBrk="1" hangingPunct="1"/>
              <a:t>2025/2/6</a:t>
            </a:fld>
            <a:endParaRPr lang="en-US" altLang="zh-CN"/>
          </a:p>
        </p:txBody>
      </p:sp>
      <p:sp>
        <p:nvSpPr>
          <p:cNvPr id="419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19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D6B6BE6-2B3A-4B27-B2A1-93EC65887C03}" type="slidenum">
              <a:rPr lang="en-US" altLang="zh-CN"/>
              <a:pPr eaLnBrk="1" hangingPunct="1"/>
              <a:t>83</a:t>
            </a:fld>
            <a:endParaRPr lang="en-US" altLang="zh-CN"/>
          </a:p>
        </p:txBody>
      </p:sp>
      <p:sp>
        <p:nvSpPr>
          <p:cNvPr id="41990" name="Rectangle 2"/>
          <p:cNvSpPr>
            <a:spLocks noGrp="1" noRot="1" noChangeAspect="1" noChangeArrowheads="1" noTextEdit="1"/>
          </p:cNvSpPr>
          <p:nvPr>
            <p:ph type="sldImg"/>
          </p:nvPr>
        </p:nvSpPr>
        <p:spPr>
          <a:ln/>
        </p:spPr>
      </p:sp>
      <p:sp>
        <p:nvSpPr>
          <p:cNvPr id="419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121266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30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F981361-0675-4764-9026-78AEFE513BB8}" type="datetime1">
              <a:rPr lang="zh-CN" altLang="en-US" smtClean="0"/>
              <a:pPr eaLnBrk="1" hangingPunct="1"/>
              <a:t>2025/2/6</a:t>
            </a:fld>
            <a:endParaRPr lang="en-US" altLang="zh-CN"/>
          </a:p>
        </p:txBody>
      </p:sp>
      <p:sp>
        <p:nvSpPr>
          <p:cNvPr id="430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30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EBA6F4-4D7A-45B7-8C38-879D767C6ACD}" type="slidenum">
              <a:rPr lang="en-US" altLang="zh-CN"/>
              <a:pPr eaLnBrk="1" hangingPunct="1"/>
              <a:t>84</a:t>
            </a:fld>
            <a:endParaRPr lang="en-US" altLang="zh-CN"/>
          </a:p>
        </p:txBody>
      </p:sp>
      <p:sp>
        <p:nvSpPr>
          <p:cNvPr id="43014" name="Rectangle 2"/>
          <p:cNvSpPr>
            <a:spLocks noGrp="1" noRot="1" noChangeAspect="1" noChangeArrowheads="1" noTextEdit="1"/>
          </p:cNvSpPr>
          <p:nvPr>
            <p:ph type="sldImg"/>
          </p:nvPr>
        </p:nvSpPr>
        <p:spPr>
          <a:ln/>
        </p:spPr>
      </p:sp>
      <p:sp>
        <p:nvSpPr>
          <p:cNvPr id="430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2999516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5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F2152EB-2E6E-4A5F-8623-63CC7510EC8E}" type="datetime1">
              <a:rPr lang="zh-CN" altLang="en-US" smtClean="0"/>
              <a:pPr eaLnBrk="1" hangingPunct="1"/>
              <a:t>2025/2/6</a:t>
            </a:fld>
            <a:endParaRPr lang="en-US" altLang="zh-CN"/>
          </a:p>
        </p:txBody>
      </p:sp>
      <p:sp>
        <p:nvSpPr>
          <p:cNvPr id="45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5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4060CB-7390-490C-AC0B-20FAD4230470}" type="slidenum">
              <a:rPr lang="en-US" altLang="zh-CN"/>
              <a:pPr eaLnBrk="1" hangingPunct="1"/>
              <a:t>85</a:t>
            </a:fld>
            <a:endParaRPr lang="en-US" altLang="zh-CN"/>
          </a:p>
        </p:txBody>
      </p:sp>
      <p:sp>
        <p:nvSpPr>
          <p:cNvPr id="45062" name="Rectangle 2"/>
          <p:cNvSpPr>
            <a:spLocks noGrp="1" noRot="1" noChangeAspect="1" noChangeArrowheads="1" noTextEdit="1"/>
          </p:cNvSpPr>
          <p:nvPr>
            <p:ph type="sldImg"/>
          </p:nvPr>
        </p:nvSpPr>
        <p:spPr>
          <a:ln/>
        </p:spPr>
      </p:sp>
      <p:sp>
        <p:nvSpPr>
          <p:cNvPr id="45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895083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D967752-77CE-3F45-815F-28327D7FAC7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3011" name="Rectangle 3">
            <a:extLst>
              <a:ext uri="{FF2B5EF4-FFF2-40B4-BE49-F238E27FC236}">
                <a16:creationId xmlns:a16="http://schemas.microsoft.com/office/drawing/2014/main" id="{7228B155-D8C2-DD48-883F-5A9E49521B0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DF044A-3EE0-4641-8DA4-4107A1428EB4}" type="datetime1">
              <a:rPr lang="zh-CN" altLang="en-US" smtClean="0"/>
              <a:pPr>
                <a:spcBef>
                  <a:spcPct val="0"/>
                </a:spcBef>
              </a:pPr>
              <a:t>2025/2/6</a:t>
            </a:fld>
            <a:endParaRPr lang="en-US" altLang="zh-CN"/>
          </a:p>
        </p:txBody>
      </p:sp>
      <p:sp>
        <p:nvSpPr>
          <p:cNvPr id="43012" name="Rectangle 6">
            <a:extLst>
              <a:ext uri="{FF2B5EF4-FFF2-40B4-BE49-F238E27FC236}">
                <a16:creationId xmlns:a16="http://schemas.microsoft.com/office/drawing/2014/main" id="{65F6FBC0-3B4C-0248-8DA3-1BEBEA1E38A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3013" name="Rectangle 7">
            <a:extLst>
              <a:ext uri="{FF2B5EF4-FFF2-40B4-BE49-F238E27FC236}">
                <a16:creationId xmlns:a16="http://schemas.microsoft.com/office/drawing/2014/main" id="{D7714108-DCB6-0044-8CF2-575AB8A1DF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D0C0FC4-13AE-294F-854E-D3A050C16073}" type="slidenum">
              <a:rPr lang="en-US" altLang="zh-CN"/>
              <a:pPr>
                <a:spcBef>
                  <a:spcPct val="0"/>
                </a:spcBef>
              </a:pPr>
              <a:t>86</a:t>
            </a:fld>
            <a:endParaRPr lang="en-US" altLang="zh-CN"/>
          </a:p>
        </p:txBody>
      </p:sp>
      <p:sp>
        <p:nvSpPr>
          <p:cNvPr id="43014" name="Rectangle 2">
            <a:extLst>
              <a:ext uri="{FF2B5EF4-FFF2-40B4-BE49-F238E27FC236}">
                <a16:creationId xmlns:a16="http://schemas.microsoft.com/office/drawing/2014/main" id="{DE95E44B-F550-6A47-ABBA-0E2E5BD6A52F}"/>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id="{7DDA9F32-8B7B-5A46-BFB7-21775A3B24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D8C5599-DA8D-DE41-A8DD-C7EECAAFC88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《面向对象技术与UML》</a:t>
            </a:r>
          </a:p>
        </p:txBody>
      </p:sp>
      <p:sp>
        <p:nvSpPr>
          <p:cNvPr id="45059" name="Rectangle 3">
            <a:extLst>
              <a:ext uri="{FF2B5EF4-FFF2-40B4-BE49-F238E27FC236}">
                <a16:creationId xmlns:a16="http://schemas.microsoft.com/office/drawing/2014/main" id="{070A9BE8-8967-5E4B-82C4-9A697BDCD7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3EED0E-B84E-FF4C-B12C-189987A5CD20}" type="datetime1">
              <a:rPr lang="zh-CN" altLang="en-US" smtClean="0"/>
              <a:pPr>
                <a:spcBef>
                  <a:spcPct val="0"/>
                </a:spcBef>
              </a:pPr>
              <a:t>2025/2/6</a:t>
            </a:fld>
            <a:endParaRPr lang="en-US" altLang="zh-CN"/>
          </a:p>
        </p:txBody>
      </p:sp>
      <p:sp>
        <p:nvSpPr>
          <p:cNvPr id="45060" name="Rectangle 6">
            <a:extLst>
              <a:ext uri="{FF2B5EF4-FFF2-40B4-BE49-F238E27FC236}">
                <a16:creationId xmlns:a16="http://schemas.microsoft.com/office/drawing/2014/main" id="{2A8DAB36-D120-584B-94AC-6229B81C6E0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t>第一部分</a:t>
            </a:r>
          </a:p>
        </p:txBody>
      </p:sp>
      <p:sp>
        <p:nvSpPr>
          <p:cNvPr id="45061" name="Rectangle 7">
            <a:extLst>
              <a:ext uri="{FF2B5EF4-FFF2-40B4-BE49-F238E27FC236}">
                <a16:creationId xmlns:a16="http://schemas.microsoft.com/office/drawing/2014/main" id="{E08C8010-DB5C-8D43-8166-2E0515CACD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DBB55C-DF57-D74B-965A-37F1F9901934}" type="slidenum">
              <a:rPr lang="en-US" altLang="zh-CN"/>
              <a:pPr>
                <a:spcBef>
                  <a:spcPct val="0"/>
                </a:spcBef>
              </a:pPr>
              <a:t>87</a:t>
            </a:fld>
            <a:endParaRPr lang="en-US" altLang="zh-CN"/>
          </a:p>
        </p:txBody>
      </p:sp>
      <p:sp>
        <p:nvSpPr>
          <p:cNvPr id="45062" name="Rectangle 2">
            <a:extLst>
              <a:ext uri="{FF2B5EF4-FFF2-40B4-BE49-F238E27FC236}">
                <a16:creationId xmlns:a16="http://schemas.microsoft.com/office/drawing/2014/main" id="{B4683774-3ED4-4C49-8A8F-2119B3DD2F42}"/>
              </a:ext>
            </a:extLst>
          </p:cNvPr>
          <p:cNvSpPr>
            <a:spLocks noGrp="1" noRot="1" noChangeAspect="1" noChangeArrowheads="1" noTextEdit="1"/>
          </p:cNvSpPr>
          <p:nvPr>
            <p:ph type="sldImg"/>
          </p:nvPr>
        </p:nvSpPr>
        <p:spPr>
          <a:ln/>
        </p:spPr>
      </p:sp>
      <p:sp>
        <p:nvSpPr>
          <p:cNvPr id="45063" name="Rectangle 3">
            <a:extLst>
              <a:ext uri="{FF2B5EF4-FFF2-40B4-BE49-F238E27FC236}">
                <a16:creationId xmlns:a16="http://schemas.microsoft.com/office/drawing/2014/main" id="{987EDA26-E5E9-5047-8914-9F7C6CB137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在第一章里，我们先了解一些有关</a:t>
            </a:r>
            <a:r>
              <a:rPr lang="en-US" altLang="zh-CN">
                <a:latin typeface="Arial" panose="020B0604020202020204" pitchFamily="34" charset="0"/>
              </a:rPr>
              <a:t>XML</a:t>
            </a:r>
            <a:r>
              <a:rPr lang="zh-CN" altLang="en-US">
                <a:latin typeface="Arial" panose="020B0604020202020204" pitchFamily="34" charset="0"/>
              </a:rPr>
              <a:t>的基本知识。</a:t>
            </a:r>
          </a:p>
          <a:p>
            <a:pPr eaLnBrk="1" hangingPunct="1"/>
            <a:r>
              <a:rPr lang="zh-CN" altLang="en-US">
                <a:latin typeface="Arial" panose="020B0604020202020204" pitchFamily="34" charset="0"/>
              </a:rPr>
              <a:t>在这一章里，我们将“。。。”</a:t>
            </a:r>
          </a:p>
          <a:p>
            <a:pPr eaLnBrk="1" hangingPunct="1"/>
            <a:endParaRPr lang="en-US" altLang="zh-CN">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0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0146F1-DC1E-4013-8C81-355869DCFBD0}" type="datetime1">
              <a:rPr lang="zh-CN" altLang="en-US" smtClean="0"/>
              <a:pPr eaLnBrk="1" hangingPunct="1"/>
              <a:t>2025/2/6</a:t>
            </a:fld>
            <a:endParaRPr lang="en-US" altLang="zh-CN"/>
          </a:p>
        </p:txBody>
      </p:sp>
      <p:sp>
        <p:nvSpPr>
          <p:cNvPr id="40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0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679157-6D65-41D0-B32B-DC8FD446FE10}" type="slidenum">
              <a:rPr lang="en-US" altLang="zh-CN"/>
              <a:pPr eaLnBrk="1" hangingPunct="1"/>
              <a:t>92</a:t>
            </a:fld>
            <a:endParaRPr lang="en-US" altLang="zh-CN"/>
          </a:p>
        </p:txBody>
      </p:sp>
      <p:sp>
        <p:nvSpPr>
          <p:cNvPr id="40966" name="Rectangle 2"/>
          <p:cNvSpPr>
            <a:spLocks noGrp="1" noRot="1" noChangeAspect="1" noChangeArrowheads="1" noTextEdit="1"/>
          </p:cNvSpPr>
          <p:nvPr>
            <p:ph type="sldImg"/>
          </p:nvPr>
        </p:nvSpPr>
        <p:spPr>
          <a:ln/>
        </p:spPr>
      </p:sp>
      <p:sp>
        <p:nvSpPr>
          <p:cNvPr id="40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8805036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19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6ED838D-EE9C-4FA3-86DD-349EAEB84210}" type="datetime1">
              <a:rPr lang="zh-CN" altLang="en-US" smtClean="0"/>
              <a:pPr eaLnBrk="1" hangingPunct="1"/>
              <a:t>2025/2/6</a:t>
            </a:fld>
            <a:endParaRPr lang="en-US" altLang="zh-CN"/>
          </a:p>
        </p:txBody>
      </p:sp>
      <p:sp>
        <p:nvSpPr>
          <p:cNvPr id="419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19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99DF7CD-120F-4F6C-BD89-7D09DE4794D3}" type="slidenum">
              <a:rPr lang="en-US" altLang="zh-CN"/>
              <a:pPr eaLnBrk="1" hangingPunct="1"/>
              <a:t>93</a:t>
            </a:fld>
            <a:endParaRPr lang="en-US" altLang="zh-CN"/>
          </a:p>
        </p:txBody>
      </p:sp>
      <p:sp>
        <p:nvSpPr>
          <p:cNvPr id="41990" name="Rectangle 2"/>
          <p:cNvSpPr>
            <a:spLocks noGrp="1" noRot="1" noChangeAspect="1" noChangeArrowheads="1" noTextEdit="1"/>
          </p:cNvSpPr>
          <p:nvPr>
            <p:ph type="sldImg"/>
          </p:nvPr>
        </p:nvSpPr>
        <p:spPr>
          <a:ln/>
        </p:spPr>
      </p:sp>
      <p:sp>
        <p:nvSpPr>
          <p:cNvPr id="419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7330394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30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69D066-26FC-44E2-AF49-803515FECD9C}" type="datetime1">
              <a:rPr lang="zh-CN" altLang="en-US" smtClean="0"/>
              <a:pPr eaLnBrk="1" hangingPunct="1"/>
              <a:t>2025/2/6</a:t>
            </a:fld>
            <a:endParaRPr lang="en-US" altLang="zh-CN"/>
          </a:p>
        </p:txBody>
      </p:sp>
      <p:sp>
        <p:nvSpPr>
          <p:cNvPr id="430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30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2693A0-F80F-432E-B429-C4680BF38489}" type="slidenum">
              <a:rPr lang="en-US" altLang="zh-CN"/>
              <a:pPr eaLnBrk="1" hangingPunct="1"/>
              <a:t>94</a:t>
            </a:fld>
            <a:endParaRPr lang="en-US" altLang="zh-CN"/>
          </a:p>
        </p:txBody>
      </p:sp>
      <p:sp>
        <p:nvSpPr>
          <p:cNvPr id="43014" name="Rectangle 2"/>
          <p:cNvSpPr>
            <a:spLocks noGrp="1" noRot="1" noChangeAspect="1" noChangeArrowheads="1" noTextEdit="1"/>
          </p:cNvSpPr>
          <p:nvPr>
            <p:ph type="sldImg"/>
          </p:nvPr>
        </p:nvSpPr>
        <p:spPr>
          <a:ln/>
        </p:spPr>
      </p:sp>
      <p:sp>
        <p:nvSpPr>
          <p:cNvPr id="430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120523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40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B45352-9095-4C6C-8F21-D60D5F204A1D}" type="datetime1">
              <a:rPr lang="zh-CN" altLang="en-US" smtClean="0"/>
              <a:pPr eaLnBrk="1" hangingPunct="1"/>
              <a:t>2025/2/6</a:t>
            </a:fld>
            <a:endParaRPr lang="en-US" altLang="zh-CN"/>
          </a:p>
        </p:txBody>
      </p:sp>
      <p:sp>
        <p:nvSpPr>
          <p:cNvPr id="440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40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9E8E3C-1153-45B8-BB4E-C5EBD5591F9B}" type="slidenum">
              <a:rPr lang="en-US" altLang="zh-CN"/>
              <a:pPr eaLnBrk="1" hangingPunct="1"/>
              <a:t>95</a:t>
            </a:fld>
            <a:endParaRPr lang="en-US" altLang="zh-CN"/>
          </a:p>
        </p:txBody>
      </p:sp>
      <p:sp>
        <p:nvSpPr>
          <p:cNvPr id="44038" name="Rectangle 2"/>
          <p:cNvSpPr>
            <a:spLocks noGrp="1" noRot="1" noChangeAspect="1" noChangeArrowheads="1" noTextEdit="1"/>
          </p:cNvSpPr>
          <p:nvPr>
            <p:ph type="sldImg"/>
          </p:nvPr>
        </p:nvSpPr>
        <p:spPr>
          <a:ln/>
        </p:spPr>
      </p:sp>
      <p:sp>
        <p:nvSpPr>
          <p:cNvPr id="440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664925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71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DFFD0AB-A237-4D9A-A85D-F2C1AF6C185D}" type="datetime1">
              <a:rPr lang="zh-CN" altLang="en-US" smtClean="0"/>
              <a:pPr eaLnBrk="1" hangingPunct="1"/>
              <a:t>2025/2/6</a:t>
            </a:fld>
            <a:endParaRPr lang="en-US" altLang="zh-CN"/>
          </a:p>
        </p:txBody>
      </p:sp>
      <p:sp>
        <p:nvSpPr>
          <p:cNvPr id="471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71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9D75DF-41F9-4784-9E66-AC75BFBFAECD}" type="slidenum">
              <a:rPr lang="en-US" altLang="zh-CN"/>
              <a:pPr eaLnBrk="1" hangingPunct="1"/>
              <a:t>96</a:t>
            </a:fld>
            <a:endParaRPr lang="en-US" altLang="zh-CN"/>
          </a:p>
        </p:txBody>
      </p:sp>
      <p:sp>
        <p:nvSpPr>
          <p:cNvPr id="47110" name="Rectangle 2"/>
          <p:cNvSpPr>
            <a:spLocks noGrp="1" noRot="1" noChangeAspect="1" noChangeArrowheads="1" noTextEdit="1"/>
          </p:cNvSpPr>
          <p:nvPr>
            <p:ph type="sldImg"/>
          </p:nvPr>
        </p:nvSpPr>
        <p:spPr>
          <a:ln/>
        </p:spPr>
      </p:sp>
      <p:sp>
        <p:nvSpPr>
          <p:cNvPr id="471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0629216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81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BB3563-0F00-4307-8596-AC1D26F782D1}" type="datetime1">
              <a:rPr lang="zh-CN" altLang="en-US" smtClean="0"/>
              <a:pPr eaLnBrk="1" hangingPunct="1"/>
              <a:t>2025/2/6</a:t>
            </a:fld>
            <a:endParaRPr lang="en-US" altLang="zh-CN"/>
          </a:p>
        </p:txBody>
      </p:sp>
      <p:sp>
        <p:nvSpPr>
          <p:cNvPr id="481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81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E935CB-7854-4570-9EF3-1CE528D7346E}" type="slidenum">
              <a:rPr lang="en-US" altLang="zh-CN"/>
              <a:pPr eaLnBrk="1" hangingPunct="1"/>
              <a:t>97</a:t>
            </a:fld>
            <a:endParaRPr lang="en-US" altLang="zh-CN"/>
          </a:p>
        </p:txBody>
      </p:sp>
      <p:sp>
        <p:nvSpPr>
          <p:cNvPr id="48134" name="Rectangle 2"/>
          <p:cNvSpPr>
            <a:spLocks noGrp="1" noRot="1" noChangeAspect="1" noChangeArrowheads="1" noTextEdit="1"/>
          </p:cNvSpPr>
          <p:nvPr>
            <p:ph type="sldImg"/>
          </p:nvPr>
        </p:nvSpPr>
        <p:spPr>
          <a:ln/>
        </p:spPr>
      </p:sp>
      <p:sp>
        <p:nvSpPr>
          <p:cNvPr id="481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88416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491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3A25B4-F826-4C79-96B5-3D011A2F8B29}" type="datetime1">
              <a:rPr lang="zh-CN" altLang="en-US" smtClean="0"/>
              <a:pPr eaLnBrk="1" hangingPunct="1"/>
              <a:t>2025/2/6</a:t>
            </a:fld>
            <a:endParaRPr lang="en-US" altLang="zh-CN"/>
          </a:p>
        </p:txBody>
      </p:sp>
      <p:sp>
        <p:nvSpPr>
          <p:cNvPr id="491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491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BD068A7-D2EA-407B-A3C0-5EB7D12D622C}" type="slidenum">
              <a:rPr lang="en-US" altLang="zh-CN"/>
              <a:pPr eaLnBrk="1" hangingPunct="1"/>
              <a:t>98</a:t>
            </a:fld>
            <a:endParaRPr lang="en-US" altLang="zh-CN"/>
          </a:p>
        </p:txBody>
      </p:sp>
      <p:sp>
        <p:nvSpPr>
          <p:cNvPr id="49158" name="Rectangle 2"/>
          <p:cNvSpPr>
            <a:spLocks noGrp="1" noRot="1" noChangeAspect="1" noChangeArrowheads="1" noTextEdit="1"/>
          </p:cNvSpPr>
          <p:nvPr>
            <p:ph type="sldImg"/>
          </p:nvPr>
        </p:nvSpPr>
        <p:spPr>
          <a:ln/>
        </p:spPr>
      </p:sp>
      <p:sp>
        <p:nvSpPr>
          <p:cNvPr id="491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8987699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501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BFC4E4-3688-4A83-8908-8A956464501D}" type="datetime1">
              <a:rPr lang="zh-CN" altLang="en-US" smtClean="0"/>
              <a:pPr eaLnBrk="1" hangingPunct="1"/>
              <a:t>2025/2/6</a:t>
            </a:fld>
            <a:endParaRPr lang="en-US" altLang="zh-CN"/>
          </a:p>
        </p:txBody>
      </p:sp>
      <p:sp>
        <p:nvSpPr>
          <p:cNvPr id="501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501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62D6B4-DF7C-4ADD-9500-9766EE317EB2}" type="slidenum">
              <a:rPr lang="en-US" altLang="zh-CN"/>
              <a:pPr eaLnBrk="1" hangingPunct="1"/>
              <a:t>99</a:t>
            </a:fld>
            <a:endParaRPr lang="en-US" altLang="zh-CN"/>
          </a:p>
        </p:txBody>
      </p:sp>
      <p:sp>
        <p:nvSpPr>
          <p:cNvPr id="50182" name="Rectangle 2"/>
          <p:cNvSpPr>
            <a:spLocks noGrp="1" noRot="1" noChangeAspect="1" noChangeArrowheads="1" noTextEdit="1"/>
          </p:cNvSpPr>
          <p:nvPr>
            <p:ph type="sldImg"/>
          </p:nvPr>
        </p:nvSpPr>
        <p:spPr>
          <a:ln/>
        </p:spPr>
      </p:sp>
      <p:sp>
        <p:nvSpPr>
          <p:cNvPr id="501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698319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《面向对象技术与UML》</a:t>
            </a:r>
          </a:p>
        </p:txBody>
      </p:sp>
      <p:sp>
        <p:nvSpPr>
          <p:cNvPr id="512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29EA9D-22B2-4B57-9B08-4B7C4C8992AF}" type="datetime1">
              <a:rPr lang="zh-CN" altLang="en-US" smtClean="0"/>
              <a:pPr eaLnBrk="1" hangingPunct="1"/>
              <a:t>2025/2/6</a:t>
            </a:fld>
            <a:endParaRPr lang="en-US" altLang="zh-CN"/>
          </a:p>
        </p:txBody>
      </p:sp>
      <p:sp>
        <p:nvSpPr>
          <p:cNvPr id="512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第一部分</a:t>
            </a:r>
          </a:p>
        </p:txBody>
      </p:sp>
      <p:sp>
        <p:nvSpPr>
          <p:cNvPr id="512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1684D6-BAE4-4EDE-AFD3-6B4AB580B179}" type="slidenum">
              <a:rPr lang="en-US" altLang="zh-CN"/>
              <a:pPr eaLnBrk="1" hangingPunct="1"/>
              <a:t>100</a:t>
            </a:fld>
            <a:endParaRPr lang="en-US" altLang="zh-CN"/>
          </a:p>
        </p:txBody>
      </p:sp>
      <p:sp>
        <p:nvSpPr>
          <p:cNvPr id="51206" name="Rectangle 2"/>
          <p:cNvSpPr>
            <a:spLocks noGrp="1" noRot="1" noChangeAspect="1" noChangeArrowheads="1" noTextEdit="1"/>
          </p:cNvSpPr>
          <p:nvPr>
            <p:ph type="sldImg"/>
          </p:nvPr>
        </p:nvSpPr>
        <p:spPr>
          <a:ln/>
        </p:spPr>
      </p:sp>
      <p:sp>
        <p:nvSpPr>
          <p:cNvPr id="512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169206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图片 7" descr="深蓝色的天空中漂浮着朵朵白云"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117854" cy="3886200"/>
          </a:xfrm>
          <a:prstGeom prst="rect">
            <a:avLst/>
          </a:prstGeom>
        </p:spPr>
      </p:pic>
      <p:sp>
        <p:nvSpPr>
          <p:cNvPr id="9" name="矩形 8"/>
          <p:cNvSpPr/>
          <p:nvPr/>
        </p:nvSpPr>
        <p:spPr>
          <a:xfrm>
            <a:off x="1200150" y="0"/>
            <a:ext cx="37719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pic>
        <p:nvPicPr>
          <p:cNvPr id="10" name="图片 9" descr="植物出芽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54347" y="2057400"/>
            <a:ext cx="1545575" cy="3886200"/>
          </a:xfrm>
          <a:prstGeom prst="rect">
            <a:avLst/>
          </a:prstGeom>
        </p:spPr>
      </p:pic>
      <p:pic>
        <p:nvPicPr>
          <p:cNvPr id="11" name="图片 10" descr="波形" title="幻灯片设计图片"/>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682217" y="2057400"/>
            <a:ext cx="2462022" cy="3886200"/>
          </a:xfrm>
          <a:prstGeom prst="rect">
            <a:avLst/>
          </a:prstGeom>
        </p:spPr>
      </p:pic>
      <p:sp>
        <p:nvSpPr>
          <p:cNvPr id="2" name="标题 1"/>
          <p:cNvSpPr>
            <a:spLocks noGrp="1"/>
          </p:cNvSpPr>
          <p:nvPr>
            <p:ph type="ctrTitle"/>
          </p:nvPr>
        </p:nvSpPr>
        <p:spPr>
          <a:xfrm>
            <a:off x="1268730" y="303347"/>
            <a:ext cx="3634740" cy="2387600"/>
          </a:xfrm>
        </p:spPr>
        <p:txBody>
          <a:bodyPr anchor="b">
            <a:normAutofit/>
          </a:bodyPr>
          <a:lstStyle>
            <a:lvl1pPr algn="l" latinLnBrk="0">
              <a:lnSpc>
                <a:spcPct val="90000"/>
              </a:lnSpc>
              <a:defRPr lang="zh-CN" sz="4400">
                <a:solidFill>
                  <a:schemeClr val="bg1"/>
                </a:solidFill>
              </a:defRPr>
            </a:lvl1pPr>
          </a:lstStyle>
          <a:p>
            <a:r>
              <a:rPr lang="zh-CN" altLang="en-US" dirty="0"/>
              <a:t>单击此处编辑母版标题样式</a:t>
            </a:r>
            <a:endParaRPr lang="zh-CN" dirty="0"/>
          </a:p>
        </p:txBody>
      </p:sp>
      <p:sp>
        <p:nvSpPr>
          <p:cNvPr id="3" name="副标题 2"/>
          <p:cNvSpPr>
            <a:spLocks noGrp="1"/>
          </p:cNvSpPr>
          <p:nvPr>
            <p:ph type="subTitle" idx="1"/>
          </p:nvPr>
        </p:nvSpPr>
        <p:spPr>
          <a:xfrm>
            <a:off x="1313833" y="5381894"/>
            <a:ext cx="3634740" cy="448056"/>
          </a:xfrm>
        </p:spPr>
        <p:txBody>
          <a:bodyPr>
            <a:normAutofit/>
          </a:bodyPr>
          <a:lstStyle>
            <a:lvl1pPr marL="0" indent="0" algn="l" latinLnBrk="0">
              <a:spcBef>
                <a:spcPts val="0"/>
              </a:spcBef>
              <a:buNone/>
              <a:defRPr lang="zh-CN" sz="1800">
                <a:solidFill>
                  <a:schemeClr val="bg1"/>
                </a:solidFill>
              </a:defRPr>
            </a:lvl1pPr>
            <a:lvl2pPr marL="342900" indent="0" algn="ctr" latinLnBrk="0">
              <a:buNone/>
              <a:defRPr lang="zh-CN" sz="1500"/>
            </a:lvl2pPr>
            <a:lvl3pPr marL="685800" indent="0" algn="ctr" latinLnBrk="0">
              <a:buNone/>
              <a:defRPr lang="zh-CN" sz="1350"/>
            </a:lvl3pPr>
            <a:lvl4pPr marL="1028700" indent="0" algn="ctr" latinLnBrk="0">
              <a:buNone/>
              <a:defRPr lang="zh-CN" sz="1200"/>
            </a:lvl4pPr>
            <a:lvl5pPr marL="1371600" indent="0" algn="ctr" latinLnBrk="0">
              <a:buNone/>
              <a:defRPr lang="zh-CN" sz="1200"/>
            </a:lvl5pPr>
            <a:lvl6pPr marL="1714500" indent="0" algn="ctr" latinLnBrk="0">
              <a:buNone/>
              <a:defRPr lang="zh-CN" sz="1200"/>
            </a:lvl6pPr>
            <a:lvl7pPr marL="2057400" indent="0" algn="ctr" latinLnBrk="0">
              <a:buNone/>
              <a:defRPr lang="zh-CN" sz="1200"/>
            </a:lvl7pPr>
            <a:lvl8pPr marL="2400300" indent="0" algn="ctr" latinLnBrk="0">
              <a:buNone/>
              <a:defRPr lang="zh-CN" sz="1200"/>
            </a:lvl8pPr>
            <a:lvl9pPr marL="2743200" indent="0" algn="ctr" latinLnBrk="0">
              <a:buNone/>
              <a:defRPr lang="zh-CN" sz="1200"/>
            </a:lvl9pPr>
          </a:lstStyle>
          <a:p>
            <a:r>
              <a:rPr lang="zh-CN" altLang="en-US" dirty="0"/>
              <a:t>单击此处编辑母版副标题样式</a:t>
            </a:r>
            <a:endParaRPr lang="zh-CN" dirty="0"/>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章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400">
                <a:latin typeface="Arial" panose="020B0604020202020204" pitchFamily="34" charset="0"/>
                <a:cs typeface="Arial" panose="020B0604020202020204" pitchFamily="34" charset="0"/>
              </a:defRPr>
            </a:lvl1pPr>
            <a:lvl2pPr>
              <a:lnSpc>
                <a:spcPct val="150000"/>
              </a:lnSpc>
              <a:defRPr sz="2000">
                <a:latin typeface="Arial" panose="020B0604020202020204" pitchFamily="34" charset="0"/>
                <a:cs typeface="Arial" panose="020B0604020202020204" pitchFamily="34" charset="0"/>
              </a:defRPr>
            </a:lvl2pPr>
          </a:lstStyle>
          <a:p>
            <a:pPr lvl="0"/>
            <a:r>
              <a:rPr lang="zh-CN" altLang="en-US" dirty="0"/>
              <a:t>单击此处编辑母版文本样式</a:t>
            </a:r>
          </a:p>
          <a:p>
            <a:pPr lvl="1"/>
            <a:r>
              <a:rPr lang="zh-CN" altLang="en-US" dirty="0"/>
              <a:t> 第二级</a:t>
            </a:r>
          </a:p>
        </p:txBody>
      </p:sp>
      <p:sp>
        <p:nvSpPr>
          <p:cNvPr id="4" name="日期占位符 3"/>
          <p:cNvSpPr>
            <a:spLocks noGrp="1"/>
          </p:cNvSpPr>
          <p:nvPr>
            <p:ph type="dt" sz="half" idx="10"/>
          </p:nvPr>
        </p:nvSpPr>
        <p:spPr>
          <a:xfrm>
            <a:off x="457200" y="6629400"/>
            <a:ext cx="616623" cy="228600"/>
          </a:xfrm>
        </p:spPr>
        <p:txBody>
          <a:bodyPr/>
          <a:lstStyle>
            <a:lvl1pPr>
              <a:defRPr sz="800"/>
            </a:lvl1pPr>
          </a:lstStyle>
          <a:p>
            <a:fld id="{C69415A0-FAE7-FB41-9F48-9F24B7034EC9}" type="datetime1">
              <a:rPr lang="zh-CN" altLang="en-US" smtClean="0"/>
              <a:t>2025/2/6</a:t>
            </a:fld>
            <a:endParaRPr lang="en-US"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
        <p:nvSpPr>
          <p:cNvPr id="6" name="幻灯片编号占位符 5"/>
          <p:cNvSpPr>
            <a:spLocks noGrp="1"/>
          </p:cNvSpPr>
          <p:nvPr>
            <p:ph type="sldNum" sz="quarter" idx="12"/>
          </p:nvPr>
        </p:nvSpPr>
        <p:spPr>
          <a:xfrm>
            <a:off x="0" y="6629400"/>
            <a:ext cx="457200" cy="228600"/>
          </a:xfrm>
        </p:spPr>
        <p:txBody>
          <a:bodyPr/>
          <a:lstStyle>
            <a:lvl1pPr>
              <a:defRPr sz="800"/>
            </a:lvl1pPr>
          </a:lstStyle>
          <a:p>
            <a:fld id="{9CD8D479-8942-46E8-A226-A4E01F7A105C}" type="slidenum">
              <a:rPr lang="en-US" altLang="zh-CN" smtClean="0"/>
              <a:pPr/>
              <a:t>‹#›</a:t>
            </a:fld>
            <a:endParaRPr lang="zh-CN" altLang="en-US" dirty="0"/>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200">
                <a:latin typeface="Arial" panose="020B0604020202020204" pitchFamily="34" charset="0"/>
                <a:ea typeface="微软雅黑" panose="020B0503020204020204" pitchFamily="34" charset="-122"/>
                <a:cs typeface="Arial" panose="020B0604020202020204" pitchFamily="34" charset="0"/>
              </a:defRPr>
            </a:lvl1pPr>
            <a:lvl2pPr>
              <a:lnSpc>
                <a:spcPct val="150000"/>
              </a:lnSpc>
              <a:defRPr sz="2000">
                <a:latin typeface="Arial" panose="020B0604020202020204" pitchFamily="34" charset="0"/>
                <a:ea typeface="微软雅黑" panose="020B0503020204020204" pitchFamily="34" charset="-122"/>
                <a:cs typeface="Arial" panose="020B0604020202020204" pitchFamily="34" charset="0"/>
              </a:defRPr>
            </a:lvl2pPr>
            <a:lvl3pPr>
              <a:lnSpc>
                <a:spcPct val="130000"/>
              </a:lnSpc>
              <a:defRPr sz="1600">
                <a:solidFill>
                  <a:schemeClr val="accent2">
                    <a:lumMod val="75000"/>
                  </a:schemeClr>
                </a:solidFill>
                <a:latin typeface="Arial" panose="020B0604020202020204" pitchFamily="34" charset="0"/>
                <a:cs typeface="Arial" panose="020B0604020202020204" pitchFamily="34" charset="0"/>
              </a:defRPr>
            </a:lvl3pPr>
          </a:lstStyle>
          <a:p>
            <a:pPr lvl="0"/>
            <a:r>
              <a:rPr lang="zh-CN" altLang="en-US" dirty="0"/>
              <a:t>单击此处编辑母版文本样式</a:t>
            </a:r>
          </a:p>
          <a:p>
            <a:pPr lvl="1"/>
            <a:r>
              <a:rPr lang="zh-CN" altLang="en-US" dirty="0"/>
              <a:t> 第二级</a:t>
            </a:r>
            <a:endParaRPr lang="en-US" altLang="zh-CN" dirty="0"/>
          </a:p>
          <a:p>
            <a:pPr lvl="1"/>
            <a:r>
              <a:rPr lang="zh-CN" altLang="en-US" dirty="0"/>
              <a:t> 第二级</a:t>
            </a:r>
            <a:endParaRPr lang="en-US" altLang="zh-CN" dirty="0"/>
          </a:p>
          <a:p>
            <a:pPr lvl="2"/>
            <a:r>
              <a:rPr lang="zh-CN" altLang="en-US" dirty="0"/>
              <a:t> 第三级</a:t>
            </a:r>
          </a:p>
        </p:txBody>
      </p:sp>
      <p:sp>
        <p:nvSpPr>
          <p:cNvPr id="4" name="日期占位符 3"/>
          <p:cNvSpPr>
            <a:spLocks noGrp="1"/>
          </p:cNvSpPr>
          <p:nvPr>
            <p:ph type="dt" sz="half" idx="10"/>
          </p:nvPr>
        </p:nvSpPr>
        <p:spPr>
          <a:xfrm>
            <a:off x="426040" y="6629400"/>
            <a:ext cx="647783" cy="228600"/>
          </a:xfrm>
        </p:spPr>
        <p:txBody>
          <a:bodyPr/>
          <a:lstStyle>
            <a:lvl1pPr>
              <a:defRPr sz="800"/>
            </a:lvl1pPr>
          </a:lstStyle>
          <a:p>
            <a:fld id="{B2CB8352-4891-804B-8CB8-EAFD4E57CF78}" type="datetime1">
              <a:rPr lang="zh-CN" altLang="en-US" smtClean="0"/>
              <a:t>2025/2/6</a:t>
            </a:fld>
            <a:endParaRPr lang="en-US" dirty="0"/>
          </a:p>
        </p:txBody>
      </p:sp>
      <p:sp>
        <p:nvSpPr>
          <p:cNvPr id="6" name="幻灯片编号占位符 5"/>
          <p:cNvSpPr>
            <a:spLocks noGrp="1"/>
          </p:cNvSpPr>
          <p:nvPr>
            <p:ph type="sldNum" sz="quarter" idx="12"/>
          </p:nvPr>
        </p:nvSpPr>
        <p:spPr>
          <a:xfrm>
            <a:off x="-1" y="6629400"/>
            <a:ext cx="426041" cy="228600"/>
          </a:xfrm>
        </p:spPr>
        <p:txBody>
          <a:bodyPr/>
          <a:lstStyle>
            <a:lvl1pPr>
              <a:defRPr sz="800"/>
            </a:lvl1pPr>
          </a:lstStyle>
          <a:p>
            <a:fld id="{9CD8D479-8942-46E8-A226-A4E01F7A105C}" type="slidenum">
              <a:rPr lang="en-US" altLang="zh-CN" smtClean="0"/>
              <a:pPr/>
              <a:t>‹#›</a:t>
            </a:fld>
            <a:endParaRPr lang="zh-CN" altLang="en-US" dirty="0"/>
          </a:p>
        </p:txBody>
      </p:sp>
      <p:sp>
        <p:nvSpPr>
          <p:cNvPr id="7" name="动作按钮: 第一张 6">
            <a:hlinkClick r:id="rId2" action="ppaction://hlinksldjump" highlightClick="1"/>
          </p:cNvPr>
          <p:cNvSpPr/>
          <p:nvPr userDrawn="1"/>
        </p:nvSpPr>
        <p:spPr>
          <a:xfrm>
            <a:off x="8888729" y="6623694"/>
            <a:ext cx="235393" cy="220133"/>
          </a:xfrm>
          <a:prstGeom prst="actionButtonHom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33720442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nvSpPr>
        <p:spPr>
          <a:xfrm>
            <a:off x="1200149" y="2059146"/>
            <a:ext cx="5399772"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2" name="标题 1"/>
          <p:cNvSpPr>
            <a:spLocks noGrp="1"/>
          </p:cNvSpPr>
          <p:nvPr>
            <p:ph type="title"/>
          </p:nvPr>
        </p:nvSpPr>
        <p:spPr>
          <a:xfrm>
            <a:off x="1313833" y="2263915"/>
            <a:ext cx="5212080" cy="2079486"/>
          </a:xfrm>
        </p:spPr>
        <p:txBody>
          <a:bodyPr anchor="b"/>
          <a:lstStyle>
            <a:lvl1pPr latinLnBrk="0">
              <a:defRPr lang="zh-CN" sz="4500">
                <a:solidFill>
                  <a:schemeClr val="bg1"/>
                </a:solidFill>
              </a:defRPr>
            </a:lvl1pPr>
          </a:lstStyle>
          <a:p>
            <a:r>
              <a:rPr lang="zh-CN" altLang="en-US" dirty="0"/>
              <a:t>单击此处编辑母版标题样式</a:t>
            </a:r>
            <a:endParaRPr lang="zh-CN" dirty="0"/>
          </a:p>
        </p:txBody>
      </p:sp>
      <p:sp>
        <p:nvSpPr>
          <p:cNvPr id="3" name="文本占位符 2"/>
          <p:cNvSpPr>
            <a:spLocks noGrp="1"/>
          </p:cNvSpPr>
          <p:nvPr>
            <p:ph type="body" idx="1"/>
          </p:nvPr>
        </p:nvSpPr>
        <p:spPr>
          <a:xfrm>
            <a:off x="1313833" y="5381894"/>
            <a:ext cx="5212080" cy="449523"/>
          </a:xfrm>
        </p:spPr>
        <p:txBody>
          <a:bodyPr/>
          <a:lstStyle>
            <a:lvl1pPr marL="0" indent="0" latinLnBrk="0">
              <a:spcBef>
                <a:spcPts val="0"/>
              </a:spcBef>
              <a:buNone/>
              <a:defRPr lang="zh-CN" sz="1800">
                <a:solidFill>
                  <a:schemeClr val="bg1"/>
                </a:solidFill>
              </a:defRPr>
            </a:lvl1pPr>
            <a:lvl2pPr marL="342900" indent="0" latinLnBrk="0">
              <a:buNone/>
              <a:defRPr lang="zh-CN" sz="1500"/>
            </a:lvl2pPr>
            <a:lvl3pPr marL="685800" indent="0" latinLnBrk="0">
              <a:buNone/>
              <a:defRPr lang="zh-CN" sz="1350"/>
            </a:lvl3pPr>
            <a:lvl4pPr marL="1028700" indent="0" latinLnBrk="0">
              <a:buNone/>
              <a:defRPr lang="zh-CN" sz="1200"/>
            </a:lvl4pPr>
            <a:lvl5pPr marL="1371600" indent="0" latinLnBrk="0">
              <a:buNone/>
              <a:defRPr lang="zh-CN" sz="1200"/>
            </a:lvl5pPr>
            <a:lvl6pPr marL="1714500" indent="0" latinLnBrk="0">
              <a:buNone/>
              <a:defRPr lang="zh-CN" sz="1200"/>
            </a:lvl6pPr>
            <a:lvl7pPr marL="2057400" indent="0" latinLnBrk="0">
              <a:buNone/>
              <a:defRPr lang="zh-CN" sz="1200"/>
            </a:lvl7pPr>
            <a:lvl8pPr marL="2400300" indent="0" latinLnBrk="0">
              <a:buNone/>
              <a:defRPr lang="zh-CN" sz="1200"/>
            </a:lvl8pPr>
            <a:lvl9pPr marL="2743200" indent="0" latinLnBrk="0">
              <a:buNone/>
              <a:defRPr lang="zh-CN" sz="1200"/>
            </a:lvl9pPr>
          </a:lstStyle>
          <a:p>
            <a:pPr lvl="0"/>
            <a:r>
              <a:rPr lang="zh-CN" altLang="en-US"/>
              <a:t>单击此处编辑母版文本样式</a:t>
            </a:r>
          </a:p>
        </p:txBody>
      </p:sp>
      <p:pic>
        <p:nvPicPr>
          <p:cNvPr id="9" name="图片 8" descr="波形"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682217" y="2059146"/>
            <a:ext cx="2462022" cy="3886200"/>
          </a:xfrm>
          <a:prstGeom prst="rect">
            <a:avLst/>
          </a:prstGeom>
        </p:spPr>
      </p:pic>
      <p:pic>
        <p:nvPicPr>
          <p:cNvPr id="11" name="图片 10" descr="绿色植物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117854"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7DE381D-7D42-4AD0-A43D-5F246FC7DBB4}" type="datetime1">
              <a:rPr lang="zh-CN" altLang="en-US"/>
              <a:pPr>
                <a:defRPr/>
              </a:pPr>
              <a:t>2025/2/6</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F2B8376-796E-4969-A421-BB6FB0DA12A7}" type="slidenum">
              <a:rPr lang="en-US" altLang="zh-CN"/>
              <a:pPr>
                <a:defRPr/>
              </a:pPr>
              <a:t>‹#›</a:t>
            </a:fld>
            <a:endParaRPr lang="en-US" altLang="zh-CN"/>
          </a:p>
        </p:txBody>
      </p:sp>
    </p:spTree>
    <p:extLst>
      <p:ext uri="{BB962C8B-B14F-4D97-AF65-F5344CB8AC3E}">
        <p14:creationId xmlns:p14="http://schemas.microsoft.com/office/powerpoint/2010/main" val="277407292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26599"/>
        </a:solidFill>
        <a:effectLst/>
      </p:bgPr>
    </p:bg>
    <p:spTree>
      <p:nvGrpSpPr>
        <p:cNvPr id="1" name=""/>
        <p:cNvGrpSpPr/>
        <p:nvPr/>
      </p:nvGrpSpPr>
      <p:grpSpPr>
        <a:xfrm>
          <a:off x="0" y="0"/>
          <a:ext cx="0" cy="0"/>
          <a:chOff x="0" y="0"/>
          <a:chExt cx="0" cy="0"/>
        </a:xfrm>
      </p:grpSpPr>
      <p:sp>
        <p:nvSpPr>
          <p:cNvPr id="10" name="矩形 9"/>
          <p:cNvSpPr/>
          <p:nvPr/>
        </p:nvSpPr>
        <p:spPr>
          <a:xfrm>
            <a:off x="0" y="6629400"/>
            <a:ext cx="1124712"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11" name="矩形 10"/>
          <p:cNvSpPr/>
          <p:nvPr/>
        </p:nvSpPr>
        <p:spPr>
          <a:xfrm>
            <a:off x="1207008" y="6629400"/>
            <a:ext cx="7936992"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accent1">
                  <a:lumMod val="75000"/>
                </a:schemeClr>
              </a:solidFill>
              <a:ea typeface="Microsoft YaHei UI" panose="020B0503020204020204" pitchFamily="34" charset="-122"/>
            </a:endParaRPr>
          </a:p>
        </p:txBody>
      </p:sp>
      <p:sp>
        <p:nvSpPr>
          <p:cNvPr id="2" name="标题占位符 1"/>
          <p:cNvSpPr>
            <a:spLocks noGrp="1"/>
          </p:cNvSpPr>
          <p:nvPr>
            <p:ph type="title"/>
          </p:nvPr>
        </p:nvSpPr>
        <p:spPr>
          <a:xfrm>
            <a:off x="1057520" y="276087"/>
            <a:ext cx="7028962" cy="1183566"/>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1057520" y="1566001"/>
            <a:ext cx="7028961" cy="4620682"/>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幻灯片编号占位符 5"/>
          <p:cNvSpPr>
            <a:spLocks noGrp="1"/>
          </p:cNvSpPr>
          <p:nvPr>
            <p:ph type="sldNum" sz="quarter" idx="4"/>
          </p:nvPr>
        </p:nvSpPr>
        <p:spPr>
          <a:xfrm>
            <a:off x="0" y="6629400"/>
            <a:ext cx="307802"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CD8D479-8942-46E8-A226-A4E01F7A105C}" type="slidenum">
              <a:rPr lang="en-US" altLang="zh-CN" smtClean="0"/>
              <a:pPr/>
              <a:t>‹#›</a:t>
            </a:fld>
            <a:endParaRPr lang="en-US" altLang="zh-CN" dirty="0"/>
          </a:p>
        </p:txBody>
      </p:sp>
      <p:sp>
        <p:nvSpPr>
          <p:cNvPr id="4" name="日期占位符 3"/>
          <p:cNvSpPr>
            <a:spLocks noGrp="1"/>
          </p:cNvSpPr>
          <p:nvPr>
            <p:ph type="dt" sz="half" idx="2"/>
          </p:nvPr>
        </p:nvSpPr>
        <p:spPr>
          <a:xfrm>
            <a:off x="323326" y="6629400"/>
            <a:ext cx="750497"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FB283A0-CB17-A043-9B7A-AF1BF540E167}" type="datetime1">
              <a:rPr lang="zh-CN" altLang="en-US" smtClean="0"/>
              <a:t>2025/2/6</a:t>
            </a:fld>
            <a:endParaRPr lang="en-US" altLang="zh-CN" dirty="0"/>
          </a:p>
        </p:txBody>
      </p:sp>
      <p:sp>
        <p:nvSpPr>
          <p:cNvPr id="5" name="页脚占位符 4"/>
          <p:cNvSpPr>
            <a:spLocks noGrp="1"/>
          </p:cNvSpPr>
          <p:nvPr>
            <p:ph type="ftr" sz="quarter" idx="3"/>
          </p:nvPr>
        </p:nvSpPr>
        <p:spPr>
          <a:xfrm>
            <a:off x="1228288" y="6629400"/>
            <a:ext cx="6858194" cy="228600"/>
          </a:xfrm>
          <a:prstGeom prst="rect">
            <a:avLst/>
          </a:prstGeom>
        </p:spPr>
        <p:txBody>
          <a:bodyPr vert="horz" lIns="91440" tIns="45720" rIns="91440" bIns="45720" rtlCol="0" anchor="ctr"/>
          <a:lstStyle>
            <a:lvl1pPr algn="l" latinLnBrk="0">
              <a:defRPr lang="zh-CN" sz="600">
                <a:solidFill>
                  <a:schemeClr val="accent1">
                    <a:lumMod val="75000"/>
                  </a:schemeClr>
                </a:solidFill>
                <a:ea typeface="Microsoft YaHei UI" panose="020B0503020204020204" pitchFamily="34" charset="-122"/>
              </a:defRPr>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p:titleStyle>
    <p:bodyStyle>
      <a:lvl1pPr marL="157734" indent="-157734" algn="l" defTabSz="685800" rtl="0" eaLnBrk="1" latinLnBrk="0" hangingPunct="1">
        <a:lnSpc>
          <a:spcPct val="90000"/>
        </a:lnSpc>
        <a:spcBef>
          <a:spcPts val="825"/>
        </a:spcBef>
        <a:buFont typeface="Arial" panose="020B0604020202020204" pitchFamily="34" charset="0"/>
        <a:buChar char="•"/>
        <a:defRPr lang="zh-CN" sz="1650" kern="1200">
          <a:solidFill>
            <a:schemeClr val="tx1"/>
          </a:solidFill>
          <a:latin typeface="+mn-lt"/>
          <a:ea typeface="Microsoft YaHei UI" panose="020B0503020204020204" pitchFamily="34" charset="-122"/>
          <a:cs typeface="+mn-cs"/>
        </a:defRPr>
      </a:lvl1pPr>
      <a:lvl2pPr marL="329184" indent="-116586" algn="l" defTabSz="685800" rtl="0" eaLnBrk="1" latinLnBrk="0" hangingPunct="1">
        <a:lnSpc>
          <a:spcPct val="90000"/>
        </a:lnSpc>
        <a:spcBef>
          <a:spcPts val="300"/>
        </a:spcBef>
        <a:buFont typeface="Arial" panose="020B0604020202020204" pitchFamily="34" charset="0"/>
        <a:buChar char="•"/>
        <a:defRPr lang="zh-CN" sz="1350" kern="1200">
          <a:solidFill>
            <a:schemeClr val="tx1"/>
          </a:solidFill>
          <a:latin typeface="+mn-lt"/>
          <a:ea typeface="Microsoft YaHei UI" panose="020B0503020204020204" pitchFamily="34" charset="-122"/>
          <a:cs typeface="+mn-cs"/>
        </a:defRPr>
      </a:lvl2pPr>
      <a:lvl3pPr marL="5074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p:bodyStyle>
    <p:otherStyle>
      <a:defPPr>
        <a:defRPr lang="zh-CN"/>
      </a:defPPr>
      <a:lvl1pPr marL="0" algn="l" defTabSz="685800" rtl="0" eaLnBrk="1" latinLnBrk="0" hangingPunct="1">
        <a:defRPr lang="zh-CN" sz="1350" kern="1200">
          <a:solidFill>
            <a:schemeClr val="tx1"/>
          </a:solidFill>
          <a:latin typeface="+mn-lt"/>
          <a:ea typeface="+mn-ea"/>
          <a:cs typeface="+mn-cs"/>
        </a:defRPr>
      </a:lvl1pPr>
      <a:lvl2pPr marL="342900" algn="l" defTabSz="685800" rtl="0" eaLnBrk="1" latinLnBrk="0" hangingPunct="1">
        <a:defRPr lang="zh-CN" sz="1350" kern="1200">
          <a:solidFill>
            <a:schemeClr val="tx1"/>
          </a:solidFill>
          <a:latin typeface="+mn-lt"/>
          <a:ea typeface="+mn-ea"/>
          <a:cs typeface="+mn-cs"/>
        </a:defRPr>
      </a:lvl2pPr>
      <a:lvl3pPr marL="685800" algn="l" defTabSz="685800" rtl="0" eaLnBrk="1" latinLnBrk="0" hangingPunct="1">
        <a:defRPr lang="zh-CN" sz="1350" kern="1200">
          <a:solidFill>
            <a:schemeClr val="tx1"/>
          </a:solidFill>
          <a:latin typeface="+mn-lt"/>
          <a:ea typeface="+mn-ea"/>
          <a:cs typeface="+mn-cs"/>
        </a:defRPr>
      </a:lvl3pPr>
      <a:lvl4pPr marL="1028700" algn="l" defTabSz="685800" rtl="0" eaLnBrk="1" latinLnBrk="0" hangingPunct="1">
        <a:defRPr lang="zh-CN" sz="1350" kern="1200">
          <a:solidFill>
            <a:schemeClr val="tx1"/>
          </a:solidFill>
          <a:latin typeface="+mn-lt"/>
          <a:ea typeface="+mn-ea"/>
          <a:cs typeface="+mn-cs"/>
        </a:defRPr>
      </a:lvl4pPr>
      <a:lvl5pPr marL="1371600" algn="l" defTabSz="685800" rtl="0" eaLnBrk="1" latinLnBrk="0" hangingPunct="1">
        <a:defRPr lang="zh-CN" sz="1350" kern="1200">
          <a:solidFill>
            <a:schemeClr val="tx1"/>
          </a:solidFill>
          <a:latin typeface="+mn-lt"/>
          <a:ea typeface="+mn-ea"/>
          <a:cs typeface="+mn-cs"/>
        </a:defRPr>
      </a:lvl5pPr>
      <a:lvl6pPr marL="1714500" algn="l" defTabSz="685800" rtl="0" eaLnBrk="1" latinLnBrk="0" hangingPunct="1">
        <a:defRPr lang="zh-CN" sz="1350" kern="1200">
          <a:solidFill>
            <a:schemeClr val="tx1"/>
          </a:solidFill>
          <a:latin typeface="+mn-lt"/>
          <a:ea typeface="+mn-ea"/>
          <a:cs typeface="+mn-cs"/>
        </a:defRPr>
      </a:lvl6pPr>
      <a:lvl7pPr marL="2057400" algn="l" defTabSz="685800" rtl="0" eaLnBrk="1" latinLnBrk="0" hangingPunct="1">
        <a:defRPr lang="zh-CN" sz="1350" kern="1200">
          <a:solidFill>
            <a:schemeClr val="tx1"/>
          </a:solidFill>
          <a:latin typeface="+mn-lt"/>
          <a:ea typeface="+mn-ea"/>
          <a:cs typeface="+mn-cs"/>
        </a:defRPr>
      </a:lvl7pPr>
      <a:lvl8pPr marL="2400300" algn="l" defTabSz="685800" rtl="0" eaLnBrk="1" latinLnBrk="0" hangingPunct="1">
        <a:defRPr lang="zh-CN" sz="1350" kern="1200">
          <a:solidFill>
            <a:schemeClr val="tx1"/>
          </a:solidFill>
          <a:latin typeface="+mn-lt"/>
          <a:ea typeface="+mn-ea"/>
          <a:cs typeface="+mn-cs"/>
        </a:defRPr>
      </a:lvl8pPr>
      <a:lvl9pPr marL="2743200" algn="l" defTabSz="685800" rtl="0" eaLnBrk="1" latinLnBrk="0" hangingPunct="1">
        <a:defRPr lang="zh-CN"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3.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3.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3.xml"/><Relationship Id="rId4" Type="http://schemas.openxmlformats.org/officeDocument/2006/relationships/image" Target="../media/image3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6.jpeg"/></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8.jpeg"/></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64.png"/><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53.jpeg"/></Relationships>
</file>

<file path=ppt/slides/_rels/slide53.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69.emf"/><Relationship Id="rId5" Type="http://schemas.openxmlformats.org/officeDocument/2006/relationships/image" Target="../media/image68.emf"/><Relationship Id="rId4" Type="http://schemas.openxmlformats.org/officeDocument/2006/relationships/image" Target="../media/image67.emf"/></Relationships>
</file>

<file path=ppt/slides/_rels/slide5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75.jpeg"/><Relationship Id="rId4" Type="http://schemas.openxmlformats.org/officeDocument/2006/relationships/image" Target="../media/image74.jpeg"/></Relationships>
</file>

<file path=ppt/slides/_rels/slide6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77.png"/></Relationships>
</file>

<file path=ppt/slides/_rels/slide6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75.jpeg"/><Relationship Id="rId4" Type="http://schemas.openxmlformats.org/officeDocument/2006/relationships/image" Target="../media/image74.jpeg"/></Relationships>
</file>

<file path=ppt/slides/_rels/slide6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6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82.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84.jpeg"/></Relationships>
</file>

<file path=ppt/slides/_rels/slide7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90.png"/></Relationships>
</file>

<file path=ppt/slides/_rels/slide76.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3.xml"/><Relationship Id="rId4" Type="http://schemas.openxmlformats.org/officeDocument/2006/relationships/image" Target="../media/image95.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image" Target="../media/image99.jpeg"/><Relationship Id="rId4" Type="http://schemas.openxmlformats.org/officeDocument/2006/relationships/image" Target="../media/image98.jpeg"/></Relationships>
</file>

<file path=ppt/slides/_rels/slide8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101.jpeg"/></Relationships>
</file>

<file path=ppt/slides/_rels/slide84.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notesSlide" Target="../notesSlides/notesSlide45.xml"/><Relationship Id="rId1" Type="http://schemas.openxmlformats.org/officeDocument/2006/relationships/slideLayout" Target="../slideLayouts/slideLayout5.xml"/><Relationship Id="rId6" Type="http://schemas.openxmlformats.org/officeDocument/2006/relationships/image" Target="../media/image104.jpeg"/><Relationship Id="rId5" Type="http://schemas.openxmlformats.org/officeDocument/2006/relationships/image" Target="../media/image103.jpeg"/><Relationship Id="rId4" Type="http://schemas.openxmlformats.org/officeDocument/2006/relationships/image" Target="../media/image102.jpeg"/></Relationships>
</file>

<file path=ppt/slides/_rels/slide8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6.xml"/><Relationship Id="rId1" Type="http://schemas.openxmlformats.org/officeDocument/2006/relationships/slideLayout" Target="../slideLayouts/slideLayout5.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8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102.jpeg"/></Relationships>
</file>

<file path=ppt/slides/_rels/slide8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8.xml"/><Relationship Id="rId1" Type="http://schemas.openxmlformats.org/officeDocument/2006/relationships/slideLayout" Target="../slideLayouts/slideLayout5.xml"/><Relationship Id="rId5" Type="http://schemas.openxmlformats.org/officeDocument/2006/relationships/image" Target="../media/image109.jpeg"/><Relationship Id="rId4" Type="http://schemas.openxmlformats.org/officeDocument/2006/relationships/image" Target="../media/image102.jpeg"/></Relationships>
</file>

<file path=ppt/slides/_rels/slide88.xml.rels><?xml version="1.0" encoding="UTF-8" standalone="yes"?>
<Relationships xmlns="http://schemas.openxmlformats.org/package/2006/relationships"><Relationship Id="rId2" Type="http://schemas.openxmlformats.org/officeDocument/2006/relationships/image" Target="../media/image110.emf"/><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113.jpeg"/></Relationships>
</file>

<file path=ppt/slides/_rels/slide94.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116.jpeg"/></Relationships>
</file>

<file path=ppt/slides/_rels/slide9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117.jpeg"/></Relationships>
</file>

<file path=ppt/slides/_rels/slide9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image" Target="../media/image121.jpeg"/><Relationship Id="rId4" Type="http://schemas.openxmlformats.org/officeDocument/2006/relationships/image" Target="../media/image120.jpeg"/></Relationships>
</file>

<file path=ppt/slides/_rels/slide9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image" Target="../media/image125.jpeg"/><Relationship Id="rId4" Type="http://schemas.openxmlformats.org/officeDocument/2006/relationships/image" Target="../media/image124.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268730" y="1115365"/>
            <a:ext cx="3634740" cy="962631"/>
          </a:xfrm>
        </p:spPr>
        <p:txBody>
          <a:bodyPr>
            <a:normAutofit/>
          </a:bodyPr>
          <a:lstStyle/>
          <a:p>
            <a:r>
              <a:rPr lang="zh-CN" altLang="en-US" sz="4400" dirty="0">
                <a:latin typeface="Arial" panose="020B0604020202020204" pitchFamily="34" charset="0"/>
                <a:cs typeface="Arial" panose="020B0604020202020204" pitchFamily="34" charset="0"/>
              </a:rPr>
              <a:t>软件工程导论</a:t>
            </a:r>
            <a:endParaRPr lang="zh-CN" altLang="en-US" sz="4400" dirty="0"/>
          </a:p>
        </p:txBody>
      </p:sp>
      <p:sp>
        <p:nvSpPr>
          <p:cNvPr id="5" name="矩形 4"/>
          <p:cNvSpPr/>
          <p:nvPr/>
        </p:nvSpPr>
        <p:spPr>
          <a:xfrm>
            <a:off x="1268730" y="2229450"/>
            <a:ext cx="3634740" cy="499496"/>
          </a:xfrm>
          <a:prstGeom prst="rect">
            <a:avLst/>
          </a:prstGeom>
        </p:spPr>
        <p:txBody>
          <a:bodyPr wrap="square">
            <a:spAutoFit/>
          </a:bodyPr>
          <a:lstStyle/>
          <a:p>
            <a:pPr marL="285750" indent="-285750" algn="r">
              <a:lnSpc>
                <a:spcPct val="150000"/>
              </a:lnSpc>
              <a:buFont typeface="Arial" panose="020B0604020202020204" pitchFamily="34" charset="0"/>
              <a:buChar char="•"/>
            </a:pPr>
            <a:r>
              <a:rPr lang="zh-CN" altLang="zh-CN" sz="2000" dirty="0">
                <a:solidFill>
                  <a:schemeClr val="bg1"/>
                </a:solidFill>
                <a:latin typeface="华文中宋" panose="02010600040101010101" pitchFamily="2" charset="-122"/>
                <a:ea typeface="华文中宋" panose="02010600040101010101" pitchFamily="2" charset="-122"/>
              </a:rPr>
              <a:t>第</a:t>
            </a:r>
            <a:r>
              <a:rPr lang="en-US" altLang="zh-CN" sz="2000" dirty="0">
                <a:solidFill>
                  <a:schemeClr val="bg1"/>
                </a:solidFill>
                <a:latin typeface="华文中宋" panose="02010600040101010101" pitchFamily="2" charset="-122"/>
                <a:ea typeface="华文中宋" panose="02010600040101010101" pitchFamily="2" charset="-122"/>
              </a:rPr>
              <a:t>7</a:t>
            </a:r>
            <a:r>
              <a:rPr lang="zh-CN" altLang="zh-CN" sz="2000" dirty="0">
                <a:solidFill>
                  <a:schemeClr val="bg1"/>
                </a:solidFill>
                <a:latin typeface="华文中宋" panose="02010600040101010101" pitchFamily="2" charset="-122"/>
                <a:ea typeface="华文中宋" panose="02010600040101010101" pitchFamily="2" charset="-122"/>
              </a:rPr>
              <a:t>章</a:t>
            </a:r>
            <a:r>
              <a:rPr lang="en-US" altLang="zh-CN" sz="2000" dirty="0">
                <a:solidFill>
                  <a:schemeClr val="bg1"/>
                </a:solidFill>
                <a:latin typeface="华文中宋" panose="02010600040101010101" pitchFamily="2" charset="-122"/>
                <a:ea typeface="华文中宋" panose="02010600040101010101" pitchFamily="2" charset="-122"/>
              </a:rPr>
              <a:t>  </a:t>
            </a:r>
            <a:r>
              <a:rPr lang="zh-CN" altLang="en-US" sz="2000" dirty="0">
                <a:solidFill>
                  <a:schemeClr val="bg1"/>
                </a:solidFill>
                <a:latin typeface="华文中宋" panose="02010600040101010101" pitchFamily="2" charset="-122"/>
                <a:ea typeface="华文中宋" panose="02010600040101010101" pitchFamily="2" charset="-122"/>
              </a:rPr>
              <a:t>面向对象技术</a:t>
            </a:r>
            <a:endParaRPr lang="en-US" altLang="zh-CN" sz="2000" dirty="0">
              <a:solidFill>
                <a:schemeClr val="bg1"/>
              </a:solidFill>
              <a:latin typeface="华文中宋" panose="02010600040101010101" pitchFamily="2" charset="-122"/>
              <a:ea typeface="华文中宋" panose="02010600040101010101" pitchFamily="2" charset="-122"/>
            </a:endParaRPr>
          </a:p>
        </p:txBody>
      </p:sp>
      <p:sp>
        <p:nvSpPr>
          <p:cNvPr id="7" name="副标题 2"/>
          <p:cNvSpPr>
            <a:spLocks noGrp="1"/>
          </p:cNvSpPr>
          <p:nvPr>
            <p:ph type="subTitle" idx="1"/>
          </p:nvPr>
        </p:nvSpPr>
        <p:spPr>
          <a:xfrm>
            <a:off x="1268730" y="4945463"/>
            <a:ext cx="3634740" cy="942871"/>
          </a:xfrm>
        </p:spPr>
        <p:txBody>
          <a:bodyPr>
            <a:normAutofit/>
          </a:bodyPr>
          <a:lstStyle/>
          <a:p>
            <a:r>
              <a:rPr lang="zh-CN" altLang="en-US" sz="1600" dirty="0"/>
              <a:t>重庆大学大数据与软件学院 </a:t>
            </a:r>
            <a:r>
              <a:rPr lang="en-US" altLang="zh-CN" sz="1600" dirty="0"/>
              <a:t>• </a:t>
            </a:r>
            <a:r>
              <a:rPr lang="zh-CN" altLang="en-US" sz="1600" dirty="0"/>
              <a:t>本科课程</a:t>
            </a:r>
            <a:endParaRPr lang="en-US" altLang="zh-CN" sz="1600" dirty="0"/>
          </a:p>
          <a:p>
            <a:endParaRPr lang="en-US" altLang="zh-CN" sz="1600" dirty="0"/>
          </a:p>
          <a:p>
            <a:r>
              <a:rPr lang="zh-CN" altLang="en-US" sz="1600" dirty="0"/>
              <a:t>讲授：胡健</a:t>
            </a:r>
          </a:p>
          <a:p>
            <a:endParaRPr lang="en-US" altLang="zh-CN" dirty="0"/>
          </a:p>
          <a:p>
            <a:endParaRPr lang="en-US" altLang="zh-CN" sz="1800" dirty="0"/>
          </a:p>
        </p:txBody>
      </p:sp>
    </p:spTree>
    <p:extLst>
      <p:ext uri="{BB962C8B-B14F-4D97-AF65-F5344CB8AC3E}">
        <p14:creationId xmlns:p14="http://schemas.microsoft.com/office/powerpoint/2010/main" val="26406345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1187450" y="0"/>
            <a:ext cx="5400675" cy="5949950"/>
          </a:xfrm>
          <a:prstGeom prst="rect">
            <a:avLst/>
          </a:prstGeom>
          <a:solidFill>
            <a:srgbClr val="8BA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3"/>
          <p:cNvSpPr txBox="1">
            <a:spLocks noChangeArrowheads="1"/>
          </p:cNvSpPr>
          <p:nvPr/>
        </p:nvSpPr>
        <p:spPr>
          <a:xfrm>
            <a:off x="1463675" y="765175"/>
            <a:ext cx="4837113" cy="5111750"/>
          </a:xfrm>
          <a:prstGeom prst="rect">
            <a:avLst/>
          </a:prstGeom>
          <a:ln>
            <a:noFill/>
          </a:ln>
        </p:spPr>
        <p:txBody>
          <a:bodyPr>
            <a:normAutofit/>
          </a:bodyPr>
          <a:lstStyle>
            <a:lvl1pPr marL="0" indent="0" algn="l" defTabSz="685783" rtl="0" eaLnBrk="1" latinLnBrk="0" hangingPunct="1">
              <a:lnSpc>
                <a:spcPct val="90000"/>
              </a:lnSpc>
              <a:spcBef>
                <a:spcPts val="0"/>
              </a:spcBef>
              <a:buFont typeface="Arial" panose="020B0604020202020204" pitchFamily="34" charset="0"/>
              <a:buNone/>
              <a:defRPr lang="zh-CN" sz="1350" kern="1200">
                <a:solidFill>
                  <a:schemeClr val="bg1"/>
                </a:solidFill>
                <a:latin typeface="+mn-lt"/>
                <a:ea typeface="Microsoft YaHei UI" panose="020B0503020204020204" pitchFamily="34" charset="-122"/>
                <a:cs typeface="+mn-cs"/>
              </a:defRPr>
            </a:lvl1pPr>
            <a:lvl2pPr marL="342892" indent="0" algn="ctr" defTabSz="685783" rtl="0" eaLnBrk="1" latinLnBrk="0" hangingPunct="1">
              <a:lnSpc>
                <a:spcPct val="90000"/>
              </a:lnSpc>
              <a:spcBef>
                <a:spcPts val="300"/>
              </a:spcBef>
              <a:buFont typeface="Arial" panose="020B0604020202020204" pitchFamily="34" charset="0"/>
              <a:buNone/>
              <a:defRPr lang="zh-CN" sz="1500" kern="1200">
                <a:solidFill>
                  <a:schemeClr val="tx1"/>
                </a:solidFill>
                <a:latin typeface="+mn-lt"/>
                <a:ea typeface="Microsoft YaHei UI" panose="020B0503020204020204" pitchFamily="34" charset="-122"/>
                <a:cs typeface="+mn-cs"/>
              </a:defRPr>
            </a:lvl2pPr>
            <a:lvl3pPr marL="685783" indent="0" algn="ctr" defTabSz="685783" rtl="0" eaLnBrk="1" latinLnBrk="0" hangingPunct="1">
              <a:lnSpc>
                <a:spcPct val="90000"/>
              </a:lnSpc>
              <a:spcBef>
                <a:spcPts val="300"/>
              </a:spcBef>
              <a:buFont typeface="Arial" panose="020B0604020202020204" pitchFamily="34" charset="0"/>
              <a:buNone/>
              <a:defRPr lang="zh-CN" sz="1350" kern="1200">
                <a:solidFill>
                  <a:schemeClr val="tx1"/>
                </a:solidFill>
                <a:latin typeface="+mn-lt"/>
                <a:ea typeface="Microsoft YaHei UI" panose="020B0503020204020204" pitchFamily="34" charset="-122"/>
                <a:cs typeface="+mn-cs"/>
              </a:defRPr>
            </a:lvl3pPr>
            <a:lvl4pPr marL="1028675"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4pPr>
            <a:lvl5pPr marL="1371566"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5pPr>
            <a:lvl6pPr marL="1714457"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6pPr>
            <a:lvl7pPr marL="2057348"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7pPr>
            <a:lvl8pPr marL="2400240"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8pPr>
            <a:lvl9pPr marL="2743132"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9pPr>
          </a:lstStyle>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章   软件工程概述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zh-CN"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rPr>
              <a:t>	</a:t>
            </a:r>
            <a:endParaRPr lang="en-US" altLang="zh-CN" sz="1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endParaRPr>
          </a:p>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章   软件需求分析</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章   软件设计</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4</a:t>
            </a:r>
            <a:r>
              <a:rPr lang="zh-CN" altLang="en-US" sz="2000" dirty="0">
                <a:latin typeface="Arial" panose="020B0604020202020204" pitchFamily="34" charset="0"/>
                <a:cs typeface="Arial" panose="020B0604020202020204" pitchFamily="34" charset="0"/>
              </a:rPr>
              <a:t>章   编码及实现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20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5</a:t>
            </a:r>
            <a:r>
              <a:rPr lang="zh-CN" altLang="en-US" sz="2000" dirty="0">
                <a:latin typeface="Arial" panose="020B0604020202020204" pitchFamily="34" charset="0"/>
                <a:cs typeface="Arial" panose="020B0604020202020204" pitchFamily="34" charset="0"/>
              </a:rPr>
              <a:t>章   软件测试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7</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6</a:t>
            </a:r>
            <a:r>
              <a:rPr lang="zh-CN" altLang="en-US" sz="2000" dirty="0">
                <a:latin typeface="Arial" panose="020B0604020202020204" pitchFamily="34" charset="0"/>
                <a:cs typeface="Arial" panose="020B0604020202020204" pitchFamily="34" charset="0"/>
              </a:rPr>
              <a:t>章   软件维护</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1</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第</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7</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章</a:t>
            </a:r>
            <a:r>
              <a:rPr lang="zh-CN" altLang="en-US" sz="2000" b="1" dirty="0">
                <a:ln w="12700" cmpd="sng">
                  <a:noFill/>
                  <a:prstDash val="solid"/>
                </a:ln>
                <a:solidFill>
                  <a:srgbClr val="FFFC00"/>
                </a:solidFill>
                <a:latin typeface="Arial" panose="020B0604020202020204" pitchFamily="34" charset="0"/>
                <a:cs typeface="Arial" panose="020B0604020202020204" pitchFamily="34" charset="0"/>
              </a:rPr>
              <a:t>   </a:t>
            </a:r>
            <a:r>
              <a:rPr lang="zh-CN" altLang="en-US" sz="2400" b="1" dirty="0">
                <a:ln w="12700" cmpd="sng">
                  <a:noFill/>
                  <a:prstDash val="solid"/>
                </a:ln>
                <a:solidFill>
                  <a:srgbClr val="FFFC00"/>
                </a:solidFill>
                <a:latin typeface="Arial" panose="020B0604020202020204" pitchFamily="34" charset="0"/>
                <a:cs typeface="Arial" panose="020B0604020202020204" pitchFamily="34" charset="0"/>
              </a:rPr>
              <a:t>面向对象技术</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10</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学时）</a:t>
            </a:r>
            <a:endParaRPr lang="en-US" altLang="zh-CN" sz="2000" dirty="0">
              <a:ln w="12700" cmpd="sng">
                <a:noFill/>
                <a:prstDash val="solid"/>
              </a:ln>
              <a:solidFill>
                <a:srgbClr val="FFFC00"/>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8</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敏捷开发方法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132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a:t>
            </a:fld>
            <a:endParaRPr lang="zh-CN" altLang="en-US" dirty="0"/>
          </a:p>
        </p:txBody>
      </p:sp>
      <p:sp>
        <p:nvSpPr>
          <p:cNvPr id="11" name="Rectangle 3">
            <a:extLst>
              <a:ext uri="{FF2B5EF4-FFF2-40B4-BE49-F238E27FC236}">
                <a16:creationId xmlns:a16="http://schemas.microsoft.com/office/drawing/2014/main" id="{400563BD-439E-8F4E-9B37-40E86DC21D27}"/>
              </a:ext>
            </a:extLst>
          </p:cNvPr>
          <p:cNvSpPr>
            <a:spLocks noChangeArrowheads="1"/>
          </p:cNvSpPr>
          <p:nvPr/>
        </p:nvSpPr>
        <p:spPr bwMode="auto">
          <a:xfrm>
            <a:off x="431800" y="503238"/>
            <a:ext cx="8229600"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黑体" panose="02010609060101010101" pitchFamily="49" charset="-122"/>
                <a:ea typeface="黑体" panose="02010609060101010101" pitchFamily="49" charset="-122"/>
              </a:rPr>
              <a:t>教学安排与教材</a:t>
            </a:r>
          </a:p>
        </p:txBody>
      </p:sp>
      <p:sp>
        <p:nvSpPr>
          <p:cNvPr id="12" name="Rectangle 8">
            <a:extLst>
              <a:ext uri="{FF2B5EF4-FFF2-40B4-BE49-F238E27FC236}">
                <a16:creationId xmlns:a16="http://schemas.microsoft.com/office/drawing/2014/main" id="{378C73EB-05BA-544C-B53C-8C45E639CA47}"/>
              </a:ext>
            </a:extLst>
          </p:cNvPr>
          <p:cNvSpPr>
            <a:spLocks noChangeArrowheads="1"/>
          </p:cNvSpPr>
          <p:nvPr/>
        </p:nvSpPr>
        <p:spPr bwMode="auto">
          <a:xfrm>
            <a:off x="3214688" y="2609850"/>
            <a:ext cx="5337175"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90488">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t" hangingPunct="1">
              <a:lnSpc>
                <a:spcPct val="150000"/>
              </a:lnSpc>
              <a:spcBef>
                <a:spcPct val="40000"/>
              </a:spcBef>
              <a:spcAft>
                <a:spcPct val="40000"/>
              </a:spcAft>
              <a:buFontTx/>
              <a:buNone/>
            </a:pPr>
            <a:r>
              <a:rPr lang="zh-CN" altLang="en-US" sz="1400" dirty="0">
                <a:solidFill>
                  <a:schemeClr val="bg1"/>
                </a:solidFill>
                <a:latin typeface="Microsoft YaHei" panose="020B0503020204020204" pitchFamily="34" charset="-122"/>
                <a:ea typeface="Microsoft YaHei" panose="020B0503020204020204" pitchFamily="34" charset="-122"/>
              </a:rPr>
              <a:t>王少锋 编著，</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面向对象技术</a:t>
            </a:r>
            <a:r>
              <a:rPr lang="en-US" altLang="zh-CN" sz="1400" dirty="0">
                <a:solidFill>
                  <a:schemeClr val="bg1"/>
                </a:solidFill>
                <a:latin typeface="Microsoft YaHei" panose="020B0503020204020204" pitchFamily="34" charset="-122"/>
                <a:ea typeface="Microsoft YaHei" panose="020B0503020204020204" pitchFamily="34" charset="-122"/>
              </a:rPr>
              <a:t>UML</a:t>
            </a:r>
            <a:r>
              <a:rPr lang="zh-CN" altLang="en-US" sz="1400" dirty="0">
                <a:solidFill>
                  <a:schemeClr val="bg1"/>
                </a:solidFill>
                <a:latin typeface="Microsoft YaHei" panose="020B0503020204020204" pitchFamily="34" charset="-122"/>
                <a:ea typeface="Microsoft YaHei" panose="020B0503020204020204" pitchFamily="34" charset="-122"/>
              </a:rPr>
              <a:t>教程</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，清华大学出版社，</a:t>
            </a:r>
            <a:r>
              <a:rPr lang="en-US" altLang="zh-CN" sz="1400" dirty="0">
                <a:solidFill>
                  <a:schemeClr val="bg1"/>
                </a:solidFill>
                <a:latin typeface="Microsoft YaHei" panose="020B0503020204020204" pitchFamily="34" charset="-122"/>
                <a:ea typeface="Microsoft YaHei" panose="020B0503020204020204" pitchFamily="34" charset="-122"/>
              </a:rPr>
              <a:t>2012</a:t>
            </a:r>
            <a:r>
              <a:rPr lang="zh-CN" altLang="en-US" sz="1400" dirty="0">
                <a:solidFill>
                  <a:schemeClr val="bg1"/>
                </a:solidFill>
                <a:latin typeface="Microsoft YaHei" panose="020B0503020204020204" pitchFamily="34" charset="-122"/>
                <a:ea typeface="Microsoft YaHei" panose="020B0503020204020204" pitchFamily="34" charset="-122"/>
              </a:rPr>
              <a:t>年</a:t>
            </a:r>
            <a:r>
              <a:rPr lang="en-US" altLang="zh-CN" sz="1400" dirty="0">
                <a:solidFill>
                  <a:schemeClr val="bg1"/>
                </a:solidFill>
                <a:latin typeface="Microsoft YaHei" panose="020B0503020204020204" pitchFamily="34" charset="-122"/>
                <a:ea typeface="Microsoft YaHei" panose="020B0503020204020204" pitchFamily="34" charset="-122"/>
              </a:rPr>
              <a:t>7</a:t>
            </a:r>
            <a:r>
              <a:rPr lang="zh-CN" altLang="en-US" sz="1400" dirty="0">
                <a:solidFill>
                  <a:schemeClr val="bg1"/>
                </a:solidFill>
                <a:latin typeface="Microsoft YaHei" panose="020B0503020204020204" pitchFamily="34" charset="-122"/>
                <a:ea typeface="Microsoft YaHei" panose="020B0503020204020204" pitchFamily="34" charset="-122"/>
              </a:rPr>
              <a:t>月，</a:t>
            </a:r>
            <a:r>
              <a:rPr lang="en-US" altLang="zh-CN" sz="1400" dirty="0">
                <a:solidFill>
                  <a:schemeClr val="bg1"/>
                </a:solidFill>
                <a:latin typeface="Microsoft YaHei" panose="020B0503020204020204" pitchFamily="34" charset="-122"/>
                <a:ea typeface="Microsoft YaHei" panose="020B0503020204020204" pitchFamily="34" charset="-122"/>
              </a:rPr>
              <a:t>26.00</a:t>
            </a:r>
            <a:r>
              <a:rPr lang="zh-CN" altLang="en-US" sz="1400" dirty="0">
                <a:solidFill>
                  <a:schemeClr val="bg1"/>
                </a:solidFill>
                <a:latin typeface="Microsoft YaHei" panose="020B0503020204020204" pitchFamily="34" charset="-122"/>
                <a:ea typeface="Microsoft YaHei" panose="020B0503020204020204" pitchFamily="34" charset="-122"/>
              </a:rPr>
              <a:t>元</a:t>
            </a:r>
            <a:endParaRPr lang="en-US" altLang="zh-CN" sz="1400" dirty="0">
              <a:solidFill>
                <a:schemeClr val="bg1"/>
              </a:solidFill>
              <a:latin typeface="Microsoft YaHei" panose="020B0503020204020204" pitchFamily="34" charset="-122"/>
              <a:ea typeface="Microsoft YaHei" panose="020B0503020204020204" pitchFamily="34" charset="-122"/>
            </a:endParaRPr>
          </a:p>
          <a:p>
            <a:pPr eaLnBrk="1" fontAlgn="t" hangingPunct="1">
              <a:lnSpc>
                <a:spcPct val="150000"/>
              </a:lnSpc>
              <a:spcBef>
                <a:spcPct val="40000"/>
              </a:spcBef>
              <a:spcAft>
                <a:spcPct val="40000"/>
              </a:spcAft>
              <a:buFontTx/>
              <a:buNone/>
            </a:pPr>
            <a:r>
              <a:rPr lang="en-US" altLang="zh-CN" sz="1400" dirty="0">
                <a:solidFill>
                  <a:srgbClr val="9ED3D7"/>
                </a:solidFill>
                <a:latin typeface="Microsoft YaHei" panose="020B0503020204020204" pitchFamily="34" charset="-122"/>
                <a:ea typeface="Microsoft YaHei" panose="020B0503020204020204" pitchFamily="34" charset="-122"/>
              </a:rPr>
              <a:t>2012.10</a:t>
            </a:r>
            <a:r>
              <a:rPr lang="zh-CN" altLang="en-US" sz="1400" dirty="0">
                <a:solidFill>
                  <a:srgbClr val="9ED3D7"/>
                </a:solidFill>
                <a:latin typeface="Microsoft YaHei" panose="020B0503020204020204" pitchFamily="34" charset="-122"/>
                <a:ea typeface="Microsoft YaHei" panose="020B0503020204020204" pitchFamily="34" charset="-122"/>
              </a:rPr>
              <a:t>，评论：</a:t>
            </a:r>
            <a:r>
              <a:rPr lang="en-US" altLang="zh-CN" sz="1400" dirty="0">
                <a:solidFill>
                  <a:srgbClr val="9ED3D7"/>
                </a:solidFill>
                <a:latin typeface="Microsoft YaHei" panose="020B0503020204020204" pitchFamily="34" charset="-122"/>
                <a:ea typeface="Microsoft YaHei" panose="020B0503020204020204" pitchFamily="34" charset="-122"/>
              </a:rPr>
              <a:t>133</a:t>
            </a:r>
            <a:r>
              <a:rPr lang="zh-CN" altLang="en-US" sz="1400" dirty="0">
                <a:solidFill>
                  <a:srgbClr val="9ED3D7"/>
                </a:solidFill>
                <a:latin typeface="Microsoft YaHei" panose="020B0503020204020204" pitchFamily="34" charset="-122"/>
                <a:ea typeface="Microsoft YaHei" panose="020B0503020204020204" pitchFamily="34" charset="-122"/>
              </a:rPr>
              <a:t>，排行</a:t>
            </a:r>
            <a:r>
              <a:rPr lang="en-US" altLang="zh-CN" sz="1400" dirty="0">
                <a:solidFill>
                  <a:srgbClr val="9ED3D7"/>
                </a:solidFill>
                <a:latin typeface="Microsoft YaHei" panose="020B0503020204020204" pitchFamily="34" charset="-122"/>
                <a:ea typeface="Microsoft YaHei" panose="020B0503020204020204" pitchFamily="34" charset="-122"/>
              </a:rPr>
              <a:t>4</a:t>
            </a:r>
            <a:r>
              <a:rPr lang="zh-CN" altLang="en-US" sz="1400" dirty="0">
                <a:solidFill>
                  <a:srgbClr val="9ED3D7"/>
                </a:solidFill>
                <a:latin typeface="Microsoft YaHei" panose="020B0503020204020204" pitchFamily="34" charset="-122"/>
                <a:ea typeface="Microsoft YaHei" panose="020B0503020204020204" pitchFamily="34" charset="-122"/>
              </a:rPr>
              <a:t>。（当当网）</a:t>
            </a:r>
          </a:p>
        </p:txBody>
      </p:sp>
      <p:sp>
        <p:nvSpPr>
          <p:cNvPr id="13" name="Text Box 15">
            <a:extLst>
              <a:ext uri="{FF2B5EF4-FFF2-40B4-BE49-F238E27FC236}">
                <a16:creationId xmlns:a16="http://schemas.microsoft.com/office/drawing/2014/main" id="{35FDB370-766B-3244-B43B-0E6C8219708C}"/>
              </a:ext>
            </a:extLst>
          </p:cNvPr>
          <p:cNvSpPr txBox="1">
            <a:spLocks noChangeArrowheads="1"/>
          </p:cNvSpPr>
          <p:nvPr/>
        </p:nvSpPr>
        <p:spPr bwMode="auto">
          <a:xfrm>
            <a:off x="698500" y="1690688"/>
            <a:ext cx="1200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solidFill>
                  <a:srgbClr val="FFFF00"/>
                </a:solidFill>
                <a:ea typeface="华文新魏" panose="02010800040101010101" pitchFamily="2" charset="-122"/>
              </a:rPr>
              <a:t>教学安排：</a:t>
            </a:r>
          </a:p>
        </p:txBody>
      </p:sp>
      <p:sp>
        <p:nvSpPr>
          <p:cNvPr id="14" name="Text Box 17">
            <a:extLst>
              <a:ext uri="{FF2B5EF4-FFF2-40B4-BE49-F238E27FC236}">
                <a16:creationId xmlns:a16="http://schemas.microsoft.com/office/drawing/2014/main" id="{19741B3C-8E9D-4D4E-B080-08D9868A0160}"/>
              </a:ext>
            </a:extLst>
          </p:cNvPr>
          <p:cNvSpPr txBox="1">
            <a:spLocks noChangeArrowheads="1"/>
          </p:cNvSpPr>
          <p:nvPr/>
        </p:nvSpPr>
        <p:spPr bwMode="auto">
          <a:xfrm>
            <a:off x="687388" y="2098675"/>
            <a:ext cx="1200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a:solidFill>
                  <a:srgbClr val="FFFF00"/>
                </a:solidFill>
                <a:ea typeface="华文新魏" panose="02010800040101010101" pitchFamily="2" charset="-122"/>
              </a:rPr>
              <a:t>选用教材：</a:t>
            </a:r>
          </a:p>
        </p:txBody>
      </p:sp>
      <p:sp>
        <p:nvSpPr>
          <p:cNvPr id="15" name="Rectangle 18">
            <a:extLst>
              <a:ext uri="{FF2B5EF4-FFF2-40B4-BE49-F238E27FC236}">
                <a16:creationId xmlns:a16="http://schemas.microsoft.com/office/drawing/2014/main" id="{A6DCCE0C-5BDE-3745-B630-500E7A1E84CE}"/>
              </a:ext>
            </a:extLst>
          </p:cNvPr>
          <p:cNvSpPr>
            <a:spLocks noChangeArrowheads="1"/>
          </p:cNvSpPr>
          <p:nvPr/>
        </p:nvSpPr>
        <p:spPr bwMode="auto">
          <a:xfrm>
            <a:off x="1816100" y="1541155"/>
            <a:ext cx="51562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t" hangingPunct="1">
              <a:lnSpc>
                <a:spcPct val="150000"/>
              </a:lnSpc>
              <a:spcBef>
                <a:spcPct val="40000"/>
              </a:spcBef>
              <a:spcAft>
                <a:spcPct val="40000"/>
              </a:spcAft>
              <a:buFont typeface="Symbol" pitchFamily="2" charset="2"/>
              <a:buNone/>
            </a:pPr>
            <a:r>
              <a:rPr lang="zh-CN" altLang="en-US" sz="1400" dirty="0">
                <a:solidFill>
                  <a:schemeClr val="bg1"/>
                </a:solidFill>
                <a:latin typeface="Microsoft YaHei" panose="020B0503020204020204" pitchFamily="34" charset="-122"/>
                <a:ea typeface="Microsoft YaHei" panose="020B0503020204020204" pitchFamily="34" charset="-122"/>
              </a:rPr>
              <a:t>理论教学（</a:t>
            </a:r>
            <a:r>
              <a:rPr lang="en-US" altLang="zh-CN" sz="1400" dirty="0">
                <a:solidFill>
                  <a:schemeClr val="bg1"/>
                </a:solidFill>
                <a:latin typeface="Microsoft YaHei" panose="020B0503020204020204" pitchFamily="34" charset="-122"/>
                <a:ea typeface="Microsoft YaHei" panose="020B0503020204020204" pitchFamily="34" charset="-122"/>
              </a:rPr>
              <a:t>40</a:t>
            </a:r>
            <a:r>
              <a:rPr lang="zh-CN" altLang="en-US" sz="1400" dirty="0">
                <a:solidFill>
                  <a:schemeClr val="bg1"/>
                </a:solidFill>
                <a:latin typeface="Microsoft YaHei" panose="020B0503020204020204" pitchFamily="34" charset="-122"/>
                <a:ea typeface="Microsoft YaHei" panose="020B0503020204020204" pitchFamily="34" charset="-122"/>
              </a:rPr>
              <a:t>）＋实验（</a:t>
            </a:r>
            <a:r>
              <a:rPr lang="en-US" altLang="zh-CN" sz="1400" dirty="0">
                <a:solidFill>
                  <a:schemeClr val="bg1"/>
                </a:solidFill>
                <a:latin typeface="Microsoft YaHei" panose="020B0503020204020204" pitchFamily="34" charset="-122"/>
                <a:ea typeface="Microsoft YaHei" panose="020B0503020204020204" pitchFamily="34" charset="-122"/>
              </a:rPr>
              <a:t>28</a:t>
            </a:r>
            <a:r>
              <a:rPr lang="zh-CN" altLang="en-US" sz="1400" dirty="0">
                <a:solidFill>
                  <a:schemeClr val="bg1"/>
                </a:solidFill>
                <a:latin typeface="Microsoft YaHei" panose="020B0503020204020204" pitchFamily="34" charset="-122"/>
                <a:ea typeface="Microsoft YaHei" panose="020B0503020204020204" pitchFamily="34" charset="-122"/>
              </a:rPr>
              <a:t>）</a:t>
            </a:r>
            <a:r>
              <a:rPr lang="zh-CN" altLang="zh-CN" sz="1800" dirty="0">
                <a:solidFill>
                  <a:schemeClr val="bg1"/>
                </a:solidFill>
                <a:latin typeface="Microsoft YaHei" panose="020B0503020204020204" pitchFamily="34" charset="-122"/>
                <a:ea typeface="Microsoft YaHei" panose="020B0503020204020204" pitchFamily="34" charset="-122"/>
              </a:rPr>
              <a:t>→</a:t>
            </a:r>
            <a:r>
              <a:rPr lang="zh-CN" altLang="en-US" sz="1800" dirty="0">
                <a:solidFill>
                  <a:schemeClr val="bg1"/>
                </a:solidFill>
                <a:latin typeface="Microsoft YaHei" panose="020B0503020204020204" pitchFamily="34" charset="-122"/>
                <a:ea typeface="Microsoft YaHei" panose="020B0503020204020204" pitchFamily="34" charset="-122"/>
              </a:rPr>
              <a:t> </a:t>
            </a:r>
            <a:r>
              <a:rPr lang="zh-CN" altLang="en-US" sz="1400" dirty="0">
                <a:solidFill>
                  <a:schemeClr val="bg1"/>
                </a:solidFill>
                <a:latin typeface="Microsoft YaHei" panose="020B0503020204020204" pitchFamily="34" charset="-122"/>
                <a:ea typeface="Microsoft YaHei" panose="020B0503020204020204" pitchFamily="34" charset="-122"/>
              </a:rPr>
              <a:t>理论教学（</a:t>
            </a:r>
            <a:r>
              <a:rPr lang="en-US" altLang="zh-CN" sz="1400" dirty="0">
                <a:solidFill>
                  <a:schemeClr val="bg1"/>
                </a:solidFill>
                <a:latin typeface="Microsoft YaHei" panose="020B0503020204020204" pitchFamily="34" charset="-122"/>
                <a:ea typeface="Microsoft YaHei" panose="020B0503020204020204" pitchFamily="34" charset="-122"/>
              </a:rPr>
              <a:t>28</a:t>
            </a:r>
            <a:r>
              <a:rPr lang="zh-CN" altLang="en-US" sz="1400" dirty="0">
                <a:solidFill>
                  <a:schemeClr val="bg1"/>
                </a:solidFill>
                <a:latin typeface="Microsoft YaHei" panose="020B0503020204020204" pitchFamily="34" charset="-122"/>
                <a:ea typeface="Microsoft YaHei" panose="020B0503020204020204" pitchFamily="34" charset="-122"/>
              </a:rPr>
              <a:t>）＋实验（</a:t>
            </a:r>
            <a:r>
              <a:rPr lang="en-US" altLang="zh-CN" sz="1400" dirty="0">
                <a:solidFill>
                  <a:schemeClr val="bg1"/>
                </a:solidFill>
                <a:latin typeface="Microsoft YaHei" panose="020B0503020204020204" pitchFamily="34" charset="-122"/>
                <a:ea typeface="Microsoft YaHei" panose="020B0503020204020204" pitchFamily="34" charset="-122"/>
              </a:rPr>
              <a:t>8</a:t>
            </a:r>
            <a:r>
              <a:rPr lang="zh-CN" altLang="en-US" sz="1400" dirty="0">
                <a:solidFill>
                  <a:schemeClr val="bg1"/>
                </a:solidFill>
                <a:latin typeface="Microsoft YaHei" panose="020B0503020204020204" pitchFamily="34" charset="-122"/>
                <a:ea typeface="Microsoft YaHei" panose="020B0503020204020204" pitchFamily="34" charset="-122"/>
              </a:rPr>
              <a:t>）</a:t>
            </a:r>
            <a:endParaRPr lang="en-US" altLang="zh-CN" sz="1400" dirty="0">
              <a:solidFill>
                <a:schemeClr val="bg1"/>
              </a:solidFill>
              <a:latin typeface="Microsoft YaHei" panose="020B0503020204020204" pitchFamily="34" charset="-122"/>
              <a:ea typeface="Microsoft YaHei" panose="020B0503020204020204" pitchFamily="34" charset="-122"/>
            </a:endParaRPr>
          </a:p>
        </p:txBody>
      </p:sp>
      <p:sp>
        <p:nvSpPr>
          <p:cNvPr id="16" name="Rectangle 21">
            <a:extLst>
              <a:ext uri="{FF2B5EF4-FFF2-40B4-BE49-F238E27FC236}">
                <a16:creationId xmlns:a16="http://schemas.microsoft.com/office/drawing/2014/main" id="{3325C0C9-2FFA-6845-BCE9-C921164F6227}"/>
              </a:ext>
            </a:extLst>
          </p:cNvPr>
          <p:cNvSpPr>
            <a:spLocks noChangeArrowheads="1"/>
          </p:cNvSpPr>
          <p:nvPr/>
        </p:nvSpPr>
        <p:spPr bwMode="auto">
          <a:xfrm>
            <a:off x="3252788" y="4465638"/>
            <a:ext cx="5157787"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90488" indent="-90488">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t" hangingPunct="1">
              <a:lnSpc>
                <a:spcPct val="150000"/>
              </a:lnSpc>
              <a:spcBef>
                <a:spcPct val="40000"/>
              </a:spcBef>
              <a:spcAft>
                <a:spcPct val="40000"/>
              </a:spcAft>
              <a:buFontTx/>
              <a:buNone/>
            </a:pP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美</a:t>
            </a:r>
            <a:r>
              <a:rPr lang="en-US" altLang="zh-CN" sz="1400" dirty="0">
                <a:solidFill>
                  <a:schemeClr val="bg1"/>
                </a:solidFill>
                <a:latin typeface="Microsoft YaHei" panose="020B0503020204020204" pitchFamily="34" charset="-122"/>
                <a:ea typeface="Microsoft YaHei" panose="020B0503020204020204" pitchFamily="34" charset="-122"/>
              </a:rPr>
              <a:t>〕Joseph </a:t>
            </a:r>
            <a:r>
              <a:rPr lang="en-US" altLang="zh-CN" sz="1400" dirty="0" err="1">
                <a:solidFill>
                  <a:schemeClr val="bg1"/>
                </a:solidFill>
                <a:latin typeface="Microsoft YaHei" panose="020B0503020204020204" pitchFamily="34" charset="-122"/>
                <a:ea typeface="Microsoft YaHei" panose="020B0503020204020204" pitchFamily="34" charset="-122"/>
              </a:rPr>
              <a:t>Schmuller</a:t>
            </a:r>
            <a:r>
              <a:rPr lang="zh-CN" altLang="en-US" sz="1400" dirty="0">
                <a:solidFill>
                  <a:schemeClr val="bg1"/>
                </a:solidFill>
                <a:latin typeface="Microsoft YaHei" panose="020B0503020204020204" pitchFamily="34" charset="-122"/>
                <a:ea typeface="Microsoft YaHei" panose="020B0503020204020204" pitchFamily="34" charset="-122"/>
              </a:rPr>
              <a:t>著，李虎、赵龙刚 译，</a:t>
            </a:r>
            <a:r>
              <a:rPr lang="en-US" altLang="zh-CN" sz="1400" dirty="0">
                <a:solidFill>
                  <a:schemeClr val="bg1"/>
                </a:solidFill>
                <a:latin typeface="Microsoft YaHei" panose="020B0503020204020204" pitchFamily="34" charset="-122"/>
                <a:ea typeface="Microsoft YaHei" panose="020B0503020204020204" pitchFamily="34" charset="-122"/>
              </a:rPr>
              <a:t>《UML</a:t>
            </a:r>
            <a:r>
              <a:rPr lang="zh-CN" altLang="en-US" sz="1400" dirty="0">
                <a:solidFill>
                  <a:schemeClr val="bg1"/>
                </a:solidFill>
                <a:latin typeface="Microsoft YaHei" panose="020B0503020204020204" pitchFamily="34" charset="-122"/>
                <a:ea typeface="Microsoft YaHei" panose="020B0503020204020204" pitchFamily="34" charset="-122"/>
              </a:rPr>
              <a:t>基础、案例与应用（第</a:t>
            </a:r>
            <a:r>
              <a:rPr lang="en-US" altLang="zh-CN" sz="1400" dirty="0">
                <a:solidFill>
                  <a:schemeClr val="bg1"/>
                </a:solidFill>
                <a:latin typeface="Microsoft YaHei" panose="020B0503020204020204" pitchFamily="34" charset="-122"/>
                <a:ea typeface="Microsoft YaHei" panose="020B0503020204020204" pitchFamily="34" charset="-122"/>
              </a:rPr>
              <a:t>3</a:t>
            </a:r>
            <a:r>
              <a:rPr lang="zh-CN" altLang="en-US" sz="1400" dirty="0">
                <a:solidFill>
                  <a:schemeClr val="bg1"/>
                </a:solidFill>
                <a:latin typeface="Microsoft YaHei" panose="020B0503020204020204" pitchFamily="34" charset="-122"/>
                <a:ea typeface="Microsoft YaHei" panose="020B0503020204020204" pitchFamily="34" charset="-122"/>
              </a:rPr>
              <a:t>版）（修订版）</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，人民邮电出版社，</a:t>
            </a:r>
            <a:r>
              <a:rPr lang="en-US" altLang="zh-CN" sz="1400" dirty="0">
                <a:solidFill>
                  <a:schemeClr val="bg1"/>
                </a:solidFill>
                <a:latin typeface="Microsoft YaHei" panose="020B0503020204020204" pitchFamily="34" charset="-122"/>
                <a:ea typeface="Microsoft YaHei" panose="020B0503020204020204" pitchFamily="34" charset="-122"/>
              </a:rPr>
              <a:t>2018</a:t>
            </a:r>
            <a:r>
              <a:rPr lang="zh-CN" altLang="en-US" sz="1400" dirty="0">
                <a:solidFill>
                  <a:schemeClr val="bg1"/>
                </a:solidFill>
                <a:latin typeface="Microsoft YaHei" panose="020B0503020204020204" pitchFamily="34" charset="-122"/>
                <a:ea typeface="Microsoft YaHei" panose="020B0503020204020204" pitchFamily="34" charset="-122"/>
              </a:rPr>
              <a:t>年</a:t>
            </a:r>
            <a:r>
              <a:rPr lang="en-US" altLang="zh-CN" sz="1400" dirty="0">
                <a:solidFill>
                  <a:schemeClr val="bg1"/>
                </a:solidFill>
                <a:latin typeface="Microsoft YaHei" panose="020B0503020204020204" pitchFamily="34" charset="-122"/>
                <a:ea typeface="Microsoft YaHei" panose="020B0503020204020204" pitchFamily="34" charset="-122"/>
              </a:rPr>
              <a:t>1</a:t>
            </a:r>
            <a:r>
              <a:rPr lang="zh-CN" altLang="en-US" sz="1400" dirty="0">
                <a:solidFill>
                  <a:schemeClr val="bg1"/>
                </a:solidFill>
                <a:latin typeface="Microsoft YaHei" panose="020B0503020204020204" pitchFamily="34" charset="-122"/>
                <a:ea typeface="Microsoft YaHei" panose="020B0503020204020204" pitchFamily="34" charset="-122"/>
              </a:rPr>
              <a:t>月，</a:t>
            </a:r>
            <a:r>
              <a:rPr lang="en-US" altLang="zh-CN" sz="1400" dirty="0">
                <a:solidFill>
                  <a:schemeClr val="bg1"/>
                </a:solidFill>
                <a:latin typeface="Microsoft YaHei" panose="020B0503020204020204" pitchFamily="34" charset="-122"/>
                <a:ea typeface="Microsoft YaHei" panose="020B0503020204020204" pitchFamily="34" charset="-122"/>
              </a:rPr>
              <a:t>59.00</a:t>
            </a:r>
            <a:r>
              <a:rPr lang="zh-CN" altLang="en-US" sz="1400" dirty="0">
                <a:solidFill>
                  <a:schemeClr val="bg1"/>
                </a:solidFill>
                <a:latin typeface="Microsoft YaHei" panose="020B0503020204020204" pitchFamily="34" charset="-122"/>
                <a:ea typeface="Microsoft YaHei" panose="020B0503020204020204" pitchFamily="34" charset="-122"/>
              </a:rPr>
              <a:t>元</a:t>
            </a:r>
            <a:endParaRPr lang="en-US" altLang="zh-CN" sz="1400" dirty="0">
              <a:solidFill>
                <a:schemeClr val="bg1"/>
              </a:solidFill>
              <a:latin typeface="Microsoft YaHei" panose="020B0503020204020204" pitchFamily="34" charset="-122"/>
              <a:ea typeface="Microsoft YaHei" panose="020B0503020204020204" pitchFamily="34" charset="-122"/>
            </a:endParaRPr>
          </a:p>
          <a:p>
            <a:pPr eaLnBrk="1" fontAlgn="t" hangingPunct="1">
              <a:lnSpc>
                <a:spcPct val="150000"/>
              </a:lnSpc>
              <a:spcBef>
                <a:spcPct val="40000"/>
              </a:spcBef>
              <a:spcAft>
                <a:spcPct val="40000"/>
              </a:spcAft>
              <a:buFontTx/>
              <a:buNone/>
            </a:pPr>
            <a:r>
              <a:rPr lang="en-US" altLang="zh-CN" sz="1400" dirty="0">
                <a:solidFill>
                  <a:srgbClr val="9ED3D7"/>
                </a:solidFill>
                <a:latin typeface="Microsoft YaHei" panose="020B0503020204020204" pitchFamily="34" charset="-122"/>
                <a:ea typeface="Microsoft YaHei" panose="020B0503020204020204" pitchFamily="34" charset="-122"/>
              </a:rPr>
              <a:t>2016.09</a:t>
            </a:r>
            <a:r>
              <a:rPr lang="zh-CN" altLang="en-US" sz="1400" dirty="0">
                <a:solidFill>
                  <a:srgbClr val="9ED3D7"/>
                </a:solidFill>
                <a:latin typeface="Microsoft YaHei" panose="020B0503020204020204" pitchFamily="34" charset="-122"/>
                <a:ea typeface="Microsoft YaHei" panose="020B0503020204020204" pitchFamily="34" charset="-122"/>
              </a:rPr>
              <a:t>，好评排行</a:t>
            </a:r>
            <a:r>
              <a:rPr lang="en-US" altLang="zh-CN" sz="1400" dirty="0">
                <a:solidFill>
                  <a:srgbClr val="9ED3D7"/>
                </a:solidFill>
                <a:latin typeface="Microsoft YaHei" panose="020B0503020204020204" pitchFamily="34" charset="-122"/>
                <a:ea typeface="Microsoft YaHei" panose="020B0503020204020204" pitchFamily="34" charset="-122"/>
              </a:rPr>
              <a:t>4</a:t>
            </a:r>
            <a:r>
              <a:rPr lang="zh-CN" altLang="en-US" sz="1400" dirty="0">
                <a:solidFill>
                  <a:srgbClr val="9ED3D7"/>
                </a:solidFill>
                <a:latin typeface="Microsoft YaHei" panose="020B0503020204020204" pitchFamily="34" charset="-122"/>
                <a:ea typeface="Microsoft YaHei" panose="020B0503020204020204" pitchFamily="34" charset="-122"/>
              </a:rPr>
              <a:t>。（当当网）</a:t>
            </a:r>
          </a:p>
          <a:p>
            <a:pPr eaLnBrk="1" fontAlgn="t" hangingPunct="1">
              <a:lnSpc>
                <a:spcPct val="150000"/>
              </a:lnSpc>
              <a:spcBef>
                <a:spcPct val="40000"/>
              </a:spcBef>
              <a:spcAft>
                <a:spcPct val="40000"/>
              </a:spcAft>
              <a:buFontTx/>
              <a:buNone/>
            </a:pPr>
            <a:endParaRPr lang="zh-CN" altLang="en-US" sz="1400" dirty="0">
              <a:solidFill>
                <a:schemeClr val="bg1"/>
              </a:solidFill>
              <a:ea typeface="楷体_GB2312" pitchFamily="49" charset="-122"/>
            </a:endParaRPr>
          </a:p>
        </p:txBody>
      </p:sp>
      <p:pic>
        <p:nvPicPr>
          <p:cNvPr id="17" name="Picture 23" descr="Book-5">
            <a:extLst>
              <a:ext uri="{FF2B5EF4-FFF2-40B4-BE49-F238E27FC236}">
                <a16:creationId xmlns:a16="http://schemas.microsoft.com/office/drawing/2014/main" id="{BECED14E-B00F-EE41-AF3E-B1BD9BB0A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75" y="2216150"/>
            <a:ext cx="1079500" cy="1531938"/>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8" name="图片 1">
            <a:extLst>
              <a:ext uri="{FF2B5EF4-FFF2-40B4-BE49-F238E27FC236}">
                <a16:creationId xmlns:a16="http://schemas.microsoft.com/office/drawing/2014/main" id="{DC67EEF2-D88E-9146-A217-A115E97182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8813" y="4376738"/>
            <a:ext cx="1139825"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17212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a:t>
            </a:fld>
            <a:endParaRPr lang="zh-CN" altLang="en-US"/>
          </a:p>
        </p:txBody>
      </p:sp>
      <p:sp>
        <p:nvSpPr>
          <p:cNvPr id="16" name="Rectangle 4">
            <a:extLst>
              <a:ext uri="{FF2B5EF4-FFF2-40B4-BE49-F238E27FC236}">
                <a16:creationId xmlns:a16="http://schemas.microsoft.com/office/drawing/2014/main" id="{5026C0F6-F4BF-4944-B92A-DCC9FDEE3EBC}"/>
              </a:ext>
            </a:extLst>
          </p:cNvPr>
          <p:cNvSpPr>
            <a:spLocks noChangeArrowheads="1"/>
          </p:cNvSpPr>
          <p:nvPr/>
        </p:nvSpPr>
        <p:spPr bwMode="auto">
          <a:xfrm>
            <a:off x="431800" y="503238"/>
            <a:ext cx="8229600"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黑体" panose="02010609060101010101" pitchFamily="49" charset="-122"/>
                <a:ea typeface="黑体" panose="02010609060101010101" pitchFamily="49" charset="-122"/>
              </a:rPr>
              <a:t>实验用工具软件</a:t>
            </a:r>
          </a:p>
        </p:txBody>
      </p:sp>
      <p:sp>
        <p:nvSpPr>
          <p:cNvPr id="17" name="Rectangle 28">
            <a:extLst>
              <a:ext uri="{FF2B5EF4-FFF2-40B4-BE49-F238E27FC236}">
                <a16:creationId xmlns:a16="http://schemas.microsoft.com/office/drawing/2014/main" id="{E5C5AF11-5926-BD4E-8D43-29CBEAFF81A7}"/>
              </a:ext>
            </a:extLst>
          </p:cNvPr>
          <p:cNvSpPr>
            <a:spLocks noChangeArrowheads="1"/>
          </p:cNvSpPr>
          <p:nvPr/>
        </p:nvSpPr>
        <p:spPr bwMode="auto">
          <a:xfrm>
            <a:off x="673100" y="1630363"/>
            <a:ext cx="1281113"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t" hangingPunct="1">
              <a:lnSpc>
                <a:spcPct val="150000"/>
              </a:lnSpc>
              <a:spcBef>
                <a:spcPct val="40000"/>
              </a:spcBef>
              <a:spcAft>
                <a:spcPct val="40000"/>
              </a:spcAft>
              <a:buFont typeface="Symbol" pitchFamily="2" charset="2"/>
              <a:buChar char="*"/>
            </a:pPr>
            <a:r>
              <a:rPr lang="en-US" altLang="zh-CN" sz="1400">
                <a:solidFill>
                  <a:schemeClr val="bg1"/>
                </a:solidFill>
                <a:ea typeface="楷体_GB2312" pitchFamily="49" charset="-122"/>
              </a:rPr>
              <a:t> MS Visio</a:t>
            </a:r>
          </a:p>
        </p:txBody>
      </p:sp>
      <p:pic>
        <p:nvPicPr>
          <p:cNvPr id="22" name="Picture 33">
            <a:extLst>
              <a:ext uri="{FF2B5EF4-FFF2-40B4-BE49-F238E27FC236}">
                <a16:creationId xmlns:a16="http://schemas.microsoft.com/office/drawing/2014/main" id="{80AEF501-2E30-7040-9C1B-B6FBD8FCA5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638" y="3668713"/>
            <a:ext cx="3167062" cy="23749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3" name="Picture 6">
            <a:extLst>
              <a:ext uri="{FF2B5EF4-FFF2-40B4-BE49-F238E27FC236}">
                <a16:creationId xmlns:a16="http://schemas.microsoft.com/office/drawing/2014/main" id="{40A35F1A-D880-AA46-A8A7-6C0841B513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9852" y="3657600"/>
            <a:ext cx="3810000" cy="238125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4" name="Rectangle 4">
            <a:extLst>
              <a:ext uri="{FF2B5EF4-FFF2-40B4-BE49-F238E27FC236}">
                <a16:creationId xmlns:a16="http://schemas.microsoft.com/office/drawing/2014/main" id="{561BB83A-6634-4D42-A019-7A290982745D}"/>
              </a:ext>
            </a:extLst>
          </p:cNvPr>
          <p:cNvSpPr>
            <a:spLocks noChangeArrowheads="1"/>
          </p:cNvSpPr>
          <p:nvPr/>
        </p:nvSpPr>
        <p:spPr bwMode="auto">
          <a:xfrm>
            <a:off x="4612540" y="1627188"/>
            <a:ext cx="199231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fontAlgn="t" hangingPunct="1">
              <a:lnSpc>
                <a:spcPct val="150000"/>
              </a:lnSpc>
              <a:spcBef>
                <a:spcPct val="40000"/>
              </a:spcBef>
              <a:spcAft>
                <a:spcPct val="40000"/>
              </a:spcAft>
              <a:buFont typeface="Symbol" pitchFamily="2" charset="2"/>
              <a:buChar char="*"/>
            </a:pPr>
            <a:r>
              <a:rPr lang="en-US" altLang="zh-CN" sz="1400">
                <a:solidFill>
                  <a:schemeClr val="bg1"/>
                </a:solidFill>
                <a:ea typeface="楷体_GB2312" pitchFamily="49" charset="-122"/>
              </a:rPr>
              <a:t> Enterprise Architect </a:t>
            </a:r>
            <a:r>
              <a:rPr lang="zh-CN" altLang="en-US" sz="1400">
                <a:solidFill>
                  <a:schemeClr val="bg1"/>
                </a:solidFill>
                <a:ea typeface="楷体_GB2312" pitchFamily="49" charset="-122"/>
              </a:rPr>
              <a:t> </a:t>
            </a:r>
            <a:endParaRPr lang="en-US" altLang="zh-CN" sz="1400">
              <a:solidFill>
                <a:schemeClr val="bg1"/>
              </a:solidFill>
              <a:ea typeface="楷体_GB2312" pitchFamily="49" charset="-122"/>
            </a:endParaRPr>
          </a:p>
        </p:txBody>
      </p:sp>
      <p:pic>
        <p:nvPicPr>
          <p:cNvPr id="25" name="Picture 8">
            <a:extLst>
              <a:ext uri="{FF2B5EF4-FFF2-40B4-BE49-F238E27FC236}">
                <a16:creationId xmlns:a16="http://schemas.microsoft.com/office/drawing/2014/main" id="{D46C7BB1-5A9A-2848-B0F3-E8671408C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4401" t="35728" r="34389" b="35645"/>
          <a:stretch>
            <a:fillRect/>
          </a:stretch>
        </p:blipFill>
        <p:spPr bwMode="auto">
          <a:xfrm>
            <a:off x="4699852" y="2082800"/>
            <a:ext cx="2262188" cy="12954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 name="图片 1">
            <a:extLst>
              <a:ext uri="{FF2B5EF4-FFF2-40B4-BE49-F238E27FC236}">
                <a16:creationId xmlns:a16="http://schemas.microsoft.com/office/drawing/2014/main" id="{7F6C75E9-3006-0541-8BA5-9126056255C4}"/>
              </a:ext>
            </a:extLst>
          </p:cNvPr>
          <p:cNvPicPr>
            <a:picLocks noChangeAspect="1"/>
          </p:cNvPicPr>
          <p:nvPr/>
        </p:nvPicPr>
        <p:blipFill>
          <a:blip r:embed="rId5"/>
          <a:stretch>
            <a:fillRect/>
          </a:stretch>
        </p:blipFill>
        <p:spPr>
          <a:xfrm>
            <a:off x="844609" y="2119892"/>
            <a:ext cx="2207558" cy="12583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12827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326599"/>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effectLst>
                  <a:glow rad="228600">
                    <a:schemeClr val="accent6">
                      <a:satMod val="175000"/>
                      <a:alpha val="40000"/>
                    </a:schemeClr>
                  </a:glow>
                </a:effectLst>
                <a:sym typeface="微软雅黑" panose="020B0503020204020204" pitchFamily="34" charset="-122"/>
              </a:rPr>
              <a:t>7.1</a:t>
            </a:r>
            <a:r>
              <a:rPr lang="zh-CN" altLang="en-US" dirty="0">
                <a:solidFill>
                  <a:schemeClr val="bg1"/>
                </a:solidFill>
                <a:effectLst>
                  <a:glow rad="228600">
                    <a:schemeClr val="accent6">
                      <a:satMod val="175000"/>
                      <a:alpha val="40000"/>
                    </a:schemeClr>
                  </a:glow>
                </a:effectLst>
                <a:sym typeface="微软雅黑" panose="020B0503020204020204" pitchFamily="34" charset="-122"/>
              </a:rPr>
              <a:t>  面向对象技术概述</a:t>
            </a:r>
            <a:endParaRPr lang="zh-CN" altLang="en-US" dirty="0">
              <a:solidFill>
                <a:schemeClr val="bg1"/>
              </a:solidFill>
              <a:effectLst>
                <a:glow rad="228600">
                  <a:schemeClr val="accent6">
                    <a:satMod val="175000"/>
                    <a:alpha val="40000"/>
                  </a:schemeClr>
                </a:glow>
              </a:effectLst>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a:t>
            </a:fld>
            <a:endParaRPr lang="zh-CN" altLang="en-US"/>
          </a:p>
        </p:txBody>
      </p:sp>
      <p:sp>
        <p:nvSpPr>
          <p:cNvPr id="5" name="Rectangle 2">
            <a:extLst>
              <a:ext uri="{FF2B5EF4-FFF2-40B4-BE49-F238E27FC236}">
                <a16:creationId xmlns:a16="http://schemas.microsoft.com/office/drawing/2014/main" id="{945488DA-528D-2045-AE10-09240C5575B9}"/>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6" name="Rectangle 7">
            <a:extLst>
              <a:ext uri="{FF2B5EF4-FFF2-40B4-BE49-F238E27FC236}">
                <a16:creationId xmlns:a16="http://schemas.microsoft.com/office/drawing/2014/main" id="{65412B04-B35C-7D4B-A777-6A83F6ABEF82}"/>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1</a:t>
            </a:r>
            <a:r>
              <a:rPr lang="zh-CN" altLang="en-US" dirty="0">
                <a:solidFill>
                  <a:srgbClr val="4E8F00"/>
                </a:solidFill>
                <a:effectLst/>
                <a:ea typeface="Microsoft YaHei UI" panose="020B0503020204020204" pitchFamily="34" charset="-122"/>
              </a:rPr>
              <a:t> 软件的固有复杂性</a:t>
            </a: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7" name="Text Box 4">
            <a:extLst>
              <a:ext uri="{FF2B5EF4-FFF2-40B4-BE49-F238E27FC236}">
                <a16:creationId xmlns:a16="http://schemas.microsoft.com/office/drawing/2014/main" id="{3A16CA7A-2417-464F-98A1-22D4D32B2855}"/>
              </a:ext>
            </a:extLst>
          </p:cNvPr>
          <p:cNvSpPr txBox="1">
            <a:spLocks noChangeArrowheads="1"/>
          </p:cNvSpPr>
          <p:nvPr/>
        </p:nvSpPr>
        <p:spPr bwMode="auto">
          <a:xfrm>
            <a:off x="959531" y="2299690"/>
            <a:ext cx="7233783" cy="34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180975" indent="-1809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pPr>
            <a:r>
              <a:rPr lang="zh-CN" altLang="en-US" sz="1600" dirty="0">
                <a:solidFill>
                  <a:schemeClr val="bg1"/>
                </a:solidFill>
                <a:latin typeface="Microsoft YaHei" panose="020B0503020204020204" pitchFamily="34" charset="-122"/>
                <a:ea typeface="Microsoft YaHei" panose="020B0503020204020204" pitchFamily="34" charset="-122"/>
              </a:rPr>
              <a:t>著名的计算机专家、被称之为</a:t>
            </a:r>
            <a:r>
              <a:rPr lang="en-US" altLang="zh-CN" sz="1600" dirty="0">
                <a:solidFill>
                  <a:schemeClr val="bg1"/>
                </a:solidFill>
                <a:latin typeface="Microsoft YaHei" panose="020B0503020204020204" pitchFamily="34" charset="-122"/>
                <a:ea typeface="Microsoft YaHei" panose="020B0503020204020204" pitchFamily="34" charset="-122"/>
              </a:rPr>
              <a:t>IBM 360</a:t>
            </a:r>
            <a:r>
              <a:rPr lang="zh-CN" altLang="en-US" sz="1600" dirty="0">
                <a:solidFill>
                  <a:schemeClr val="bg1"/>
                </a:solidFill>
                <a:latin typeface="Microsoft YaHei" panose="020B0503020204020204" pitchFamily="34" charset="-122"/>
                <a:ea typeface="Microsoft YaHei" panose="020B0503020204020204" pitchFamily="34" charset="-122"/>
              </a:rPr>
              <a:t>系列计算机之父的</a:t>
            </a:r>
            <a:r>
              <a:rPr lang="en-US" altLang="zh-CN" sz="1600" dirty="0">
                <a:solidFill>
                  <a:schemeClr val="bg1"/>
                </a:solidFill>
                <a:latin typeface="Microsoft YaHei" panose="020B0503020204020204" pitchFamily="34" charset="-122"/>
                <a:ea typeface="Microsoft YaHei" panose="020B0503020204020204" pitchFamily="34" charset="-122"/>
              </a:rPr>
              <a:t>F. Brooks</a:t>
            </a:r>
            <a:r>
              <a:rPr lang="zh-CN" altLang="en-US" sz="1600" dirty="0">
                <a:solidFill>
                  <a:schemeClr val="bg1"/>
                </a:solidFill>
                <a:latin typeface="Microsoft YaHei" panose="020B0503020204020204" pitchFamily="34" charset="-122"/>
                <a:ea typeface="Microsoft YaHei" panose="020B0503020204020204" pitchFamily="34" charset="-122"/>
              </a:rPr>
              <a:t>认为软件的复杂性是固有的，软件可能是人类所能制造出来的最复杂的实体。 </a:t>
            </a:r>
          </a:p>
          <a:p>
            <a:pPr marL="0" indent="0">
              <a:lnSpc>
                <a:spcPct val="150000"/>
              </a:lnSpc>
              <a:spcBef>
                <a:spcPct val="0"/>
              </a:spcBef>
              <a:buNone/>
            </a:pPr>
            <a:endParaRPr lang="zh-CN" altLang="en-US" sz="1600" dirty="0">
              <a:solidFill>
                <a:schemeClr val="bg1"/>
              </a:solidFill>
              <a:latin typeface="Microsoft YaHei" panose="020B0503020204020204" pitchFamily="34" charset="-122"/>
              <a:ea typeface="Microsoft YaHei" panose="020B0503020204020204" pitchFamily="34" charset="-122"/>
            </a:endParaRPr>
          </a:p>
          <a:p>
            <a:pPr>
              <a:lnSpc>
                <a:spcPct val="150000"/>
              </a:lnSpc>
              <a:spcBef>
                <a:spcPct val="0"/>
              </a:spcBef>
            </a:pPr>
            <a:r>
              <a:rPr lang="zh-CN" altLang="en-US" sz="1600" dirty="0">
                <a:solidFill>
                  <a:schemeClr val="bg1"/>
                </a:solidFill>
                <a:latin typeface="Microsoft YaHei" panose="020B0503020204020204" pitchFamily="34" charset="-122"/>
                <a:ea typeface="Microsoft YaHei" panose="020B0503020204020204" pitchFamily="34" charset="-122"/>
              </a:rPr>
              <a:t>软件固有复杂性使得开发成员之间的通讯变得困难，开发费用超支、开发时间延期等；也导致产品有缺陷、不易理解、不可靠、难以使用、功能难以扩充等。</a:t>
            </a:r>
          </a:p>
          <a:p>
            <a:pPr marL="0" indent="0">
              <a:lnSpc>
                <a:spcPct val="150000"/>
              </a:lnSpc>
              <a:spcBef>
                <a:spcPct val="0"/>
              </a:spcBef>
              <a:buNone/>
            </a:pPr>
            <a:endParaRPr lang="zh-CN" altLang="en-US" sz="1600" dirty="0">
              <a:solidFill>
                <a:schemeClr val="bg1"/>
              </a:solidFill>
              <a:latin typeface="Microsoft YaHei" panose="020B0503020204020204" pitchFamily="34" charset="-122"/>
              <a:ea typeface="Microsoft YaHei" panose="020B0503020204020204" pitchFamily="34" charset="-122"/>
            </a:endParaRPr>
          </a:p>
          <a:p>
            <a:pPr>
              <a:lnSpc>
                <a:spcPct val="150000"/>
              </a:lnSpc>
              <a:spcBef>
                <a:spcPct val="0"/>
              </a:spcBef>
            </a:pPr>
            <a:r>
              <a:rPr lang="zh-CN" altLang="en-US" sz="1600" dirty="0">
                <a:solidFill>
                  <a:schemeClr val="bg1"/>
                </a:solidFill>
                <a:latin typeface="Microsoft YaHei" panose="020B0503020204020204" pitchFamily="34" charset="-122"/>
                <a:ea typeface="Microsoft YaHei" panose="020B0503020204020204" pitchFamily="34" charset="-122"/>
              </a:rPr>
              <a:t>软件的复杂性是固有的，即不能采用某种方法彻底消除软件的复杂性，因此软件危机只能是通过</a:t>
            </a:r>
            <a:r>
              <a:rPr lang="zh-CN" altLang="en-US" sz="1600" dirty="0">
                <a:solidFill>
                  <a:schemeClr val="bg1"/>
                </a:solidFill>
                <a:highlight>
                  <a:srgbClr val="CC9900"/>
                </a:highlight>
                <a:ea typeface="楷体_GB2312" pitchFamily="49" charset="-122"/>
              </a:rPr>
              <a:t>控制复杂性</a:t>
            </a:r>
            <a:r>
              <a:rPr lang="zh-CN" altLang="en-US" sz="1600" dirty="0">
                <a:solidFill>
                  <a:schemeClr val="bg1"/>
                </a:solidFill>
                <a:latin typeface="Microsoft YaHei" panose="020B0503020204020204" pitchFamily="34" charset="-122"/>
                <a:ea typeface="Microsoft YaHei" panose="020B0503020204020204" pitchFamily="34" charset="-122"/>
              </a:rPr>
              <a:t>的方法解决。</a:t>
            </a:r>
          </a:p>
        </p:txBody>
      </p:sp>
    </p:spTree>
    <p:extLst>
      <p:ext uri="{BB962C8B-B14F-4D97-AF65-F5344CB8AC3E}">
        <p14:creationId xmlns:p14="http://schemas.microsoft.com/office/powerpoint/2010/main" val="300001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2</a:t>
            </a:r>
            <a:r>
              <a:rPr lang="zh-CN" altLang="en-US" dirty="0">
                <a:solidFill>
                  <a:srgbClr val="4E8F00"/>
                </a:solidFill>
                <a:effectLst/>
                <a:ea typeface="Microsoft YaHei UI" panose="020B0503020204020204" pitchFamily="34" charset="-122"/>
              </a:rPr>
              <a:t> 破解复杂性的常用方法</a:t>
            </a: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40" name="Text Box 4">
            <a:extLst>
              <a:ext uri="{FF2B5EF4-FFF2-40B4-BE49-F238E27FC236}">
                <a16:creationId xmlns:a16="http://schemas.microsoft.com/office/drawing/2014/main" id="{6AD52522-1327-5C4B-9E84-16A951E60FBF}"/>
              </a:ext>
            </a:extLst>
          </p:cNvPr>
          <p:cNvSpPr txBox="1">
            <a:spLocks noChangeArrowheads="1"/>
          </p:cNvSpPr>
          <p:nvPr/>
        </p:nvSpPr>
        <p:spPr bwMode="auto">
          <a:xfrm>
            <a:off x="1073824" y="1967256"/>
            <a:ext cx="717029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180975" indent="-1809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dirty="0">
                <a:solidFill>
                  <a:srgbClr val="FFFF00"/>
                </a:solidFill>
                <a:latin typeface="Microsoft YaHei" panose="020B0503020204020204" pitchFamily="34" charset="-122"/>
                <a:ea typeface="Microsoft YaHei" panose="020B0503020204020204" pitchFamily="34" charset="-122"/>
              </a:rPr>
              <a:t>◇ </a:t>
            </a:r>
            <a:r>
              <a:rPr lang="zh-CN" altLang="en-US" sz="1600" dirty="0">
                <a:solidFill>
                  <a:srgbClr val="FFFF00"/>
                </a:solidFill>
                <a:latin typeface="Microsoft YaHei" panose="020B0503020204020204" pitchFamily="34" charset="-122"/>
                <a:ea typeface="Microsoft YaHei" panose="020B0503020204020204" pitchFamily="34" charset="-122"/>
              </a:rPr>
              <a:t>分解</a:t>
            </a:r>
          </a:p>
          <a:p>
            <a:pPr eaLnBrk="1" hangingPunct="1">
              <a:lnSpc>
                <a:spcPct val="150000"/>
              </a:lnSpc>
              <a:spcBef>
                <a:spcPct val="0"/>
              </a:spcBef>
              <a:buFontTx/>
              <a:buNone/>
            </a:pPr>
            <a:r>
              <a:rPr lang="zh-CN" altLang="en-US" sz="1600" dirty="0">
                <a:solidFill>
                  <a:schemeClr val="bg1"/>
                </a:solidFill>
                <a:latin typeface="Microsoft YaHei" panose="020B0503020204020204" pitchFamily="34" charset="-122"/>
                <a:ea typeface="Microsoft YaHei" panose="020B0503020204020204" pitchFamily="34" charset="-122"/>
              </a:rPr>
              <a:t>    － 对复杂系统采用“各个击破”的策略</a:t>
            </a:r>
          </a:p>
          <a:p>
            <a:pPr eaLnBrk="1" hangingPunct="1">
              <a:lnSpc>
                <a:spcPct val="150000"/>
              </a:lnSpc>
              <a:spcBef>
                <a:spcPct val="0"/>
              </a:spcBef>
              <a:buFontTx/>
              <a:buNone/>
            </a:pPr>
            <a:r>
              <a:rPr lang="zh-CN" altLang="en-US" sz="1800" dirty="0">
                <a:solidFill>
                  <a:srgbClr val="FFFF00"/>
                </a:solidFill>
                <a:latin typeface="Microsoft YaHei" panose="020B0503020204020204" pitchFamily="34" charset="-122"/>
                <a:ea typeface="Microsoft YaHei" panose="020B0503020204020204" pitchFamily="34" charset="-122"/>
              </a:rPr>
              <a:t>◇ </a:t>
            </a:r>
            <a:r>
              <a:rPr lang="zh-CN" altLang="en-US" sz="1600" dirty="0">
                <a:solidFill>
                  <a:srgbClr val="FFFF00"/>
                </a:solidFill>
                <a:latin typeface="Microsoft YaHei" panose="020B0503020204020204" pitchFamily="34" charset="-122"/>
                <a:ea typeface="Microsoft YaHei" panose="020B0503020204020204" pitchFamily="34" charset="-122"/>
              </a:rPr>
              <a:t>抽象</a:t>
            </a:r>
          </a:p>
          <a:p>
            <a:pPr eaLnBrk="1" hangingPunct="1">
              <a:lnSpc>
                <a:spcPct val="150000"/>
              </a:lnSpc>
              <a:spcBef>
                <a:spcPct val="0"/>
              </a:spcBef>
              <a:buFontTx/>
              <a:buNone/>
            </a:pPr>
            <a:r>
              <a:rPr lang="zh-CN" altLang="en-US" sz="1600" dirty="0">
                <a:solidFill>
                  <a:schemeClr val="bg1"/>
                </a:solidFill>
                <a:latin typeface="Microsoft YaHei" panose="020B0503020204020204" pitchFamily="34" charset="-122"/>
                <a:ea typeface="Microsoft YaHei" panose="020B0503020204020204" pitchFamily="34" charset="-122"/>
              </a:rPr>
              <a:t>    － 抽取系统中的基本特性而忽略非基本的部分</a:t>
            </a:r>
          </a:p>
          <a:p>
            <a:pPr eaLnBrk="1" hangingPunct="1">
              <a:lnSpc>
                <a:spcPct val="150000"/>
              </a:lnSpc>
              <a:spcBef>
                <a:spcPct val="0"/>
              </a:spcBef>
              <a:buFontTx/>
              <a:buNone/>
            </a:pPr>
            <a:r>
              <a:rPr lang="zh-CN" altLang="en-US" sz="1800" dirty="0">
                <a:solidFill>
                  <a:srgbClr val="FFFF00"/>
                </a:solidFill>
                <a:latin typeface="Microsoft YaHei" panose="020B0503020204020204" pitchFamily="34" charset="-122"/>
                <a:ea typeface="Microsoft YaHei" panose="020B0503020204020204" pitchFamily="34" charset="-122"/>
              </a:rPr>
              <a:t>◇ </a:t>
            </a:r>
            <a:r>
              <a:rPr lang="zh-CN" altLang="en-US" sz="1600" dirty="0">
                <a:solidFill>
                  <a:srgbClr val="FFFF00"/>
                </a:solidFill>
                <a:latin typeface="Microsoft YaHei" panose="020B0503020204020204" pitchFamily="34" charset="-122"/>
                <a:ea typeface="Microsoft YaHei" panose="020B0503020204020204" pitchFamily="34" charset="-122"/>
              </a:rPr>
              <a:t>模块化</a:t>
            </a:r>
          </a:p>
          <a:p>
            <a:pPr eaLnBrk="1" hangingPunct="1">
              <a:lnSpc>
                <a:spcPct val="150000"/>
              </a:lnSpc>
              <a:spcBef>
                <a:spcPct val="0"/>
              </a:spcBef>
              <a:buFontTx/>
              <a:buNone/>
            </a:pPr>
            <a:r>
              <a:rPr lang="zh-CN" altLang="en-US" sz="1600" dirty="0">
                <a:solidFill>
                  <a:schemeClr val="bg1"/>
                </a:solidFill>
                <a:latin typeface="Microsoft YaHei" panose="020B0503020204020204" pitchFamily="34" charset="-122"/>
                <a:ea typeface="Microsoft YaHei" panose="020B0503020204020204" pitchFamily="34" charset="-122"/>
              </a:rPr>
              <a:t>    － 高内聚（</a:t>
            </a:r>
            <a:r>
              <a:rPr lang="en-US" altLang="zh-CN" sz="1600" dirty="0">
                <a:solidFill>
                  <a:schemeClr val="bg1"/>
                </a:solidFill>
                <a:latin typeface="Microsoft YaHei" panose="020B0503020204020204" pitchFamily="34" charset="-122"/>
                <a:ea typeface="Microsoft YaHei" panose="020B0503020204020204" pitchFamily="34" charset="-122"/>
              </a:rPr>
              <a:t>cohesion</a:t>
            </a:r>
            <a:r>
              <a:rPr lang="zh-CN" altLang="en-US" sz="1600" dirty="0">
                <a:solidFill>
                  <a:schemeClr val="bg1"/>
                </a:solidFill>
                <a:latin typeface="Microsoft YaHei" panose="020B0503020204020204" pitchFamily="34" charset="-122"/>
                <a:ea typeface="Microsoft YaHei" panose="020B0503020204020204" pitchFamily="34" charset="-122"/>
              </a:rPr>
              <a:t>），低耦合（</a:t>
            </a:r>
            <a:r>
              <a:rPr lang="en-US" altLang="zh-CN" sz="1600" dirty="0">
                <a:solidFill>
                  <a:schemeClr val="bg1"/>
                </a:solidFill>
                <a:latin typeface="Microsoft YaHei" panose="020B0503020204020204" pitchFamily="34" charset="-122"/>
                <a:ea typeface="Microsoft YaHei" panose="020B0503020204020204" pitchFamily="34" charset="-122"/>
              </a:rPr>
              <a:t>coupling</a:t>
            </a:r>
            <a:r>
              <a:rPr lang="zh-CN" altLang="en-US" sz="1600" dirty="0">
                <a:solidFill>
                  <a:schemeClr val="bg1"/>
                </a:solidFill>
                <a:latin typeface="Microsoft YaHei" panose="020B0503020204020204" pitchFamily="34" charset="-122"/>
                <a:ea typeface="Microsoft YaHei" panose="020B0503020204020204" pitchFamily="34" charset="-122"/>
              </a:rPr>
              <a:t>）</a:t>
            </a:r>
          </a:p>
          <a:p>
            <a:pPr marL="490538" indent="-490538" eaLnBrk="1" hangingPunct="1">
              <a:lnSpc>
                <a:spcPct val="150000"/>
              </a:lnSpc>
              <a:spcBef>
                <a:spcPct val="0"/>
              </a:spcBef>
              <a:buFontTx/>
              <a:buNone/>
            </a:pPr>
            <a:r>
              <a:rPr lang="zh-CN" altLang="en-US" sz="1800" dirty="0">
                <a:latin typeface="Microsoft YaHei" panose="020B0503020204020204" pitchFamily="34" charset="-122"/>
                <a:ea typeface="Microsoft YaHei" panose="020B0503020204020204" pitchFamily="34" charset="-122"/>
              </a:rPr>
              <a:t>   </a:t>
            </a:r>
            <a:r>
              <a:rPr lang="zh-CN" altLang="en-US" sz="1800" dirty="0">
                <a:solidFill>
                  <a:schemeClr val="bg1"/>
                </a:solidFill>
                <a:latin typeface="Microsoft YaHei" panose="020B0503020204020204" pitchFamily="34" charset="-122"/>
                <a:ea typeface="Microsoft YaHei" panose="020B0503020204020204" pitchFamily="34" charset="-122"/>
              </a:rPr>
              <a:t>－ </a:t>
            </a:r>
            <a:r>
              <a:rPr lang="zh-CN" altLang="en-US" sz="1600" dirty="0">
                <a:solidFill>
                  <a:schemeClr val="bg1"/>
                </a:solidFill>
                <a:latin typeface="Microsoft YaHei" panose="020B0503020204020204" pitchFamily="34" charset="-122"/>
                <a:ea typeface="Microsoft YaHei" panose="020B0503020204020204" pitchFamily="34" charset="-122"/>
              </a:rPr>
              <a:t>高内聚指的是在一个模块中应尽量多地汇集逻辑上相关的计算资源；低耦合指的是模块之间的相互作用应尽量少。</a:t>
            </a:r>
          </a:p>
          <a:p>
            <a:pPr eaLnBrk="1" hangingPunct="1">
              <a:lnSpc>
                <a:spcPct val="150000"/>
              </a:lnSpc>
              <a:spcBef>
                <a:spcPct val="0"/>
              </a:spcBef>
              <a:buFontTx/>
              <a:buNone/>
            </a:pPr>
            <a:r>
              <a:rPr lang="zh-CN" altLang="en-US" sz="1800" dirty="0">
                <a:solidFill>
                  <a:srgbClr val="FFFF00"/>
                </a:solidFill>
                <a:latin typeface="Microsoft YaHei" panose="020B0503020204020204" pitchFamily="34" charset="-122"/>
                <a:ea typeface="Microsoft YaHei" panose="020B0503020204020204" pitchFamily="34" charset="-122"/>
              </a:rPr>
              <a:t>◇ </a:t>
            </a:r>
            <a:r>
              <a:rPr lang="zh-CN" altLang="en-US" sz="1600" dirty="0">
                <a:solidFill>
                  <a:srgbClr val="FFFF00"/>
                </a:solidFill>
                <a:latin typeface="Microsoft YaHei" panose="020B0503020204020204" pitchFamily="34" charset="-122"/>
                <a:ea typeface="Microsoft YaHei" panose="020B0503020204020204" pitchFamily="34" charset="-122"/>
              </a:rPr>
              <a:t>信息隐蔽</a:t>
            </a:r>
          </a:p>
          <a:p>
            <a:pPr eaLnBrk="1" hangingPunct="1">
              <a:lnSpc>
                <a:spcPct val="150000"/>
              </a:lnSpc>
              <a:spcBef>
                <a:spcPct val="0"/>
              </a:spcBef>
              <a:buFontTx/>
              <a:buNone/>
            </a:pPr>
            <a:r>
              <a:rPr lang="zh-CN" altLang="en-US" sz="1600" dirty="0">
                <a:solidFill>
                  <a:schemeClr val="bg1"/>
                </a:solidFill>
                <a:latin typeface="Microsoft YaHei" panose="020B0503020204020204" pitchFamily="34" charset="-122"/>
                <a:ea typeface="Microsoft YaHei" panose="020B0503020204020204" pitchFamily="34" charset="-122"/>
              </a:rPr>
              <a:t>    － 也称封装</a:t>
            </a:r>
          </a:p>
          <a:p>
            <a:pPr eaLnBrk="1" hangingPunct="1">
              <a:lnSpc>
                <a:spcPct val="150000"/>
              </a:lnSpc>
              <a:spcBef>
                <a:spcPct val="0"/>
              </a:spcBef>
              <a:buFontTx/>
              <a:buNone/>
            </a:pPr>
            <a:r>
              <a:rPr lang="zh-CN" altLang="en-US" sz="1600" dirty="0">
                <a:solidFill>
                  <a:schemeClr val="bg1"/>
                </a:solidFill>
                <a:latin typeface="Microsoft YaHei" panose="020B0503020204020204" pitchFamily="34" charset="-122"/>
                <a:ea typeface="Microsoft YaHei" panose="020B0503020204020204" pitchFamily="34" charset="-122"/>
              </a:rPr>
              <a:t>    － 模块内部的实现细节与外界隔离</a:t>
            </a:r>
          </a:p>
        </p:txBody>
      </p:sp>
    </p:spTree>
    <p:extLst>
      <p:ext uri="{BB962C8B-B14F-4D97-AF65-F5344CB8AC3E}">
        <p14:creationId xmlns:p14="http://schemas.microsoft.com/office/powerpoint/2010/main" val="28295272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a:t>
            </a:r>
            <a:r>
              <a:rPr lang="zh-CN" altLang="en-US" dirty="0">
                <a:solidFill>
                  <a:srgbClr val="4E8F00"/>
                </a:solidFill>
                <a:effectLst/>
                <a:ea typeface="Microsoft YaHei UI" panose="020B0503020204020204" pitchFamily="34" charset="-122"/>
              </a:rPr>
              <a:t> 面向对象技术</a:t>
            </a:r>
            <a:r>
              <a:rPr lang="zh-CN" altLang="en-US" dirty="0">
                <a:solidFill>
                  <a:srgbClr val="4E8F00"/>
                </a:solidFill>
                <a:ea typeface="Microsoft YaHei UI" panose="020B0503020204020204" pitchFamily="34" charset="-122"/>
                <a:sym typeface="华文新魏" panose="02010800040101010101" pitchFamily="2" charset="-122"/>
              </a:rPr>
              <a:t>（</a:t>
            </a:r>
            <a:r>
              <a:rPr lang="en-US" altLang="zh-CN" dirty="0">
                <a:solidFill>
                  <a:srgbClr val="4E8F00"/>
                </a:solidFill>
                <a:ea typeface="Microsoft YaHei UI" panose="020B0503020204020204" pitchFamily="34" charset="-122"/>
                <a:sym typeface="华文新魏" panose="02010800040101010101" pitchFamily="2" charset="-122"/>
              </a:rPr>
              <a:t>object-oriented, OO)</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Text Box 3">
            <a:extLst>
              <a:ext uri="{FF2B5EF4-FFF2-40B4-BE49-F238E27FC236}">
                <a16:creationId xmlns:a16="http://schemas.microsoft.com/office/drawing/2014/main" id="{D37303BA-1910-4643-B1A9-FC39BB2389C8}"/>
              </a:ext>
            </a:extLst>
          </p:cNvPr>
          <p:cNvSpPr txBox="1">
            <a:spLocks noChangeArrowheads="1"/>
          </p:cNvSpPr>
          <p:nvPr/>
        </p:nvSpPr>
        <p:spPr bwMode="auto">
          <a:xfrm>
            <a:off x="946150" y="2290083"/>
            <a:ext cx="7203621"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800" dirty="0">
                <a:solidFill>
                  <a:schemeClr val="bg1"/>
                </a:solidFill>
                <a:latin typeface="Microsoft YaHei" panose="020B0503020204020204" pitchFamily="34" charset="-122"/>
                <a:ea typeface="Microsoft YaHei" panose="020B0503020204020204" pitchFamily="34" charset="-122"/>
              </a:rPr>
              <a:t>面向对象技术充分体现了分解、抽象、模块化、信息隐蔽等思想，可以有效地提高软件生产率、缩短软件开发时间、提高软件质量、是控制软件复杂性的有效途径。</a:t>
            </a:r>
          </a:p>
          <a:p>
            <a:pPr eaLnBrk="1" hangingPunct="1">
              <a:lnSpc>
                <a:spcPct val="150000"/>
              </a:lnSpc>
              <a:spcBef>
                <a:spcPct val="0"/>
              </a:spcBef>
              <a:buFontTx/>
              <a:buNone/>
            </a:pPr>
            <a:endParaRPr lang="zh-CN" altLang="en-US" sz="1800" dirty="0">
              <a:solidFill>
                <a:schemeClr val="bg1"/>
              </a:solidFill>
              <a:latin typeface="Microsoft YaHei" panose="020B0503020204020204" pitchFamily="34" charset="-122"/>
              <a:ea typeface="Microsoft YaHei" panose="020B0503020204020204" pitchFamily="34" charset="-122"/>
            </a:endParaRPr>
          </a:p>
          <a:p>
            <a:pPr eaLnBrk="1" hangingPunct="1">
              <a:lnSpc>
                <a:spcPct val="150000"/>
              </a:lnSpc>
              <a:spcBef>
                <a:spcPct val="0"/>
              </a:spcBef>
              <a:buFontTx/>
              <a:buNone/>
            </a:pPr>
            <a:r>
              <a:rPr lang="zh-CN" altLang="en-US" sz="1800" dirty="0">
                <a:solidFill>
                  <a:srgbClr val="FFFF00"/>
                </a:solidFill>
                <a:latin typeface="Microsoft YaHei" panose="020B0503020204020204" pitchFamily="34" charset="-122"/>
                <a:ea typeface="Microsoft YaHei" panose="020B0503020204020204" pitchFamily="34" charset="-122"/>
              </a:rPr>
              <a:t>◇ 基本思想</a:t>
            </a:r>
            <a:endParaRPr lang="zh-CN" altLang="en-US" sz="1800" dirty="0">
              <a:solidFill>
                <a:schemeClr val="bg1"/>
              </a:solidFill>
              <a:latin typeface="Microsoft YaHei" panose="020B0503020204020204" pitchFamily="34" charset="-122"/>
              <a:ea typeface="Microsoft YaHei" panose="020B0503020204020204" pitchFamily="34" charset="-122"/>
            </a:endParaRPr>
          </a:p>
          <a:p>
            <a:pPr eaLnBrk="1" hangingPunct="1">
              <a:lnSpc>
                <a:spcPct val="150000"/>
              </a:lnSpc>
              <a:spcBef>
                <a:spcPct val="0"/>
              </a:spcBef>
              <a:buFontTx/>
              <a:buNone/>
            </a:pPr>
            <a:r>
              <a:rPr lang="zh-CN" altLang="en-US" sz="1800" dirty="0">
                <a:solidFill>
                  <a:schemeClr val="bg1"/>
                </a:solidFill>
                <a:latin typeface="Microsoft YaHei" panose="020B0503020204020204" pitchFamily="34" charset="-122"/>
                <a:ea typeface="Microsoft YaHei" panose="020B0503020204020204" pitchFamily="34" charset="-122"/>
              </a:rPr>
              <a:t>对问题进行</a:t>
            </a:r>
            <a:r>
              <a:rPr lang="zh-CN" altLang="en-US" sz="1800" dirty="0">
                <a:solidFill>
                  <a:schemeClr val="bg1"/>
                </a:solidFill>
                <a:highlight>
                  <a:srgbClr val="CC9900"/>
                </a:highlight>
                <a:ea typeface="楷体_GB2312" pitchFamily="49" charset="-122"/>
              </a:rPr>
              <a:t>自然分割</a:t>
            </a:r>
            <a:r>
              <a:rPr lang="zh-CN" altLang="en-US" sz="1800" dirty="0">
                <a:solidFill>
                  <a:schemeClr val="bg1"/>
                </a:solidFill>
                <a:latin typeface="Microsoft YaHei" panose="020B0503020204020204" pitchFamily="34" charset="-122"/>
                <a:ea typeface="Microsoft YaHei" panose="020B0503020204020204" pitchFamily="34" charset="-122"/>
              </a:rPr>
              <a:t>，以更接近</a:t>
            </a:r>
            <a:r>
              <a:rPr lang="zh-CN" altLang="en-US" sz="1800" dirty="0">
                <a:solidFill>
                  <a:schemeClr val="bg1"/>
                </a:solidFill>
                <a:highlight>
                  <a:srgbClr val="CC9900"/>
                </a:highlight>
                <a:ea typeface="楷体_GB2312" pitchFamily="49" charset="-122"/>
              </a:rPr>
              <a:t>人类思维</a:t>
            </a:r>
            <a:r>
              <a:rPr lang="zh-CN" altLang="en-US" sz="1800" dirty="0">
                <a:solidFill>
                  <a:schemeClr val="bg1"/>
                </a:solidFill>
                <a:latin typeface="Microsoft YaHei" panose="020B0503020204020204" pitchFamily="34" charset="-122"/>
                <a:ea typeface="Microsoft YaHei" panose="020B0503020204020204" pitchFamily="34" charset="-122"/>
              </a:rPr>
              <a:t>的方式建立问题域模型，从而使设计出来的软件尽可能</a:t>
            </a:r>
            <a:r>
              <a:rPr lang="zh-CN" altLang="en-US" sz="1800" dirty="0">
                <a:solidFill>
                  <a:schemeClr val="bg1"/>
                </a:solidFill>
                <a:highlight>
                  <a:srgbClr val="CC9900"/>
                </a:highlight>
                <a:ea typeface="楷体_GB2312" pitchFamily="49" charset="-122"/>
              </a:rPr>
              <a:t>直接描述现实世界</a:t>
            </a:r>
            <a:r>
              <a:rPr lang="zh-CN" altLang="en-US" sz="1800" dirty="0">
                <a:solidFill>
                  <a:schemeClr val="bg1"/>
                </a:solidFill>
                <a:latin typeface="Microsoft YaHei" panose="020B0503020204020204" pitchFamily="34" charset="-122"/>
                <a:ea typeface="Microsoft YaHei" panose="020B0503020204020204" pitchFamily="34" charset="-122"/>
              </a:rPr>
              <a:t>，具有更好的可维护性，能适应用户需求的变化。</a:t>
            </a:r>
          </a:p>
        </p:txBody>
      </p:sp>
    </p:spTree>
    <p:extLst>
      <p:ext uri="{BB962C8B-B14F-4D97-AF65-F5344CB8AC3E}">
        <p14:creationId xmlns:p14="http://schemas.microsoft.com/office/powerpoint/2010/main" val="7443471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a:t>
            </a:r>
            <a:r>
              <a:rPr lang="zh-CN" altLang="en-US" dirty="0">
                <a:solidFill>
                  <a:srgbClr val="4E8F00"/>
                </a:solidFill>
                <a:effectLst/>
                <a:ea typeface="Microsoft YaHei UI" panose="020B0503020204020204" pitchFamily="34" charset="-122"/>
              </a:rPr>
              <a:t> 面向对象技术</a:t>
            </a:r>
            <a:r>
              <a:rPr lang="zh-CN" altLang="en-US" dirty="0">
                <a:solidFill>
                  <a:srgbClr val="4E8F00"/>
                </a:solidFill>
                <a:ea typeface="Microsoft YaHei UI" panose="020B0503020204020204" pitchFamily="34" charset="-122"/>
                <a:sym typeface="华文新魏" panose="02010800040101010101" pitchFamily="2" charset="-122"/>
              </a:rPr>
              <a:t>（</a:t>
            </a:r>
            <a:r>
              <a:rPr lang="en-US" altLang="zh-CN" dirty="0">
                <a:solidFill>
                  <a:srgbClr val="4E8F00"/>
                </a:solidFill>
                <a:ea typeface="Microsoft YaHei UI" panose="020B0503020204020204" pitchFamily="34" charset="-122"/>
                <a:sym typeface="华文新魏" panose="02010800040101010101" pitchFamily="2" charset="-122"/>
              </a:rPr>
              <a:t>object-oriented, OO)</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Text Box 3">
            <a:extLst>
              <a:ext uri="{FF2B5EF4-FFF2-40B4-BE49-F238E27FC236}">
                <a16:creationId xmlns:a16="http://schemas.microsoft.com/office/drawing/2014/main" id="{D37303BA-1910-4643-B1A9-FC39BB2389C8}"/>
              </a:ext>
            </a:extLst>
          </p:cNvPr>
          <p:cNvSpPr txBox="1">
            <a:spLocks noChangeArrowheads="1"/>
          </p:cNvSpPr>
          <p:nvPr/>
        </p:nvSpPr>
        <p:spPr bwMode="auto">
          <a:xfrm>
            <a:off x="946150" y="2067059"/>
            <a:ext cx="7203621" cy="4249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800" dirty="0">
                <a:solidFill>
                  <a:srgbClr val="FFFF00"/>
                </a:solidFill>
                <a:latin typeface="Microsoft YaHei" panose="020B0503020204020204" pitchFamily="34" charset="-122"/>
                <a:ea typeface="Microsoft YaHei" panose="020B0503020204020204" pitchFamily="34" charset="-122"/>
              </a:rPr>
              <a:t>◇ 如何理解面向对象思想、方法、技术？</a:t>
            </a:r>
            <a:endParaRPr lang="zh-CN" altLang="en-US" sz="1800" dirty="0">
              <a:solidFill>
                <a:schemeClr val="bg1"/>
              </a:solidFill>
              <a:latin typeface="Microsoft YaHei" panose="020B0503020204020204" pitchFamily="34" charset="-122"/>
              <a:ea typeface="Microsoft YaHei" panose="020B0503020204020204" pitchFamily="34" charset="-122"/>
            </a:endParaRPr>
          </a:p>
          <a:p>
            <a:pPr>
              <a:lnSpc>
                <a:spcPct val="150000"/>
              </a:lnSpc>
              <a:spcBef>
                <a:spcPts val="1200"/>
              </a:spcBef>
              <a:buNone/>
            </a:pPr>
            <a:r>
              <a:rPr lang="zh-CN" altLang="en-US" sz="1600" dirty="0">
                <a:solidFill>
                  <a:schemeClr val="bg1"/>
                </a:solidFill>
                <a:latin typeface="Microsoft YaHei" panose="020B0503020204020204" pitchFamily="34" charset="-122"/>
                <a:ea typeface="Microsoft YaHei" panose="020B0503020204020204" pitchFamily="34" charset="-122"/>
              </a:rPr>
              <a:t>面向对象思想是一种我们人类从小熟知的认知周围现实世界的方法，在这种思想中，我们认为世界是由一个个对象所构成，在此基础上形成了对象、类、分解、抽象、信息隐蔽等概念，并构成了面向对象的认知体系。</a:t>
            </a:r>
            <a:endParaRPr lang="en-US" altLang="zh-CN" sz="1600" dirty="0">
              <a:solidFill>
                <a:schemeClr val="bg1"/>
              </a:solidFill>
              <a:latin typeface="Microsoft YaHei" panose="020B0503020204020204" pitchFamily="34" charset="-122"/>
              <a:ea typeface="Microsoft YaHei" panose="020B0503020204020204" pitchFamily="34" charset="-122"/>
            </a:endParaRPr>
          </a:p>
          <a:p>
            <a:pPr>
              <a:lnSpc>
                <a:spcPct val="150000"/>
              </a:lnSpc>
              <a:spcBef>
                <a:spcPts val="1200"/>
              </a:spcBef>
              <a:buNone/>
            </a:pPr>
            <a:r>
              <a:rPr lang="zh-CN" altLang="en-US" sz="1600" dirty="0">
                <a:solidFill>
                  <a:schemeClr val="bg1"/>
                </a:solidFill>
                <a:latin typeface="Microsoft YaHei" panose="020B0503020204020204" pitchFamily="34" charset="-122"/>
                <a:ea typeface="Microsoft YaHei" panose="020B0503020204020204" pitchFamily="34" charset="-122"/>
              </a:rPr>
              <a:t>对屏幕背后的不可见软件世界的认知方法有多种多样。如果将软件世界也模拟为由一个个对象所构成，则可以将我们熟知的面向对象思想、方法、技术应用于软件世界，自然形成软件世界中的面向对象思想、方法、技术，从而以更接近人类思维的方式建立软件问题域模型，使设计出来的软件能直接描述现实世界，解决现实世界中的问题，并使软件具有更好的可理解性、可维护性。</a:t>
            </a:r>
            <a:endParaRPr lang="en-US" altLang="zh-CN" sz="1600" dirty="0">
              <a:solidFill>
                <a:schemeClr val="bg1"/>
              </a:solidFill>
              <a:latin typeface="Microsoft YaHei" panose="020B0503020204020204" pitchFamily="34" charset="-122"/>
              <a:ea typeface="Microsoft YaHei" panose="020B0503020204020204" pitchFamily="34" charset="-122"/>
            </a:endParaRPr>
          </a:p>
          <a:p>
            <a:pPr>
              <a:lnSpc>
                <a:spcPct val="150000"/>
              </a:lnSpc>
              <a:spcBef>
                <a:spcPts val="1200"/>
              </a:spcBef>
              <a:buNone/>
            </a:pPr>
            <a:r>
              <a:rPr lang="zh-CN" altLang="en-US" sz="1600" dirty="0">
                <a:solidFill>
                  <a:schemeClr val="bg1"/>
                </a:solidFill>
                <a:latin typeface="Microsoft YaHei" panose="020B0503020204020204" pitchFamily="34" charset="-122"/>
                <a:ea typeface="Microsoft YaHei" panose="020B0503020204020204" pitchFamily="34" charset="-122"/>
              </a:rPr>
              <a:t>简单说，面向对象思想就是将我们对现实世界的认知方法应用到软件世界中。</a:t>
            </a:r>
          </a:p>
        </p:txBody>
      </p:sp>
    </p:spTree>
    <p:extLst>
      <p:ext uri="{BB962C8B-B14F-4D97-AF65-F5344CB8AC3E}">
        <p14:creationId xmlns:p14="http://schemas.microsoft.com/office/powerpoint/2010/main" val="40302614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a:t>
            </a:r>
            <a:r>
              <a:rPr lang="zh-CN" altLang="en-US" dirty="0">
                <a:solidFill>
                  <a:srgbClr val="4E8F00"/>
                </a:solidFill>
                <a:effectLst/>
                <a:ea typeface="Microsoft YaHei UI" panose="020B0503020204020204" pitchFamily="34" charset="-122"/>
              </a:rPr>
              <a:t> 面向对象技术</a:t>
            </a:r>
            <a:r>
              <a:rPr lang="zh-CN" altLang="en-US" dirty="0">
                <a:solidFill>
                  <a:srgbClr val="4E8F00"/>
                </a:solidFill>
                <a:ea typeface="Microsoft YaHei UI" panose="020B0503020204020204" pitchFamily="34" charset="-122"/>
                <a:sym typeface="华文新魏" panose="02010800040101010101" pitchFamily="2" charset="-122"/>
              </a:rPr>
              <a:t>（</a:t>
            </a:r>
            <a:r>
              <a:rPr lang="en-US" altLang="zh-CN" dirty="0">
                <a:solidFill>
                  <a:srgbClr val="4E8F00"/>
                </a:solidFill>
                <a:ea typeface="Microsoft YaHei UI" panose="020B0503020204020204" pitchFamily="34" charset="-122"/>
                <a:sym typeface="华文新魏" panose="02010800040101010101" pitchFamily="2" charset="-122"/>
              </a:rPr>
              <a:t>object-oriented, OO)</a:t>
            </a: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9" name="图片 1">
            <a:extLst>
              <a:ext uri="{FF2B5EF4-FFF2-40B4-BE49-F238E27FC236}">
                <a16:creationId xmlns:a16="http://schemas.microsoft.com/office/drawing/2014/main" id="{5FE937E2-D9CD-474E-B807-2478834B123E}"/>
              </a:ext>
            </a:extLst>
          </p:cNvPr>
          <p:cNvPicPr>
            <a:picLocks noChangeAspect="1"/>
          </p:cNvPicPr>
          <p:nvPr/>
        </p:nvPicPr>
        <p:blipFill>
          <a:blip r:embed="rId2">
            <a:extLst>
              <a:ext uri="{28A0092B-C50C-407E-A947-70E740481C1C}">
                <a14:useLocalDpi xmlns:a14="http://schemas.microsoft.com/office/drawing/2010/main" val="0"/>
              </a:ext>
            </a:extLst>
          </a:blip>
          <a:srcRect b="51666"/>
          <a:stretch>
            <a:fillRect/>
          </a:stretch>
        </p:blipFill>
        <p:spPr bwMode="auto">
          <a:xfrm>
            <a:off x="772885" y="2218538"/>
            <a:ext cx="43180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2">
            <a:extLst>
              <a:ext uri="{FF2B5EF4-FFF2-40B4-BE49-F238E27FC236}">
                <a16:creationId xmlns:a16="http://schemas.microsoft.com/office/drawing/2014/main" id="{098725C6-D70E-9E42-BBA7-F9F50C0F260B}"/>
              </a:ext>
            </a:extLst>
          </p:cNvPr>
          <p:cNvPicPr>
            <a:picLocks noChangeAspect="1"/>
          </p:cNvPicPr>
          <p:nvPr/>
        </p:nvPicPr>
        <p:blipFill>
          <a:blip r:embed="rId2">
            <a:extLst>
              <a:ext uri="{28A0092B-C50C-407E-A947-70E740481C1C}">
                <a14:useLocalDpi xmlns:a14="http://schemas.microsoft.com/office/drawing/2010/main" val="0"/>
              </a:ext>
            </a:extLst>
          </a:blip>
          <a:srcRect t="48056"/>
          <a:stretch>
            <a:fillRect/>
          </a:stretch>
        </p:blipFill>
        <p:spPr bwMode="auto">
          <a:xfrm>
            <a:off x="4220029" y="2650051"/>
            <a:ext cx="4318000"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
            <a:extLst>
              <a:ext uri="{FF2B5EF4-FFF2-40B4-BE49-F238E27FC236}">
                <a16:creationId xmlns:a16="http://schemas.microsoft.com/office/drawing/2014/main" id="{7EF3979C-3825-994C-A12C-4DEEF336F911}"/>
              </a:ext>
            </a:extLst>
          </p:cNvPr>
          <p:cNvSpPr txBox="1">
            <a:spLocks noChangeArrowheads="1"/>
          </p:cNvSpPr>
          <p:nvPr/>
        </p:nvSpPr>
        <p:spPr bwMode="auto">
          <a:xfrm>
            <a:off x="5708644" y="1895820"/>
            <a:ext cx="2211626"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800" dirty="0">
                <a:solidFill>
                  <a:schemeClr val="bg1"/>
                </a:solidFill>
                <a:latin typeface="Microsoft YaHei" panose="020B0503020204020204" pitchFamily="34" charset="-122"/>
                <a:ea typeface="Microsoft YaHei" panose="020B0503020204020204" pitchFamily="34" charset="-122"/>
              </a:rPr>
              <a:t>什么是</a:t>
            </a: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面向对象</a:t>
            </a:r>
            <a:r>
              <a:rPr lang="zh-CN" altLang="en-US" sz="1800" dirty="0">
                <a:solidFill>
                  <a:schemeClr val="bg1"/>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2344777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4</a:t>
            </a:r>
            <a:r>
              <a:rPr lang="zh-CN" altLang="en-US" dirty="0">
                <a:solidFill>
                  <a:srgbClr val="4E8F00"/>
                </a:solidFill>
                <a:effectLst/>
                <a:ea typeface="Microsoft YaHei UI" panose="020B0503020204020204" pitchFamily="34" charset="-122"/>
              </a:rPr>
              <a:t> 面向对象中的基本概念</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Text Box 9">
            <a:extLst>
              <a:ext uri="{FF2B5EF4-FFF2-40B4-BE49-F238E27FC236}">
                <a16:creationId xmlns:a16="http://schemas.microsoft.com/office/drawing/2014/main" id="{D8DA9F5A-05C5-0F46-B5DB-D5549D8D6DB9}"/>
              </a:ext>
            </a:extLst>
          </p:cNvPr>
          <p:cNvSpPr txBox="1">
            <a:spLocks noChangeArrowheads="1"/>
          </p:cNvSpPr>
          <p:nvPr/>
        </p:nvSpPr>
        <p:spPr bwMode="auto">
          <a:xfrm>
            <a:off x="981302" y="1985285"/>
            <a:ext cx="7074127" cy="3778278"/>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对象（</a:t>
            </a:r>
            <a:r>
              <a:rPr lang="en-US" altLang="zh-CN"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object</a:t>
            </a: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  </a:t>
            </a:r>
            <a:r>
              <a:rPr lang="zh-CN" altLang="en-US" dirty="0">
                <a:solidFill>
                  <a:schemeClr val="bg1"/>
                </a:solidFill>
                <a:latin typeface="Microsoft YaHei" panose="020B0503020204020204" pitchFamily="34" charset="-122"/>
                <a:ea typeface="Microsoft YaHei" panose="020B0503020204020204" pitchFamily="34" charset="-122"/>
              </a:rPr>
              <a:t>行动或思考时作为目标的人或事物对象。</a:t>
            </a:r>
          </a:p>
          <a:p>
            <a:pPr eaLnBrk="1" hangingPunct="1">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r>
              <a:rPr lang="zh-CN" altLang="en-US" dirty="0">
                <a:solidFill>
                  <a:schemeClr val="bg1"/>
                </a:solidFill>
                <a:latin typeface="Microsoft YaHei" panose="020B0503020204020204" pitchFamily="34" charset="-122"/>
                <a:ea typeface="Microsoft YaHei" panose="020B0503020204020204" pitchFamily="34" charset="-122"/>
              </a:rPr>
              <a:t>对象，无论是具体的还是抽象的，遍布于我们的周围。它们组成了整个世界。典型的现代软件都要模拟现实世界（至少是模拟现实世界的一个片断），因此程序通常也要模拟现实世界中的对象。</a:t>
            </a:r>
          </a:p>
          <a:p>
            <a:pPr eaLnBrk="1" hangingPunct="1">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r>
              <a:rPr lang="zh-CN" altLang="en-US" dirty="0">
                <a:solidFill>
                  <a:schemeClr val="bg1"/>
                </a:solidFill>
                <a:latin typeface="Microsoft YaHei" panose="020B0503020204020204" pitchFamily="34" charset="-122"/>
                <a:ea typeface="Microsoft YaHei" panose="020B0503020204020204" pitchFamily="34" charset="-122"/>
              </a:rPr>
              <a:t>对象是系统中用来描述客观事物的一个实体，它是构成系统的一个</a:t>
            </a:r>
            <a:r>
              <a:rPr lang="zh-CN" altLang="en-US" dirty="0">
                <a:solidFill>
                  <a:schemeClr val="bg1"/>
                </a:solidFill>
                <a:highlight>
                  <a:srgbClr val="CC9900"/>
                </a:highlight>
                <a:ea typeface="楷体_GB2312" pitchFamily="49" charset="-122"/>
              </a:rPr>
              <a:t>基本单位</a:t>
            </a:r>
            <a:r>
              <a:rPr lang="zh-CN" altLang="en-US" dirty="0">
                <a:solidFill>
                  <a:schemeClr val="bg1"/>
                </a:solidFill>
                <a:latin typeface="Microsoft YaHei" panose="020B0503020204020204" pitchFamily="34" charset="-122"/>
                <a:ea typeface="Microsoft YaHei" panose="020B0503020204020204" pitchFamily="34" charset="-122"/>
              </a:rPr>
              <a:t>。一个对象由一组 </a:t>
            </a:r>
            <a:r>
              <a:rPr lang="zh-CN" altLang="en-US" u="sng" dirty="0">
                <a:solidFill>
                  <a:srgbClr val="FFFF00"/>
                </a:solidFill>
                <a:latin typeface="Microsoft YaHei" panose="020B0503020204020204" pitchFamily="34" charset="-122"/>
                <a:ea typeface="Microsoft YaHei" panose="020B0503020204020204" pitchFamily="34" charset="-122"/>
              </a:rPr>
              <a:t>属性</a:t>
            </a:r>
            <a:r>
              <a:rPr lang="zh-CN" altLang="en-US" dirty="0">
                <a:solidFill>
                  <a:schemeClr val="bg1"/>
                </a:solidFill>
                <a:latin typeface="Microsoft YaHei" panose="020B0503020204020204" pitchFamily="34" charset="-122"/>
                <a:ea typeface="Microsoft YaHei" panose="020B0503020204020204" pitchFamily="34" charset="-122"/>
              </a:rPr>
              <a:t>（特性）和对这组属性进行操作的一组 </a:t>
            </a:r>
            <a:r>
              <a:rPr lang="zh-CN" altLang="en-US" u="sng" dirty="0">
                <a:solidFill>
                  <a:srgbClr val="FFFF00"/>
                </a:solidFill>
                <a:latin typeface="Microsoft YaHei" panose="020B0503020204020204" pitchFamily="34" charset="-122"/>
                <a:ea typeface="Microsoft YaHei" panose="020B0503020204020204" pitchFamily="34" charset="-122"/>
              </a:rPr>
              <a:t>操作</a:t>
            </a:r>
            <a:r>
              <a:rPr lang="zh-CN" altLang="en-US" dirty="0">
                <a:solidFill>
                  <a:schemeClr val="bg1"/>
                </a:solidFill>
                <a:latin typeface="Microsoft YaHei" panose="020B0503020204020204" pitchFamily="34" charset="-122"/>
                <a:ea typeface="Microsoft YaHei" panose="020B0503020204020204" pitchFamily="34" charset="-122"/>
              </a:rPr>
              <a:t>（方法）组成。属性和操作合起来被称为 </a:t>
            </a:r>
            <a:r>
              <a:rPr lang="zh-CN" altLang="en-US" u="sng" dirty="0">
                <a:solidFill>
                  <a:srgbClr val="FFFF00"/>
                </a:solidFill>
                <a:latin typeface="Microsoft YaHei" panose="020B0503020204020204" pitchFamily="34" charset="-122"/>
                <a:ea typeface="Microsoft YaHei" panose="020B0503020204020204" pitchFamily="34" charset="-122"/>
              </a:rPr>
              <a:t>特征</a:t>
            </a:r>
            <a:r>
              <a:rPr lang="zh-CN" altLang="en-US" dirty="0">
                <a:solidFill>
                  <a:schemeClr val="bg1"/>
                </a:solidFill>
                <a:latin typeface="Microsoft YaHei" panose="020B0503020204020204" pitchFamily="34" charset="-122"/>
                <a:ea typeface="Microsoft YaHei" panose="020B0503020204020204" pitchFamily="34" charset="-122"/>
              </a:rPr>
              <a:t>（</a:t>
            </a:r>
            <a:r>
              <a:rPr lang="en-US" altLang="zh-CN" dirty="0">
                <a:solidFill>
                  <a:schemeClr val="bg1"/>
                </a:solidFill>
                <a:latin typeface="Microsoft YaHei" panose="020B0503020204020204" pitchFamily="34" charset="-122"/>
                <a:ea typeface="Microsoft YaHei" panose="020B0503020204020204" pitchFamily="34" charset="-122"/>
              </a:rPr>
              <a:t>feature</a:t>
            </a:r>
            <a:r>
              <a:rPr lang="zh-CN" altLang="en-US" dirty="0">
                <a:solidFill>
                  <a:schemeClr val="bg1"/>
                </a:solidFill>
                <a:latin typeface="Microsoft YaHei" panose="020B0503020204020204" pitchFamily="34" charset="-122"/>
                <a:ea typeface="Microsoft YaHei" panose="020B0503020204020204" pitchFamily="34" charset="-122"/>
              </a:rPr>
              <a:t>）。</a:t>
            </a: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124790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4</a:t>
            </a:r>
            <a:r>
              <a:rPr lang="zh-CN" altLang="en-US" dirty="0">
                <a:solidFill>
                  <a:srgbClr val="4E8F00"/>
                </a:solidFill>
                <a:effectLst/>
                <a:ea typeface="Microsoft YaHei UI" panose="020B0503020204020204" pitchFamily="34" charset="-122"/>
              </a:rPr>
              <a:t> 面向对象中的基本概念</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Text Box 9">
            <a:extLst>
              <a:ext uri="{FF2B5EF4-FFF2-40B4-BE49-F238E27FC236}">
                <a16:creationId xmlns:a16="http://schemas.microsoft.com/office/drawing/2014/main" id="{D8DA9F5A-05C5-0F46-B5DB-D5549D8D6DB9}"/>
              </a:ext>
            </a:extLst>
          </p:cNvPr>
          <p:cNvSpPr txBox="1">
            <a:spLocks noChangeArrowheads="1"/>
          </p:cNvSpPr>
          <p:nvPr/>
        </p:nvSpPr>
        <p:spPr bwMode="auto">
          <a:xfrm>
            <a:off x="981302" y="1985285"/>
            <a:ext cx="7074127" cy="2697983"/>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类（</a:t>
            </a:r>
            <a:r>
              <a:rPr lang="en-US" altLang="zh-CN"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class</a:t>
            </a: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a:t>
            </a:r>
            <a:r>
              <a:rPr lang="zh-CN" altLang="en-US" dirty="0">
                <a:solidFill>
                  <a:schemeClr val="bg1"/>
                </a:solidFill>
                <a:latin typeface="Microsoft YaHei" panose="020B0503020204020204" pitchFamily="34" charset="-122"/>
                <a:ea typeface="Microsoft YaHei" panose="020B0503020204020204" pitchFamily="34" charset="-122"/>
              </a:rPr>
              <a:t>是具有相同属性和方法的一组</a:t>
            </a:r>
            <a:r>
              <a:rPr lang="zh-CN" altLang="en-US" dirty="0">
                <a:solidFill>
                  <a:schemeClr val="bg1"/>
                </a:solidFill>
                <a:highlight>
                  <a:srgbClr val="CC9900"/>
                </a:highlight>
                <a:ea typeface="楷体_GB2312" pitchFamily="49" charset="-122"/>
              </a:rPr>
              <a:t>对象的集合</a:t>
            </a:r>
            <a:r>
              <a:rPr lang="zh-CN" altLang="en-US" dirty="0">
                <a:solidFill>
                  <a:schemeClr val="bg1"/>
                </a:solidFill>
                <a:latin typeface="Microsoft YaHei" panose="020B0503020204020204" pitchFamily="34" charset="-122"/>
                <a:ea typeface="Microsoft YaHei" panose="020B0503020204020204" pitchFamily="34" charset="-122"/>
              </a:rPr>
              <a:t>，它为属于该类的全部对象提供了统一的抽象描述，其内部包括属性和方法两个主要部分。</a:t>
            </a:r>
          </a:p>
          <a:p>
            <a:pPr>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a:lnSpc>
                <a:spcPct val="130000"/>
              </a:lnSpc>
              <a:defRPr/>
            </a:pPr>
            <a:r>
              <a:rPr lang="zh-CN" altLang="en-US" dirty="0">
                <a:solidFill>
                  <a:schemeClr val="bg1"/>
                </a:solidFill>
                <a:latin typeface="Microsoft YaHei" panose="020B0503020204020204" pitchFamily="34" charset="-122"/>
                <a:ea typeface="Microsoft YaHei" panose="020B0503020204020204" pitchFamily="34" charset="-122"/>
              </a:rPr>
              <a:t>对象是一个类（种类）的实例。类是用来创建对象的模板。</a:t>
            </a:r>
          </a:p>
          <a:p>
            <a:pPr eaLnBrk="1" hangingPunct="1">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010697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13</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1" name="Text Box 9">
            <a:extLst>
              <a:ext uri="{FF2B5EF4-FFF2-40B4-BE49-F238E27FC236}">
                <a16:creationId xmlns:a16="http://schemas.microsoft.com/office/drawing/2014/main" id="{D8DA9F5A-05C5-0F46-B5DB-D5549D8D6DB9}"/>
              </a:ext>
            </a:extLst>
          </p:cNvPr>
          <p:cNvSpPr txBox="1">
            <a:spLocks noChangeArrowheads="1"/>
          </p:cNvSpPr>
          <p:nvPr/>
        </p:nvSpPr>
        <p:spPr bwMode="auto">
          <a:xfrm>
            <a:off x="981302" y="1187329"/>
            <a:ext cx="7074127" cy="1257588"/>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特征</a:t>
            </a: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8" name="Picture 2" descr="T2-1">
            <a:extLst>
              <a:ext uri="{FF2B5EF4-FFF2-40B4-BE49-F238E27FC236}">
                <a16:creationId xmlns:a16="http://schemas.microsoft.com/office/drawing/2014/main" id="{A5BB6F7C-C887-484B-9451-EE6B0E0E4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25" y="2538420"/>
            <a:ext cx="4003675" cy="3476625"/>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5" descr="T2-2">
            <a:extLst>
              <a:ext uri="{FF2B5EF4-FFF2-40B4-BE49-F238E27FC236}">
                <a16:creationId xmlns:a16="http://schemas.microsoft.com/office/drawing/2014/main" id="{4AADCE94-3C1D-8E42-8AA8-F15AD8006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8538" y="1658937"/>
            <a:ext cx="3878262" cy="3540125"/>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7988588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14</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1" name="Text Box 9">
            <a:extLst>
              <a:ext uri="{FF2B5EF4-FFF2-40B4-BE49-F238E27FC236}">
                <a16:creationId xmlns:a16="http://schemas.microsoft.com/office/drawing/2014/main" id="{D8DA9F5A-05C5-0F46-B5DB-D5549D8D6DB9}"/>
              </a:ext>
            </a:extLst>
          </p:cNvPr>
          <p:cNvSpPr txBox="1">
            <a:spLocks noChangeArrowheads="1"/>
          </p:cNvSpPr>
          <p:nvPr/>
        </p:nvSpPr>
        <p:spPr bwMode="auto">
          <a:xfrm>
            <a:off x="981302" y="1330993"/>
            <a:ext cx="7074127" cy="1617687"/>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抽象 </a:t>
            </a:r>
            <a:r>
              <a:rPr lang="zh-CN" altLang="en-US" dirty="0">
                <a:solidFill>
                  <a:schemeClr val="bg1"/>
                </a:solidFill>
                <a:ea typeface="楷体_GB2312" pitchFamily="49" charset="-122"/>
              </a:rPr>
              <a:t>就是过滤掉对象的一部分特性和操作直到只剩下你所需要的属性和操作</a:t>
            </a: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10" name="Picture 5" descr="T2-2">
            <a:extLst>
              <a:ext uri="{FF2B5EF4-FFF2-40B4-BE49-F238E27FC236}">
                <a16:creationId xmlns:a16="http://schemas.microsoft.com/office/drawing/2014/main" id="{9BA21F98-5B56-0849-BEE1-0255240F0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436" y="2456316"/>
            <a:ext cx="3878262" cy="3540125"/>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6374142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15</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1" name="Text Box 9">
            <a:extLst>
              <a:ext uri="{FF2B5EF4-FFF2-40B4-BE49-F238E27FC236}">
                <a16:creationId xmlns:a16="http://schemas.microsoft.com/office/drawing/2014/main" id="{D8DA9F5A-05C5-0F46-B5DB-D5549D8D6DB9}"/>
              </a:ext>
            </a:extLst>
          </p:cNvPr>
          <p:cNvSpPr txBox="1">
            <a:spLocks noChangeArrowheads="1"/>
          </p:cNvSpPr>
          <p:nvPr/>
        </p:nvSpPr>
        <p:spPr bwMode="auto">
          <a:xfrm>
            <a:off x="981302" y="1307474"/>
            <a:ext cx="7074127" cy="2725683"/>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多态性 </a:t>
            </a:r>
            <a:r>
              <a:rPr lang="zh-CN" altLang="en-US" dirty="0">
                <a:solidFill>
                  <a:schemeClr val="bg1"/>
                </a:solidFill>
                <a:ea typeface="楷体_GB2312" pitchFamily="49" charset="-122"/>
              </a:rPr>
              <a:t>从字面上理解，多态就是有多种形态的意思。</a:t>
            </a:r>
            <a:endParaRPr lang="en-US" altLang="zh-CN" dirty="0">
              <a:solidFill>
                <a:schemeClr val="bg1"/>
              </a:solidFill>
              <a:ea typeface="楷体_GB2312" pitchFamily="49" charset="-122"/>
            </a:endParaRPr>
          </a:p>
          <a:p>
            <a:pPr>
              <a:lnSpc>
                <a:spcPct val="130000"/>
              </a:lnSpc>
              <a:defRPr/>
            </a:pPr>
            <a:endParaRPr lang="en-US" altLang="zh-CN" dirty="0">
              <a:solidFill>
                <a:schemeClr val="bg1"/>
              </a:solidFill>
              <a:latin typeface="楷体_GB2312" pitchFamily="49" charset="-122"/>
              <a:ea typeface="楷体_GB2312" pitchFamily="49" charset="-122"/>
            </a:endParaRPr>
          </a:p>
          <a:p>
            <a:pPr>
              <a:spcBef>
                <a:spcPct val="0"/>
              </a:spcBef>
            </a:pPr>
            <a:r>
              <a:rPr lang="zh-CN" altLang="en-US" dirty="0">
                <a:solidFill>
                  <a:schemeClr val="bg1"/>
                </a:solidFill>
                <a:ea typeface="楷体_GB2312" pitchFamily="49" charset="-122"/>
              </a:rPr>
              <a:t>在面向对象技术中，多态指的是使一个实体在不同的</a:t>
            </a:r>
            <a:r>
              <a:rPr lang="zh-CN" altLang="en-US" dirty="0">
                <a:solidFill>
                  <a:schemeClr val="bg1"/>
                </a:solidFill>
                <a:highlight>
                  <a:srgbClr val="CC9900"/>
                </a:highlight>
                <a:ea typeface="楷体_GB2312" pitchFamily="49" charset="-122"/>
              </a:rPr>
              <a:t>上下文条件</a:t>
            </a:r>
            <a:r>
              <a:rPr lang="zh-CN" altLang="en-US" dirty="0">
                <a:solidFill>
                  <a:schemeClr val="bg1"/>
                </a:solidFill>
                <a:ea typeface="楷体_GB2312" pitchFamily="49" charset="-122"/>
              </a:rPr>
              <a:t>下具有不同意义或用法的能力。</a:t>
            </a:r>
            <a:endParaRPr lang="en-US" altLang="zh-CN" dirty="0">
              <a:solidFill>
                <a:schemeClr val="bg1"/>
              </a:solidFill>
              <a:ea typeface="楷体_GB2312" pitchFamily="49" charset="-122"/>
            </a:endParaRPr>
          </a:p>
          <a:p>
            <a:pPr>
              <a:spcBef>
                <a:spcPct val="0"/>
              </a:spcBef>
            </a:pPr>
            <a:endParaRPr lang="zh-CN" altLang="en-US" dirty="0">
              <a:solidFill>
                <a:schemeClr val="bg1"/>
              </a:solidFill>
              <a:ea typeface="楷体_GB2312" pitchFamily="49" charset="-122"/>
            </a:endParaRPr>
          </a:p>
          <a:p>
            <a:pPr>
              <a:spcBef>
                <a:spcPct val="0"/>
              </a:spcBef>
            </a:pPr>
            <a:r>
              <a:rPr lang="zh-CN" altLang="en-US" dirty="0">
                <a:solidFill>
                  <a:schemeClr val="bg1"/>
                </a:solidFill>
                <a:ea typeface="楷体_GB2312" pitchFamily="49" charset="-122"/>
              </a:rPr>
              <a:t>不同的类中可以有同名的不相同操作。</a:t>
            </a:r>
          </a:p>
          <a:p>
            <a:pPr>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16" name="Picture 7" descr="T2-5">
            <a:extLst>
              <a:ext uri="{FF2B5EF4-FFF2-40B4-BE49-F238E27FC236}">
                <a16:creationId xmlns:a16="http://schemas.microsoft.com/office/drawing/2014/main" id="{E5FB1461-0764-F74C-8F1D-94AC44A21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439" y="3591999"/>
            <a:ext cx="5565775" cy="26035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5449247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16</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0" name="Text Box 9">
            <a:extLst>
              <a:ext uri="{FF2B5EF4-FFF2-40B4-BE49-F238E27FC236}">
                <a16:creationId xmlns:a16="http://schemas.microsoft.com/office/drawing/2014/main" id="{79F0E644-4ED9-6C48-B3BD-7C9577A2923E}"/>
              </a:ext>
            </a:extLst>
          </p:cNvPr>
          <p:cNvSpPr txBox="1">
            <a:spLocks noChangeArrowheads="1"/>
          </p:cNvSpPr>
          <p:nvPr/>
        </p:nvSpPr>
        <p:spPr bwMode="auto">
          <a:xfrm>
            <a:off x="981302" y="1307474"/>
            <a:ext cx="7074127" cy="3732112"/>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封装  </a:t>
            </a:r>
            <a:r>
              <a:rPr lang="zh-CN" altLang="en-US" dirty="0">
                <a:solidFill>
                  <a:schemeClr val="bg1"/>
                </a:solidFill>
                <a:ea typeface="楷体_GB2312" pitchFamily="49" charset="-122"/>
              </a:rPr>
              <a:t>就是把对象的属性和方法结合成一个独立的系统单位，并尽可能隐蔽对象的内部细节。</a:t>
            </a:r>
            <a:endParaRPr lang="en-US" altLang="zh-CN" dirty="0">
              <a:solidFill>
                <a:schemeClr val="bg1"/>
              </a:solidFill>
              <a:ea typeface="楷体_GB2312" pitchFamily="49" charset="-122"/>
            </a:endParaRPr>
          </a:p>
          <a:p>
            <a:pPr>
              <a:lnSpc>
                <a:spcPct val="130000"/>
              </a:lnSpc>
              <a:defRPr/>
            </a:pPr>
            <a:endParaRPr lang="en-US" altLang="zh-CN" dirty="0">
              <a:solidFill>
                <a:schemeClr val="bg1"/>
              </a:solidFill>
              <a:latin typeface="楷体_GB2312" pitchFamily="49" charset="-122"/>
              <a:ea typeface="楷体_GB2312" pitchFamily="49" charset="-122"/>
            </a:endParaRPr>
          </a:p>
          <a:p>
            <a:pPr>
              <a:lnSpc>
                <a:spcPct val="130000"/>
              </a:lnSpc>
              <a:defRPr/>
            </a:pPr>
            <a:r>
              <a:rPr lang="zh-CN" altLang="en-US" dirty="0">
                <a:solidFill>
                  <a:schemeClr val="bg1"/>
                </a:solidFill>
                <a:ea typeface="楷体_GB2312" pitchFamily="49" charset="-122"/>
              </a:rPr>
              <a:t>封装意味着对象对其他对象和外部世界隐藏了自己要做什么，因此它也被称为信息隐藏（</a:t>
            </a:r>
            <a:r>
              <a:rPr lang="en-US" altLang="zh-CN" dirty="0">
                <a:solidFill>
                  <a:schemeClr val="bg1"/>
                </a:solidFill>
                <a:ea typeface="楷体_GB2312" pitchFamily="49" charset="-122"/>
              </a:rPr>
              <a:t>information hiding</a:t>
            </a:r>
            <a:r>
              <a:rPr lang="zh-CN" altLang="en-US" dirty="0">
                <a:solidFill>
                  <a:schemeClr val="bg1"/>
                </a:solidFill>
                <a:ea typeface="楷体_GB2312" pitchFamily="49" charset="-122"/>
              </a:rPr>
              <a:t>）。</a:t>
            </a:r>
          </a:p>
          <a:p>
            <a:pPr>
              <a:spcBef>
                <a:spcPct val="0"/>
              </a:spcBef>
            </a:pPr>
            <a:endParaRPr lang="zh-CN" altLang="en-US" dirty="0">
              <a:solidFill>
                <a:schemeClr val="bg1"/>
              </a:solidFill>
              <a:ea typeface="楷体_GB2312" pitchFamily="49" charset="-122"/>
            </a:endParaRPr>
          </a:p>
          <a:p>
            <a:pPr>
              <a:spcBef>
                <a:spcPct val="0"/>
              </a:spcBef>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接口</a:t>
            </a:r>
            <a:r>
              <a:rPr lang="zh-CN" altLang="en-US"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a:t>
            </a:r>
            <a:r>
              <a:rPr lang="en-US" altLang="zh-CN"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interface</a:t>
            </a:r>
            <a:r>
              <a:rPr lang="zh-CN" altLang="en-US"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a:t>
            </a:r>
          </a:p>
          <a:p>
            <a:pPr>
              <a:spcBef>
                <a:spcPct val="0"/>
              </a:spcBef>
            </a:pPr>
            <a:endParaRPr lang="zh-CN" altLang="en-US" dirty="0">
              <a:solidFill>
                <a:schemeClr val="bg1"/>
              </a:solidFill>
              <a:ea typeface="楷体_GB2312" pitchFamily="49" charset="-122"/>
            </a:endParaRPr>
          </a:p>
          <a:p>
            <a:pPr>
              <a:lnSpc>
                <a:spcPct val="130000"/>
              </a:lnSpc>
              <a:defRPr/>
            </a:pPr>
            <a:endParaRPr lang="zh-CN" altLang="en-US" dirty="0">
              <a:solidFill>
                <a:schemeClr val="bg1"/>
              </a:solidFill>
              <a:latin typeface="Microsoft YaHei" panose="020B0503020204020204" pitchFamily="34" charset="-122"/>
              <a:ea typeface="Microsoft YaHei" panose="020B0503020204020204" pitchFamily="34"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16" name="Picture 7" descr="T2-6">
            <a:extLst>
              <a:ext uri="{FF2B5EF4-FFF2-40B4-BE49-F238E27FC236}">
                <a16:creationId xmlns:a16="http://schemas.microsoft.com/office/drawing/2014/main" id="{67CD05FD-8E1E-5143-A1F6-7EBA2CA06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55" y="3537792"/>
            <a:ext cx="4765675" cy="2868613"/>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0879546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17</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0" name="Text Box 9">
            <a:extLst>
              <a:ext uri="{FF2B5EF4-FFF2-40B4-BE49-F238E27FC236}">
                <a16:creationId xmlns:a16="http://schemas.microsoft.com/office/drawing/2014/main" id="{79F0E644-4ED9-6C48-B3BD-7C9577A2923E}"/>
              </a:ext>
            </a:extLst>
          </p:cNvPr>
          <p:cNvSpPr txBox="1">
            <a:spLocks noChangeArrowheads="1"/>
          </p:cNvSpPr>
          <p:nvPr/>
        </p:nvSpPr>
        <p:spPr bwMode="auto">
          <a:xfrm>
            <a:off x="981302" y="1307474"/>
            <a:ext cx="7074127" cy="1657698"/>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消息  </a:t>
            </a:r>
            <a:r>
              <a:rPr lang="zh-CN" altLang="en-US" dirty="0">
                <a:solidFill>
                  <a:schemeClr val="bg1"/>
                </a:solidFill>
                <a:ea typeface="楷体_GB2312" pitchFamily="49" charset="-122"/>
              </a:rPr>
              <a:t>就是向对象发出的服务请求，它包含下述信息：</a:t>
            </a:r>
            <a:r>
              <a:rPr lang="zh-CN" altLang="en-US" dirty="0">
                <a:solidFill>
                  <a:schemeClr val="bg1"/>
                </a:solidFill>
                <a:highlight>
                  <a:srgbClr val="CC9900"/>
                </a:highlight>
                <a:ea typeface="楷体_GB2312" pitchFamily="49" charset="-122"/>
              </a:rPr>
              <a:t>提供服务的对象标识、服务（方法）标识、输入信息和回答信息。</a:t>
            </a:r>
            <a:endParaRPr lang="en-US" altLang="zh-CN" dirty="0">
              <a:solidFill>
                <a:schemeClr val="bg1"/>
              </a:solidFill>
              <a:highlight>
                <a:srgbClr val="CC9900"/>
              </a:highlight>
              <a:ea typeface="楷体_GB2312" pitchFamily="49" charset="-122"/>
            </a:endParaRPr>
          </a:p>
          <a:p>
            <a:pPr>
              <a:lnSpc>
                <a:spcPct val="130000"/>
              </a:lnSpc>
              <a:defRPr/>
            </a:pPr>
            <a:endParaRPr lang="en-US" altLang="zh-CN" dirty="0">
              <a:solidFill>
                <a:schemeClr val="bg1"/>
              </a:solidFill>
              <a:latin typeface="楷体_GB2312" pitchFamily="49" charset="-122"/>
              <a:ea typeface="楷体_GB2312" pitchFamily="49"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8" name="Picture 7" descr="T2-7">
            <a:extLst>
              <a:ext uri="{FF2B5EF4-FFF2-40B4-BE49-F238E27FC236}">
                <a16:creationId xmlns:a16="http://schemas.microsoft.com/office/drawing/2014/main" id="{23290CA0-7E05-E444-B812-70F8A57DC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6439" y="3048688"/>
            <a:ext cx="4073525" cy="309245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Text Box 9">
            <a:extLst>
              <a:ext uri="{FF2B5EF4-FFF2-40B4-BE49-F238E27FC236}">
                <a16:creationId xmlns:a16="http://schemas.microsoft.com/office/drawing/2014/main" id="{D9928561-B178-764F-A484-7AE2693A63A9}"/>
              </a:ext>
            </a:extLst>
          </p:cNvPr>
          <p:cNvSpPr txBox="1">
            <a:spLocks noChangeArrowheads="1"/>
          </p:cNvSpPr>
          <p:nvPr/>
        </p:nvSpPr>
        <p:spPr bwMode="auto">
          <a:xfrm>
            <a:off x="981302" y="2703877"/>
            <a:ext cx="2825588" cy="2577500"/>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dirty="0">
                <a:solidFill>
                  <a:schemeClr val="bg1"/>
                </a:solidFill>
                <a:ea typeface="楷体_GB2312" pitchFamily="49" charset="-122"/>
              </a:rPr>
              <a:t>对象之间的协作是通过相互发送消息。</a:t>
            </a:r>
            <a:endParaRPr lang="en-US" altLang="zh-CN" dirty="0">
              <a:solidFill>
                <a:schemeClr val="bg1"/>
              </a:solidFill>
              <a:ea typeface="楷体_GB2312" pitchFamily="49" charset="-122"/>
            </a:endParaRPr>
          </a:p>
          <a:p>
            <a:pPr>
              <a:lnSpc>
                <a:spcPct val="130000"/>
              </a:lnSpc>
              <a:defRPr/>
            </a:pPr>
            <a:endParaRPr lang="en-US" altLang="zh-CN" dirty="0">
              <a:solidFill>
                <a:schemeClr val="bg1"/>
              </a:solidFill>
              <a:ea typeface="楷体_GB2312" pitchFamily="49" charset="-122"/>
            </a:endParaRPr>
          </a:p>
          <a:p>
            <a:pPr>
              <a:lnSpc>
                <a:spcPct val="130000"/>
              </a:lnSpc>
              <a:defRPr/>
            </a:pPr>
            <a:r>
              <a:rPr lang="zh-CN" altLang="en-US" dirty="0">
                <a:solidFill>
                  <a:schemeClr val="bg1"/>
                </a:solidFill>
                <a:ea typeface="楷体_GB2312" pitchFamily="49" charset="-122"/>
              </a:rPr>
              <a:t>一个对象发送一个操作消息（或请求）给另一个对象，接受消息的对象就执行这个操作。</a:t>
            </a:r>
          </a:p>
        </p:txBody>
      </p:sp>
    </p:spTree>
    <p:extLst>
      <p:ext uri="{BB962C8B-B14F-4D97-AF65-F5344CB8AC3E}">
        <p14:creationId xmlns:p14="http://schemas.microsoft.com/office/powerpoint/2010/main" val="33917736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18</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0" name="Text Box 9">
            <a:extLst>
              <a:ext uri="{FF2B5EF4-FFF2-40B4-BE49-F238E27FC236}">
                <a16:creationId xmlns:a16="http://schemas.microsoft.com/office/drawing/2014/main" id="{79F0E644-4ED9-6C48-B3BD-7C9577A2923E}"/>
              </a:ext>
            </a:extLst>
          </p:cNvPr>
          <p:cNvSpPr txBox="1">
            <a:spLocks noChangeArrowheads="1"/>
          </p:cNvSpPr>
          <p:nvPr/>
        </p:nvSpPr>
        <p:spPr bwMode="auto">
          <a:xfrm>
            <a:off x="981302" y="1307474"/>
            <a:ext cx="7074127" cy="1451488"/>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关联</a:t>
            </a:r>
            <a:endParaRPr lang="zh-CN" altLang="en-US" dirty="0">
              <a:solidFill>
                <a:schemeClr val="bg1"/>
              </a:solidFill>
              <a:ea typeface="楷体_GB2312" pitchFamily="49" charset="-122"/>
            </a:endParaRPr>
          </a:p>
          <a:p>
            <a:pPr>
              <a:spcBef>
                <a:spcPct val="0"/>
              </a:spcBef>
            </a:pPr>
            <a:endParaRPr lang="zh-CN" altLang="en-US" dirty="0">
              <a:solidFill>
                <a:schemeClr val="bg1"/>
              </a:solidFill>
              <a:ea typeface="楷体_GB2312" pitchFamily="49" charset="-122"/>
            </a:endParaRPr>
          </a:p>
          <a:p>
            <a:pPr>
              <a:spcBef>
                <a:spcPct val="0"/>
              </a:spcBef>
            </a:pPr>
            <a:endParaRPr lang="zh-CN" altLang="en-US" dirty="0">
              <a:solidFill>
                <a:schemeClr val="bg1"/>
              </a:solidFill>
              <a:ea typeface="楷体_GB2312" pitchFamily="49"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pic>
        <p:nvPicPr>
          <p:cNvPr id="9" name="Picture 8" descr="T2-8">
            <a:extLst>
              <a:ext uri="{FF2B5EF4-FFF2-40B4-BE49-F238E27FC236}">
                <a16:creationId xmlns:a16="http://schemas.microsoft.com/office/drawing/2014/main" id="{1B95D883-32EA-B742-9F68-109B54B77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740" y="2179184"/>
            <a:ext cx="4286250" cy="3300412"/>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pic>
        <p:nvPicPr>
          <p:cNvPr id="11" name="Picture 9" descr="T2-9">
            <a:extLst>
              <a:ext uri="{FF2B5EF4-FFF2-40B4-BE49-F238E27FC236}">
                <a16:creationId xmlns:a16="http://schemas.microsoft.com/office/drawing/2014/main" id="{A5AC4B74-1A89-1444-8B00-7D5E46E563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475" y="2816399"/>
            <a:ext cx="4117975" cy="3308350"/>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pic>
        <p:nvPicPr>
          <p:cNvPr id="15" name="Picture 7" descr="T2-10">
            <a:extLst>
              <a:ext uri="{FF2B5EF4-FFF2-40B4-BE49-F238E27FC236}">
                <a16:creationId xmlns:a16="http://schemas.microsoft.com/office/drawing/2014/main" id="{A3A231A6-5EEE-B740-B1C1-AB227D429A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161" y="1270174"/>
            <a:ext cx="5111750" cy="3200400"/>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6466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edg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edge">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edge">
                                      <p:cBhvr>
                                        <p:cTn id="1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19</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0" name="Text Box 9">
            <a:extLst>
              <a:ext uri="{FF2B5EF4-FFF2-40B4-BE49-F238E27FC236}">
                <a16:creationId xmlns:a16="http://schemas.microsoft.com/office/drawing/2014/main" id="{79F0E644-4ED9-6C48-B3BD-7C9577A2923E}"/>
              </a:ext>
            </a:extLst>
          </p:cNvPr>
          <p:cNvSpPr txBox="1">
            <a:spLocks noChangeArrowheads="1"/>
          </p:cNvSpPr>
          <p:nvPr/>
        </p:nvSpPr>
        <p:spPr bwMode="auto">
          <a:xfrm>
            <a:off x="981302" y="1307474"/>
            <a:ext cx="2706035" cy="525657"/>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聚集</a:t>
            </a:r>
            <a:r>
              <a:rPr lang="zh-CN" altLang="en-US" sz="2000" dirty="0">
                <a:solidFill>
                  <a:schemeClr val="bg1"/>
                </a:solidFill>
                <a:latin typeface="Microsoft YaHei" panose="020B0503020204020204" pitchFamily="34" charset="-122"/>
                <a:ea typeface="Microsoft YaHei" panose="020B0503020204020204" pitchFamily="34" charset="-122"/>
              </a:rPr>
              <a:t>（关联的一种）</a:t>
            </a:r>
            <a:endParaRPr lang="zh-CN" altLang="en-US" sz="1600" dirty="0">
              <a:solidFill>
                <a:schemeClr val="bg1"/>
              </a:solidFill>
              <a:ea typeface="楷体_GB2312" pitchFamily="49" charset="-122"/>
            </a:endParaRPr>
          </a:p>
        </p:txBody>
      </p:sp>
      <p:pic>
        <p:nvPicPr>
          <p:cNvPr id="9" name="Picture 9" descr="T2-11">
            <a:extLst>
              <a:ext uri="{FF2B5EF4-FFF2-40B4-BE49-F238E27FC236}">
                <a16:creationId xmlns:a16="http://schemas.microsoft.com/office/drawing/2014/main" id="{B864ADBF-3618-EF40-82C0-ECC964A6E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194" y="2204964"/>
            <a:ext cx="3673475" cy="3419475"/>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pic>
        <p:nvPicPr>
          <p:cNvPr id="11" name="Picture 8" descr="T2-12">
            <a:extLst>
              <a:ext uri="{FF2B5EF4-FFF2-40B4-BE49-F238E27FC236}">
                <a16:creationId xmlns:a16="http://schemas.microsoft.com/office/drawing/2014/main" id="{742F9CB1-BCE8-2C46-9532-348296928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1934" y="3162020"/>
            <a:ext cx="3246437" cy="2955925"/>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sp>
        <p:nvSpPr>
          <p:cNvPr id="15" name="Text Box 9">
            <a:extLst>
              <a:ext uri="{FF2B5EF4-FFF2-40B4-BE49-F238E27FC236}">
                <a16:creationId xmlns:a16="http://schemas.microsoft.com/office/drawing/2014/main" id="{5015CE17-D6EE-0345-91FB-6BC2CBF61EC4}"/>
              </a:ext>
            </a:extLst>
          </p:cNvPr>
          <p:cNvSpPr txBox="1">
            <a:spLocks noChangeArrowheads="1"/>
          </p:cNvSpPr>
          <p:nvPr/>
        </p:nvSpPr>
        <p:spPr bwMode="auto">
          <a:xfrm>
            <a:off x="5145395" y="2344119"/>
            <a:ext cx="3322945" cy="525657"/>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组成</a:t>
            </a:r>
            <a:r>
              <a:rPr lang="zh-CN" altLang="en-US" dirty="0">
                <a:solidFill>
                  <a:schemeClr val="bg1"/>
                </a:solidFill>
                <a:latin typeface="Microsoft YaHei" panose="020B0503020204020204" pitchFamily="34" charset="-122"/>
                <a:ea typeface="Microsoft YaHei" panose="020B0503020204020204" pitchFamily="34" charset="-122"/>
              </a:rPr>
              <a:t>（特殊的聚集）</a:t>
            </a:r>
            <a:endParaRPr lang="zh-CN" altLang="en-US" sz="1400" dirty="0">
              <a:solidFill>
                <a:schemeClr val="bg1"/>
              </a:solidFill>
              <a:ea typeface="楷体_GB2312" pitchFamily="49" charset="-122"/>
            </a:endParaRPr>
          </a:p>
        </p:txBody>
      </p:sp>
    </p:spTree>
    <p:extLst>
      <p:ext uri="{BB962C8B-B14F-4D97-AF65-F5344CB8AC3E}">
        <p14:creationId xmlns:p14="http://schemas.microsoft.com/office/powerpoint/2010/main" val="19071638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20</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graphicFrame>
        <p:nvGraphicFramePr>
          <p:cNvPr id="18" name="Diagram 1">
            <a:extLst>
              <a:ext uri="{FF2B5EF4-FFF2-40B4-BE49-F238E27FC236}">
                <a16:creationId xmlns:a16="http://schemas.microsoft.com/office/drawing/2014/main" id="{DF99AD91-D235-9549-91E9-667C21AD99FE}"/>
              </a:ext>
            </a:extLst>
          </p:cNvPr>
          <p:cNvGraphicFramePr/>
          <p:nvPr>
            <p:extLst>
              <p:ext uri="{D42A27DB-BD31-4B8C-83A1-F6EECF244321}">
                <p14:modId xmlns:p14="http://schemas.microsoft.com/office/powerpoint/2010/main" val="508314134"/>
              </p:ext>
            </p:extLst>
          </p:nvPr>
        </p:nvGraphicFramePr>
        <p:xfrm>
          <a:off x="765511" y="2103600"/>
          <a:ext cx="786340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Box 9">
            <a:extLst>
              <a:ext uri="{FF2B5EF4-FFF2-40B4-BE49-F238E27FC236}">
                <a16:creationId xmlns:a16="http://schemas.microsoft.com/office/drawing/2014/main" id="{2E5E948A-6BD9-FE4C-8CC3-ED217187FE0B}"/>
              </a:ext>
            </a:extLst>
          </p:cNvPr>
          <p:cNvSpPr txBox="1">
            <a:spLocks noChangeArrowheads="1"/>
          </p:cNvSpPr>
          <p:nvPr/>
        </p:nvSpPr>
        <p:spPr bwMode="auto">
          <a:xfrm>
            <a:off x="981302" y="1307474"/>
            <a:ext cx="7074127" cy="897490"/>
          </a:xfrm>
          <a:prstGeom prst="rect">
            <a:avLst/>
          </a:prstGeom>
          <a:noFill/>
          <a:ln w="12700">
            <a:no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defRPr/>
            </a:pPr>
            <a:r>
              <a:rPr lang="zh-CN" altLang="en-US"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rPr>
              <a:t>实体的分解</a:t>
            </a:r>
            <a:endParaRPr lang="zh-CN" altLang="en-US" dirty="0">
              <a:solidFill>
                <a:schemeClr val="bg1"/>
              </a:solidFill>
              <a:ea typeface="楷体_GB2312" pitchFamily="49" charset="-122"/>
            </a:endParaRPr>
          </a:p>
          <a:p>
            <a:pPr eaLnBrk="1" hangingPunct="1">
              <a:lnSpc>
                <a:spcPct val="130000"/>
              </a:lnSpc>
              <a:defRPr/>
            </a:pPr>
            <a:endParaRPr lang="en-US" altLang="zh-CN"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306233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21</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6" name="Rectangle 7">
            <a:extLst>
              <a:ext uri="{FF2B5EF4-FFF2-40B4-BE49-F238E27FC236}">
                <a16:creationId xmlns:a16="http://schemas.microsoft.com/office/drawing/2014/main" id="{B95D74D7-43C2-F64C-BAEC-ABE06940CB29}"/>
              </a:ext>
            </a:extLst>
          </p:cNvPr>
          <p:cNvSpPr txBox="1">
            <a:spLocks noChangeArrowheads="1"/>
          </p:cNvSpPr>
          <p:nvPr/>
        </p:nvSpPr>
        <p:spPr>
          <a:xfrm>
            <a:off x="1073823" y="1466325"/>
            <a:ext cx="7003377" cy="41289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面向对象是一种依赖于几个基本原则的</a:t>
            </a:r>
            <a:r>
              <a:rPr lang="zh-CN" altLang="en-US" dirty="0">
                <a:solidFill>
                  <a:schemeClr val="bg1"/>
                </a:solidFill>
                <a:highlight>
                  <a:srgbClr val="CC9900"/>
                </a:highlight>
                <a:latin typeface="Kaiti SC" panose="02010600040101010101" pitchFamily="2" charset="-122"/>
                <a:ea typeface="Kaiti SC" panose="02010600040101010101" pitchFamily="2" charset="-122"/>
              </a:rPr>
              <a:t>思维方法</a:t>
            </a:r>
            <a:r>
              <a:rPr lang="zh-CN" altLang="en-US" dirty="0">
                <a:solidFill>
                  <a:schemeClr val="bg1"/>
                </a:solidFill>
                <a:latin typeface="Kaiti SC" panose="02010600040101010101" pitchFamily="2" charset="-122"/>
                <a:ea typeface="Kaiti SC" panose="02010600040101010101" pitchFamily="2" charset="-122"/>
              </a:rPr>
              <a:t>。对象是类的实例。类是具有相同属性和操作的一类对象集。当你创建了一个对象后，对象的属性和操作数目由你所处理的问题域确定。</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highlight>
                  <a:srgbClr val="CC9900"/>
                </a:highlight>
                <a:latin typeface="Kaiti SC" panose="02010600040101010101" pitchFamily="2" charset="-122"/>
                <a:ea typeface="Kaiti SC" panose="02010600040101010101" pitchFamily="2" charset="-122"/>
              </a:rPr>
              <a:t>继承</a:t>
            </a:r>
            <a:r>
              <a:rPr lang="zh-CN" altLang="en-US" dirty="0">
                <a:solidFill>
                  <a:schemeClr val="bg1"/>
                </a:solidFill>
                <a:latin typeface="Kaiti SC" panose="02010600040101010101" pitchFamily="2" charset="-122"/>
                <a:ea typeface="Kaiti SC" panose="02010600040101010101" pitchFamily="2" charset="-122"/>
              </a:rPr>
              <a:t>是面向对象中的一个重要方面。对象继承了所属类的属性和操作。类同样也可以继承其它类的属性和操作。</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highlight>
                  <a:srgbClr val="CC9900"/>
                </a:highlight>
                <a:latin typeface="Kaiti SC" panose="02010600040101010101" pitchFamily="2" charset="-122"/>
                <a:ea typeface="Kaiti SC" panose="02010600040101010101" pitchFamily="2" charset="-122"/>
              </a:rPr>
              <a:t>多态性</a:t>
            </a:r>
            <a:r>
              <a:rPr lang="zh-CN" altLang="en-US" dirty="0">
                <a:solidFill>
                  <a:schemeClr val="bg1"/>
                </a:solidFill>
                <a:latin typeface="Kaiti SC" panose="02010600040101010101" pitchFamily="2" charset="-122"/>
                <a:ea typeface="Kaiti SC" panose="02010600040101010101" pitchFamily="2" charset="-122"/>
              </a:rPr>
              <a:t>是另一个重要的方面，它是指不同的类中可以有相同名字的操作，并且这个操作在每个类中都能以各自不同的方式执行。</a:t>
            </a: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35847337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22</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7.1 </a:t>
            </a:r>
            <a:r>
              <a:rPr lang="zh-CN" altLang="en-US" sz="2800" dirty="0">
                <a:solidFill>
                  <a:srgbClr val="FFFF00"/>
                </a:solidFill>
              </a:rPr>
              <a:t> </a:t>
            </a:r>
            <a:r>
              <a:rPr lang="zh-CN" altLang="en-US" sz="2800" dirty="0">
                <a:solidFill>
                  <a:srgbClr val="FFFF00"/>
                </a:solidFill>
                <a:sym typeface="微软雅黑" panose="020B0503020204020204" pitchFamily="34" charset="-122"/>
              </a:rPr>
              <a:t>面向对象技术概述</a:t>
            </a:r>
            <a:endParaRPr lang="zh-CN" altLang="en-US" sz="2800" dirty="0">
              <a:solidFill>
                <a:srgbClr val="FFFF00"/>
              </a:solidFill>
            </a:endParaRPr>
          </a:p>
        </p:txBody>
      </p:sp>
      <p:sp>
        <p:nvSpPr>
          <p:cNvPr id="16" name="Rectangle 7">
            <a:extLst>
              <a:ext uri="{FF2B5EF4-FFF2-40B4-BE49-F238E27FC236}">
                <a16:creationId xmlns:a16="http://schemas.microsoft.com/office/drawing/2014/main" id="{B95D74D7-43C2-F64C-BAEC-ABE06940CB29}"/>
              </a:ext>
            </a:extLst>
          </p:cNvPr>
          <p:cNvSpPr txBox="1">
            <a:spLocks noChangeArrowheads="1"/>
          </p:cNvSpPr>
          <p:nvPr/>
        </p:nvSpPr>
        <p:spPr>
          <a:xfrm>
            <a:off x="1073823" y="1466324"/>
            <a:ext cx="7003377" cy="419424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对象对其他对象和外部世界</a:t>
            </a:r>
            <a:r>
              <a:rPr lang="zh-CN" altLang="en-US" dirty="0">
                <a:solidFill>
                  <a:schemeClr val="bg1"/>
                </a:solidFill>
                <a:highlight>
                  <a:srgbClr val="CC9900"/>
                </a:highlight>
                <a:latin typeface="Kaiti SC" panose="02010600040101010101" pitchFamily="2" charset="-122"/>
                <a:ea typeface="Kaiti SC" panose="02010600040101010101" pitchFamily="2" charset="-122"/>
              </a:rPr>
              <a:t>隐藏了</a:t>
            </a:r>
            <a:r>
              <a:rPr lang="zh-CN" altLang="en-US" dirty="0">
                <a:solidFill>
                  <a:schemeClr val="bg1"/>
                </a:solidFill>
                <a:latin typeface="Kaiti SC" panose="02010600040101010101" pitchFamily="2" charset="-122"/>
                <a:ea typeface="Kaiti SC" panose="02010600040101010101" pitchFamily="2" charset="-122"/>
              </a:rPr>
              <a:t>其操作的执行过程。每个对象都要提供一个让其他对象（和人）用来执行该对象中操作的</a:t>
            </a:r>
            <a:r>
              <a:rPr lang="zh-CN" altLang="en-US" dirty="0">
                <a:solidFill>
                  <a:schemeClr val="bg1"/>
                </a:solidFill>
                <a:highlight>
                  <a:srgbClr val="CC9900"/>
                </a:highlight>
                <a:latin typeface="Kaiti SC" panose="02010600040101010101" pitchFamily="2" charset="-122"/>
                <a:ea typeface="Kaiti SC" panose="02010600040101010101" pitchFamily="2" charset="-122"/>
              </a:rPr>
              <a:t>接口</a:t>
            </a:r>
            <a:r>
              <a:rPr lang="zh-CN" altLang="en-US" dirty="0">
                <a:solidFill>
                  <a:schemeClr val="bg1"/>
                </a:solidFill>
                <a:latin typeface="Kaiti SC" panose="02010600040101010101" pitchFamily="2" charset="-122"/>
                <a:ea typeface="Kaiti SC" panose="02010600040101010101" pitchFamily="2" charset="-122"/>
              </a:rPr>
              <a:t>。</a:t>
            </a: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对象通过相互之间的消息传递协同工作。</a:t>
            </a:r>
            <a:r>
              <a:rPr lang="zh-CN" altLang="en-US" dirty="0">
                <a:solidFill>
                  <a:schemeClr val="bg1"/>
                </a:solidFill>
                <a:highlight>
                  <a:srgbClr val="CC9900"/>
                </a:highlight>
                <a:latin typeface="Kaiti SC" panose="02010600040101010101" pitchFamily="2" charset="-122"/>
                <a:ea typeface="Kaiti SC" panose="02010600040101010101" pitchFamily="2" charset="-122"/>
              </a:rPr>
              <a:t>消息</a:t>
            </a:r>
            <a:r>
              <a:rPr lang="zh-CN" altLang="en-US" dirty="0">
                <a:solidFill>
                  <a:schemeClr val="bg1"/>
                </a:solidFill>
                <a:latin typeface="Kaiti SC" panose="02010600040101010101" pitchFamily="2" charset="-122"/>
                <a:ea typeface="Kaiti SC" panose="02010600040101010101" pitchFamily="2" charset="-122"/>
              </a:rPr>
              <a:t>是执行操作的</a:t>
            </a:r>
            <a:r>
              <a:rPr lang="zh-CN" altLang="en-US" dirty="0">
                <a:solidFill>
                  <a:schemeClr val="bg1"/>
                </a:solidFill>
                <a:highlight>
                  <a:srgbClr val="CC9900"/>
                </a:highlight>
                <a:latin typeface="Kaiti SC" panose="02010600040101010101" pitchFamily="2" charset="-122"/>
                <a:ea typeface="Kaiti SC" panose="02010600040101010101" pitchFamily="2" charset="-122"/>
              </a:rPr>
              <a:t>请求</a:t>
            </a:r>
            <a:r>
              <a:rPr lang="zh-CN" altLang="en-US" dirty="0">
                <a:solidFill>
                  <a:schemeClr val="bg1"/>
                </a:solidFill>
                <a:latin typeface="Kaiti SC" panose="02010600040101010101" pitchFamily="2" charset="-122"/>
                <a:ea typeface="Kaiti SC" panose="02010600040101010101" pitchFamily="2" charset="-122"/>
              </a:rPr>
              <a:t>。</a:t>
            </a: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对象通常要和其他对象发生关联。</a:t>
            </a:r>
            <a:r>
              <a:rPr lang="zh-CN" altLang="en-US" dirty="0">
                <a:solidFill>
                  <a:schemeClr val="bg1"/>
                </a:solidFill>
                <a:highlight>
                  <a:srgbClr val="CC9900"/>
                </a:highlight>
                <a:latin typeface="Kaiti SC" panose="02010600040101010101" pitchFamily="2" charset="-122"/>
                <a:ea typeface="Kaiti SC" panose="02010600040101010101" pitchFamily="2" charset="-122"/>
              </a:rPr>
              <a:t>关联</a:t>
            </a:r>
            <a:r>
              <a:rPr lang="zh-CN" altLang="en-US" dirty="0">
                <a:solidFill>
                  <a:schemeClr val="bg1"/>
                </a:solidFill>
                <a:latin typeface="Kaiti SC" panose="02010600040101010101" pitchFamily="2" charset="-122"/>
                <a:ea typeface="Kaiti SC" panose="02010600040101010101" pitchFamily="2" charset="-122"/>
              </a:rPr>
              <a:t>可以具有多种形式。一个类的对象可能和多个其他类的对象同时发生关联。</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聚集是关联的一种，</a:t>
            </a:r>
            <a:r>
              <a:rPr lang="zh-CN" altLang="en-US" dirty="0">
                <a:solidFill>
                  <a:schemeClr val="bg1"/>
                </a:solidFill>
                <a:highlight>
                  <a:srgbClr val="CC9900"/>
                </a:highlight>
                <a:latin typeface="Kaiti SC" panose="02010600040101010101" pitchFamily="2" charset="-122"/>
                <a:ea typeface="Kaiti SC" panose="02010600040101010101" pitchFamily="2" charset="-122"/>
              </a:rPr>
              <a:t>聚集</a:t>
            </a:r>
            <a:r>
              <a:rPr lang="zh-CN" altLang="en-US" dirty="0">
                <a:solidFill>
                  <a:schemeClr val="bg1"/>
                </a:solidFill>
                <a:latin typeface="Kaiti SC" panose="02010600040101010101" pitchFamily="2" charset="-122"/>
                <a:ea typeface="Kaiti SC" panose="02010600040101010101" pitchFamily="2" charset="-122"/>
              </a:rPr>
              <a:t>对象由部分构成。</a:t>
            </a:r>
            <a:r>
              <a:rPr lang="zh-CN" altLang="en-US" dirty="0">
                <a:solidFill>
                  <a:schemeClr val="bg1"/>
                </a:solidFill>
                <a:highlight>
                  <a:srgbClr val="CC9900"/>
                </a:highlight>
                <a:latin typeface="Kaiti SC" panose="02010600040101010101" pitchFamily="2" charset="-122"/>
                <a:ea typeface="Kaiti SC" panose="02010600040101010101" pitchFamily="2" charset="-122"/>
              </a:rPr>
              <a:t>组成</a:t>
            </a:r>
            <a:r>
              <a:rPr lang="zh-CN" altLang="en-US" dirty="0">
                <a:solidFill>
                  <a:schemeClr val="bg1"/>
                </a:solidFill>
                <a:latin typeface="Kaiti SC" panose="02010600040101010101" pitchFamily="2" charset="-122"/>
                <a:ea typeface="Kaiti SC" panose="02010600040101010101" pitchFamily="2" charset="-122"/>
              </a:rPr>
              <a:t>又是一种特殊的聚集。在一个组成对象中，部分对象只能作为组成对象的一部分与组成对象同时存在。</a:t>
            </a: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41008172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7.2</a:t>
            </a:r>
            <a:r>
              <a:rPr lang="zh-CN" altLang="en-US" dirty="0">
                <a:solidFill>
                  <a:schemeClr val="bg1"/>
                </a:solidFill>
                <a:effectLst>
                  <a:glow rad="228600">
                    <a:schemeClr val="accent6">
                      <a:satMod val="175000"/>
                      <a:alpha val="40000"/>
                    </a:schemeClr>
                  </a:glow>
                </a:effectLst>
                <a:sym typeface="微软雅黑" panose="020B0503020204020204" pitchFamily="34" charset="-122"/>
              </a:rPr>
              <a:t>  统一建模语言</a:t>
            </a:r>
            <a:r>
              <a:rPr lang="en-US" altLang="zh-CN" dirty="0">
                <a:solidFill>
                  <a:schemeClr val="bg1"/>
                </a:solidFill>
                <a:effectLst>
                  <a:glow rad="228600">
                    <a:schemeClr val="accent6">
                      <a:satMod val="175000"/>
                      <a:alpha val="40000"/>
                    </a:schemeClr>
                  </a:glow>
                </a:effectLst>
                <a:sym typeface="华文新魏" panose="02010800040101010101" pitchFamily="2" charset="-122"/>
              </a:rPr>
              <a:t>UML</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23</a:t>
            </a:fld>
            <a:endParaRPr lang="zh-CN" altLang="en-US"/>
          </a:p>
        </p:txBody>
      </p:sp>
    </p:spTree>
    <p:extLst>
      <p:ext uri="{BB962C8B-B14F-4D97-AF65-F5344CB8AC3E}">
        <p14:creationId xmlns:p14="http://schemas.microsoft.com/office/powerpoint/2010/main" val="30860926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24</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rPr>
              <a:t>什么是</a:t>
            </a:r>
            <a:r>
              <a:rPr lang="en-US" altLang="zh-CN" dirty="0">
                <a:solidFill>
                  <a:srgbClr val="4E8F00"/>
                </a:solidFill>
                <a:ea typeface="Microsoft YaHei UI" panose="020B0503020204020204" pitchFamily="34" charset="-122"/>
              </a:rPr>
              <a:t>UML</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Rectangle 7">
            <a:extLst>
              <a:ext uri="{FF2B5EF4-FFF2-40B4-BE49-F238E27FC236}">
                <a16:creationId xmlns:a16="http://schemas.microsoft.com/office/drawing/2014/main" id="{B5F580FE-741E-354B-B838-6310C2E5AA0E}"/>
              </a:ext>
            </a:extLst>
          </p:cNvPr>
          <p:cNvSpPr txBox="1">
            <a:spLocks noChangeArrowheads="1"/>
          </p:cNvSpPr>
          <p:nvPr/>
        </p:nvSpPr>
        <p:spPr>
          <a:xfrm>
            <a:off x="1073823" y="2010801"/>
            <a:ext cx="7003377" cy="23826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en-US" altLang="zh-CN" dirty="0">
                <a:solidFill>
                  <a:schemeClr val="bg1"/>
                </a:solidFill>
                <a:latin typeface="Kaiti SC" panose="02010600040101010101" pitchFamily="2" charset="-122"/>
                <a:ea typeface="Kaiti SC" panose="02010600040101010101" pitchFamily="2" charset="-122"/>
              </a:rPr>
              <a:t>UML</a:t>
            </a:r>
            <a:r>
              <a:rPr lang="zh-CN" altLang="en-US" dirty="0">
                <a:solidFill>
                  <a:schemeClr val="bg1"/>
                </a:solidFill>
                <a:latin typeface="Kaiti SC" panose="02010600040101010101" pitchFamily="2" charset="-122"/>
                <a:ea typeface="Kaiti SC" panose="02010600040101010101" pitchFamily="2" charset="-122"/>
              </a:rPr>
              <a:t>是</a:t>
            </a:r>
            <a:r>
              <a:rPr lang="en-US" altLang="zh-CN"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cs typeface="+mn-cs"/>
              </a:rPr>
              <a:t>U</a:t>
            </a:r>
            <a:r>
              <a:rPr lang="en-US" altLang="zh-CN" dirty="0">
                <a:solidFill>
                  <a:schemeClr val="bg1"/>
                </a:solidFill>
                <a:latin typeface="Kaiti SC" panose="02010600040101010101" pitchFamily="2" charset="-122"/>
                <a:ea typeface="Kaiti SC" panose="02010600040101010101" pitchFamily="2" charset="-122"/>
              </a:rPr>
              <a:t>nified </a:t>
            </a:r>
            <a:r>
              <a:rPr lang="en-US" altLang="zh-CN"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cs typeface="+mn-cs"/>
              </a:rPr>
              <a:t>M</a:t>
            </a:r>
            <a:r>
              <a:rPr lang="en-US" altLang="zh-CN" dirty="0">
                <a:solidFill>
                  <a:schemeClr val="bg1"/>
                </a:solidFill>
                <a:latin typeface="Kaiti SC" panose="02010600040101010101" pitchFamily="2" charset="-122"/>
                <a:ea typeface="Kaiti SC" panose="02010600040101010101" pitchFamily="2" charset="-122"/>
              </a:rPr>
              <a:t>odeling </a:t>
            </a:r>
            <a:r>
              <a:rPr lang="en-US" altLang="zh-CN" sz="2400" dirty="0">
                <a:solidFill>
                  <a:srgbClr val="FFFF00"/>
                </a:solidFill>
                <a:effectLst>
                  <a:outerShdw blurRad="38100" dist="38100" dir="2700000" algn="tl">
                    <a:srgbClr val="000000"/>
                  </a:outerShdw>
                </a:effectLst>
                <a:latin typeface="Microsoft YaHei" panose="020B0503020204020204" pitchFamily="34" charset="-122"/>
                <a:ea typeface="Microsoft YaHei" panose="020B0503020204020204" pitchFamily="34" charset="-122"/>
                <a:cs typeface="+mn-cs"/>
              </a:rPr>
              <a:t>L</a:t>
            </a:r>
            <a:r>
              <a:rPr lang="en-US" altLang="zh-CN" dirty="0">
                <a:solidFill>
                  <a:schemeClr val="bg1"/>
                </a:solidFill>
                <a:latin typeface="Kaiti SC" panose="02010600040101010101" pitchFamily="2" charset="-122"/>
                <a:ea typeface="Kaiti SC" panose="02010600040101010101" pitchFamily="2" charset="-122"/>
              </a:rPr>
              <a:t>anguage</a:t>
            </a:r>
            <a:r>
              <a:rPr lang="zh-CN" altLang="en-US" dirty="0">
                <a:solidFill>
                  <a:schemeClr val="bg1"/>
                </a:solidFill>
                <a:latin typeface="Kaiti SC" panose="02010600040101010101" pitchFamily="2" charset="-122"/>
                <a:ea typeface="Kaiti SC" panose="02010600040101010101" pitchFamily="2" charset="-122"/>
              </a:rPr>
              <a:t>（统一建模语言）的简称。</a:t>
            </a:r>
          </a:p>
          <a:p>
            <a:pPr marL="342900" lvl="1" indent="-342900">
              <a:lnSpc>
                <a:spcPct val="120000"/>
              </a:lnSpc>
              <a:spcBef>
                <a:spcPts val="900"/>
              </a:spcBef>
            </a:pPr>
            <a:r>
              <a:rPr lang="en-US" altLang="zh-CN" dirty="0">
                <a:solidFill>
                  <a:schemeClr val="bg1"/>
                </a:solidFill>
                <a:latin typeface="Kaiti SC" panose="02010600040101010101" pitchFamily="2" charset="-122"/>
                <a:ea typeface="Kaiti SC" panose="02010600040101010101" pitchFamily="2" charset="-122"/>
              </a:rPr>
              <a:t>UML</a:t>
            </a:r>
            <a:r>
              <a:rPr lang="zh-CN" altLang="en-US" dirty="0">
                <a:solidFill>
                  <a:schemeClr val="bg1"/>
                </a:solidFill>
                <a:latin typeface="Kaiti SC" panose="02010600040101010101" pitchFamily="2" charset="-122"/>
                <a:ea typeface="Kaiti SC" panose="02010600040101010101" pitchFamily="2" charset="-122"/>
              </a:rPr>
              <a:t>是对软件密集型系统中的制品（软件开发过程中产生的各种各样的产物，如模型、源代码、测试用例等）进行可视化、详述、构造和文档化的语言。</a:t>
            </a: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p:txBody>
      </p:sp>
      <p:pic>
        <p:nvPicPr>
          <p:cNvPr id="9" name="Picture 7" descr="T1-3">
            <a:extLst>
              <a:ext uri="{FF2B5EF4-FFF2-40B4-BE49-F238E27FC236}">
                <a16:creationId xmlns:a16="http://schemas.microsoft.com/office/drawing/2014/main" id="{F871CEC5-4227-9444-9314-CC02422172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4218184"/>
            <a:ext cx="3276600" cy="2003425"/>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pic>
        <p:nvPicPr>
          <p:cNvPr id="10" name="Picture 7" descr="T1-4">
            <a:extLst>
              <a:ext uri="{FF2B5EF4-FFF2-40B4-BE49-F238E27FC236}">
                <a16:creationId xmlns:a16="http://schemas.microsoft.com/office/drawing/2014/main" id="{7D1A32D1-523B-5D41-BBE4-4D0FDFD0E3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1416" y="2131867"/>
            <a:ext cx="1765300" cy="3530600"/>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pic>
        <p:nvPicPr>
          <p:cNvPr id="15" name="Picture 7" descr="T1-5">
            <a:extLst>
              <a:ext uri="{FF2B5EF4-FFF2-40B4-BE49-F238E27FC236}">
                <a16:creationId xmlns:a16="http://schemas.microsoft.com/office/drawing/2014/main" id="{287E7196-94B9-734B-A5CF-BC33C6922D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65737" y="1403546"/>
            <a:ext cx="3060700" cy="4818063"/>
          </a:xfrm>
          <a:prstGeom prst="rect">
            <a:avLst/>
          </a:prstGeom>
          <a:noFill/>
          <a:ln w="9525" algn="ctr">
            <a:solidFill>
              <a:srgbClr val="000000"/>
            </a:solidFill>
            <a:miter lim="800000"/>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4616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25</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rPr>
              <a:t>为什么要建立模型</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Rectangle 7">
            <a:extLst>
              <a:ext uri="{FF2B5EF4-FFF2-40B4-BE49-F238E27FC236}">
                <a16:creationId xmlns:a16="http://schemas.microsoft.com/office/drawing/2014/main" id="{B5F580FE-741E-354B-B838-6310C2E5AA0E}"/>
              </a:ext>
            </a:extLst>
          </p:cNvPr>
          <p:cNvSpPr txBox="1">
            <a:spLocks noChangeArrowheads="1"/>
          </p:cNvSpPr>
          <p:nvPr/>
        </p:nvSpPr>
        <p:spPr>
          <a:xfrm>
            <a:off x="1073823" y="2010801"/>
            <a:ext cx="7003377" cy="377417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使用模型可以更好地</a:t>
            </a:r>
            <a:r>
              <a:rPr lang="zh-CN" altLang="en-US" dirty="0">
                <a:solidFill>
                  <a:schemeClr val="bg1"/>
                </a:solidFill>
                <a:highlight>
                  <a:srgbClr val="CC9900"/>
                </a:highlight>
                <a:latin typeface="Kaiti SC" panose="02010600040101010101" pitchFamily="2" charset="-122"/>
                <a:ea typeface="Kaiti SC" panose="02010600040101010101" pitchFamily="2" charset="-122"/>
              </a:rPr>
              <a:t>理解</a:t>
            </a:r>
            <a:r>
              <a:rPr lang="zh-CN" altLang="en-US" dirty="0">
                <a:solidFill>
                  <a:schemeClr val="bg1"/>
                </a:solidFill>
                <a:latin typeface="Kaiti SC" panose="02010600040101010101" pitchFamily="2" charset="-122"/>
                <a:ea typeface="Kaiti SC" panose="02010600040101010101" pitchFamily="2" charset="-122"/>
              </a:rPr>
              <a:t>问题 </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使用模型可以加强人员之间的</a:t>
            </a:r>
            <a:r>
              <a:rPr lang="zh-CN" altLang="en-US" dirty="0">
                <a:solidFill>
                  <a:schemeClr val="bg1"/>
                </a:solidFill>
                <a:highlight>
                  <a:srgbClr val="CC9900"/>
                </a:highlight>
                <a:latin typeface="Kaiti SC" panose="02010600040101010101" pitchFamily="2" charset="-122"/>
                <a:ea typeface="Kaiti SC" panose="02010600040101010101" pitchFamily="2" charset="-122"/>
              </a:rPr>
              <a:t>沟通</a:t>
            </a:r>
            <a:endParaRPr lang="en-US" altLang="zh-CN" dirty="0">
              <a:solidFill>
                <a:schemeClr val="bg1"/>
              </a:solidFill>
              <a:highlight>
                <a:srgbClr val="CC9900"/>
              </a:highlight>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使用模型可以更早地</a:t>
            </a:r>
            <a:r>
              <a:rPr lang="zh-CN" altLang="en-US" dirty="0">
                <a:solidFill>
                  <a:schemeClr val="bg1"/>
                </a:solidFill>
                <a:highlight>
                  <a:srgbClr val="CC9900"/>
                </a:highlight>
                <a:latin typeface="Kaiti SC" panose="02010600040101010101" pitchFamily="2" charset="-122"/>
                <a:ea typeface="Kaiti SC" panose="02010600040101010101" pitchFamily="2" charset="-122"/>
              </a:rPr>
              <a:t>发现</a:t>
            </a:r>
            <a:r>
              <a:rPr lang="zh-CN" altLang="en-US" dirty="0">
                <a:solidFill>
                  <a:schemeClr val="bg1"/>
                </a:solidFill>
                <a:latin typeface="Kaiti SC" panose="02010600040101010101" pitchFamily="2" charset="-122"/>
                <a:ea typeface="Kaiti SC" panose="02010600040101010101" pitchFamily="2" charset="-122"/>
              </a:rPr>
              <a:t>错误或疏漏的地方</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使用模型可以获取设计结果</a:t>
            </a:r>
            <a:endParaRPr lang="en-US" altLang="zh-CN"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dirty="0">
                <a:solidFill>
                  <a:schemeClr val="bg1"/>
                </a:solidFill>
                <a:latin typeface="Kaiti SC" panose="02010600040101010101" pitchFamily="2" charset="-122"/>
                <a:ea typeface="Kaiti SC" panose="02010600040101010101" pitchFamily="2" charset="-122"/>
              </a:rPr>
              <a:t>模型为最后的代码生成提供依据</a:t>
            </a: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16220308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26</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a:t>
            </a:r>
            <a:r>
              <a:rPr lang="zh-CN" altLang="en-US" dirty="0">
                <a:solidFill>
                  <a:srgbClr val="4E8F00"/>
                </a:solidFill>
                <a:effectLst/>
                <a:ea typeface="Microsoft YaHei UI" panose="020B0503020204020204" pitchFamily="34" charset="-122"/>
              </a:rPr>
              <a:t> </a:t>
            </a:r>
            <a:r>
              <a:rPr lang="en-US" altLang="zh-CN" dirty="0">
                <a:solidFill>
                  <a:srgbClr val="4E8F00"/>
                </a:solidFill>
                <a:ea typeface="Microsoft YaHei UI" panose="020B0503020204020204" pitchFamily="34" charset="-122"/>
              </a:rPr>
              <a:t>UML</a:t>
            </a:r>
            <a:r>
              <a:rPr lang="zh-CN" altLang="en-US" dirty="0">
                <a:solidFill>
                  <a:srgbClr val="4E8F00"/>
                </a:solidFill>
                <a:ea typeface="Microsoft YaHei UI" panose="020B0503020204020204" pitchFamily="34" charset="-122"/>
              </a:rPr>
              <a:t>的主要特点</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Rectangle 7">
            <a:extLst>
              <a:ext uri="{FF2B5EF4-FFF2-40B4-BE49-F238E27FC236}">
                <a16:creationId xmlns:a16="http://schemas.microsoft.com/office/drawing/2014/main" id="{B5F580FE-741E-354B-B838-6310C2E5AA0E}"/>
              </a:ext>
            </a:extLst>
          </p:cNvPr>
          <p:cNvSpPr txBox="1">
            <a:spLocks noChangeArrowheads="1"/>
          </p:cNvSpPr>
          <p:nvPr/>
        </p:nvSpPr>
        <p:spPr>
          <a:xfrm>
            <a:off x="1073823" y="2010801"/>
            <a:ext cx="7003377" cy="377417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sz="2100" dirty="0">
                <a:solidFill>
                  <a:schemeClr val="bg1"/>
                </a:solidFill>
                <a:latin typeface="Kaiti SC" panose="02010600040101010101" pitchFamily="2" charset="-122"/>
                <a:ea typeface="Kaiti SC" panose="02010600040101010101" pitchFamily="2" charset="-122"/>
              </a:rPr>
              <a:t>统一的标准：</a:t>
            </a:r>
            <a:r>
              <a:rPr lang="en-US" altLang="zh-CN" sz="2100" dirty="0">
                <a:solidFill>
                  <a:schemeClr val="bg1"/>
                </a:solidFill>
                <a:latin typeface="Kaiti SC" panose="02010600040101010101" pitchFamily="2" charset="-122"/>
                <a:ea typeface="Kaiti SC" panose="02010600040101010101" pitchFamily="2" charset="-122"/>
              </a:rPr>
              <a:t>UML</a:t>
            </a:r>
            <a:r>
              <a:rPr lang="zh-CN" altLang="en-US" sz="2100" dirty="0">
                <a:solidFill>
                  <a:schemeClr val="bg1"/>
                </a:solidFill>
                <a:latin typeface="Kaiti SC" panose="02010600040101010101" pitchFamily="2" charset="-122"/>
                <a:ea typeface="Kaiti SC" panose="02010600040101010101" pitchFamily="2" charset="-122"/>
              </a:rPr>
              <a:t>已被</a:t>
            </a:r>
            <a:r>
              <a:rPr lang="en-US" altLang="zh-CN" sz="2100" dirty="0">
                <a:solidFill>
                  <a:schemeClr val="bg1"/>
                </a:solidFill>
                <a:latin typeface="Kaiti SC" panose="02010600040101010101" pitchFamily="2" charset="-122"/>
                <a:ea typeface="Kaiti SC" panose="02010600040101010101" pitchFamily="2" charset="-122"/>
              </a:rPr>
              <a:t>OMG</a:t>
            </a:r>
            <a:r>
              <a:rPr lang="zh-CN" altLang="en-US" sz="2100" dirty="0">
                <a:solidFill>
                  <a:schemeClr val="bg1"/>
                </a:solidFill>
                <a:latin typeface="Kaiti SC" panose="02010600040101010101" pitchFamily="2" charset="-122"/>
                <a:ea typeface="Kaiti SC" panose="02010600040101010101" pitchFamily="2" charset="-122"/>
              </a:rPr>
              <a:t>接受为标准的建模语言</a:t>
            </a:r>
          </a:p>
          <a:p>
            <a:pPr marL="342900" lvl="1" indent="-342900">
              <a:lnSpc>
                <a:spcPct val="120000"/>
              </a:lnSpc>
              <a:spcBef>
                <a:spcPts val="900"/>
              </a:spcBef>
            </a:pPr>
            <a:r>
              <a:rPr lang="zh-CN" altLang="en-US" sz="2100" dirty="0">
                <a:solidFill>
                  <a:schemeClr val="bg1"/>
                </a:solidFill>
                <a:latin typeface="Kaiti SC" panose="02010600040101010101" pitchFamily="2" charset="-122"/>
                <a:ea typeface="Kaiti SC" panose="02010600040101010101" pitchFamily="2" charset="-122"/>
              </a:rPr>
              <a:t>面向对象</a:t>
            </a:r>
            <a:endParaRPr lang="en-US" altLang="zh-CN" sz="21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100" dirty="0">
                <a:solidFill>
                  <a:schemeClr val="bg1"/>
                </a:solidFill>
                <a:latin typeface="Kaiti SC" panose="02010600040101010101" pitchFamily="2" charset="-122"/>
                <a:ea typeface="Kaiti SC" panose="02010600040101010101" pitchFamily="2" charset="-122"/>
              </a:rPr>
              <a:t>可视化、表示能力强大</a:t>
            </a:r>
            <a:endParaRPr lang="en-US" altLang="zh-CN" sz="21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100" dirty="0">
                <a:solidFill>
                  <a:schemeClr val="bg1"/>
                </a:solidFill>
                <a:highlight>
                  <a:srgbClr val="CC9900"/>
                </a:highlight>
                <a:latin typeface="Kaiti SC" panose="02010600040101010101" pitchFamily="2" charset="-122"/>
                <a:ea typeface="Kaiti SC" panose="02010600040101010101" pitchFamily="2" charset="-122"/>
              </a:rPr>
              <a:t>独立于</a:t>
            </a:r>
            <a:r>
              <a:rPr lang="zh-CN" altLang="en-US" sz="2100" dirty="0">
                <a:solidFill>
                  <a:schemeClr val="bg1"/>
                </a:solidFill>
                <a:latin typeface="Kaiti SC" panose="02010600040101010101" pitchFamily="2" charset="-122"/>
                <a:ea typeface="Kaiti SC" panose="02010600040101010101" pitchFamily="2" charset="-122"/>
              </a:rPr>
              <a:t>实现过程</a:t>
            </a:r>
            <a:endParaRPr lang="en-US" altLang="zh-CN" sz="21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100" dirty="0">
                <a:solidFill>
                  <a:schemeClr val="bg1"/>
                </a:solidFill>
                <a:latin typeface="Kaiti SC" panose="02010600040101010101" pitchFamily="2" charset="-122"/>
                <a:ea typeface="Kaiti SC" panose="02010600040101010101" pitchFamily="2" charset="-122"/>
              </a:rPr>
              <a:t>概念明确，建模表示法简洁，图形结构清晰，容易掌握使用</a:t>
            </a:r>
            <a:endParaRPr lang="en-US" altLang="zh-CN" sz="21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en-US" altLang="zh-CN" sz="2100" dirty="0">
                <a:solidFill>
                  <a:schemeClr val="bg1"/>
                </a:solidFill>
                <a:latin typeface="Kaiti SC" panose="02010600040101010101" pitchFamily="2" charset="-122"/>
                <a:ea typeface="Kaiti SC" panose="02010600040101010101" pitchFamily="2" charset="-122"/>
              </a:rPr>
              <a:t>UML</a:t>
            </a:r>
            <a:r>
              <a:rPr lang="zh-CN" altLang="en-US" sz="2100" dirty="0">
                <a:solidFill>
                  <a:schemeClr val="bg1"/>
                </a:solidFill>
                <a:latin typeface="Kaiti SC" panose="02010600040101010101" pitchFamily="2" charset="-122"/>
                <a:ea typeface="Kaiti SC" panose="02010600040101010101" pitchFamily="2" charset="-122"/>
              </a:rPr>
              <a:t>与程序设计语言概念</a:t>
            </a:r>
            <a:r>
              <a:rPr lang="zh-CN" altLang="en-US" sz="2100" dirty="0">
                <a:solidFill>
                  <a:schemeClr val="bg1"/>
                </a:solidFill>
                <a:highlight>
                  <a:srgbClr val="CC9900"/>
                </a:highlight>
                <a:latin typeface="Kaiti SC" panose="02010600040101010101" pitchFamily="2" charset="-122"/>
                <a:ea typeface="Kaiti SC" panose="02010600040101010101" pitchFamily="2" charset="-122"/>
              </a:rPr>
              <a:t>不同</a:t>
            </a:r>
            <a:endParaRPr lang="en-US" altLang="zh-CN" sz="2100" dirty="0">
              <a:solidFill>
                <a:schemeClr val="bg1"/>
              </a:solidFill>
              <a:highlight>
                <a:srgbClr val="CC9900"/>
              </a:highlight>
              <a:latin typeface="Kaiti SC" panose="02010600040101010101" pitchFamily="2" charset="-122"/>
              <a:ea typeface="Kaiti SC" panose="02010600040101010101" pitchFamily="2" charset="-122"/>
            </a:endParaRPr>
          </a:p>
          <a:p>
            <a:pPr marL="0" lvl="1" indent="0">
              <a:lnSpc>
                <a:spcPct val="120000"/>
              </a:lnSpc>
              <a:spcBef>
                <a:spcPts val="900"/>
              </a:spcBef>
              <a:buNone/>
            </a:pPr>
            <a:endParaRPr lang="zh-CN" altLang="en-US"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20099663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27</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4</a:t>
            </a:r>
            <a:r>
              <a:rPr lang="zh-CN" altLang="en-US" dirty="0">
                <a:solidFill>
                  <a:srgbClr val="4E8F00"/>
                </a:solidFill>
                <a:effectLst/>
                <a:ea typeface="Microsoft YaHei UI" panose="020B0503020204020204" pitchFamily="34" charset="-122"/>
              </a:rPr>
              <a:t> </a:t>
            </a:r>
            <a:r>
              <a:rPr lang="en-US" altLang="zh-CN" dirty="0">
                <a:solidFill>
                  <a:srgbClr val="4E8F00"/>
                </a:solidFill>
                <a:ea typeface="Microsoft YaHei UI" panose="020B0503020204020204" pitchFamily="34" charset="-122"/>
              </a:rPr>
              <a:t>UML</a:t>
            </a:r>
            <a:r>
              <a:rPr lang="zh-CN" altLang="en-US" dirty="0">
                <a:solidFill>
                  <a:srgbClr val="4E8F00"/>
                </a:solidFill>
                <a:ea typeface="Microsoft YaHei UI" panose="020B0503020204020204" pitchFamily="34" charset="-122"/>
              </a:rPr>
              <a:t>中的 </a:t>
            </a:r>
            <a:r>
              <a:rPr lang="en-US" altLang="zh-CN" dirty="0">
                <a:solidFill>
                  <a:srgbClr val="4E8F00"/>
                </a:solidFill>
                <a:ea typeface="Microsoft YaHei UI" panose="020B0503020204020204" pitchFamily="34" charset="-122"/>
              </a:rPr>
              <a:t>9</a:t>
            </a:r>
            <a:r>
              <a:rPr lang="zh-CN" altLang="en-US" dirty="0">
                <a:solidFill>
                  <a:srgbClr val="4E8F00"/>
                </a:solidFill>
                <a:ea typeface="Microsoft YaHei UI" panose="020B0503020204020204" pitchFamily="34" charset="-122"/>
              </a:rPr>
              <a:t> 类图（</a:t>
            </a:r>
            <a:r>
              <a:rPr lang="en-US" altLang="zh-CN" dirty="0">
                <a:solidFill>
                  <a:srgbClr val="4E8F00"/>
                </a:solidFill>
                <a:ea typeface="Microsoft YaHei UI" panose="020B0503020204020204" pitchFamily="34" charset="-122"/>
              </a:rPr>
              <a:t>UML 1.x </a:t>
            </a:r>
            <a:r>
              <a:rPr lang="zh-CN" altLang="en-US" dirty="0">
                <a:solidFill>
                  <a:srgbClr val="4E8F00"/>
                </a:solidFill>
                <a:ea typeface="Microsoft YaHei UI" panose="020B0503020204020204" pitchFamily="34" charset="-122"/>
              </a:rPr>
              <a:t>版本）</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8" name="Rectangle 7">
            <a:extLst>
              <a:ext uri="{FF2B5EF4-FFF2-40B4-BE49-F238E27FC236}">
                <a16:creationId xmlns:a16="http://schemas.microsoft.com/office/drawing/2014/main" id="{B5F580FE-741E-354B-B838-6310C2E5AA0E}"/>
              </a:ext>
            </a:extLst>
          </p:cNvPr>
          <p:cNvSpPr txBox="1">
            <a:spLocks noChangeArrowheads="1"/>
          </p:cNvSpPr>
          <p:nvPr/>
        </p:nvSpPr>
        <p:spPr>
          <a:xfrm>
            <a:off x="1404963" y="2101094"/>
            <a:ext cx="3806087" cy="3627902"/>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sz="2400" dirty="0">
                <a:solidFill>
                  <a:schemeClr val="bg1"/>
                </a:solidFill>
                <a:highlight>
                  <a:srgbClr val="CC9900"/>
                </a:highlight>
                <a:latin typeface="Kaiti SC" panose="02010600040101010101" pitchFamily="2" charset="-122"/>
                <a:ea typeface="Kaiti SC" panose="02010600040101010101" pitchFamily="2" charset="-122"/>
              </a:rPr>
              <a:t>类图</a:t>
            </a:r>
            <a:r>
              <a:rPr lang="zh-CN" altLang="en-US" sz="2400" dirty="0">
                <a:solidFill>
                  <a:schemeClr val="bg1"/>
                </a:solidFill>
                <a:latin typeface="Kaiti SC" panose="02010600040101010101" pitchFamily="2" charset="-122"/>
                <a:ea typeface="Kaiti SC" panose="02010600040101010101" pitchFamily="2" charset="-122"/>
              </a:rPr>
              <a:t>、对象图</a:t>
            </a:r>
            <a:endParaRPr lang="en-US" altLang="zh-CN" sz="24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highlight>
                  <a:srgbClr val="CC9900"/>
                </a:highlight>
                <a:latin typeface="Kaiti SC" panose="02010600040101010101" pitchFamily="2" charset="-122"/>
                <a:ea typeface="Kaiti SC" panose="02010600040101010101" pitchFamily="2" charset="-122"/>
              </a:rPr>
              <a:t>用例图</a:t>
            </a:r>
            <a:endParaRPr lang="en-US" altLang="zh-CN" sz="2400" dirty="0">
              <a:solidFill>
                <a:schemeClr val="bg1"/>
              </a:solidFill>
              <a:highlight>
                <a:srgbClr val="CC9900"/>
              </a:highlight>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highlight>
                  <a:srgbClr val="CC9900"/>
                </a:highlight>
                <a:latin typeface="Kaiti SC" panose="02010600040101010101" pitchFamily="2" charset="-122"/>
                <a:ea typeface="Kaiti SC" panose="02010600040101010101" pitchFamily="2" charset="-122"/>
              </a:rPr>
              <a:t>顺序图</a:t>
            </a:r>
            <a:r>
              <a:rPr lang="zh-CN" altLang="en-US" sz="2400" dirty="0">
                <a:solidFill>
                  <a:schemeClr val="bg1"/>
                </a:solidFill>
                <a:latin typeface="Kaiti SC" panose="02010600040101010101" pitchFamily="2" charset="-122"/>
                <a:ea typeface="Kaiti SC" panose="02010600040101010101" pitchFamily="2" charset="-122"/>
              </a:rPr>
              <a:t>、协作图</a:t>
            </a:r>
            <a:endParaRPr lang="en-US" altLang="zh-CN" sz="24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latin typeface="Kaiti SC" panose="02010600040101010101" pitchFamily="2" charset="-122"/>
                <a:ea typeface="Kaiti SC" panose="02010600040101010101" pitchFamily="2" charset="-122"/>
              </a:rPr>
              <a:t>状态图</a:t>
            </a:r>
            <a:endParaRPr lang="en-US" altLang="zh-CN" sz="24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highlight>
                  <a:srgbClr val="CC9900"/>
                </a:highlight>
                <a:latin typeface="Kaiti SC" panose="02010600040101010101" pitchFamily="2" charset="-122"/>
                <a:ea typeface="Kaiti SC" panose="02010600040101010101" pitchFamily="2" charset="-122"/>
              </a:rPr>
              <a:t>活动图</a:t>
            </a:r>
            <a:endParaRPr lang="en-US" altLang="zh-CN" sz="2400" dirty="0">
              <a:solidFill>
                <a:schemeClr val="bg1"/>
              </a:solidFill>
              <a:highlight>
                <a:srgbClr val="CC9900"/>
              </a:highlight>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latin typeface="Kaiti SC" panose="02010600040101010101" pitchFamily="2" charset="-122"/>
                <a:ea typeface="Kaiti SC" panose="02010600040101010101" pitchFamily="2" charset="-122"/>
              </a:rPr>
              <a:t>构件图</a:t>
            </a:r>
            <a:endParaRPr lang="en-US" altLang="zh-CN" sz="24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r>
              <a:rPr lang="zh-CN" altLang="en-US" sz="2400" dirty="0">
                <a:solidFill>
                  <a:schemeClr val="bg1"/>
                </a:solidFill>
                <a:latin typeface="Kaiti SC" panose="02010600040101010101" pitchFamily="2" charset="-122"/>
                <a:ea typeface="Kaiti SC" panose="02010600040101010101" pitchFamily="2" charset="-122"/>
              </a:rPr>
              <a:t>部署图</a:t>
            </a:r>
          </a:p>
          <a:p>
            <a:pPr marL="342900" lvl="1" indent="-342900">
              <a:lnSpc>
                <a:spcPct val="120000"/>
              </a:lnSpc>
              <a:spcBef>
                <a:spcPts val="900"/>
              </a:spcBef>
            </a:pPr>
            <a:endParaRPr lang="zh-CN" altLang="en-US" sz="2400" dirty="0">
              <a:solidFill>
                <a:schemeClr val="bg1"/>
              </a:solidFill>
              <a:latin typeface="Kaiti SC" panose="02010600040101010101" pitchFamily="2" charset="-122"/>
              <a:ea typeface="Kaiti SC" panose="02010600040101010101" pitchFamily="2" charset="-122"/>
            </a:endParaRPr>
          </a:p>
          <a:p>
            <a:pPr marL="342900" lvl="1" indent="-342900">
              <a:lnSpc>
                <a:spcPct val="120000"/>
              </a:lnSpc>
              <a:spcBef>
                <a:spcPts val="900"/>
              </a:spcBef>
            </a:pPr>
            <a:endParaRPr lang="zh-CN" altLang="en-US" sz="2400"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76295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28</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a:t>
            </a:r>
            <a:r>
              <a:rPr lang="zh-CN" altLang="en-US" dirty="0">
                <a:solidFill>
                  <a:srgbClr val="4E8F00"/>
                </a:solidFill>
                <a:effectLst/>
                <a:ea typeface="Microsoft YaHei UI" panose="020B0503020204020204" pitchFamily="34" charset="-122"/>
              </a:rPr>
              <a:t> 软件开发过程中，</a:t>
            </a:r>
            <a:r>
              <a:rPr lang="en-US" altLang="zh-CN" dirty="0">
                <a:solidFill>
                  <a:srgbClr val="4E8F00"/>
                </a:solidFill>
                <a:ea typeface="Microsoft YaHei UI" panose="020B0503020204020204" pitchFamily="34" charset="-122"/>
              </a:rPr>
              <a:t>UML</a:t>
            </a:r>
            <a:r>
              <a:rPr lang="zh-CN" altLang="en-US" dirty="0">
                <a:solidFill>
                  <a:srgbClr val="4E8F00"/>
                </a:solidFill>
                <a:ea typeface="Microsoft YaHei UI" panose="020B0503020204020204" pitchFamily="34" charset="-122"/>
              </a:rPr>
              <a:t>中几类图之间的关系</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9" name="Picture 2">
            <a:extLst>
              <a:ext uri="{FF2B5EF4-FFF2-40B4-BE49-F238E27FC236}">
                <a16:creationId xmlns:a16="http://schemas.microsoft.com/office/drawing/2014/main" id="{397A4ACC-7B8E-234D-9A27-D9A19589C71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582" y="2421626"/>
            <a:ext cx="72374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5">
            <a:extLst>
              <a:ext uri="{FF2B5EF4-FFF2-40B4-BE49-F238E27FC236}">
                <a16:creationId xmlns:a16="http://schemas.microsoft.com/office/drawing/2014/main" id="{357B42B3-741F-7143-A5D9-7008A2C6D92C}"/>
              </a:ext>
            </a:extLst>
          </p:cNvPr>
          <p:cNvSpPr txBox="1">
            <a:spLocks noChangeArrowheads="1"/>
          </p:cNvSpPr>
          <p:nvPr/>
        </p:nvSpPr>
        <p:spPr bwMode="auto">
          <a:xfrm>
            <a:off x="1600573" y="5793902"/>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需求获取阶段</a:t>
            </a:r>
            <a:endParaRPr lang="zh-CN" altLang="en-US" sz="1800" dirty="0"/>
          </a:p>
        </p:txBody>
      </p:sp>
      <p:sp>
        <p:nvSpPr>
          <p:cNvPr id="16" name="TextBox 6">
            <a:extLst>
              <a:ext uri="{FF2B5EF4-FFF2-40B4-BE49-F238E27FC236}">
                <a16:creationId xmlns:a16="http://schemas.microsoft.com/office/drawing/2014/main" id="{2E61434D-8C61-D140-9AD6-5F4C739EDBDB}"/>
              </a:ext>
            </a:extLst>
          </p:cNvPr>
          <p:cNvSpPr txBox="1">
            <a:spLocks noChangeArrowheads="1"/>
          </p:cNvSpPr>
          <p:nvPr/>
        </p:nvSpPr>
        <p:spPr bwMode="auto">
          <a:xfrm>
            <a:off x="4125660" y="5778027"/>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需求分析阶段</a:t>
            </a:r>
            <a:endParaRPr lang="zh-CN" altLang="en-US" sz="1800" dirty="0"/>
          </a:p>
        </p:txBody>
      </p:sp>
      <p:sp>
        <p:nvSpPr>
          <p:cNvPr id="17" name="TextBox 7">
            <a:extLst>
              <a:ext uri="{FF2B5EF4-FFF2-40B4-BE49-F238E27FC236}">
                <a16:creationId xmlns:a16="http://schemas.microsoft.com/office/drawing/2014/main" id="{79C00E07-FC7D-AC4D-A165-7A1A68BA9DF7}"/>
              </a:ext>
            </a:extLst>
          </p:cNvPr>
          <p:cNvSpPr txBox="1">
            <a:spLocks noChangeArrowheads="1"/>
          </p:cNvSpPr>
          <p:nvPr/>
        </p:nvSpPr>
        <p:spPr bwMode="auto">
          <a:xfrm>
            <a:off x="6650747" y="5782790"/>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软件设计阶段</a:t>
            </a:r>
            <a:endParaRPr lang="zh-CN" altLang="en-US" sz="1800" dirty="0"/>
          </a:p>
        </p:txBody>
      </p:sp>
      <p:sp>
        <p:nvSpPr>
          <p:cNvPr id="19" name="右箭头 18">
            <a:extLst>
              <a:ext uri="{FF2B5EF4-FFF2-40B4-BE49-F238E27FC236}">
                <a16:creationId xmlns:a16="http://schemas.microsoft.com/office/drawing/2014/main" id="{37A2DFB9-025F-704F-B29B-12866BACDD8D}"/>
              </a:ext>
            </a:extLst>
          </p:cNvPr>
          <p:cNvSpPr/>
          <p:nvPr/>
        </p:nvSpPr>
        <p:spPr bwMode="auto">
          <a:xfrm>
            <a:off x="3166364" y="5875142"/>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
        <p:nvSpPr>
          <p:cNvPr id="20" name="右箭头 19">
            <a:extLst>
              <a:ext uri="{FF2B5EF4-FFF2-40B4-BE49-F238E27FC236}">
                <a16:creationId xmlns:a16="http://schemas.microsoft.com/office/drawing/2014/main" id="{2B3520E6-79BF-7841-9C34-1CB4C6135275}"/>
              </a:ext>
            </a:extLst>
          </p:cNvPr>
          <p:cNvSpPr/>
          <p:nvPr/>
        </p:nvSpPr>
        <p:spPr bwMode="auto">
          <a:xfrm>
            <a:off x="5695320" y="5870704"/>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Tree>
    <p:extLst>
      <p:ext uri="{BB962C8B-B14F-4D97-AF65-F5344CB8AC3E}">
        <p14:creationId xmlns:p14="http://schemas.microsoft.com/office/powerpoint/2010/main" val="12993681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29</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6</a:t>
            </a:r>
            <a:r>
              <a:rPr lang="zh-CN" altLang="en-US" dirty="0">
                <a:solidFill>
                  <a:srgbClr val="4E8F00"/>
                </a:solidFill>
                <a:effectLst/>
                <a:ea typeface="Microsoft YaHei UI" panose="020B0503020204020204" pitchFamily="34" charset="-122"/>
              </a:rPr>
              <a:t> 类、对象在</a:t>
            </a:r>
            <a:r>
              <a:rPr lang="en-US" altLang="zh-CN" dirty="0">
                <a:solidFill>
                  <a:srgbClr val="4E8F00"/>
                </a:solidFill>
                <a:effectLst/>
                <a:ea typeface="Microsoft YaHei UI" panose="020B0503020204020204" pitchFamily="34" charset="-122"/>
              </a:rPr>
              <a:t>UML</a:t>
            </a:r>
            <a:r>
              <a:rPr lang="zh-CN" altLang="en-US" dirty="0">
                <a:solidFill>
                  <a:srgbClr val="4E8F00"/>
                </a:solidFill>
                <a:effectLst/>
                <a:ea typeface="Microsoft YaHei UI" panose="020B0503020204020204" pitchFamily="34" charset="-122"/>
              </a:rPr>
              <a:t>的表达</a:t>
            </a:r>
            <a:endParaRPr lang="zh-CN" altLang="en-US" dirty="0">
              <a:solidFill>
                <a:srgbClr val="4E8F00"/>
              </a:solidFill>
              <a:ea typeface="Microsoft YaHei UI"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20" name="Picture 5" descr="T1-1">
            <a:extLst>
              <a:ext uri="{FF2B5EF4-FFF2-40B4-BE49-F238E27FC236}">
                <a16:creationId xmlns:a16="http://schemas.microsoft.com/office/drawing/2014/main" id="{70FBAA90-1415-6A48-A589-CB5F04F0E3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7192" y="1929606"/>
            <a:ext cx="1876425" cy="2386013"/>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1" name="Text Box 6">
            <a:extLst>
              <a:ext uri="{FF2B5EF4-FFF2-40B4-BE49-F238E27FC236}">
                <a16:creationId xmlns:a16="http://schemas.microsoft.com/office/drawing/2014/main" id="{AAEB4B48-6587-7840-ABFD-566053648FFD}"/>
              </a:ext>
            </a:extLst>
          </p:cNvPr>
          <p:cNvSpPr txBox="1">
            <a:spLocks noChangeArrowheads="1"/>
          </p:cNvSpPr>
          <p:nvPr/>
        </p:nvSpPr>
        <p:spPr bwMode="auto">
          <a:xfrm>
            <a:off x="752475" y="3706813"/>
            <a:ext cx="7807325"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en-US" altLang="zh-CN" dirty="0">
                <a:solidFill>
                  <a:srgbClr val="FFFF00"/>
                </a:solidFill>
                <a:latin typeface="+mj-lt"/>
                <a:ea typeface="楷体" panose="02010609060101010101" pitchFamily="49" charset="-122"/>
              </a:rPr>
              <a:t>◇ </a:t>
            </a:r>
            <a:r>
              <a:rPr lang="en-US" altLang="zh-CN" sz="1600" dirty="0">
                <a:solidFill>
                  <a:srgbClr val="FFFF00"/>
                </a:solidFill>
                <a:latin typeface="+mj-lt"/>
                <a:ea typeface="楷体" panose="02010609060101010101" pitchFamily="49" charset="-122"/>
              </a:rPr>
              <a:t>UML</a:t>
            </a:r>
            <a:r>
              <a:rPr lang="zh-CN" altLang="en-US" sz="1600" dirty="0">
                <a:solidFill>
                  <a:srgbClr val="FFFF00"/>
                </a:solidFill>
                <a:latin typeface="+mj-lt"/>
                <a:ea typeface="楷体" panose="02010609060101010101" pitchFamily="49" charset="-122"/>
              </a:rPr>
              <a:t>中类的图形符号</a:t>
            </a:r>
          </a:p>
          <a:p>
            <a:pPr eaLnBrk="1" hangingPunct="1">
              <a:lnSpc>
                <a:spcPct val="150000"/>
              </a:lnSpc>
              <a:defRPr/>
            </a:pPr>
            <a:r>
              <a:rPr lang="zh-CN" altLang="en-US" sz="1600" dirty="0">
                <a:solidFill>
                  <a:srgbClr val="FFFF00"/>
                </a:solidFill>
                <a:latin typeface="+mj-lt"/>
                <a:ea typeface="楷体" panose="02010609060101010101" pitchFamily="49" charset="-122"/>
              </a:rPr>
              <a:t>     </a:t>
            </a:r>
            <a:r>
              <a:rPr lang="zh-CN" altLang="en-US" sz="1600" dirty="0">
                <a:solidFill>
                  <a:schemeClr val="bg1"/>
                </a:solidFill>
                <a:latin typeface="+mj-lt"/>
                <a:ea typeface="楷体" panose="02010609060101010101" pitchFamily="49" charset="-122"/>
              </a:rPr>
              <a:t>＊ 矩形方框</a:t>
            </a:r>
          </a:p>
          <a:p>
            <a:pPr eaLnBrk="1" hangingPunct="1">
              <a:lnSpc>
                <a:spcPct val="150000"/>
              </a:lnSpc>
              <a:defRPr/>
            </a:pPr>
            <a:r>
              <a:rPr lang="zh-CN" altLang="en-US" sz="1600" dirty="0">
                <a:solidFill>
                  <a:schemeClr val="bg1"/>
                </a:solidFill>
                <a:latin typeface="+mj-lt"/>
                <a:ea typeface="楷体" panose="02010609060101010101" pitchFamily="49" charset="-122"/>
              </a:rPr>
              <a:t>     ＊ 被分为三个区域：类名、类的属性、类的操作</a:t>
            </a:r>
          </a:p>
          <a:p>
            <a:pPr eaLnBrk="1" hangingPunct="1">
              <a:lnSpc>
                <a:spcPct val="150000"/>
              </a:lnSpc>
              <a:defRPr/>
            </a:pPr>
            <a:r>
              <a:rPr lang="zh-CN" altLang="en-US" sz="1600" dirty="0">
                <a:solidFill>
                  <a:schemeClr val="bg1"/>
                </a:solidFill>
                <a:latin typeface="+mj-lt"/>
                <a:ea typeface="楷体" panose="02010609060101010101" pitchFamily="49" charset="-122"/>
              </a:rPr>
              <a:t>     ＊ 类名由多个单词组成；每个单词的首字母要大写，单词之间不用空格</a:t>
            </a:r>
          </a:p>
          <a:p>
            <a:pPr eaLnBrk="1" hangingPunct="1">
              <a:lnSpc>
                <a:spcPct val="150000"/>
              </a:lnSpc>
              <a:defRPr/>
            </a:pPr>
            <a:r>
              <a:rPr lang="zh-CN" altLang="en-US" sz="1600" dirty="0">
                <a:solidFill>
                  <a:schemeClr val="bg1"/>
                </a:solidFill>
                <a:latin typeface="+mj-lt"/>
                <a:ea typeface="楷体" panose="02010609060101010101" pitchFamily="49" charset="-122"/>
              </a:rPr>
              <a:t>     ＊ 属性名和操作名也类似，但首字母不用大写</a:t>
            </a:r>
          </a:p>
          <a:p>
            <a:pPr eaLnBrk="1" hangingPunct="1">
              <a:lnSpc>
                <a:spcPct val="150000"/>
              </a:lnSpc>
              <a:defRPr/>
            </a:pPr>
            <a:r>
              <a:rPr lang="zh-CN" altLang="en-US" sz="1600" dirty="0">
                <a:solidFill>
                  <a:schemeClr val="bg1"/>
                </a:solidFill>
                <a:latin typeface="+mj-lt"/>
                <a:ea typeface="楷体" panose="02010609060101010101" pitchFamily="49" charset="-122"/>
              </a:rPr>
              <a:t>     ＊ 每个操作名的后面都有一对括号</a:t>
            </a:r>
          </a:p>
        </p:txBody>
      </p:sp>
      <p:sp>
        <p:nvSpPr>
          <p:cNvPr id="22" name="Text Box 4">
            <a:extLst>
              <a:ext uri="{FF2B5EF4-FFF2-40B4-BE49-F238E27FC236}">
                <a16:creationId xmlns:a16="http://schemas.microsoft.com/office/drawing/2014/main" id="{564FA00D-246F-A14E-818D-48E398FD3E4D}"/>
              </a:ext>
            </a:extLst>
          </p:cNvPr>
          <p:cNvSpPr txBox="1">
            <a:spLocks noChangeArrowheads="1"/>
          </p:cNvSpPr>
          <p:nvPr/>
        </p:nvSpPr>
        <p:spPr bwMode="auto">
          <a:xfrm>
            <a:off x="763588" y="2505271"/>
            <a:ext cx="5207421" cy="88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269875" indent="-2698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en-US" altLang="zh-CN" dirty="0">
                <a:solidFill>
                  <a:srgbClr val="FFFF00"/>
                </a:solidFill>
                <a:latin typeface="+mj-lt"/>
                <a:ea typeface="楷体" panose="02010609060101010101" pitchFamily="49" charset="-122"/>
              </a:rPr>
              <a:t>◇ </a:t>
            </a:r>
            <a:r>
              <a:rPr lang="zh-CN" altLang="en-US" sz="1600" dirty="0">
                <a:solidFill>
                  <a:srgbClr val="FFFF00"/>
                </a:solidFill>
                <a:latin typeface="+mj-lt"/>
                <a:ea typeface="楷体" panose="02010609060101010101" pitchFamily="49" charset="-122"/>
              </a:rPr>
              <a:t>什么是类（</a:t>
            </a:r>
            <a:r>
              <a:rPr lang="en-US" altLang="zh-CN" sz="1600" dirty="0">
                <a:solidFill>
                  <a:srgbClr val="FFFF00"/>
                </a:solidFill>
                <a:latin typeface="+mj-lt"/>
                <a:ea typeface="楷体" panose="02010609060101010101" pitchFamily="49" charset="-122"/>
              </a:rPr>
              <a:t>class</a:t>
            </a:r>
            <a:r>
              <a:rPr lang="zh-CN" altLang="en-US" sz="1600" dirty="0">
                <a:solidFill>
                  <a:srgbClr val="FFFF00"/>
                </a:solidFill>
                <a:latin typeface="+mj-lt"/>
                <a:ea typeface="楷体" panose="02010609060101010101" pitchFamily="49" charset="-122"/>
              </a:rPr>
              <a:t>）</a:t>
            </a:r>
            <a:endParaRPr lang="zh-CN" altLang="en-US" sz="1600" dirty="0">
              <a:solidFill>
                <a:schemeClr val="bg1"/>
              </a:solidFill>
              <a:latin typeface="+mj-lt"/>
              <a:ea typeface="楷体" panose="02010609060101010101" pitchFamily="49" charset="-122"/>
            </a:endParaRPr>
          </a:p>
          <a:p>
            <a:pPr eaLnBrk="1" hangingPunct="1">
              <a:lnSpc>
                <a:spcPct val="150000"/>
              </a:lnSpc>
              <a:defRPr/>
            </a:pPr>
            <a:r>
              <a:rPr lang="zh-CN" altLang="en-US" dirty="0">
                <a:solidFill>
                  <a:schemeClr val="bg1"/>
                </a:solidFill>
                <a:latin typeface="+mj-lt"/>
                <a:ea typeface="楷体" panose="02010609060101010101" pitchFamily="49" charset="-122"/>
              </a:rPr>
              <a:t>     </a:t>
            </a:r>
            <a:r>
              <a:rPr lang="zh-CN" altLang="en-US" sz="1600" dirty="0">
                <a:solidFill>
                  <a:schemeClr val="bg1"/>
                </a:solidFill>
                <a:latin typeface="+mj-lt"/>
                <a:ea typeface="楷体" panose="02010609060101010101" pitchFamily="49" charset="-122"/>
              </a:rPr>
              <a:t>类是一类或者一组具有类似属性和共同行为的事物</a:t>
            </a:r>
          </a:p>
        </p:txBody>
      </p:sp>
    </p:spTree>
    <p:extLst>
      <p:ext uri="{BB962C8B-B14F-4D97-AF65-F5344CB8AC3E}">
        <p14:creationId xmlns:p14="http://schemas.microsoft.com/office/powerpoint/2010/main" val="32564789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30</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39" name="Rectangle 7">
            <a:extLst>
              <a:ext uri="{FF2B5EF4-FFF2-40B4-BE49-F238E27FC236}">
                <a16:creationId xmlns:a16="http://schemas.microsoft.com/office/drawing/2014/main" id="{F957D020-FA84-3D49-821A-8AD094A8554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6</a:t>
            </a:r>
            <a:r>
              <a:rPr lang="zh-CN" altLang="en-US" dirty="0">
                <a:solidFill>
                  <a:srgbClr val="4E8F00"/>
                </a:solidFill>
                <a:effectLst/>
                <a:ea typeface="Microsoft YaHei UI" panose="020B0503020204020204" pitchFamily="34" charset="-122"/>
              </a:rPr>
              <a:t> 类、对象在</a:t>
            </a:r>
            <a:r>
              <a:rPr lang="en-US" altLang="zh-CN" dirty="0">
                <a:solidFill>
                  <a:srgbClr val="4E8F00"/>
                </a:solidFill>
                <a:effectLst/>
                <a:ea typeface="Microsoft YaHei UI" panose="020B0503020204020204" pitchFamily="34" charset="-122"/>
              </a:rPr>
              <a:t>UML</a:t>
            </a:r>
            <a:r>
              <a:rPr lang="zh-CN" altLang="en-US" dirty="0">
                <a:solidFill>
                  <a:srgbClr val="4E8F00"/>
                </a:solidFill>
                <a:effectLst/>
                <a:ea typeface="Microsoft YaHei UI" panose="020B0503020204020204" pitchFamily="34" charset="-122"/>
              </a:rPr>
              <a:t>中的表达</a:t>
            </a:r>
            <a:endParaRPr lang="zh-CN" altLang="en-US" dirty="0">
              <a:solidFill>
                <a:srgbClr val="4E8F00"/>
              </a:solidFill>
              <a:ea typeface="Microsoft YaHei UI"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0" name="Text Box 4">
            <a:extLst>
              <a:ext uri="{FF2B5EF4-FFF2-40B4-BE49-F238E27FC236}">
                <a16:creationId xmlns:a16="http://schemas.microsoft.com/office/drawing/2014/main" id="{225ECF42-1CE8-E44B-9424-356F36E680F3}"/>
              </a:ext>
            </a:extLst>
          </p:cNvPr>
          <p:cNvSpPr txBox="1">
            <a:spLocks noChangeArrowheads="1"/>
          </p:cNvSpPr>
          <p:nvPr/>
        </p:nvSpPr>
        <p:spPr bwMode="auto">
          <a:xfrm>
            <a:off x="763588" y="1907543"/>
            <a:ext cx="5207421" cy="1244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269875" indent="-2698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en-US" altLang="zh-CN" dirty="0">
                <a:solidFill>
                  <a:srgbClr val="FFFF00"/>
                </a:solidFill>
                <a:ea typeface="楷体" panose="02010609060101010101" pitchFamily="49" charset="-122"/>
              </a:rPr>
              <a:t>◇ </a:t>
            </a:r>
            <a:r>
              <a:rPr lang="zh-CN" altLang="en-US" sz="1600" dirty="0">
                <a:solidFill>
                  <a:srgbClr val="FFFF00"/>
                </a:solidFill>
                <a:ea typeface="楷体" panose="02010609060101010101" pitchFamily="49" charset="-122"/>
              </a:rPr>
              <a:t>什么是对象（</a:t>
            </a:r>
            <a:r>
              <a:rPr lang="en-US" altLang="zh-CN" sz="1600" dirty="0">
                <a:solidFill>
                  <a:srgbClr val="FFFF00"/>
                </a:solidFill>
                <a:ea typeface="楷体" panose="02010609060101010101" pitchFamily="49" charset="-122"/>
              </a:rPr>
              <a:t>object</a:t>
            </a:r>
            <a:r>
              <a:rPr lang="zh-CN" altLang="en-US" sz="1600" dirty="0">
                <a:solidFill>
                  <a:srgbClr val="FFFF00"/>
                </a:solidFill>
                <a:ea typeface="楷体" panose="02010609060101010101" pitchFamily="49" charset="-122"/>
              </a:rPr>
              <a:t>）</a:t>
            </a:r>
            <a:endParaRPr lang="zh-CN" altLang="en-US" sz="1600" dirty="0">
              <a:solidFill>
                <a:schemeClr val="bg1"/>
              </a:solidFill>
              <a:ea typeface="楷体" panose="02010609060101010101" pitchFamily="49" charset="-122"/>
            </a:endParaRPr>
          </a:p>
          <a:p>
            <a:pPr eaLnBrk="1" hangingPunct="1">
              <a:lnSpc>
                <a:spcPct val="150000"/>
              </a:lnSpc>
              <a:defRPr/>
            </a:pPr>
            <a:r>
              <a:rPr lang="zh-CN" altLang="en-US" dirty="0">
                <a:solidFill>
                  <a:schemeClr val="bg1"/>
                </a:solidFill>
                <a:ea typeface="楷体" panose="02010609060101010101" pitchFamily="49" charset="-122"/>
              </a:rPr>
              <a:t>     </a:t>
            </a:r>
            <a:r>
              <a:rPr lang="zh-CN" altLang="en-US" sz="1600" dirty="0">
                <a:solidFill>
                  <a:schemeClr val="bg1"/>
                </a:solidFill>
                <a:ea typeface="楷体" panose="02010609060101010101" pitchFamily="49" charset="-122"/>
              </a:rPr>
              <a:t>对象是一个类的实例，是具有具体属性值的一个具体事物。</a:t>
            </a:r>
          </a:p>
        </p:txBody>
      </p:sp>
      <p:sp>
        <p:nvSpPr>
          <p:cNvPr id="11" name="Text Box 5">
            <a:extLst>
              <a:ext uri="{FF2B5EF4-FFF2-40B4-BE49-F238E27FC236}">
                <a16:creationId xmlns:a16="http://schemas.microsoft.com/office/drawing/2014/main" id="{79F070C4-0646-6B47-9569-E21157A2C3F3}"/>
              </a:ext>
            </a:extLst>
          </p:cNvPr>
          <p:cNvSpPr txBox="1">
            <a:spLocks noChangeArrowheads="1"/>
          </p:cNvSpPr>
          <p:nvPr/>
        </p:nvSpPr>
        <p:spPr bwMode="auto">
          <a:xfrm>
            <a:off x="752475" y="3261677"/>
            <a:ext cx="7807325" cy="160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en-US" altLang="zh-CN" dirty="0">
                <a:solidFill>
                  <a:srgbClr val="FFFF00"/>
                </a:solidFill>
                <a:latin typeface="+mj-lt"/>
                <a:ea typeface="楷体" panose="02010609060101010101" pitchFamily="49" charset="-122"/>
              </a:rPr>
              <a:t>◇ </a:t>
            </a:r>
            <a:r>
              <a:rPr lang="en-US" altLang="zh-CN" sz="1600" dirty="0">
                <a:solidFill>
                  <a:srgbClr val="FFFF00"/>
                </a:solidFill>
                <a:latin typeface="+mj-lt"/>
                <a:ea typeface="楷体" panose="02010609060101010101" pitchFamily="49" charset="-122"/>
              </a:rPr>
              <a:t>UML</a:t>
            </a:r>
            <a:r>
              <a:rPr lang="zh-CN" altLang="en-US" sz="1600" dirty="0">
                <a:solidFill>
                  <a:srgbClr val="FFFF00"/>
                </a:solidFill>
                <a:latin typeface="+mj-lt"/>
                <a:ea typeface="楷体" panose="02010609060101010101" pitchFamily="49" charset="-122"/>
              </a:rPr>
              <a:t>对象图标的特点</a:t>
            </a:r>
          </a:p>
          <a:p>
            <a:pPr eaLnBrk="1" hangingPunct="1">
              <a:lnSpc>
                <a:spcPct val="150000"/>
              </a:lnSpc>
              <a:defRPr/>
            </a:pPr>
            <a:r>
              <a:rPr lang="zh-CN" altLang="en-US" sz="1600" dirty="0">
                <a:solidFill>
                  <a:srgbClr val="FFFF00"/>
                </a:solidFill>
                <a:latin typeface="+mj-lt"/>
                <a:ea typeface="楷体" panose="02010609060101010101" pitchFamily="49" charset="-122"/>
              </a:rPr>
              <a:t>     </a:t>
            </a:r>
            <a:r>
              <a:rPr lang="zh-CN" altLang="en-US" sz="1600" dirty="0">
                <a:solidFill>
                  <a:schemeClr val="bg1"/>
                </a:solidFill>
                <a:latin typeface="+mj-lt"/>
                <a:ea typeface="楷体" panose="02010609060101010101" pitchFamily="49" charset="-122"/>
              </a:rPr>
              <a:t>＊ 矩形方框</a:t>
            </a:r>
          </a:p>
          <a:p>
            <a:pPr eaLnBrk="1" hangingPunct="1">
              <a:lnSpc>
                <a:spcPct val="150000"/>
              </a:lnSpc>
              <a:defRPr/>
            </a:pPr>
            <a:r>
              <a:rPr lang="zh-CN" altLang="en-US" sz="1600" dirty="0">
                <a:solidFill>
                  <a:schemeClr val="bg1"/>
                </a:solidFill>
                <a:latin typeface="+mj-lt"/>
                <a:ea typeface="楷体" panose="02010609060101010101" pitchFamily="49" charset="-122"/>
              </a:rPr>
              <a:t>     ＊ 对象名首字母为小写，对象名下面要带下划线</a:t>
            </a:r>
          </a:p>
          <a:p>
            <a:pPr eaLnBrk="1" hangingPunct="1">
              <a:lnSpc>
                <a:spcPct val="150000"/>
              </a:lnSpc>
              <a:defRPr/>
            </a:pPr>
            <a:r>
              <a:rPr lang="zh-CN" altLang="en-US" sz="1600" dirty="0">
                <a:solidFill>
                  <a:schemeClr val="bg1"/>
                </a:solidFill>
                <a:latin typeface="+mj-lt"/>
                <a:ea typeface="楷体" panose="02010609060101010101" pitchFamily="49" charset="-122"/>
              </a:rPr>
              <a:t>     ＊ 冒号左边为实例名，冒号右边为类名；对象也可以是匿名</a:t>
            </a:r>
          </a:p>
        </p:txBody>
      </p:sp>
      <p:pic>
        <p:nvPicPr>
          <p:cNvPr id="15" name="Picture 7" descr="T1-2">
            <a:extLst>
              <a:ext uri="{FF2B5EF4-FFF2-40B4-BE49-F238E27FC236}">
                <a16:creationId xmlns:a16="http://schemas.microsoft.com/office/drawing/2014/main" id="{673263A8-4618-9740-B91D-7A77CF8807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3287" y="5191601"/>
            <a:ext cx="7505700" cy="1112837"/>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1621353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31</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pic>
        <p:nvPicPr>
          <p:cNvPr id="17" name="Picture 1">
            <a:extLst>
              <a:ext uri="{FF2B5EF4-FFF2-40B4-BE49-F238E27FC236}">
                <a16:creationId xmlns:a16="http://schemas.microsoft.com/office/drawing/2014/main" id="{C7E3DD88-C12A-974E-A72A-BB425BC311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8325" y="4156075"/>
            <a:ext cx="3730625"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a:extLst>
              <a:ext uri="{FF2B5EF4-FFF2-40B4-BE49-F238E27FC236}">
                <a16:creationId xmlns:a16="http://schemas.microsoft.com/office/drawing/2014/main" id="{1D7BC0E4-897B-E545-B16A-8AD8F3AD4A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2213" y="849690"/>
            <a:ext cx="3627572" cy="57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2">
            <a:extLst>
              <a:ext uri="{FF2B5EF4-FFF2-40B4-BE49-F238E27FC236}">
                <a16:creationId xmlns:a16="http://schemas.microsoft.com/office/drawing/2014/main" id="{0D74ACB6-072E-D44C-823D-C908CDFABF49}"/>
              </a:ext>
            </a:extLst>
          </p:cNvPr>
          <p:cNvSpPr>
            <a:spLocks noChangeArrowheads="1"/>
          </p:cNvSpPr>
          <p:nvPr/>
        </p:nvSpPr>
        <p:spPr bwMode="auto">
          <a:xfrm>
            <a:off x="2254250" y="5892800"/>
            <a:ext cx="833438" cy="6746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类</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20" name="Rectangle 2">
            <a:extLst>
              <a:ext uri="{FF2B5EF4-FFF2-40B4-BE49-F238E27FC236}">
                <a16:creationId xmlns:a16="http://schemas.microsoft.com/office/drawing/2014/main" id="{3B7AFB93-7D22-4243-A867-887619FB00FD}"/>
              </a:ext>
            </a:extLst>
          </p:cNvPr>
          <p:cNvSpPr>
            <a:spLocks noChangeArrowheads="1"/>
          </p:cNvSpPr>
          <p:nvPr/>
        </p:nvSpPr>
        <p:spPr bwMode="auto">
          <a:xfrm>
            <a:off x="6511925" y="5892800"/>
            <a:ext cx="835025" cy="6746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Times New Roman" panose="02020603050405020304" pitchFamily="18" charset="0"/>
                <a:ea typeface="黑体" panose="02010609060101010101" pitchFamily="49" charset="-122"/>
                <a:sym typeface="华文新魏" pitchFamily="2" charset="-122"/>
              </a:rPr>
              <a:t>对象</a:t>
            </a:r>
          </a:p>
        </p:txBody>
      </p:sp>
      <p:sp>
        <p:nvSpPr>
          <p:cNvPr id="21" name="Isosceles Triangle 5">
            <a:extLst>
              <a:ext uri="{FF2B5EF4-FFF2-40B4-BE49-F238E27FC236}">
                <a16:creationId xmlns:a16="http://schemas.microsoft.com/office/drawing/2014/main" id="{1FBBB5EE-6B44-AB49-A1D4-810326D4FBC6}"/>
              </a:ext>
            </a:extLst>
          </p:cNvPr>
          <p:cNvSpPr>
            <a:spLocks noChangeArrowheads="1"/>
          </p:cNvSpPr>
          <p:nvPr/>
        </p:nvSpPr>
        <p:spPr bwMode="auto">
          <a:xfrm>
            <a:off x="6737350" y="3770313"/>
            <a:ext cx="233363" cy="269875"/>
          </a:xfrm>
          <a:prstGeom prst="triangle">
            <a:avLst>
              <a:gd name="adj" fmla="val 50000"/>
            </a:avLst>
          </a:prstGeom>
          <a:solidFill>
            <a:srgbClr val="FFFF00"/>
          </a:solidFill>
          <a:ln>
            <a:noFill/>
          </a:ln>
          <a:effectLst>
            <a:outerShdw dist="35921" dir="2700000" algn="ctr" rotWithShape="0">
              <a:schemeClr val="tx2"/>
            </a:outerShdw>
          </a:effectLst>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FFFF00"/>
              </a:solidFill>
            </a:endParaRPr>
          </a:p>
        </p:txBody>
      </p:sp>
      <p:sp>
        <p:nvSpPr>
          <p:cNvPr id="22" name="Isosceles Triangle 13">
            <a:extLst>
              <a:ext uri="{FF2B5EF4-FFF2-40B4-BE49-F238E27FC236}">
                <a16:creationId xmlns:a16="http://schemas.microsoft.com/office/drawing/2014/main" id="{E1CE76E3-68D0-4E44-9355-B2C3B9DF77F0}"/>
              </a:ext>
            </a:extLst>
          </p:cNvPr>
          <p:cNvSpPr>
            <a:spLocks noChangeArrowheads="1"/>
          </p:cNvSpPr>
          <p:nvPr/>
        </p:nvSpPr>
        <p:spPr bwMode="auto">
          <a:xfrm>
            <a:off x="6737350" y="1516063"/>
            <a:ext cx="233363" cy="269875"/>
          </a:xfrm>
          <a:prstGeom prst="triangle">
            <a:avLst>
              <a:gd name="adj" fmla="val 50000"/>
            </a:avLst>
          </a:prstGeom>
          <a:solidFill>
            <a:srgbClr val="FFFF00"/>
          </a:solidFill>
          <a:ln>
            <a:noFill/>
          </a:ln>
          <a:effectLst>
            <a:outerShdw dist="35921" dir="2700000" algn="ctr" rotWithShape="0">
              <a:schemeClr val="tx2"/>
            </a:outerShdw>
          </a:effectLst>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FFFF00"/>
              </a:solidFill>
            </a:endParaRPr>
          </a:p>
        </p:txBody>
      </p:sp>
      <p:sp>
        <p:nvSpPr>
          <p:cNvPr id="23" name="Rounded Rectangle 6">
            <a:extLst>
              <a:ext uri="{FF2B5EF4-FFF2-40B4-BE49-F238E27FC236}">
                <a16:creationId xmlns:a16="http://schemas.microsoft.com/office/drawing/2014/main" id="{0CC1AC47-9087-0E4D-A34A-CF3D76F556B1}"/>
              </a:ext>
            </a:extLst>
          </p:cNvPr>
          <p:cNvSpPr>
            <a:spLocks noChangeArrowheads="1"/>
          </p:cNvSpPr>
          <p:nvPr/>
        </p:nvSpPr>
        <p:spPr bwMode="auto">
          <a:xfrm>
            <a:off x="4767263" y="527050"/>
            <a:ext cx="4181475" cy="6040438"/>
          </a:xfrm>
          <a:prstGeom prst="roundRect">
            <a:avLst>
              <a:gd name="adj" fmla="val 16667"/>
            </a:avLst>
          </a:prstGeom>
          <a:noFill/>
          <a:ln w="9525" algn="ctr">
            <a:solidFill>
              <a:srgbClr val="FFC000"/>
            </a:solidFill>
            <a:round/>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 name="Rounded Rectangle 15">
            <a:extLst>
              <a:ext uri="{FF2B5EF4-FFF2-40B4-BE49-F238E27FC236}">
                <a16:creationId xmlns:a16="http://schemas.microsoft.com/office/drawing/2014/main" id="{6FCDAB8A-FFFB-3B49-86DD-AC6F4318788E}"/>
              </a:ext>
            </a:extLst>
          </p:cNvPr>
          <p:cNvSpPr>
            <a:spLocks noChangeArrowheads="1"/>
          </p:cNvSpPr>
          <p:nvPr/>
        </p:nvSpPr>
        <p:spPr bwMode="auto">
          <a:xfrm>
            <a:off x="342900" y="2442117"/>
            <a:ext cx="4181475" cy="4085683"/>
          </a:xfrm>
          <a:prstGeom prst="roundRect">
            <a:avLst>
              <a:gd name="adj" fmla="val 16667"/>
            </a:avLst>
          </a:prstGeom>
          <a:noFill/>
          <a:ln w="9525" algn="ctr">
            <a:solidFill>
              <a:srgbClr val="FFC000"/>
            </a:solidFill>
            <a:round/>
            <a:headEnd/>
            <a:tailEnd/>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25" name="图片 24">
            <a:extLst>
              <a:ext uri="{FF2B5EF4-FFF2-40B4-BE49-F238E27FC236}">
                <a16:creationId xmlns:a16="http://schemas.microsoft.com/office/drawing/2014/main" id="{8835C819-3AB5-8649-9BAF-C14D34F5C05A}"/>
              </a:ext>
            </a:extLst>
          </p:cNvPr>
          <p:cNvPicPr>
            <a:picLocks noChangeAspect="1"/>
          </p:cNvPicPr>
          <p:nvPr/>
        </p:nvPicPr>
        <p:blipFill>
          <a:blip r:embed="rId4"/>
          <a:stretch>
            <a:fillRect/>
          </a:stretch>
        </p:blipFill>
        <p:spPr>
          <a:xfrm>
            <a:off x="568325" y="2830748"/>
            <a:ext cx="3725996" cy="585130"/>
          </a:xfrm>
          <a:prstGeom prst="rect">
            <a:avLst/>
          </a:prstGeom>
        </p:spPr>
      </p:pic>
      <p:pic>
        <p:nvPicPr>
          <p:cNvPr id="26" name="图片 25">
            <a:extLst>
              <a:ext uri="{FF2B5EF4-FFF2-40B4-BE49-F238E27FC236}">
                <a16:creationId xmlns:a16="http://schemas.microsoft.com/office/drawing/2014/main" id="{F8D3F89A-37AB-8C42-BBD9-5FBCDA617BEF}"/>
              </a:ext>
            </a:extLst>
          </p:cNvPr>
          <p:cNvPicPr>
            <a:picLocks noChangeAspect="1"/>
          </p:cNvPicPr>
          <p:nvPr/>
        </p:nvPicPr>
        <p:blipFill>
          <a:blip r:embed="rId5"/>
          <a:stretch>
            <a:fillRect/>
          </a:stretch>
        </p:blipFill>
        <p:spPr>
          <a:xfrm>
            <a:off x="5002213" y="2011590"/>
            <a:ext cx="3627571" cy="1669216"/>
          </a:xfrm>
          <a:prstGeom prst="rect">
            <a:avLst/>
          </a:prstGeom>
        </p:spPr>
      </p:pic>
      <p:pic>
        <p:nvPicPr>
          <p:cNvPr id="27" name="图片 26">
            <a:extLst>
              <a:ext uri="{FF2B5EF4-FFF2-40B4-BE49-F238E27FC236}">
                <a16:creationId xmlns:a16="http://schemas.microsoft.com/office/drawing/2014/main" id="{7D411850-FF66-EF46-8901-6EB25BC19817}"/>
              </a:ext>
            </a:extLst>
          </p:cNvPr>
          <p:cNvPicPr>
            <a:picLocks noChangeAspect="1"/>
          </p:cNvPicPr>
          <p:nvPr/>
        </p:nvPicPr>
        <p:blipFill>
          <a:blip r:embed="rId6"/>
          <a:stretch>
            <a:fillRect/>
          </a:stretch>
        </p:blipFill>
        <p:spPr>
          <a:xfrm>
            <a:off x="4997317" y="4219203"/>
            <a:ext cx="3637096" cy="1673598"/>
          </a:xfrm>
          <a:prstGeom prst="rect">
            <a:avLst/>
          </a:prstGeom>
        </p:spPr>
      </p:pic>
      <p:sp>
        <p:nvSpPr>
          <p:cNvPr id="28" name="Isosceles Triangle 13">
            <a:extLst>
              <a:ext uri="{FF2B5EF4-FFF2-40B4-BE49-F238E27FC236}">
                <a16:creationId xmlns:a16="http://schemas.microsoft.com/office/drawing/2014/main" id="{E81C5BDE-9810-4F48-86DB-5CE11F6F4BEB}"/>
              </a:ext>
            </a:extLst>
          </p:cNvPr>
          <p:cNvSpPr>
            <a:spLocks noChangeArrowheads="1"/>
          </p:cNvSpPr>
          <p:nvPr/>
        </p:nvSpPr>
        <p:spPr bwMode="auto">
          <a:xfrm>
            <a:off x="2354465" y="3680806"/>
            <a:ext cx="233363" cy="269875"/>
          </a:xfrm>
          <a:prstGeom prst="triangle">
            <a:avLst>
              <a:gd name="adj" fmla="val 50000"/>
            </a:avLst>
          </a:prstGeom>
          <a:solidFill>
            <a:srgbClr val="FFFF00"/>
          </a:solidFill>
          <a:ln>
            <a:noFill/>
          </a:ln>
          <a:effectLst>
            <a:outerShdw dist="35921" dir="2700000" algn="ctr" rotWithShape="0">
              <a:schemeClr val="tx2"/>
            </a:outerShdw>
          </a:effectLst>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FFFF00"/>
              </a:solidFill>
            </a:endParaRPr>
          </a:p>
        </p:txBody>
      </p:sp>
    </p:spTree>
    <p:extLst>
      <p:ext uri="{BB962C8B-B14F-4D97-AF65-F5344CB8AC3E}">
        <p14:creationId xmlns:p14="http://schemas.microsoft.com/office/powerpoint/2010/main" val="29385475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32</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29" name="Rectangle 7">
            <a:extLst>
              <a:ext uri="{FF2B5EF4-FFF2-40B4-BE49-F238E27FC236}">
                <a16:creationId xmlns:a16="http://schemas.microsoft.com/office/drawing/2014/main" id="{36326DAF-B1BD-F443-A574-8381BF2633E9}"/>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7</a:t>
            </a:r>
            <a:r>
              <a:rPr lang="zh-CN" altLang="en-US" dirty="0">
                <a:solidFill>
                  <a:srgbClr val="4E8F00"/>
                </a:solidFill>
                <a:effectLst/>
                <a:ea typeface="Microsoft YaHei UI" panose="020B0503020204020204" pitchFamily="34" charset="-122"/>
              </a:rPr>
              <a:t> 为什么需要这么多种图？</a:t>
            </a: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30" name="Picture 7" descr="100_2343">
            <a:extLst>
              <a:ext uri="{FF2B5EF4-FFF2-40B4-BE49-F238E27FC236}">
                <a16:creationId xmlns:a16="http://schemas.microsoft.com/office/drawing/2014/main" id="{04ABBEC8-F3EC-8743-91FF-8BE932EF80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5480" y="2780106"/>
            <a:ext cx="3503613" cy="2638425"/>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1" name="Picture 8" descr="100_2344">
            <a:extLst>
              <a:ext uri="{FF2B5EF4-FFF2-40B4-BE49-F238E27FC236}">
                <a16:creationId xmlns:a16="http://schemas.microsoft.com/office/drawing/2014/main" id="{040C83C0-EE71-4B4D-A1ED-DD217BC9E1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71111">
            <a:off x="4669755" y="3604019"/>
            <a:ext cx="3651250" cy="2625725"/>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2" name="Picture 2" descr="汽车发动机图片">
            <a:extLst>
              <a:ext uri="{FF2B5EF4-FFF2-40B4-BE49-F238E27FC236}">
                <a16:creationId xmlns:a16="http://schemas.microsoft.com/office/drawing/2014/main" id="{022F7597-7578-A046-953F-02218BD2F95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11768" y="757581"/>
            <a:ext cx="4518025"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6039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amond(out)">
                                      <p:cBhvr>
                                        <p:cTn id="12"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33</a:t>
            </a:fld>
            <a:endParaRPr lang="zh-CN" altLang="en-US"/>
          </a:p>
        </p:txBody>
      </p:sp>
      <p:sp>
        <p:nvSpPr>
          <p:cNvPr id="38" name="Rectangle 2">
            <a:extLst>
              <a:ext uri="{FF2B5EF4-FFF2-40B4-BE49-F238E27FC236}">
                <a16:creationId xmlns:a16="http://schemas.microsoft.com/office/drawing/2014/main" id="{C5F3D289-A7BC-DB4C-8D0D-CC344CC0460B}"/>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FFFF00"/>
                </a:solidFill>
              </a:rPr>
              <a:t>7.2 </a:t>
            </a:r>
            <a:r>
              <a:rPr lang="zh-CN" altLang="en-US" sz="2800" dirty="0">
                <a:solidFill>
                  <a:srgbClr val="FFFF00"/>
                </a:solidFill>
              </a:rPr>
              <a:t> </a:t>
            </a:r>
            <a:r>
              <a:rPr lang="zh-CN" altLang="en-US" sz="2800" dirty="0">
                <a:solidFill>
                  <a:srgbClr val="FFFF00"/>
                </a:solidFill>
                <a:sym typeface="微软雅黑" panose="020B0503020204020204" pitchFamily="34" charset="-122"/>
              </a:rPr>
              <a:t>统一建模语言</a:t>
            </a:r>
            <a:r>
              <a:rPr lang="en-US" altLang="zh-CN" sz="2800" dirty="0">
                <a:solidFill>
                  <a:srgbClr val="FFFF00"/>
                </a:solidFill>
                <a:sym typeface="微软雅黑" panose="020B0503020204020204" pitchFamily="34" charset="-122"/>
              </a:rPr>
              <a:t>UML</a:t>
            </a:r>
            <a:endParaRPr lang="zh-CN" altLang="en-US" sz="2800" dirty="0">
              <a:solidFill>
                <a:srgbClr val="FFFF00"/>
              </a:solidFill>
            </a:endParaRPr>
          </a:p>
        </p:txBody>
      </p:sp>
      <p:sp>
        <p:nvSpPr>
          <p:cNvPr id="29" name="Rectangle 7">
            <a:extLst>
              <a:ext uri="{FF2B5EF4-FFF2-40B4-BE49-F238E27FC236}">
                <a16:creationId xmlns:a16="http://schemas.microsoft.com/office/drawing/2014/main" id="{36326DAF-B1BD-F443-A574-8381BF2633E9}"/>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7</a:t>
            </a:r>
            <a:r>
              <a:rPr lang="zh-CN" altLang="en-US" dirty="0">
                <a:solidFill>
                  <a:srgbClr val="4E8F00"/>
                </a:solidFill>
                <a:effectLst/>
                <a:ea typeface="Microsoft YaHei UI" panose="020B0503020204020204" pitchFamily="34" charset="-122"/>
              </a:rPr>
              <a:t> 为什么需要这么多种图？</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Text Box 3">
            <a:extLst>
              <a:ext uri="{FF2B5EF4-FFF2-40B4-BE49-F238E27FC236}">
                <a16:creationId xmlns:a16="http://schemas.microsoft.com/office/drawing/2014/main" id="{BD67FEC1-3E85-5C41-A488-E7B7CDC86B7F}"/>
              </a:ext>
            </a:extLst>
          </p:cNvPr>
          <p:cNvSpPr txBox="1">
            <a:spLocks noChangeArrowheads="1"/>
          </p:cNvSpPr>
          <p:nvPr/>
        </p:nvSpPr>
        <p:spPr bwMode="auto">
          <a:xfrm>
            <a:off x="765511" y="2253122"/>
            <a:ext cx="7780337" cy="378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defRPr/>
            </a:pPr>
            <a:r>
              <a:rPr lang="zh-CN" altLang="en-US" sz="1800" dirty="0">
                <a:solidFill>
                  <a:schemeClr val="bg1"/>
                </a:solidFill>
                <a:latin typeface="+mn-lt"/>
                <a:ea typeface="楷体" panose="02010609060101010101" pitchFamily="49" charset="-122"/>
              </a:rPr>
              <a:t>每一种</a:t>
            </a:r>
            <a:r>
              <a:rPr lang="en-US" altLang="zh-CN" sz="1800" dirty="0">
                <a:solidFill>
                  <a:schemeClr val="bg1"/>
                </a:solidFill>
                <a:latin typeface="+mn-lt"/>
                <a:ea typeface="楷体" panose="02010609060101010101" pitchFamily="49" charset="-122"/>
              </a:rPr>
              <a:t>UML</a:t>
            </a:r>
            <a:r>
              <a:rPr lang="zh-CN" altLang="en-US" sz="1800" dirty="0">
                <a:solidFill>
                  <a:schemeClr val="bg1"/>
                </a:solidFill>
                <a:latin typeface="+mn-lt"/>
                <a:ea typeface="楷体" panose="02010609060101010101" pitchFamily="49" charset="-122"/>
              </a:rPr>
              <a:t>图都提供一种组成特殊视图的方式。</a:t>
            </a: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r>
              <a:rPr lang="zh-CN" altLang="en-US" sz="1800" dirty="0">
                <a:solidFill>
                  <a:schemeClr val="bg1"/>
                </a:solidFill>
                <a:latin typeface="+mn-lt"/>
                <a:ea typeface="楷体" panose="02010609060101010101" pitchFamily="49" charset="-122"/>
              </a:rPr>
              <a:t>采用多视角的目标是为了能够和每一类风险承担人良好地沟通。</a:t>
            </a: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r>
              <a:rPr lang="en-US" altLang="zh-CN" sz="1800" dirty="0">
                <a:solidFill>
                  <a:schemeClr val="bg1"/>
                </a:solidFill>
                <a:latin typeface="+mn-lt"/>
                <a:ea typeface="楷体" panose="02010609060101010101" pitchFamily="49" charset="-122"/>
              </a:rPr>
              <a:t>UML</a:t>
            </a:r>
            <a:r>
              <a:rPr lang="zh-CN" altLang="en-US" sz="1800" dirty="0">
                <a:solidFill>
                  <a:schemeClr val="bg1"/>
                </a:solidFill>
                <a:latin typeface="+mn-lt"/>
                <a:ea typeface="楷体" panose="02010609060101010101" pitchFamily="49" charset="-122"/>
              </a:rPr>
              <a:t>是</a:t>
            </a:r>
            <a:r>
              <a:rPr lang="zh-CN" altLang="en-US" sz="1800" dirty="0">
                <a:solidFill>
                  <a:schemeClr val="bg1"/>
                </a:solidFill>
                <a:highlight>
                  <a:srgbClr val="CC9900"/>
                </a:highlight>
                <a:latin typeface="+mn-lt"/>
                <a:ea typeface="楷体" panose="02010609060101010101" pitchFamily="49" charset="-122"/>
              </a:rPr>
              <a:t>一套表示法系统</a:t>
            </a:r>
            <a:r>
              <a:rPr lang="zh-CN" altLang="en-US" sz="1800" dirty="0">
                <a:solidFill>
                  <a:schemeClr val="bg1"/>
                </a:solidFill>
                <a:latin typeface="+mn-lt"/>
                <a:ea typeface="楷体" panose="02010609060101010101" pitchFamily="49" charset="-122"/>
              </a:rPr>
              <a:t>。</a:t>
            </a: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r>
              <a:rPr lang="en-US" altLang="zh-CN" sz="1800" dirty="0">
                <a:solidFill>
                  <a:schemeClr val="bg1"/>
                </a:solidFill>
                <a:latin typeface="+mn-lt"/>
                <a:ea typeface="楷体" panose="02010609060101010101" pitchFamily="49" charset="-122"/>
              </a:rPr>
              <a:t>UML</a:t>
            </a:r>
            <a:r>
              <a:rPr lang="zh-CN" altLang="en-US" sz="1800" dirty="0">
                <a:solidFill>
                  <a:schemeClr val="bg1"/>
                </a:solidFill>
                <a:latin typeface="+mn-lt"/>
                <a:ea typeface="楷体" panose="02010609060101010101" pitchFamily="49" charset="-122"/>
              </a:rPr>
              <a:t>由一组图组成，它使得系统分析员可以利用这一标准来建立能够和客户、程序员以及任何参与程序开发的人员理解的多视角的系统蓝图。不同的风险承担人通常使用不同类型的图相互交流。</a:t>
            </a: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endParaRPr lang="en-US" altLang="zh-CN" sz="1800" dirty="0">
              <a:solidFill>
                <a:schemeClr val="bg1"/>
              </a:solidFill>
              <a:latin typeface="+mn-lt"/>
              <a:ea typeface="楷体" panose="02010609060101010101" pitchFamily="49" charset="-122"/>
            </a:endParaRPr>
          </a:p>
          <a:p>
            <a:pPr eaLnBrk="1" hangingPunct="1">
              <a:lnSpc>
                <a:spcPct val="150000"/>
              </a:lnSpc>
              <a:spcBef>
                <a:spcPct val="0"/>
              </a:spcBef>
              <a:defRPr/>
            </a:pPr>
            <a:r>
              <a:rPr lang="en-US" altLang="zh-CN" sz="1800" dirty="0">
                <a:solidFill>
                  <a:schemeClr val="bg1"/>
                </a:solidFill>
                <a:latin typeface="+mn-lt"/>
                <a:ea typeface="楷体" panose="02010609060101010101" pitchFamily="49" charset="-122"/>
              </a:rPr>
              <a:t>UML</a:t>
            </a:r>
            <a:r>
              <a:rPr lang="zh-CN" altLang="en-US" sz="1800" dirty="0">
                <a:solidFill>
                  <a:schemeClr val="bg1"/>
                </a:solidFill>
                <a:latin typeface="+mn-lt"/>
                <a:ea typeface="楷体" panose="02010609060101010101" pitchFamily="49" charset="-122"/>
              </a:rPr>
              <a:t>模型只说明一个系统应该做什么，</a:t>
            </a:r>
            <a:r>
              <a:rPr lang="zh-CN" altLang="en-US" sz="1800" dirty="0">
                <a:solidFill>
                  <a:schemeClr val="bg1"/>
                </a:solidFill>
                <a:highlight>
                  <a:srgbClr val="CC9900"/>
                </a:highlight>
                <a:latin typeface="+mn-lt"/>
                <a:ea typeface="楷体" panose="02010609060101010101" pitchFamily="49" charset="-122"/>
              </a:rPr>
              <a:t>并没有</a:t>
            </a:r>
            <a:r>
              <a:rPr lang="zh-CN" altLang="en-US" sz="1800" dirty="0">
                <a:solidFill>
                  <a:schemeClr val="bg1"/>
                </a:solidFill>
                <a:latin typeface="+mn-lt"/>
                <a:ea typeface="楷体" panose="02010609060101010101" pitchFamily="49" charset="-122"/>
              </a:rPr>
              <a:t>告诉我们系统应该怎么做。</a:t>
            </a:r>
            <a:endParaRPr lang="en-US" altLang="zh-CN" sz="1800" dirty="0">
              <a:solidFill>
                <a:schemeClr val="bg1"/>
              </a:solidFill>
              <a:latin typeface="+mn-lt"/>
              <a:ea typeface="楷体" panose="02010609060101010101" pitchFamily="49" charset="-122"/>
            </a:endParaRPr>
          </a:p>
        </p:txBody>
      </p:sp>
    </p:spTree>
    <p:extLst>
      <p:ext uri="{BB962C8B-B14F-4D97-AF65-F5344CB8AC3E}">
        <p14:creationId xmlns:p14="http://schemas.microsoft.com/office/powerpoint/2010/main" val="12799384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7.3</a:t>
            </a:r>
            <a:r>
              <a:rPr lang="zh-CN" altLang="en-US" dirty="0">
                <a:solidFill>
                  <a:schemeClr val="bg1"/>
                </a:solidFill>
                <a:effectLst>
                  <a:glow rad="228600">
                    <a:schemeClr val="accent6">
                      <a:satMod val="175000"/>
                      <a:alpha val="40000"/>
                    </a:schemeClr>
                  </a:glow>
                </a:effectLst>
                <a:sym typeface="微软雅黑" panose="020B0503020204020204" pitchFamily="34" charset="-122"/>
              </a:rPr>
              <a:t>  基本关联符号</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34</a:t>
            </a:fld>
            <a:endParaRPr lang="zh-CN" altLang="en-US"/>
          </a:p>
        </p:txBody>
      </p:sp>
    </p:spTree>
    <p:extLst>
      <p:ext uri="{BB962C8B-B14F-4D97-AF65-F5344CB8AC3E}">
        <p14:creationId xmlns:p14="http://schemas.microsoft.com/office/powerpoint/2010/main" val="28840232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关联</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10243" name="Text Box 4"/>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什么是关联（</a:t>
            </a:r>
            <a:r>
              <a:rPr lang="en-US" altLang="zh-CN" sz="1600">
                <a:solidFill>
                  <a:srgbClr val="FFFF00"/>
                </a:solidFill>
                <a:ea typeface="楷体_GB2312" pitchFamily="49" charset="-122"/>
              </a:rPr>
              <a:t>association</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当类之间在概念上有连接关系时，类之间的连接叫做关联。</a:t>
            </a:r>
          </a:p>
        </p:txBody>
      </p:sp>
      <p:pic>
        <p:nvPicPr>
          <p:cNvPr id="10245" name="Picture 9" descr="T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5075" y="2513365"/>
            <a:ext cx="3768725" cy="15113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22250" name="Picture 10" descr="T4-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12875" y="2910240"/>
            <a:ext cx="6662738" cy="14636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22251" name="Picture 11" descr="T4-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2638" y="3416653"/>
            <a:ext cx="4325937" cy="15748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22248" name="Picture 8" descr="T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21238" y="2127603"/>
            <a:ext cx="3609975" cy="32766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0249" name="Text Box 12"/>
          <p:cNvSpPr txBox="1">
            <a:spLocks noChangeArrowheads="1"/>
          </p:cNvSpPr>
          <p:nvPr/>
        </p:nvSpPr>
        <p:spPr bwMode="auto">
          <a:xfrm>
            <a:off x="752475" y="5121628"/>
            <a:ext cx="64928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用一条线连接两个类，并把关联的名字放在这个连线上</a:t>
            </a:r>
          </a:p>
          <a:p>
            <a:pPr eaLnBrk="1" hangingPunct="1">
              <a:lnSpc>
                <a:spcPct val="150000"/>
              </a:lnSpc>
              <a:spcBef>
                <a:spcPct val="0"/>
              </a:spcBef>
              <a:buFontTx/>
              <a:buNone/>
            </a:pPr>
            <a:r>
              <a:rPr lang="zh-CN" altLang="en-US" sz="1600">
                <a:solidFill>
                  <a:schemeClr val="bg1"/>
                </a:solidFill>
                <a:ea typeface="楷体_GB2312" pitchFamily="49" charset="-122"/>
              </a:rPr>
              <a:t>     ＊ 关联的方向用一个实心三角形箭头来指明</a:t>
            </a:r>
          </a:p>
        </p:txBody>
      </p:sp>
      <p:sp>
        <p:nvSpPr>
          <p:cNvPr id="10" name="日期占位符 1">
            <a:extLst>
              <a:ext uri="{FF2B5EF4-FFF2-40B4-BE49-F238E27FC236}">
                <a16:creationId xmlns:a16="http://schemas.microsoft.com/office/drawing/2014/main" id="{767EE9B5-F734-4340-BD36-C47D0BF17741}"/>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11" name="页脚占位符 2">
            <a:extLst>
              <a:ext uri="{FF2B5EF4-FFF2-40B4-BE49-F238E27FC236}">
                <a16:creationId xmlns:a16="http://schemas.microsoft.com/office/drawing/2014/main" id="{26EC0F2F-AAC0-9647-A764-B9DB824CBFD4}"/>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2" name="灯片编号占位符 3">
            <a:extLst>
              <a:ext uri="{FF2B5EF4-FFF2-40B4-BE49-F238E27FC236}">
                <a16:creationId xmlns:a16="http://schemas.microsoft.com/office/drawing/2014/main" id="{37C759E2-B7FC-7E41-B782-4751D887F9A4}"/>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35</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50"/>
                                        </p:tgtEl>
                                        <p:attrNameLst>
                                          <p:attrName>style.visibility</p:attrName>
                                        </p:attrNameLst>
                                      </p:cBhvr>
                                      <p:to>
                                        <p:strVal val="visible"/>
                                      </p:to>
                                    </p:set>
                                    <p:animEffect transition="in" filter="blinds(horizontal)">
                                      <p:cBhvr>
                                        <p:cTn id="7" dur="1000"/>
                                        <p:tgtEl>
                                          <p:spTgt spid="522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2251"/>
                                        </p:tgtEl>
                                        <p:attrNameLst>
                                          <p:attrName>style.visibility</p:attrName>
                                        </p:attrNameLst>
                                      </p:cBhvr>
                                      <p:to>
                                        <p:strVal val="visible"/>
                                      </p:to>
                                    </p:set>
                                    <p:animEffect transition="in" filter="blinds(horizontal)">
                                      <p:cBhvr>
                                        <p:cTn id="12" dur="1000"/>
                                        <p:tgtEl>
                                          <p:spTgt spid="522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2248"/>
                                        </p:tgtEl>
                                        <p:attrNameLst>
                                          <p:attrName>style.visibility</p:attrName>
                                        </p:attrNameLst>
                                      </p:cBhvr>
                                      <p:to>
                                        <p:strVal val="visible"/>
                                      </p:to>
                                    </p:set>
                                    <p:animEffect transition="in" filter="blinds(horizontal)">
                                      <p:cBhvr>
                                        <p:cTn id="17" dur="1000"/>
                                        <p:tgtEl>
                                          <p:spTgt spid="522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0" descr="T4-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950" y="2084740"/>
            <a:ext cx="5724525" cy="19081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2291"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关联</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12292" name="Text Box 3"/>
          <p:cNvSpPr txBox="1">
            <a:spLocks noChangeArrowheads="1"/>
          </p:cNvSpPr>
          <p:nvPr/>
        </p:nvSpPr>
        <p:spPr bwMode="auto">
          <a:xfrm>
            <a:off x="763588" y="141481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关联上的约束；关联类；链</a:t>
            </a:r>
            <a:endParaRPr lang="zh-CN" altLang="en-US" sz="1600">
              <a:solidFill>
                <a:schemeClr val="bg1"/>
              </a:solidFill>
              <a:ea typeface="楷体_GB2312" pitchFamily="49" charset="-122"/>
            </a:endParaRPr>
          </a:p>
        </p:txBody>
      </p:sp>
      <p:pic>
        <p:nvPicPr>
          <p:cNvPr id="540683" name="Picture 11" descr="T4-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0350" y="2365728"/>
            <a:ext cx="5724525" cy="23542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2294" name="Text Box 13"/>
          <p:cNvSpPr txBox="1">
            <a:spLocks noChangeArrowheads="1"/>
          </p:cNvSpPr>
          <p:nvPr/>
        </p:nvSpPr>
        <p:spPr bwMode="auto">
          <a:xfrm>
            <a:off x="752475" y="4850165"/>
            <a:ext cx="6492875" cy="16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约束：花括号、虚线（或关系）</a:t>
            </a:r>
          </a:p>
          <a:p>
            <a:pPr eaLnBrk="1" hangingPunct="1">
              <a:lnSpc>
                <a:spcPct val="150000"/>
              </a:lnSpc>
              <a:spcBef>
                <a:spcPct val="0"/>
              </a:spcBef>
              <a:buFontTx/>
              <a:buNone/>
            </a:pPr>
            <a:r>
              <a:rPr lang="zh-CN" altLang="en-US" sz="1600">
                <a:solidFill>
                  <a:schemeClr val="bg1"/>
                </a:solidFill>
                <a:ea typeface="楷体_GB2312" pitchFamily="49" charset="-122"/>
              </a:rPr>
              <a:t>     ＊ 关联类：用虚线将关联类和对应的关联线连接起来</a:t>
            </a:r>
          </a:p>
          <a:p>
            <a:pPr eaLnBrk="1" hangingPunct="1">
              <a:lnSpc>
                <a:spcPct val="150000"/>
              </a:lnSpc>
              <a:spcBef>
                <a:spcPct val="0"/>
              </a:spcBef>
              <a:buFontTx/>
              <a:buNone/>
            </a:pPr>
            <a:r>
              <a:rPr lang="zh-CN" altLang="en-US" sz="1600">
                <a:solidFill>
                  <a:schemeClr val="bg1"/>
                </a:solidFill>
                <a:ea typeface="楷体_GB2312" pitchFamily="49" charset="-122"/>
              </a:rPr>
              <a:t>     ＊ 链：用一条线连接两个对象，并把链的名字放在这个连线上</a:t>
            </a:r>
          </a:p>
        </p:txBody>
      </p:sp>
      <p:pic>
        <p:nvPicPr>
          <p:cNvPr id="540684" name="Picture 12" descr="T4-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1875" y="1906940"/>
            <a:ext cx="5013325" cy="29845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40681" name="Picture 9" descr="T4-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87488" y="2738790"/>
            <a:ext cx="7235825" cy="20034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0" name="日期占位符 1">
            <a:extLst>
              <a:ext uri="{FF2B5EF4-FFF2-40B4-BE49-F238E27FC236}">
                <a16:creationId xmlns:a16="http://schemas.microsoft.com/office/drawing/2014/main" id="{015C016C-7543-724C-AEC8-1A8E051369B9}"/>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11" name="页脚占位符 2">
            <a:extLst>
              <a:ext uri="{FF2B5EF4-FFF2-40B4-BE49-F238E27FC236}">
                <a16:creationId xmlns:a16="http://schemas.microsoft.com/office/drawing/2014/main" id="{347754CD-30E1-DE46-A8DC-DC1C3664BBCF}"/>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2" name="灯片编号占位符 3">
            <a:extLst>
              <a:ext uri="{FF2B5EF4-FFF2-40B4-BE49-F238E27FC236}">
                <a16:creationId xmlns:a16="http://schemas.microsoft.com/office/drawing/2014/main" id="{5A6FCC4E-B1F4-E942-AEB5-3DE4C3C08469}"/>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36</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40683"/>
                                        </p:tgtEl>
                                        <p:attrNameLst>
                                          <p:attrName>style.visibility</p:attrName>
                                        </p:attrNameLst>
                                      </p:cBhvr>
                                      <p:to>
                                        <p:strVal val="visible"/>
                                      </p:to>
                                    </p:set>
                                    <p:anim calcmode="lin" valueType="num">
                                      <p:cBhvr additive="base">
                                        <p:cTn id="7" dur="500" fill="hold"/>
                                        <p:tgtEl>
                                          <p:spTgt spid="540683"/>
                                        </p:tgtEl>
                                        <p:attrNameLst>
                                          <p:attrName>ppt_x</p:attrName>
                                        </p:attrNameLst>
                                      </p:cBhvr>
                                      <p:tavLst>
                                        <p:tav tm="0">
                                          <p:val>
                                            <p:strVal val="1+#ppt_w/2"/>
                                          </p:val>
                                        </p:tav>
                                        <p:tav tm="100000">
                                          <p:val>
                                            <p:strVal val="#ppt_x"/>
                                          </p:val>
                                        </p:tav>
                                      </p:tavLst>
                                    </p:anim>
                                    <p:anim calcmode="lin" valueType="num">
                                      <p:cBhvr additive="base">
                                        <p:cTn id="8" dur="500" fill="hold"/>
                                        <p:tgtEl>
                                          <p:spTgt spid="5406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40684"/>
                                        </p:tgtEl>
                                        <p:attrNameLst>
                                          <p:attrName>style.visibility</p:attrName>
                                        </p:attrNameLst>
                                      </p:cBhvr>
                                      <p:to>
                                        <p:strVal val="visible"/>
                                      </p:to>
                                    </p:set>
                                    <p:anim calcmode="lin" valueType="num">
                                      <p:cBhvr additive="base">
                                        <p:cTn id="13" dur="500" fill="hold"/>
                                        <p:tgtEl>
                                          <p:spTgt spid="540684"/>
                                        </p:tgtEl>
                                        <p:attrNameLst>
                                          <p:attrName>ppt_x</p:attrName>
                                        </p:attrNameLst>
                                      </p:cBhvr>
                                      <p:tavLst>
                                        <p:tav tm="0">
                                          <p:val>
                                            <p:strVal val="1+#ppt_w/2"/>
                                          </p:val>
                                        </p:tav>
                                        <p:tav tm="100000">
                                          <p:val>
                                            <p:strVal val="#ppt_x"/>
                                          </p:val>
                                        </p:tav>
                                      </p:tavLst>
                                    </p:anim>
                                    <p:anim calcmode="lin" valueType="num">
                                      <p:cBhvr additive="base">
                                        <p:cTn id="14" dur="500" fill="hold"/>
                                        <p:tgtEl>
                                          <p:spTgt spid="5406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540681"/>
                                        </p:tgtEl>
                                        <p:attrNameLst>
                                          <p:attrName>style.visibility</p:attrName>
                                        </p:attrNameLst>
                                      </p:cBhvr>
                                      <p:to>
                                        <p:strVal val="visible"/>
                                      </p:to>
                                    </p:set>
                                    <p:anim calcmode="lin" valueType="num">
                                      <p:cBhvr additive="base">
                                        <p:cTn id="19" dur="500" fill="hold"/>
                                        <p:tgtEl>
                                          <p:spTgt spid="540681"/>
                                        </p:tgtEl>
                                        <p:attrNameLst>
                                          <p:attrName>ppt_x</p:attrName>
                                        </p:attrNameLst>
                                      </p:cBhvr>
                                      <p:tavLst>
                                        <p:tav tm="0">
                                          <p:val>
                                            <p:strVal val="1+#ppt_w/2"/>
                                          </p:val>
                                        </p:tav>
                                        <p:tav tm="100000">
                                          <p:val>
                                            <p:strVal val="#ppt_x"/>
                                          </p:val>
                                        </p:tav>
                                      </p:tavLst>
                                    </p:anim>
                                    <p:anim calcmode="lin" valueType="num">
                                      <p:cBhvr additive="base">
                                        <p:cTn id="20" dur="500" fill="hold"/>
                                        <p:tgtEl>
                                          <p:spTgt spid="5406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多重性</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14339"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什么是多重性（</a:t>
            </a:r>
            <a:r>
              <a:rPr lang="en-US" altLang="zh-CN" sz="1600">
                <a:solidFill>
                  <a:srgbClr val="FFFF00"/>
                </a:solidFill>
                <a:ea typeface="楷体_GB2312" pitchFamily="49" charset="-122"/>
              </a:rPr>
              <a:t>multiplicity</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某个类有多个对象可以和另一个类的多个对象关联。</a:t>
            </a:r>
          </a:p>
        </p:txBody>
      </p:sp>
      <p:pic>
        <p:nvPicPr>
          <p:cNvPr id="14340" name="Picture 10" descr="T4-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2583215"/>
            <a:ext cx="5549900" cy="13843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4341" name="Text Box 11"/>
          <p:cNvSpPr txBox="1">
            <a:spLocks noChangeArrowheads="1"/>
          </p:cNvSpPr>
          <p:nvPr/>
        </p:nvSpPr>
        <p:spPr bwMode="auto">
          <a:xfrm>
            <a:off x="752475" y="5150203"/>
            <a:ext cx="71723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在参与关联的类附近的关联线上注明多重性数值</a:t>
            </a:r>
          </a:p>
          <a:p>
            <a:pPr eaLnBrk="1" hangingPunct="1">
              <a:lnSpc>
                <a:spcPct val="150000"/>
              </a:lnSpc>
              <a:spcBef>
                <a:spcPct val="0"/>
              </a:spcBef>
              <a:buFontTx/>
              <a:buNone/>
            </a:pPr>
            <a:r>
              <a:rPr lang="zh-CN" altLang="en-US" sz="1600">
                <a:solidFill>
                  <a:schemeClr val="bg1"/>
                </a:solidFill>
                <a:ea typeface="楷体_GB2312" pitchFamily="49" charset="-122"/>
              </a:rPr>
              <a:t>     ＊ </a:t>
            </a:r>
            <a:r>
              <a:rPr lang="en-US" altLang="zh-CN" sz="1600">
                <a:solidFill>
                  <a:schemeClr val="bg1"/>
                </a:solidFill>
                <a:ea typeface="楷体_GB2312" pitchFamily="49" charset="-122"/>
              </a:rPr>
              <a:t>UML</a:t>
            </a:r>
            <a:r>
              <a:rPr lang="zh-CN" altLang="en-US" sz="1600">
                <a:solidFill>
                  <a:schemeClr val="bg1"/>
                </a:solidFill>
                <a:ea typeface="楷体_GB2312" pitchFamily="49" charset="-122"/>
              </a:rPr>
              <a:t>使用“*”来代表许多；“</a:t>
            </a:r>
            <a:r>
              <a:rPr lang="en-US" altLang="zh-CN" sz="1600">
                <a:solidFill>
                  <a:schemeClr val="bg1"/>
                </a:solidFill>
                <a:ea typeface="楷体_GB2312" pitchFamily="49" charset="-122"/>
              </a:rPr>
              <a:t>1..*”</a:t>
            </a:r>
            <a:r>
              <a:rPr lang="zh-CN" altLang="en-US" sz="1600">
                <a:solidFill>
                  <a:schemeClr val="bg1"/>
                </a:solidFill>
                <a:ea typeface="楷体_GB2312" pitchFamily="49" charset="-122"/>
              </a:rPr>
              <a:t>代表一个或多个；“</a:t>
            </a:r>
            <a:r>
              <a:rPr lang="en-US" altLang="zh-CN" sz="1600">
                <a:solidFill>
                  <a:schemeClr val="bg1"/>
                </a:solidFill>
                <a:ea typeface="楷体_GB2312" pitchFamily="49" charset="-122"/>
              </a:rPr>
              <a:t>,”</a:t>
            </a:r>
            <a:r>
              <a:rPr lang="zh-CN" altLang="en-US" sz="1600">
                <a:solidFill>
                  <a:schemeClr val="bg1"/>
                </a:solidFill>
                <a:ea typeface="楷体_GB2312" pitchFamily="49" charset="-122"/>
              </a:rPr>
              <a:t>代表或关系</a:t>
            </a:r>
          </a:p>
        </p:txBody>
      </p:sp>
      <p:pic>
        <p:nvPicPr>
          <p:cNvPr id="542729" name="Picture 9" descr="T4-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7788" y="514703"/>
            <a:ext cx="4230687" cy="49847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8" name="日期占位符 1">
            <a:extLst>
              <a:ext uri="{FF2B5EF4-FFF2-40B4-BE49-F238E27FC236}">
                <a16:creationId xmlns:a16="http://schemas.microsoft.com/office/drawing/2014/main" id="{252F166C-BAEE-D241-8566-44290684DA58}"/>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9" name="页脚占位符 2">
            <a:extLst>
              <a:ext uri="{FF2B5EF4-FFF2-40B4-BE49-F238E27FC236}">
                <a16:creationId xmlns:a16="http://schemas.microsoft.com/office/drawing/2014/main" id="{178CE8E1-CEA1-1149-8515-6830E97123CE}"/>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0" name="灯片编号占位符 3">
            <a:extLst>
              <a:ext uri="{FF2B5EF4-FFF2-40B4-BE49-F238E27FC236}">
                <a16:creationId xmlns:a16="http://schemas.microsoft.com/office/drawing/2014/main" id="{3CE6E810-3CCD-E64F-AA7F-2B91351C4D4F}"/>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37</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42729"/>
                                        </p:tgtEl>
                                        <p:attrNameLst>
                                          <p:attrName>style.visibility</p:attrName>
                                        </p:attrNameLst>
                                      </p:cBhvr>
                                      <p:to>
                                        <p:strVal val="visible"/>
                                      </p:to>
                                    </p:set>
                                    <p:anim calcmode="lin" valueType="num">
                                      <p:cBhvr additive="base">
                                        <p:cTn id="7" dur="500" fill="hold"/>
                                        <p:tgtEl>
                                          <p:spTgt spid="542729"/>
                                        </p:tgtEl>
                                        <p:attrNameLst>
                                          <p:attrName>ppt_x</p:attrName>
                                        </p:attrNameLst>
                                      </p:cBhvr>
                                      <p:tavLst>
                                        <p:tav tm="0">
                                          <p:val>
                                            <p:strVal val="1+#ppt_w/2"/>
                                          </p:val>
                                        </p:tav>
                                        <p:tav tm="100000">
                                          <p:val>
                                            <p:strVal val="#ppt_x"/>
                                          </p:val>
                                        </p:tav>
                                      </p:tavLst>
                                    </p:anim>
                                    <p:anim calcmode="lin" valueType="num">
                                      <p:cBhvr additive="base">
                                        <p:cTn id="8" dur="500" fill="hold"/>
                                        <p:tgtEl>
                                          <p:spTgt spid="5427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限定关联</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16387"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限定符（</a:t>
            </a:r>
            <a:r>
              <a:rPr lang="en-US" altLang="zh-CN" sz="1600">
                <a:solidFill>
                  <a:srgbClr val="FFFF00"/>
                </a:solidFill>
                <a:ea typeface="楷体_GB2312" pitchFamily="49" charset="-122"/>
              </a:rPr>
              <a:t>qualifier</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在</a:t>
            </a:r>
            <a:r>
              <a:rPr lang="en-US" altLang="zh-CN" sz="1600">
                <a:solidFill>
                  <a:schemeClr val="bg1"/>
                </a:solidFill>
                <a:ea typeface="楷体_GB2312" pitchFamily="49" charset="-122"/>
              </a:rPr>
              <a:t>UML</a:t>
            </a:r>
            <a:r>
              <a:rPr lang="zh-CN" altLang="en-US" sz="1600">
                <a:solidFill>
                  <a:schemeClr val="bg1"/>
                </a:solidFill>
                <a:ea typeface="楷体_GB2312" pitchFamily="49" charset="-122"/>
              </a:rPr>
              <a:t>中，标识符</a:t>
            </a:r>
            <a:r>
              <a:rPr lang="en-US" altLang="zh-CN" sz="1600">
                <a:solidFill>
                  <a:schemeClr val="bg1"/>
                </a:solidFill>
                <a:ea typeface="楷体_GB2312" pitchFamily="49" charset="-122"/>
              </a:rPr>
              <a:t>ID</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identification</a:t>
            </a:r>
            <a:r>
              <a:rPr lang="zh-CN" altLang="en-US" sz="1600">
                <a:solidFill>
                  <a:schemeClr val="bg1"/>
                </a:solidFill>
                <a:ea typeface="楷体_GB2312" pitchFamily="49" charset="-122"/>
              </a:rPr>
              <a:t>）信息叫做限定符。</a:t>
            </a:r>
          </a:p>
        </p:txBody>
      </p:sp>
      <p:sp>
        <p:nvSpPr>
          <p:cNvPr id="16388" name="Text Box 7"/>
          <p:cNvSpPr txBox="1">
            <a:spLocks noChangeArrowheads="1"/>
          </p:cNvSpPr>
          <p:nvPr/>
        </p:nvSpPr>
        <p:spPr bwMode="auto">
          <a:xfrm>
            <a:off x="752475" y="5264503"/>
            <a:ext cx="25146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＊一个小矩形框</a:t>
            </a:r>
          </a:p>
        </p:txBody>
      </p:sp>
      <p:pic>
        <p:nvPicPr>
          <p:cNvPr id="16389" name="Picture 9" descr="T4-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0163" y="2608615"/>
            <a:ext cx="5899150" cy="16065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44776" name="Picture 8" descr="T4-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9650" y="3796065"/>
            <a:ext cx="5899150" cy="14795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8" name="日期占位符 1">
            <a:extLst>
              <a:ext uri="{FF2B5EF4-FFF2-40B4-BE49-F238E27FC236}">
                <a16:creationId xmlns:a16="http://schemas.microsoft.com/office/drawing/2014/main" id="{D81CDC40-24D8-9548-BB3F-0BDA69DF8E9B}"/>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9" name="页脚占位符 2">
            <a:extLst>
              <a:ext uri="{FF2B5EF4-FFF2-40B4-BE49-F238E27FC236}">
                <a16:creationId xmlns:a16="http://schemas.microsoft.com/office/drawing/2014/main" id="{7C02846F-A4E2-B840-9D2D-40761810E23E}"/>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0" name="灯片编号占位符 3">
            <a:extLst>
              <a:ext uri="{FF2B5EF4-FFF2-40B4-BE49-F238E27FC236}">
                <a16:creationId xmlns:a16="http://schemas.microsoft.com/office/drawing/2014/main" id="{CBB02C4E-8924-EF40-8612-66F83FE43F54}"/>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38</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4776"/>
                                        </p:tgtEl>
                                        <p:attrNameLst>
                                          <p:attrName>style.visibility</p:attrName>
                                        </p:attrNameLst>
                                      </p:cBhvr>
                                      <p:to>
                                        <p:strVal val="visible"/>
                                      </p:to>
                                    </p:set>
                                    <p:anim calcmode="lin" valueType="num">
                                      <p:cBhvr additive="base">
                                        <p:cTn id="7" dur="500" fill="hold"/>
                                        <p:tgtEl>
                                          <p:spTgt spid="544776"/>
                                        </p:tgtEl>
                                        <p:attrNameLst>
                                          <p:attrName>ppt_x</p:attrName>
                                        </p:attrNameLst>
                                      </p:cBhvr>
                                      <p:tavLst>
                                        <p:tav tm="0">
                                          <p:val>
                                            <p:strVal val="#ppt_x"/>
                                          </p:val>
                                        </p:tav>
                                        <p:tav tm="100000">
                                          <p:val>
                                            <p:strVal val="#ppt_x"/>
                                          </p:val>
                                        </p:tav>
                                      </p:tavLst>
                                    </p:anim>
                                    <p:anim calcmode="lin" valueType="num">
                                      <p:cBhvr additive="base">
                                        <p:cTn id="8" dur="500" fill="hold"/>
                                        <p:tgtEl>
                                          <p:spTgt spid="544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自身关联</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18435"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自身关联（</a:t>
            </a:r>
            <a:r>
              <a:rPr lang="en-US" altLang="zh-CN" sz="1600">
                <a:solidFill>
                  <a:srgbClr val="FFFF00"/>
                </a:solidFill>
                <a:ea typeface="楷体_GB2312" pitchFamily="49" charset="-122"/>
              </a:rPr>
              <a:t>reflexive association</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一个类可能与它自己发生关联，这样的关联被称为自身关联。</a:t>
            </a:r>
          </a:p>
        </p:txBody>
      </p:sp>
      <p:pic>
        <p:nvPicPr>
          <p:cNvPr id="18436" name="Picture 8" descr="T4-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44725" y="2748315"/>
            <a:ext cx="4960938" cy="26400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6" name="日期占位符 1">
            <a:extLst>
              <a:ext uri="{FF2B5EF4-FFF2-40B4-BE49-F238E27FC236}">
                <a16:creationId xmlns:a16="http://schemas.microsoft.com/office/drawing/2014/main" id="{8A621AC4-6F5C-6842-8CE1-C88C9F7A639C}"/>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7" name="页脚占位符 2">
            <a:extLst>
              <a:ext uri="{FF2B5EF4-FFF2-40B4-BE49-F238E27FC236}">
                <a16:creationId xmlns:a16="http://schemas.microsoft.com/office/drawing/2014/main" id="{C080F335-5A10-5145-A8C9-1B57EA07ABA5}"/>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8" name="灯片编号占位符 3">
            <a:extLst>
              <a:ext uri="{FF2B5EF4-FFF2-40B4-BE49-F238E27FC236}">
                <a16:creationId xmlns:a16="http://schemas.microsoft.com/office/drawing/2014/main" id="{95FAC258-12E2-CD4A-BD60-01FB5C4D4085}"/>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39</a:t>
            </a:fld>
            <a:endParaRPr lang="zh-CN" altLang="en-US"/>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继承和泛化</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20483" name="Text Box 3"/>
          <p:cNvSpPr txBox="1">
            <a:spLocks noChangeArrowheads="1"/>
          </p:cNvSpPr>
          <p:nvPr/>
        </p:nvSpPr>
        <p:spPr bwMode="auto">
          <a:xfrm>
            <a:off x="763588" y="1414815"/>
            <a:ext cx="7807325"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dirty="0">
                <a:solidFill>
                  <a:srgbClr val="FFFF00"/>
                </a:solidFill>
              </a:rPr>
              <a:t>◇ </a:t>
            </a:r>
            <a:r>
              <a:rPr lang="zh-CN" altLang="en-US" sz="1600" dirty="0">
                <a:solidFill>
                  <a:srgbClr val="FFFF00"/>
                </a:solidFill>
                <a:ea typeface="楷体_GB2312" pitchFamily="49" charset="-122"/>
              </a:rPr>
              <a:t>继承（</a:t>
            </a:r>
            <a:r>
              <a:rPr lang="en-US" altLang="zh-CN" sz="1600" dirty="0">
                <a:solidFill>
                  <a:srgbClr val="FFFF00"/>
                </a:solidFill>
                <a:ea typeface="楷体_GB2312" pitchFamily="49" charset="-122"/>
              </a:rPr>
              <a:t>inheritance</a:t>
            </a:r>
            <a:r>
              <a:rPr lang="zh-CN" altLang="en-US" sz="1600" dirty="0">
                <a:solidFill>
                  <a:srgbClr val="FFFF00"/>
                </a:solidFill>
                <a:ea typeface="楷体_GB2312" pitchFamily="49" charset="-122"/>
              </a:rPr>
              <a:t>）</a:t>
            </a:r>
            <a:endParaRPr lang="zh-CN" altLang="en-US" sz="1600" dirty="0">
              <a:solidFill>
                <a:schemeClr val="bg1"/>
              </a:solidFill>
              <a:ea typeface="楷体_GB2312" pitchFamily="49" charset="-122"/>
            </a:endParaRPr>
          </a:p>
          <a:p>
            <a:pPr marL="311150" indent="-311150" eaLnBrk="1" hangingPunct="1">
              <a:lnSpc>
                <a:spcPct val="150000"/>
              </a:lnSpc>
              <a:spcBef>
                <a:spcPct val="0"/>
              </a:spcBef>
              <a:buFontTx/>
              <a:buNone/>
            </a:pPr>
            <a:r>
              <a:rPr lang="zh-CN" altLang="en-US" sz="1800" dirty="0">
                <a:solidFill>
                  <a:schemeClr val="bg1"/>
                </a:solidFill>
              </a:rPr>
              <a:t>     </a:t>
            </a:r>
            <a:r>
              <a:rPr lang="zh-CN" altLang="en-US" sz="1600" dirty="0">
                <a:solidFill>
                  <a:schemeClr val="bg1"/>
                </a:solidFill>
                <a:ea typeface="楷体_GB2312" pitchFamily="49" charset="-122"/>
              </a:rPr>
              <a:t>如果你知道某物所属的种类，你自然就会知道同类的其他事物也具有该事物的一些特征。在面向对象术语中，这种关系被称为继承。在</a:t>
            </a:r>
            <a:r>
              <a:rPr lang="en-US" altLang="zh-CN" sz="1600" dirty="0">
                <a:solidFill>
                  <a:schemeClr val="bg1"/>
                </a:solidFill>
                <a:ea typeface="楷体_GB2312" pitchFamily="49" charset="-122"/>
              </a:rPr>
              <a:t>UML</a:t>
            </a:r>
            <a:r>
              <a:rPr lang="zh-CN" altLang="en-US" sz="1600" dirty="0">
                <a:solidFill>
                  <a:schemeClr val="bg1"/>
                </a:solidFill>
                <a:ea typeface="楷体_GB2312" pitchFamily="49" charset="-122"/>
              </a:rPr>
              <a:t>中，则被称为</a:t>
            </a:r>
            <a:r>
              <a:rPr lang="zh-CN" altLang="en-US" sz="1600" dirty="0">
                <a:solidFill>
                  <a:srgbClr val="FFFF00"/>
                </a:solidFill>
                <a:ea typeface="楷体_GB2312" pitchFamily="49" charset="-122"/>
              </a:rPr>
              <a:t>泛化（</a:t>
            </a:r>
            <a:r>
              <a:rPr lang="en-US" altLang="zh-CN" sz="1600" dirty="0">
                <a:solidFill>
                  <a:srgbClr val="FFFF00"/>
                </a:solidFill>
                <a:ea typeface="楷体_GB2312" pitchFamily="49" charset="-122"/>
              </a:rPr>
              <a:t>generalization</a:t>
            </a:r>
            <a:r>
              <a:rPr lang="zh-CN" altLang="en-US" sz="1600" dirty="0">
                <a:solidFill>
                  <a:srgbClr val="FFFF00"/>
                </a:solidFill>
                <a:ea typeface="楷体_GB2312" pitchFamily="49" charset="-122"/>
              </a:rPr>
              <a:t>）</a:t>
            </a:r>
            <a:r>
              <a:rPr lang="zh-CN" altLang="en-US" sz="1600" dirty="0">
                <a:solidFill>
                  <a:schemeClr val="bg1"/>
                </a:solidFill>
                <a:ea typeface="楷体_GB2312" pitchFamily="49" charset="-122"/>
              </a:rPr>
              <a:t>。</a:t>
            </a:r>
          </a:p>
          <a:p>
            <a:pPr eaLnBrk="1" hangingPunct="1">
              <a:lnSpc>
                <a:spcPct val="150000"/>
              </a:lnSpc>
              <a:spcBef>
                <a:spcPct val="0"/>
              </a:spcBef>
              <a:buFontTx/>
              <a:buNone/>
            </a:pPr>
            <a:r>
              <a:rPr lang="zh-CN" altLang="en-US" sz="1600" dirty="0">
                <a:solidFill>
                  <a:schemeClr val="bg1"/>
                </a:solidFill>
                <a:ea typeface="楷体_GB2312" pitchFamily="49" charset="-122"/>
              </a:rPr>
              <a:t>      </a:t>
            </a:r>
          </a:p>
          <a:p>
            <a:pPr marL="311150" indent="-311150" eaLnBrk="1" hangingPunct="1">
              <a:lnSpc>
                <a:spcPct val="150000"/>
              </a:lnSpc>
              <a:spcBef>
                <a:spcPct val="0"/>
              </a:spcBef>
              <a:buFontTx/>
              <a:buNone/>
            </a:pPr>
            <a:r>
              <a:rPr lang="zh-CN" altLang="en-US" sz="1600" dirty="0">
                <a:solidFill>
                  <a:schemeClr val="bg1"/>
                </a:solidFill>
                <a:ea typeface="楷体_GB2312" pitchFamily="49" charset="-122"/>
              </a:rPr>
              <a:t>      基类（</a:t>
            </a:r>
            <a:r>
              <a:rPr lang="en-US" altLang="zh-CN" sz="1600" dirty="0">
                <a:solidFill>
                  <a:schemeClr val="bg1"/>
                </a:solidFill>
                <a:ea typeface="楷体_GB2312" pitchFamily="49" charset="-122"/>
              </a:rPr>
              <a:t>base class</a:t>
            </a:r>
            <a:r>
              <a:rPr lang="zh-CN" altLang="en-US" sz="1600" dirty="0">
                <a:solidFill>
                  <a:schemeClr val="bg1"/>
                </a:solidFill>
                <a:ea typeface="楷体_GB2312" pitchFamily="49" charset="-122"/>
              </a:rPr>
              <a:t>）或根类 </a:t>
            </a:r>
            <a:r>
              <a:rPr lang="en-US" altLang="zh-CN" sz="1600" dirty="0">
                <a:solidFill>
                  <a:schemeClr val="bg1"/>
                </a:solidFill>
                <a:ea typeface="楷体_GB2312" pitchFamily="49" charset="-122"/>
              </a:rPr>
              <a:t>—— </a:t>
            </a:r>
            <a:r>
              <a:rPr lang="zh-CN" altLang="en-US" sz="1600" dirty="0">
                <a:solidFill>
                  <a:schemeClr val="bg1"/>
                </a:solidFill>
                <a:ea typeface="楷体_GB2312" pitchFamily="49" charset="-122"/>
              </a:rPr>
              <a:t>叶类（</a:t>
            </a:r>
            <a:r>
              <a:rPr lang="en-US" altLang="zh-CN" sz="1600" dirty="0">
                <a:solidFill>
                  <a:schemeClr val="bg1"/>
                </a:solidFill>
                <a:ea typeface="楷体_GB2312" pitchFamily="49" charset="-122"/>
              </a:rPr>
              <a:t>leaf class</a:t>
            </a:r>
            <a:r>
              <a:rPr lang="zh-CN" altLang="en-US" sz="1600" dirty="0">
                <a:solidFill>
                  <a:schemeClr val="bg1"/>
                </a:solidFill>
                <a:ea typeface="楷体_GB2312" pitchFamily="49" charset="-122"/>
              </a:rPr>
              <a:t>）</a:t>
            </a:r>
          </a:p>
          <a:p>
            <a:pPr marL="311150" indent="-311150" eaLnBrk="1" hangingPunct="1">
              <a:lnSpc>
                <a:spcPct val="150000"/>
              </a:lnSpc>
              <a:spcBef>
                <a:spcPct val="0"/>
              </a:spcBef>
              <a:buFontTx/>
              <a:buNone/>
            </a:pPr>
            <a:r>
              <a:rPr lang="zh-CN" altLang="en-US" sz="1600" dirty="0">
                <a:solidFill>
                  <a:schemeClr val="bg1"/>
                </a:solidFill>
                <a:ea typeface="楷体_GB2312" pitchFamily="49" charset="-122"/>
              </a:rPr>
              <a:t>      单继承（</a:t>
            </a:r>
            <a:r>
              <a:rPr lang="en-US" altLang="zh-CN" sz="1600" dirty="0">
                <a:solidFill>
                  <a:schemeClr val="bg1"/>
                </a:solidFill>
                <a:ea typeface="楷体_GB2312" pitchFamily="49" charset="-122"/>
              </a:rPr>
              <a:t>single inheritance</a:t>
            </a:r>
            <a:r>
              <a:rPr lang="zh-CN" altLang="en-US" sz="1600" dirty="0">
                <a:solidFill>
                  <a:schemeClr val="bg1"/>
                </a:solidFill>
                <a:ea typeface="楷体_GB2312" pitchFamily="49" charset="-122"/>
              </a:rPr>
              <a:t>）</a:t>
            </a:r>
            <a:r>
              <a:rPr lang="en-US" altLang="zh-CN" sz="1600" dirty="0">
                <a:solidFill>
                  <a:schemeClr val="bg1"/>
                </a:solidFill>
                <a:ea typeface="楷体_GB2312" pitchFamily="49" charset="-122"/>
              </a:rPr>
              <a:t>——</a:t>
            </a:r>
            <a:r>
              <a:rPr lang="en-US" altLang="zh-CN" sz="1800" dirty="0"/>
              <a:t> </a:t>
            </a:r>
            <a:r>
              <a:rPr lang="zh-CN" altLang="en-US" sz="1600" dirty="0">
                <a:solidFill>
                  <a:schemeClr val="bg1"/>
                </a:solidFill>
                <a:ea typeface="楷体_GB2312" pitchFamily="49" charset="-122"/>
              </a:rPr>
              <a:t>多继承（</a:t>
            </a:r>
            <a:r>
              <a:rPr lang="en-US" altLang="zh-CN" sz="1600" dirty="0">
                <a:solidFill>
                  <a:schemeClr val="bg1"/>
                </a:solidFill>
                <a:ea typeface="楷体_GB2312" pitchFamily="49" charset="-122"/>
              </a:rPr>
              <a:t>multiple inheritance</a:t>
            </a:r>
            <a:r>
              <a:rPr lang="zh-CN" altLang="en-US" sz="1600" dirty="0">
                <a:solidFill>
                  <a:schemeClr val="bg1"/>
                </a:solidFill>
                <a:ea typeface="楷体_GB2312" pitchFamily="49" charset="-122"/>
              </a:rPr>
              <a:t>） </a:t>
            </a:r>
          </a:p>
        </p:txBody>
      </p:sp>
      <p:pic>
        <p:nvPicPr>
          <p:cNvPr id="548872" name="Picture 8" descr="T4-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05238" y="1948215"/>
            <a:ext cx="4086225" cy="42148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20485" name="Text Box 9"/>
          <p:cNvSpPr txBox="1">
            <a:spLocks noChangeArrowheads="1"/>
          </p:cNvSpPr>
          <p:nvPr/>
        </p:nvSpPr>
        <p:spPr bwMode="auto">
          <a:xfrm>
            <a:off x="752475" y="5078765"/>
            <a:ext cx="2735263"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＊指向父类一端带有一个空心三角箭头</a:t>
            </a:r>
          </a:p>
        </p:txBody>
      </p:sp>
      <p:sp>
        <p:nvSpPr>
          <p:cNvPr id="7" name="日期占位符 1">
            <a:extLst>
              <a:ext uri="{FF2B5EF4-FFF2-40B4-BE49-F238E27FC236}">
                <a16:creationId xmlns:a16="http://schemas.microsoft.com/office/drawing/2014/main" id="{8BBFF69F-2E99-AE4E-99EB-F24918EF657C}"/>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0A977662-9C27-0D43-B005-D5F29DADD16D}"/>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1DBF4261-A61C-D14E-984C-B711BF52CE93}"/>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40</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48872"/>
                                        </p:tgtEl>
                                        <p:attrNameLst>
                                          <p:attrName>style.visibility</p:attrName>
                                        </p:attrNameLst>
                                      </p:cBhvr>
                                      <p:to>
                                        <p:strVal val="visible"/>
                                      </p:to>
                                    </p:set>
                                    <p:animEffect transition="in" filter="checkerboard(across)">
                                      <p:cBhvr>
                                        <p:cTn id="7" dur="500"/>
                                        <p:tgtEl>
                                          <p:spTgt spid="548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继承和泛化</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22531"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抽象类（</a:t>
            </a:r>
            <a:r>
              <a:rPr lang="en-US" altLang="zh-CN" sz="1600">
                <a:solidFill>
                  <a:srgbClr val="FFFF00"/>
                </a:solidFill>
                <a:ea typeface="楷体_GB2312" pitchFamily="49" charset="-122"/>
              </a:rPr>
              <a:t>abstract class</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不提供实例对象的类被称为抽象类。 </a:t>
            </a:r>
          </a:p>
        </p:txBody>
      </p:sp>
      <p:sp>
        <p:nvSpPr>
          <p:cNvPr id="22532" name="Text Box 6"/>
          <p:cNvSpPr txBox="1">
            <a:spLocks noChangeArrowheads="1"/>
          </p:cNvSpPr>
          <p:nvPr/>
        </p:nvSpPr>
        <p:spPr bwMode="auto">
          <a:xfrm>
            <a:off x="752475" y="5078765"/>
            <a:ext cx="273526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＊类名用斜体书写</a:t>
            </a:r>
          </a:p>
        </p:txBody>
      </p:sp>
      <p:pic>
        <p:nvPicPr>
          <p:cNvPr id="22533" name="Picture 7" descr="T4-15"/>
          <p:cNvPicPr>
            <a:picLocks noChangeAspect="1" noChangeArrowheads="1"/>
          </p:cNvPicPr>
          <p:nvPr/>
        </p:nvPicPr>
        <p:blipFill>
          <a:blip r:embed="rId3" cstate="print">
            <a:extLst>
              <a:ext uri="{28A0092B-C50C-407E-A947-70E740481C1C}">
                <a14:useLocalDpi xmlns:a14="http://schemas.microsoft.com/office/drawing/2010/main" val="0"/>
              </a:ext>
            </a:extLst>
          </a:blip>
          <a:srcRect b="41322"/>
          <a:stretch>
            <a:fillRect/>
          </a:stretch>
        </p:blipFill>
        <p:spPr bwMode="auto">
          <a:xfrm>
            <a:off x="3478213" y="2497490"/>
            <a:ext cx="4294187" cy="342423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7" name="日期占位符 1">
            <a:extLst>
              <a:ext uri="{FF2B5EF4-FFF2-40B4-BE49-F238E27FC236}">
                <a16:creationId xmlns:a16="http://schemas.microsoft.com/office/drawing/2014/main" id="{0F32C46F-C1B2-D048-94F1-1DA977774B91}"/>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3865C965-4E14-9341-87EB-EB80A77BA70F}"/>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4E3FA5FC-0140-954C-9D32-49188AC08332}"/>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41</a:t>
            </a:fld>
            <a:endParaRPr lang="zh-CN" altLang="en-US"/>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依赖</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24579"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依赖（</a:t>
            </a:r>
            <a:r>
              <a:rPr lang="en-US" altLang="zh-CN" sz="1600">
                <a:solidFill>
                  <a:srgbClr val="FFFF00"/>
                </a:solidFill>
                <a:ea typeface="楷体_GB2312" pitchFamily="49" charset="-122"/>
              </a:rPr>
              <a:t>dependency</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如果一个类使用了另一个类，这种关系称之为依赖。</a:t>
            </a:r>
          </a:p>
        </p:txBody>
      </p:sp>
      <p:sp>
        <p:nvSpPr>
          <p:cNvPr id="24580" name="Text Box 6"/>
          <p:cNvSpPr txBox="1">
            <a:spLocks noChangeArrowheads="1"/>
          </p:cNvSpPr>
          <p:nvPr/>
        </p:nvSpPr>
        <p:spPr bwMode="auto">
          <a:xfrm>
            <a:off x="752475" y="5450240"/>
            <a:ext cx="5699125"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在有依赖关系的类之间画上一条带箭头的虚线</a:t>
            </a:r>
          </a:p>
        </p:txBody>
      </p:sp>
      <p:pic>
        <p:nvPicPr>
          <p:cNvPr id="24581" name="Picture 7" descr="T4-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2038" y="2614965"/>
            <a:ext cx="5232400" cy="25765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7" name="日期占位符 1">
            <a:extLst>
              <a:ext uri="{FF2B5EF4-FFF2-40B4-BE49-F238E27FC236}">
                <a16:creationId xmlns:a16="http://schemas.microsoft.com/office/drawing/2014/main" id="{DFB0FB68-5DC2-AA40-95D0-A039DA2B8C64}"/>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210539FD-A32D-5143-AA04-309DCFF8F5C6}"/>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DEC6842C-37BA-9F4E-8C9F-5E09F1FBB08B}"/>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42</a:t>
            </a:fld>
            <a:endParaRPr lang="zh-CN" altLang="en-US"/>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聚集</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30723" name="Text Box 3"/>
          <p:cNvSpPr txBox="1">
            <a:spLocks noChangeArrowheads="1"/>
          </p:cNvSpPr>
          <p:nvPr/>
        </p:nvSpPr>
        <p:spPr bwMode="auto">
          <a:xfrm>
            <a:off x="763588" y="1414815"/>
            <a:ext cx="7807325"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聚集（</a:t>
            </a:r>
            <a:r>
              <a:rPr lang="en-US" altLang="zh-CN" sz="1600">
                <a:solidFill>
                  <a:srgbClr val="FFFF00"/>
                </a:solidFill>
                <a:ea typeface="楷体_GB2312" pitchFamily="49" charset="-122"/>
              </a:rPr>
              <a:t>aggregation</a:t>
            </a:r>
            <a:r>
              <a:rPr lang="zh-CN" altLang="en-US" sz="1600">
                <a:solidFill>
                  <a:srgbClr val="FFFF00"/>
                </a:solidFill>
                <a:ea typeface="楷体_GB2312" pitchFamily="49" charset="-122"/>
              </a:rPr>
              <a:t>）</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一个类有时是由几个部分类组成的，这种特殊类型的关系被称为聚集。部分类和由它们组成的类之间是一种整体－部分（</a:t>
            </a:r>
            <a:r>
              <a:rPr lang="en-US" altLang="zh-CN" sz="1600">
                <a:solidFill>
                  <a:schemeClr val="bg1"/>
                </a:solidFill>
                <a:ea typeface="楷体_GB2312" pitchFamily="49" charset="-122"/>
              </a:rPr>
              <a:t>part-whole</a:t>
            </a:r>
            <a:r>
              <a:rPr lang="zh-CN" altLang="en-US" sz="1600">
                <a:solidFill>
                  <a:schemeClr val="bg1"/>
                </a:solidFill>
                <a:ea typeface="楷体_GB2312" pitchFamily="49" charset="-122"/>
              </a:rPr>
              <a:t>）关联。</a:t>
            </a:r>
          </a:p>
        </p:txBody>
      </p:sp>
      <p:pic>
        <p:nvPicPr>
          <p:cNvPr id="30725" name="Picture 9" descr="T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809" y="1230719"/>
            <a:ext cx="8288881" cy="3958554"/>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30726" name="Text Box 10"/>
          <p:cNvSpPr txBox="1">
            <a:spLocks noChangeArrowheads="1"/>
          </p:cNvSpPr>
          <p:nvPr/>
        </p:nvSpPr>
        <p:spPr bwMode="auto">
          <a:xfrm>
            <a:off x="752475" y="5378803"/>
            <a:ext cx="649287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＊关联线上有一个空心菱形箭头，箭头的方向是从部分指向整体。</a:t>
            </a:r>
          </a:p>
        </p:txBody>
      </p:sp>
      <p:sp>
        <p:nvSpPr>
          <p:cNvPr id="7" name="日期占位符 1">
            <a:extLst>
              <a:ext uri="{FF2B5EF4-FFF2-40B4-BE49-F238E27FC236}">
                <a16:creationId xmlns:a16="http://schemas.microsoft.com/office/drawing/2014/main" id="{F1FB7C92-A08C-2D42-AC91-0A74C8B4A5C6}"/>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D5B51104-5CDC-A04B-8EDD-DF6E33624390}"/>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86DBC6B4-D1EE-D345-B9A9-1ECE5BE6F51D}"/>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43</a:t>
            </a:fld>
            <a:endParaRPr lang="zh-CN" altLang="en-US"/>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聚集</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32771" name="Text Box 3"/>
          <p:cNvSpPr txBox="1">
            <a:spLocks noChangeArrowheads="1"/>
          </p:cNvSpPr>
          <p:nvPr/>
        </p:nvSpPr>
        <p:spPr bwMode="auto">
          <a:xfrm>
            <a:off x="763588" y="141481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聚集上的约束</a:t>
            </a:r>
            <a:endParaRPr lang="zh-CN" altLang="en-US" sz="1600">
              <a:solidFill>
                <a:schemeClr val="bg1"/>
              </a:solidFill>
              <a:ea typeface="楷体_GB2312" pitchFamily="49" charset="-122"/>
            </a:endParaRPr>
          </a:p>
        </p:txBody>
      </p:sp>
      <p:pic>
        <p:nvPicPr>
          <p:cNvPr id="32772" name="Picture 7" descr="T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1638" y="2845153"/>
            <a:ext cx="5980112" cy="22415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6" name="日期占位符 1">
            <a:extLst>
              <a:ext uri="{FF2B5EF4-FFF2-40B4-BE49-F238E27FC236}">
                <a16:creationId xmlns:a16="http://schemas.microsoft.com/office/drawing/2014/main" id="{96A1200F-A419-3447-BA11-596FDA4E4CA0}"/>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7" name="页脚占位符 2">
            <a:extLst>
              <a:ext uri="{FF2B5EF4-FFF2-40B4-BE49-F238E27FC236}">
                <a16:creationId xmlns:a16="http://schemas.microsoft.com/office/drawing/2014/main" id="{F24AB742-F5D1-354E-9366-1FB576777656}"/>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8" name="灯片编号占位符 3">
            <a:extLst>
              <a:ext uri="{FF2B5EF4-FFF2-40B4-BE49-F238E27FC236}">
                <a16:creationId xmlns:a16="http://schemas.microsoft.com/office/drawing/2014/main" id="{4A8083A3-5239-8449-80C4-BFB9F92B9FD5}"/>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44</a:t>
            </a:fld>
            <a:endParaRPr lang="zh-CN" altLang="en-US"/>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组成</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34819" name="Text Box 3"/>
          <p:cNvSpPr txBox="1">
            <a:spLocks noChangeArrowheads="1"/>
          </p:cNvSpPr>
          <p:nvPr/>
        </p:nvSpPr>
        <p:spPr bwMode="auto">
          <a:xfrm>
            <a:off x="763588" y="1414815"/>
            <a:ext cx="780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组成</a:t>
            </a:r>
            <a:endParaRPr lang="zh-CN" altLang="en-US" sz="1600">
              <a:solidFill>
                <a:schemeClr val="bg1"/>
              </a:solidFill>
              <a:ea typeface="楷体_GB2312" pitchFamily="49" charset="-122"/>
            </a:endParaRPr>
          </a:p>
          <a:p>
            <a:pPr eaLnBrk="1" hangingPunct="1">
              <a:lnSpc>
                <a:spcPct val="150000"/>
              </a:lnSpc>
              <a:spcBef>
                <a:spcPct val="0"/>
              </a:spcBef>
              <a:buFontTx/>
              <a:buNone/>
            </a:pPr>
            <a:r>
              <a:rPr lang="zh-CN" altLang="en-US" sz="1800">
                <a:solidFill>
                  <a:schemeClr val="bg1"/>
                </a:solidFill>
              </a:rPr>
              <a:t>     </a:t>
            </a:r>
            <a:r>
              <a:rPr lang="zh-CN" altLang="en-US" sz="1600">
                <a:solidFill>
                  <a:schemeClr val="bg1"/>
                </a:solidFill>
                <a:ea typeface="楷体_GB2312" pitchFamily="49" charset="-122"/>
              </a:rPr>
              <a:t>组成是强类型的聚集。聚集中每个部分体只能属于一个整体。</a:t>
            </a:r>
          </a:p>
        </p:txBody>
      </p:sp>
      <p:pic>
        <p:nvPicPr>
          <p:cNvPr id="34820" name="Picture 7" descr="T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1813" y="2983265"/>
            <a:ext cx="6027737" cy="229076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34821" name="Text Box 8"/>
          <p:cNvSpPr txBox="1">
            <a:spLocks noChangeArrowheads="1"/>
          </p:cNvSpPr>
          <p:nvPr/>
        </p:nvSpPr>
        <p:spPr bwMode="auto">
          <a:xfrm>
            <a:off x="752475" y="5378803"/>
            <a:ext cx="649287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＊关联线上有一个实心菱形箭头，箭头的方向是从部分指向整体。</a:t>
            </a:r>
          </a:p>
        </p:txBody>
      </p:sp>
      <p:sp>
        <p:nvSpPr>
          <p:cNvPr id="7" name="日期占位符 1">
            <a:extLst>
              <a:ext uri="{FF2B5EF4-FFF2-40B4-BE49-F238E27FC236}">
                <a16:creationId xmlns:a16="http://schemas.microsoft.com/office/drawing/2014/main" id="{0C98C03E-92F4-8543-8496-6AB6C10147E4}"/>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CF526414-93E0-F84C-A3E3-40EF9DFDA75A}"/>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14E8AA58-7CE4-7148-BF7E-17C70BFE3506}"/>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45</a:t>
            </a:fld>
            <a:endParaRPr lang="zh-CN" altLang="en-US"/>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接口与实现</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36867" name="Text Box 3"/>
          <p:cNvSpPr txBox="1">
            <a:spLocks noChangeArrowheads="1"/>
          </p:cNvSpPr>
          <p:nvPr/>
        </p:nvSpPr>
        <p:spPr bwMode="auto">
          <a:xfrm>
            <a:off x="763588" y="1414815"/>
            <a:ext cx="7807325"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a:t>
            </a:r>
            <a:r>
              <a:rPr lang="en-US" altLang="zh-CN" sz="1800">
                <a:solidFill>
                  <a:schemeClr val="bg1"/>
                </a:solidFill>
              </a:rPr>
              <a:t> </a:t>
            </a:r>
            <a:r>
              <a:rPr lang="zh-CN" altLang="en-US" sz="1600">
                <a:solidFill>
                  <a:srgbClr val="FFFF00"/>
                </a:solidFill>
                <a:ea typeface="楷体_GB2312" pitchFamily="49" charset="-122"/>
              </a:rPr>
              <a:t>接口</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interface</a:t>
            </a:r>
            <a:r>
              <a:rPr lang="zh-CN" altLang="en-US" sz="1600">
                <a:solidFill>
                  <a:schemeClr val="bg1"/>
                </a:solidFill>
                <a:ea typeface="楷体_GB2312" pitchFamily="49" charset="-122"/>
              </a:rPr>
              <a:t>）是描述类的部分行为的一组操作，它也是一个类提供给另一个类的一组操作。</a:t>
            </a:r>
          </a:p>
        </p:txBody>
      </p:sp>
      <p:sp>
        <p:nvSpPr>
          <p:cNvPr id="36868" name="Text Box 6"/>
          <p:cNvSpPr txBox="1">
            <a:spLocks noChangeArrowheads="1"/>
          </p:cNvSpPr>
          <p:nvPr/>
        </p:nvSpPr>
        <p:spPr bwMode="auto">
          <a:xfrm>
            <a:off x="752475" y="5137503"/>
            <a:ext cx="64928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69875" indent="-269875">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和类相似，都是用一个矩形图标来代表</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接口只是一组操作，没有属性</a:t>
            </a:r>
          </a:p>
        </p:txBody>
      </p:sp>
      <p:pic>
        <p:nvPicPr>
          <p:cNvPr id="36869" name="Picture 7" descr="T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513" y="2054578"/>
            <a:ext cx="4329112" cy="31289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7" name="日期占位符 1">
            <a:extLst>
              <a:ext uri="{FF2B5EF4-FFF2-40B4-BE49-F238E27FC236}">
                <a16:creationId xmlns:a16="http://schemas.microsoft.com/office/drawing/2014/main" id="{FE155DD5-7256-654B-8C8E-BC6ED5E1604C}"/>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8" name="页脚占位符 2">
            <a:extLst>
              <a:ext uri="{FF2B5EF4-FFF2-40B4-BE49-F238E27FC236}">
                <a16:creationId xmlns:a16="http://schemas.microsoft.com/office/drawing/2014/main" id="{FE2CC53C-B52B-264E-A2FF-134B551C4FC4}"/>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9" name="灯片编号占位符 3">
            <a:extLst>
              <a:ext uri="{FF2B5EF4-FFF2-40B4-BE49-F238E27FC236}">
                <a16:creationId xmlns:a16="http://schemas.microsoft.com/office/drawing/2014/main" id="{D1A263DB-0904-9743-A0C8-4A15A019A2B8}"/>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46</a:t>
            </a:fld>
            <a:endParaRPr lang="zh-CN" altLang="en-US"/>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接口与实现</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38915" name="Text Box 3"/>
          <p:cNvSpPr txBox="1">
            <a:spLocks noChangeArrowheads="1"/>
          </p:cNvSpPr>
          <p:nvPr/>
        </p:nvSpPr>
        <p:spPr bwMode="auto">
          <a:xfrm>
            <a:off x="763588" y="141481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chemeClr val="bg1"/>
                </a:solidFill>
                <a:ea typeface="楷体_GB2312" pitchFamily="49" charset="-122"/>
              </a:rPr>
              <a:t>一个类和它的接口之间的关系叫做</a:t>
            </a:r>
            <a:r>
              <a:rPr lang="zh-CN" altLang="en-US" sz="1600">
                <a:solidFill>
                  <a:srgbClr val="FFFF00"/>
                </a:solidFill>
                <a:ea typeface="楷体_GB2312" pitchFamily="49" charset="-122"/>
              </a:rPr>
              <a:t>实现</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realization</a:t>
            </a:r>
            <a:r>
              <a:rPr lang="zh-CN" altLang="en-US" sz="1600">
                <a:solidFill>
                  <a:schemeClr val="bg1"/>
                </a:solidFill>
                <a:ea typeface="楷体_GB2312" pitchFamily="49" charset="-122"/>
              </a:rPr>
              <a:t>）。</a:t>
            </a:r>
          </a:p>
        </p:txBody>
      </p:sp>
      <p:sp>
        <p:nvSpPr>
          <p:cNvPr id="38916" name="Text Box 5"/>
          <p:cNvSpPr txBox="1">
            <a:spLocks noChangeArrowheads="1"/>
          </p:cNvSpPr>
          <p:nvPr/>
        </p:nvSpPr>
        <p:spPr bwMode="auto">
          <a:xfrm>
            <a:off x="752475" y="5137503"/>
            <a:ext cx="7278688"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和继承符号相似，但它是一个带空心三角形的箭头，箭头的方向指向接口</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省略表示法是将接口表示为一个小圆圈，并和实现它的类用一条线连起来</a:t>
            </a:r>
          </a:p>
        </p:txBody>
      </p:sp>
      <p:pic>
        <p:nvPicPr>
          <p:cNvPr id="38917" name="Picture 6" descr="T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2963" y="2186340"/>
            <a:ext cx="6902450" cy="24495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5735" name="Picture 7" descr="T5-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19238" y="2721328"/>
            <a:ext cx="3308350" cy="21145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5736" name="Picture 8" descr="T5-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54263" y="3429353"/>
            <a:ext cx="5359400" cy="17176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5737" name="Picture 9" descr="T5-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84588" y="2637190"/>
            <a:ext cx="4786312" cy="18288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4475" y="3353153"/>
            <a:ext cx="4716463" cy="21383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11" name="日期占位符 1">
            <a:extLst>
              <a:ext uri="{FF2B5EF4-FFF2-40B4-BE49-F238E27FC236}">
                <a16:creationId xmlns:a16="http://schemas.microsoft.com/office/drawing/2014/main" id="{0DA78845-EF42-DF4F-8701-603AB5A8ABB2}"/>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12" name="页脚占位符 2">
            <a:extLst>
              <a:ext uri="{FF2B5EF4-FFF2-40B4-BE49-F238E27FC236}">
                <a16:creationId xmlns:a16="http://schemas.microsoft.com/office/drawing/2014/main" id="{9E541946-F75B-D041-9BBF-BEC3D06D829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3" name="灯片编号占位符 3">
            <a:extLst>
              <a:ext uri="{FF2B5EF4-FFF2-40B4-BE49-F238E27FC236}">
                <a16:creationId xmlns:a16="http://schemas.microsoft.com/office/drawing/2014/main" id="{6057C459-AF7E-E949-B53A-FE332852DFC3}"/>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47</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nodeType="clickEffect">
                                  <p:stCondLst>
                                    <p:cond delay="0"/>
                                  </p:stCondLst>
                                  <p:childTnLst>
                                    <p:set>
                                      <p:cBhvr>
                                        <p:cTn id="6" dur="1" fill="hold">
                                          <p:stCondLst>
                                            <p:cond delay="0"/>
                                          </p:stCondLst>
                                        </p:cTn>
                                        <p:tgtEl>
                                          <p:spTgt spid="585735"/>
                                        </p:tgtEl>
                                        <p:attrNameLst>
                                          <p:attrName>style.visibility</p:attrName>
                                        </p:attrNameLst>
                                      </p:cBhvr>
                                      <p:to>
                                        <p:strVal val="visible"/>
                                      </p:to>
                                    </p:set>
                                    <p:animEffect transition="in" filter="diamond(out)">
                                      <p:cBhvr>
                                        <p:cTn id="7" dur="2000"/>
                                        <p:tgtEl>
                                          <p:spTgt spid="5857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585736"/>
                                        </p:tgtEl>
                                        <p:attrNameLst>
                                          <p:attrName>style.visibility</p:attrName>
                                        </p:attrNameLst>
                                      </p:cBhvr>
                                      <p:to>
                                        <p:strVal val="visible"/>
                                      </p:to>
                                    </p:set>
                                    <p:animEffect transition="in" filter="diamond(in)">
                                      <p:cBhvr>
                                        <p:cTn id="12" dur="2000"/>
                                        <p:tgtEl>
                                          <p:spTgt spid="5857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585737"/>
                                        </p:tgtEl>
                                        <p:attrNameLst>
                                          <p:attrName>style.visibility</p:attrName>
                                        </p:attrNameLst>
                                      </p:cBhvr>
                                      <p:to>
                                        <p:strVal val="visible"/>
                                      </p:to>
                                    </p:set>
                                    <p:animEffect transition="in" filter="diamond(in)">
                                      <p:cBhvr>
                                        <p:cTn id="17" dur="2000"/>
                                        <p:tgtEl>
                                          <p:spTgt spid="5857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接口和端口</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40963" name="Text Box 3"/>
          <p:cNvSpPr txBox="1">
            <a:spLocks noChangeArrowheads="1"/>
          </p:cNvSpPr>
          <p:nvPr/>
        </p:nvSpPr>
        <p:spPr bwMode="auto">
          <a:xfrm>
            <a:off x="763588" y="1414815"/>
            <a:ext cx="7807325"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可见性</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visibility</a:t>
            </a:r>
            <a:r>
              <a:rPr lang="zh-CN" altLang="en-US" sz="1600">
                <a:solidFill>
                  <a:schemeClr val="bg1"/>
                </a:solidFill>
                <a:ea typeface="楷体_GB2312" pitchFamily="49" charset="-122"/>
              </a:rPr>
              <a:t>）可应用于属性或操作，它说明在给定类的属性和操作（或者接口的操作）的情况下，其他类可以访问到的属性和操作的范围。</a:t>
            </a:r>
          </a:p>
          <a:p>
            <a:pPr eaLnBrk="1" hangingPunct="1">
              <a:lnSpc>
                <a:spcPct val="150000"/>
              </a:lnSpc>
              <a:spcBef>
                <a:spcPct val="0"/>
              </a:spcBef>
              <a:buFontTx/>
              <a:buNone/>
            </a:pPr>
            <a:endParaRPr lang="zh-CN" altLang="en-US" sz="1800">
              <a:solidFill>
                <a:srgbClr val="FFFF00"/>
              </a:solidFill>
            </a:endParaRPr>
          </a:p>
          <a:p>
            <a:pPr eaLnBrk="1" hangingPunct="1">
              <a:lnSpc>
                <a:spcPct val="150000"/>
              </a:lnSpc>
              <a:spcBef>
                <a:spcPct val="0"/>
              </a:spcBef>
              <a:buFontTx/>
              <a:buNone/>
            </a:pPr>
            <a:r>
              <a:rPr lang="zh-CN" altLang="en-US" sz="1800">
                <a:solidFill>
                  <a:srgbClr val="FFFF00"/>
                </a:solidFill>
              </a:rPr>
              <a:t>◇ </a:t>
            </a:r>
            <a:r>
              <a:rPr lang="zh-CN" altLang="en-US" sz="1600">
                <a:solidFill>
                  <a:srgbClr val="FFFF00"/>
                </a:solidFill>
                <a:ea typeface="楷体_GB2312" pitchFamily="49" charset="-122"/>
              </a:rPr>
              <a:t>可见性有三个层次（级别）</a:t>
            </a:r>
            <a:r>
              <a:rPr lang="zh-CN" altLang="en-US" sz="1600">
                <a:solidFill>
                  <a:schemeClr val="bg1"/>
                </a:solidFill>
                <a:ea typeface="楷体_GB2312" pitchFamily="49" charset="-122"/>
              </a:rPr>
              <a:t>：</a:t>
            </a:r>
          </a:p>
          <a:p>
            <a:pPr eaLnBrk="1" hangingPunct="1">
              <a:lnSpc>
                <a:spcPct val="150000"/>
              </a:lnSpc>
              <a:spcBef>
                <a:spcPct val="0"/>
              </a:spcBef>
              <a:buFontTx/>
              <a:buNone/>
            </a:pPr>
            <a:r>
              <a:rPr lang="zh-CN" altLang="en-US" sz="1600">
                <a:solidFill>
                  <a:srgbClr val="FFFF00"/>
                </a:solidFill>
                <a:ea typeface="楷体_GB2312" pitchFamily="49" charset="-122"/>
              </a:rPr>
              <a:t>      公有</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public</a:t>
            </a:r>
            <a:r>
              <a:rPr lang="zh-CN" altLang="en-US" sz="1600">
                <a:solidFill>
                  <a:schemeClr val="bg1"/>
                </a:solidFill>
                <a:ea typeface="楷体_GB2312" pitchFamily="49" charset="-122"/>
              </a:rPr>
              <a:t>）层次上，其他类可以直接访问这个层次中的属性和操作</a:t>
            </a:r>
          </a:p>
          <a:p>
            <a:pPr eaLnBrk="1" hangingPunct="1">
              <a:lnSpc>
                <a:spcPct val="150000"/>
              </a:lnSpc>
              <a:spcBef>
                <a:spcPct val="0"/>
              </a:spcBef>
              <a:buFontTx/>
              <a:buNone/>
            </a:pPr>
            <a:r>
              <a:rPr lang="zh-CN" altLang="en-US" sz="1600">
                <a:solidFill>
                  <a:srgbClr val="FFFF00"/>
                </a:solidFill>
                <a:ea typeface="楷体_GB2312" pitchFamily="49" charset="-122"/>
              </a:rPr>
              <a:t>      受保护</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protected</a:t>
            </a:r>
            <a:r>
              <a:rPr lang="zh-CN" altLang="en-US" sz="1600">
                <a:solidFill>
                  <a:schemeClr val="bg1"/>
                </a:solidFill>
                <a:ea typeface="楷体_GB2312" pitchFamily="49" charset="-122"/>
              </a:rPr>
              <a:t>）层次上，只有继承类这些属性和操作的子类可以访问最初类的属性和操作</a:t>
            </a:r>
          </a:p>
          <a:p>
            <a:pPr eaLnBrk="1" hangingPunct="1">
              <a:lnSpc>
                <a:spcPct val="150000"/>
              </a:lnSpc>
              <a:spcBef>
                <a:spcPct val="0"/>
              </a:spcBef>
              <a:buFontTx/>
              <a:buNone/>
            </a:pPr>
            <a:r>
              <a:rPr lang="zh-CN" altLang="en-US" sz="1600">
                <a:solidFill>
                  <a:srgbClr val="FFFF00"/>
                </a:solidFill>
                <a:ea typeface="楷体_GB2312" pitchFamily="49" charset="-122"/>
              </a:rPr>
              <a:t>      私有</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private</a:t>
            </a:r>
            <a:r>
              <a:rPr lang="zh-CN" altLang="en-US" sz="1600">
                <a:solidFill>
                  <a:schemeClr val="bg1"/>
                </a:solidFill>
                <a:ea typeface="楷体_GB2312" pitchFamily="49" charset="-122"/>
              </a:rPr>
              <a:t>）层次上，只有最初的类才能访问这些属性和操作</a:t>
            </a:r>
          </a:p>
        </p:txBody>
      </p:sp>
      <p:sp>
        <p:nvSpPr>
          <p:cNvPr id="5" name="日期占位符 1">
            <a:extLst>
              <a:ext uri="{FF2B5EF4-FFF2-40B4-BE49-F238E27FC236}">
                <a16:creationId xmlns:a16="http://schemas.microsoft.com/office/drawing/2014/main" id="{5A35438B-26A5-B344-8AA3-88A539523E4E}"/>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6" name="页脚占位符 2">
            <a:extLst>
              <a:ext uri="{FF2B5EF4-FFF2-40B4-BE49-F238E27FC236}">
                <a16:creationId xmlns:a16="http://schemas.microsoft.com/office/drawing/2014/main" id="{AE85250A-1EF6-EF4D-9DD7-C67FBD69B130}"/>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7" name="灯片编号占位符 3">
            <a:extLst>
              <a:ext uri="{FF2B5EF4-FFF2-40B4-BE49-F238E27FC236}">
                <a16:creationId xmlns:a16="http://schemas.microsoft.com/office/drawing/2014/main" id="{4661393F-8F9D-B447-9459-FF46C0E4FC23}"/>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48</a:t>
            </a:fld>
            <a:endParaRPr lang="zh-CN" altLang="en-US"/>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431800" y="43532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solidFill>
                  <a:srgbClr val="FFFF00"/>
                </a:solidFill>
                <a:latin typeface="黑体" panose="02010609060101010101" pitchFamily="49" charset="-122"/>
                <a:ea typeface="黑体" panose="02010609060101010101" pitchFamily="49" charset="-122"/>
                <a:sym typeface="华文新魏" pitchFamily="2" charset="-122"/>
              </a:rPr>
              <a:t>接口和端口</a:t>
            </a:r>
            <a:endParaRPr lang="zh-CN" altLang="en-US" sz="2000">
              <a:solidFill>
                <a:srgbClr val="FFFF00"/>
              </a:solidFill>
              <a:latin typeface="Times New Roman" panose="02020603050405020304" pitchFamily="18" charset="0"/>
              <a:ea typeface="黑体" panose="02010609060101010101" pitchFamily="49" charset="-122"/>
              <a:sym typeface="华文新魏" pitchFamily="2" charset="-122"/>
            </a:endParaRPr>
          </a:p>
        </p:txBody>
      </p:sp>
      <p:sp>
        <p:nvSpPr>
          <p:cNvPr id="43011" name="Text Box 5"/>
          <p:cNvSpPr txBox="1">
            <a:spLocks noChangeArrowheads="1"/>
          </p:cNvSpPr>
          <p:nvPr/>
        </p:nvSpPr>
        <p:spPr bwMode="auto">
          <a:xfrm>
            <a:off x="752475" y="4731103"/>
            <a:ext cx="7278688"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rPr>
              <a:t>◇ </a:t>
            </a:r>
            <a:r>
              <a:rPr lang="zh-CN" altLang="en-US" sz="1600">
                <a:solidFill>
                  <a:srgbClr val="FFFF00"/>
                </a:solidFill>
                <a:ea typeface="楷体_GB2312" pitchFamily="49" charset="-122"/>
              </a:rPr>
              <a:t>符号特征</a:t>
            </a:r>
          </a:p>
          <a:p>
            <a:pPr eaLnBrk="1" hangingPunct="1">
              <a:lnSpc>
                <a:spcPct val="150000"/>
              </a:lnSpc>
              <a:spcBef>
                <a:spcPct val="0"/>
              </a:spcBef>
              <a:buFontTx/>
              <a:buNone/>
            </a:pPr>
            <a:r>
              <a:rPr lang="zh-CN" altLang="en-US" sz="1600">
                <a:solidFill>
                  <a:srgbClr val="FFFF00"/>
                </a:solidFill>
                <a:ea typeface="楷体_GB2312" pitchFamily="49" charset="-122"/>
              </a:rPr>
              <a:t>     </a:t>
            </a:r>
            <a:r>
              <a:rPr lang="zh-CN" altLang="en-US" sz="1600">
                <a:solidFill>
                  <a:schemeClr val="bg1"/>
                </a:solidFill>
                <a:ea typeface="楷体_GB2312" pitchFamily="49" charset="-122"/>
              </a:rPr>
              <a:t>＊ “</a:t>
            </a:r>
            <a:r>
              <a:rPr lang="en-US" altLang="zh-CN" sz="1600">
                <a:solidFill>
                  <a:schemeClr val="bg1"/>
                </a:solidFill>
                <a:ea typeface="楷体_GB2312" pitchFamily="49" charset="-122"/>
              </a:rPr>
              <a:t>+“</a:t>
            </a:r>
            <a:r>
              <a:rPr lang="zh-CN" altLang="en-US" sz="1600">
                <a:solidFill>
                  <a:schemeClr val="bg1"/>
                </a:solidFill>
                <a:ea typeface="楷体_GB2312" pitchFamily="49" charset="-122"/>
              </a:rPr>
              <a:t>表示该操作或属性是公有的</a:t>
            </a:r>
          </a:p>
          <a:p>
            <a:pPr eaLnBrk="1" hangingPunct="1">
              <a:lnSpc>
                <a:spcPct val="150000"/>
              </a:lnSpc>
              <a:spcBef>
                <a:spcPct val="0"/>
              </a:spcBef>
              <a:buFontTx/>
              <a:buNone/>
            </a:pPr>
            <a:r>
              <a:rPr lang="zh-CN" altLang="en-US" sz="1800"/>
              <a:t>    </a:t>
            </a:r>
            <a:r>
              <a:rPr lang="zh-CN" altLang="en-US" sz="1600">
                <a:solidFill>
                  <a:schemeClr val="bg1"/>
                </a:solidFill>
                <a:ea typeface="楷体_GB2312" pitchFamily="49" charset="-122"/>
              </a:rPr>
              <a:t>＊ “</a:t>
            </a:r>
            <a:r>
              <a:rPr lang="en-US" altLang="zh-CN" sz="1600">
                <a:solidFill>
                  <a:schemeClr val="bg1"/>
                </a:solidFill>
                <a:ea typeface="楷体_GB2312" pitchFamily="49" charset="-122"/>
              </a:rPr>
              <a:t>#“</a:t>
            </a:r>
            <a:r>
              <a:rPr lang="zh-CN" altLang="en-US" sz="1600">
                <a:solidFill>
                  <a:schemeClr val="bg1"/>
                </a:solidFill>
                <a:ea typeface="楷体_GB2312" pitchFamily="49" charset="-122"/>
              </a:rPr>
              <a:t>表示该操作或属性是受保护的</a:t>
            </a:r>
          </a:p>
          <a:p>
            <a:pPr eaLnBrk="1" hangingPunct="1">
              <a:lnSpc>
                <a:spcPct val="150000"/>
              </a:lnSpc>
              <a:spcBef>
                <a:spcPct val="0"/>
              </a:spcBef>
              <a:buFontTx/>
              <a:buNone/>
            </a:pPr>
            <a:r>
              <a:rPr lang="zh-CN" altLang="en-US" sz="1600">
                <a:solidFill>
                  <a:schemeClr val="bg1"/>
                </a:solidFill>
                <a:ea typeface="楷体_GB2312" pitchFamily="49" charset="-122"/>
              </a:rPr>
              <a:t>     ＊ “</a:t>
            </a:r>
            <a:r>
              <a:rPr lang="en-US" altLang="zh-CN" sz="1600">
                <a:solidFill>
                  <a:schemeClr val="bg1"/>
                </a:solidFill>
                <a:ea typeface="楷体_GB2312" pitchFamily="49" charset="-122"/>
              </a:rPr>
              <a:t>-“</a:t>
            </a:r>
            <a:r>
              <a:rPr lang="zh-CN" altLang="en-US" sz="1600">
                <a:solidFill>
                  <a:schemeClr val="bg1"/>
                </a:solidFill>
                <a:ea typeface="楷体_GB2312" pitchFamily="49" charset="-122"/>
              </a:rPr>
              <a:t>表示该操作或属性是私有的</a:t>
            </a:r>
          </a:p>
        </p:txBody>
      </p:sp>
      <p:pic>
        <p:nvPicPr>
          <p:cNvPr id="43012" name="Picture 6" descr="T5-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2025" y="1908528"/>
            <a:ext cx="4667250" cy="217963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7783" name="Picture 7"/>
          <p:cNvPicPr>
            <a:picLocks noChangeAspect="1" noChangeArrowheads="1"/>
          </p:cNvPicPr>
          <p:nvPr/>
        </p:nvPicPr>
        <p:blipFill>
          <a:blip r:embed="rId4">
            <a:extLst>
              <a:ext uri="{28A0092B-C50C-407E-A947-70E740481C1C}">
                <a14:useLocalDpi xmlns:a14="http://schemas.microsoft.com/office/drawing/2010/main" val="0"/>
              </a:ext>
            </a:extLst>
          </a:blip>
          <a:srcRect l="3691" t="12430" r="71594" b="27115"/>
          <a:stretch>
            <a:fillRect/>
          </a:stretch>
        </p:blipFill>
        <p:spPr bwMode="auto">
          <a:xfrm>
            <a:off x="4607718" y="1358459"/>
            <a:ext cx="2043113" cy="33797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7784" name="Picture 8"/>
          <p:cNvPicPr>
            <a:picLocks noChangeAspect="1" noChangeArrowheads="1"/>
          </p:cNvPicPr>
          <p:nvPr/>
        </p:nvPicPr>
        <p:blipFill>
          <a:blip r:embed="rId5">
            <a:extLst>
              <a:ext uri="{28A0092B-C50C-407E-A947-70E740481C1C}">
                <a14:useLocalDpi xmlns:a14="http://schemas.microsoft.com/office/drawing/2010/main" val="0"/>
              </a:ext>
            </a:extLst>
          </a:blip>
          <a:srcRect l="1714" t="1698" r="1714" b="1942"/>
          <a:stretch>
            <a:fillRect/>
          </a:stretch>
        </p:blipFill>
        <p:spPr bwMode="auto">
          <a:xfrm>
            <a:off x="6590904" y="3208779"/>
            <a:ext cx="1951037" cy="22907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8" name="日期占位符 1">
            <a:extLst>
              <a:ext uri="{FF2B5EF4-FFF2-40B4-BE49-F238E27FC236}">
                <a16:creationId xmlns:a16="http://schemas.microsoft.com/office/drawing/2014/main" id="{1C8711F2-A745-7A44-8BF4-FAAA2C81C5C5}"/>
              </a:ext>
            </a:extLst>
          </p:cNvPr>
          <p:cNvSpPr>
            <a:spLocks noGrp="1"/>
          </p:cNvSpPr>
          <p:nvPr>
            <p:ph type="dt" sz="half" idx="10"/>
          </p:nvPr>
        </p:nvSpPr>
        <p:spPr>
          <a:xfrm>
            <a:off x="457200" y="6629400"/>
            <a:ext cx="616623" cy="228600"/>
          </a:xfrm>
        </p:spPr>
        <p:txBody>
          <a:bodyPr/>
          <a:lstStyle/>
          <a:p>
            <a:fld id="{A84F5BA7-D5CC-0143-817A-876E06F68B2D}" type="datetime1">
              <a:rPr lang="zh-CN" altLang="en-US" smtClean="0"/>
              <a:t>2025/2/6</a:t>
            </a:fld>
            <a:endParaRPr lang="zh-CN" dirty="0"/>
          </a:p>
        </p:txBody>
      </p:sp>
      <p:sp>
        <p:nvSpPr>
          <p:cNvPr id="9" name="页脚占位符 2">
            <a:extLst>
              <a:ext uri="{FF2B5EF4-FFF2-40B4-BE49-F238E27FC236}">
                <a16:creationId xmlns:a16="http://schemas.microsoft.com/office/drawing/2014/main" id="{DE3601E3-5296-4943-9829-7B23421878CF}"/>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0" name="灯片编号占位符 3">
            <a:extLst>
              <a:ext uri="{FF2B5EF4-FFF2-40B4-BE49-F238E27FC236}">
                <a16:creationId xmlns:a16="http://schemas.microsoft.com/office/drawing/2014/main" id="{4E437135-D960-E44A-AB32-578588E41F67}"/>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49</a:t>
            </a:fld>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587783"/>
                                        </p:tgtEl>
                                        <p:attrNameLst>
                                          <p:attrName>style.visibility</p:attrName>
                                        </p:attrNameLst>
                                      </p:cBhvr>
                                      <p:to>
                                        <p:strVal val="visible"/>
                                      </p:to>
                                    </p:set>
                                    <p:anim calcmode="lin" valueType="num">
                                      <p:cBhvr>
                                        <p:cTn id="7" dur="500" fill="hold"/>
                                        <p:tgtEl>
                                          <p:spTgt spid="587783"/>
                                        </p:tgtEl>
                                        <p:attrNameLst>
                                          <p:attrName>ppt_w</p:attrName>
                                        </p:attrNameLst>
                                      </p:cBhvr>
                                      <p:tavLst>
                                        <p:tav tm="0">
                                          <p:val>
                                            <p:fltVal val="0"/>
                                          </p:val>
                                        </p:tav>
                                        <p:tav tm="100000">
                                          <p:val>
                                            <p:strVal val="#ppt_w"/>
                                          </p:val>
                                        </p:tav>
                                      </p:tavLst>
                                    </p:anim>
                                    <p:anim calcmode="lin" valueType="num">
                                      <p:cBhvr>
                                        <p:cTn id="8" dur="500" fill="hold"/>
                                        <p:tgtEl>
                                          <p:spTgt spid="587783"/>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587784"/>
                                        </p:tgtEl>
                                        <p:attrNameLst>
                                          <p:attrName>style.visibility</p:attrName>
                                        </p:attrNameLst>
                                      </p:cBhvr>
                                      <p:to>
                                        <p:strVal val="visible"/>
                                      </p:to>
                                    </p:set>
                                    <p:anim calcmode="lin" valueType="num">
                                      <p:cBhvr>
                                        <p:cTn id="11" dur="500" fill="hold"/>
                                        <p:tgtEl>
                                          <p:spTgt spid="587784"/>
                                        </p:tgtEl>
                                        <p:attrNameLst>
                                          <p:attrName>ppt_w</p:attrName>
                                        </p:attrNameLst>
                                      </p:cBhvr>
                                      <p:tavLst>
                                        <p:tav tm="0">
                                          <p:val>
                                            <p:fltVal val="0"/>
                                          </p:val>
                                        </p:tav>
                                        <p:tav tm="100000">
                                          <p:val>
                                            <p:strVal val="#ppt_w"/>
                                          </p:val>
                                        </p:tav>
                                      </p:tavLst>
                                    </p:anim>
                                    <p:anim calcmode="lin" valueType="num">
                                      <p:cBhvr>
                                        <p:cTn id="12" dur="500" fill="hold"/>
                                        <p:tgtEl>
                                          <p:spTgt spid="58778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7.4</a:t>
            </a:r>
            <a:r>
              <a:rPr lang="zh-CN" altLang="en-US" dirty="0">
                <a:solidFill>
                  <a:schemeClr val="bg1"/>
                </a:solidFill>
                <a:effectLst>
                  <a:glow rad="228600">
                    <a:schemeClr val="accent6">
                      <a:satMod val="175000"/>
                      <a:alpha val="40000"/>
                    </a:schemeClr>
                  </a:glow>
                </a:effectLst>
                <a:sym typeface="微软雅黑" panose="020B0503020204020204" pitchFamily="34" charset="-122"/>
              </a:rPr>
              <a:t>  类图</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50</a:t>
            </a:fld>
            <a:endParaRPr lang="zh-CN" altLang="en-US"/>
          </a:p>
        </p:txBody>
      </p:sp>
    </p:spTree>
    <p:extLst>
      <p:ext uri="{BB962C8B-B14F-4D97-AF65-F5344CB8AC3E}">
        <p14:creationId xmlns:p14="http://schemas.microsoft.com/office/powerpoint/2010/main" val="650359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9F6CD8F3-72E6-DD4E-9E79-8D493E72C2CA}"/>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类图要点</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0418" name="Text Box 6">
            <a:extLst>
              <a:ext uri="{FF2B5EF4-FFF2-40B4-BE49-F238E27FC236}">
                <a16:creationId xmlns:a16="http://schemas.microsoft.com/office/drawing/2014/main" id="{870D82C6-C135-6D41-8A81-C387FD0685DC}"/>
              </a:ext>
            </a:extLst>
          </p:cNvPr>
          <p:cNvSpPr txBox="1">
            <a:spLocks noChangeArrowheads="1"/>
          </p:cNvSpPr>
          <p:nvPr/>
        </p:nvSpPr>
        <p:spPr bwMode="auto">
          <a:xfrm>
            <a:off x="763588" y="1508125"/>
            <a:ext cx="7807325" cy="195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400" dirty="0">
                <a:solidFill>
                  <a:srgbClr val="FFFF00"/>
                </a:solidFill>
                <a:latin typeface="楷体" panose="02010609060101010101" pitchFamily="49" charset="-122"/>
                <a:ea typeface="楷体" panose="02010609060101010101" pitchFamily="49" charset="-122"/>
              </a:rPr>
              <a:t>◇ </a:t>
            </a:r>
            <a:r>
              <a:rPr lang="zh-CN" altLang="en-US" sz="2000" dirty="0">
                <a:solidFill>
                  <a:schemeClr val="bg1"/>
                </a:solidFill>
                <a:latin typeface="楷体" panose="02010609060101010101" pitchFamily="49" charset="-122"/>
                <a:ea typeface="楷体" panose="02010609060101010101" pitchFamily="49" charset="-122"/>
              </a:rPr>
              <a:t>类图包括</a:t>
            </a:r>
            <a:r>
              <a:rPr lang="zh-CN" altLang="en-US" sz="2000" dirty="0">
                <a:solidFill>
                  <a:schemeClr val="bg1"/>
                </a:solidFill>
                <a:highlight>
                  <a:srgbClr val="CC9900"/>
                </a:highlight>
                <a:latin typeface="楷体" panose="02010609060101010101" pitchFamily="49" charset="-122"/>
                <a:ea typeface="楷体" panose="02010609060101010101" pitchFamily="49" charset="-122"/>
              </a:rPr>
              <a:t>类</a:t>
            </a:r>
            <a:r>
              <a:rPr lang="zh-CN" altLang="en-US" sz="2000" dirty="0">
                <a:solidFill>
                  <a:schemeClr val="bg1"/>
                </a:solidFill>
                <a:latin typeface="楷体" panose="02010609060101010101" pitchFamily="49" charset="-122"/>
                <a:ea typeface="楷体" panose="02010609060101010101" pitchFamily="49" charset="-122"/>
              </a:rPr>
              <a:t>以及类之间的</a:t>
            </a:r>
            <a:r>
              <a:rPr lang="zh-CN" altLang="en-US" sz="2000" dirty="0">
                <a:solidFill>
                  <a:schemeClr val="bg1"/>
                </a:solidFill>
                <a:highlight>
                  <a:srgbClr val="CC9900"/>
                </a:highlight>
                <a:latin typeface="楷体" panose="02010609060101010101" pitchFamily="49" charset="-122"/>
                <a:ea typeface="楷体" panose="02010609060101010101" pitchFamily="49" charset="-122"/>
              </a:rPr>
              <a:t>关联</a:t>
            </a:r>
            <a:r>
              <a:rPr lang="zh-CN" altLang="en-US" sz="2000" dirty="0">
                <a:solidFill>
                  <a:schemeClr val="bg1"/>
                </a:solidFill>
                <a:latin typeface="楷体" panose="02010609060101010101" pitchFamily="49" charset="-122"/>
                <a:ea typeface="楷体" panose="02010609060101010101" pitchFamily="49" charset="-122"/>
              </a:rPr>
              <a:t>；</a:t>
            </a:r>
            <a:endParaRPr lang="en-US" altLang="zh-CN" sz="2000" dirty="0">
              <a:solidFill>
                <a:schemeClr val="bg1"/>
              </a:solidFill>
              <a:latin typeface="楷体" panose="02010609060101010101" pitchFamily="49" charset="-122"/>
              <a:ea typeface="楷体" panose="02010609060101010101" pitchFamily="49" charset="-122"/>
            </a:endParaRPr>
          </a:p>
          <a:p>
            <a:pPr eaLnBrk="1" hangingPunct="1">
              <a:lnSpc>
                <a:spcPct val="150000"/>
              </a:lnSpc>
              <a:spcBef>
                <a:spcPct val="0"/>
              </a:spcBef>
              <a:buFontTx/>
              <a:buNone/>
            </a:pPr>
            <a:r>
              <a:rPr lang="en-US" altLang="zh-CN" sz="2000" dirty="0">
                <a:solidFill>
                  <a:srgbClr val="FFFF00"/>
                </a:solidFill>
                <a:latin typeface="楷体" panose="02010609060101010101" pitchFamily="49" charset="-122"/>
                <a:ea typeface="楷体" panose="02010609060101010101" pitchFamily="49" charset="-122"/>
              </a:rPr>
              <a:t>◇ </a:t>
            </a:r>
            <a:r>
              <a:rPr lang="zh-CN" altLang="en-US" sz="2000" dirty="0">
                <a:solidFill>
                  <a:schemeClr val="bg1"/>
                </a:solidFill>
                <a:latin typeface="楷体" panose="02010609060101010101" pitchFamily="49" charset="-122"/>
                <a:ea typeface="楷体" panose="02010609060101010101" pitchFamily="49" charset="-122"/>
              </a:rPr>
              <a:t>类图用来表现系统的</a:t>
            </a:r>
            <a:r>
              <a:rPr lang="zh-CN" altLang="en-US" sz="2000" dirty="0">
                <a:solidFill>
                  <a:schemeClr val="bg1"/>
                </a:solidFill>
                <a:highlight>
                  <a:srgbClr val="CC9900"/>
                </a:highlight>
                <a:latin typeface="楷体" panose="02010609060101010101" pitchFamily="49" charset="-122"/>
                <a:ea typeface="楷体" panose="02010609060101010101" pitchFamily="49" charset="-122"/>
              </a:rPr>
              <a:t>静态构成</a:t>
            </a:r>
            <a:r>
              <a:rPr lang="zh-CN" altLang="en-US" sz="2000" dirty="0">
                <a:solidFill>
                  <a:schemeClr val="bg1"/>
                </a:solidFill>
                <a:latin typeface="楷体" panose="02010609060101010101" pitchFamily="49" charset="-122"/>
                <a:ea typeface="楷体" panose="02010609060101010101" pitchFamily="49" charset="-122"/>
              </a:rPr>
              <a:t>；</a:t>
            </a:r>
            <a:endParaRPr lang="en-US" altLang="zh-CN" sz="2000" dirty="0">
              <a:solidFill>
                <a:schemeClr val="bg1"/>
              </a:solidFill>
              <a:latin typeface="楷体" panose="02010609060101010101" pitchFamily="49" charset="-122"/>
              <a:ea typeface="楷体" panose="02010609060101010101" pitchFamily="49" charset="-122"/>
            </a:endParaRPr>
          </a:p>
          <a:p>
            <a:pPr eaLnBrk="1" hangingPunct="1">
              <a:lnSpc>
                <a:spcPct val="150000"/>
              </a:lnSpc>
              <a:spcBef>
                <a:spcPct val="0"/>
              </a:spcBef>
              <a:buFontTx/>
              <a:buNone/>
            </a:pPr>
            <a:r>
              <a:rPr lang="en-US" altLang="zh-CN" sz="2000" dirty="0">
                <a:solidFill>
                  <a:srgbClr val="FFFF00"/>
                </a:solidFill>
                <a:latin typeface="楷体" panose="02010609060101010101" pitchFamily="49" charset="-122"/>
                <a:ea typeface="楷体" panose="02010609060101010101" pitchFamily="49" charset="-122"/>
              </a:rPr>
              <a:t>◇ </a:t>
            </a:r>
            <a:r>
              <a:rPr lang="zh-CN" altLang="en-US" sz="2000" dirty="0">
                <a:solidFill>
                  <a:schemeClr val="bg1"/>
                </a:solidFill>
                <a:latin typeface="楷体" panose="02010609060101010101" pitchFamily="49" charset="-122"/>
                <a:ea typeface="楷体" panose="02010609060101010101" pitchFamily="49" charset="-122"/>
              </a:rPr>
              <a:t>一个系统的静态构成可以由</a:t>
            </a:r>
            <a:r>
              <a:rPr lang="zh-CN" altLang="en-US" sz="2000" dirty="0">
                <a:solidFill>
                  <a:schemeClr val="bg1"/>
                </a:solidFill>
                <a:highlight>
                  <a:srgbClr val="CC9900"/>
                </a:highlight>
                <a:latin typeface="楷体" panose="02010609060101010101" pitchFamily="49" charset="-122"/>
                <a:ea typeface="楷体" panose="02010609060101010101" pitchFamily="49" charset="-122"/>
              </a:rPr>
              <a:t>多张类图</a:t>
            </a:r>
            <a:r>
              <a:rPr lang="zh-CN" altLang="en-US" sz="2000" dirty="0">
                <a:solidFill>
                  <a:schemeClr val="bg1"/>
                </a:solidFill>
                <a:latin typeface="楷体" panose="02010609060101010101" pitchFamily="49" charset="-122"/>
                <a:ea typeface="楷体" panose="02010609060101010101" pitchFamily="49" charset="-122"/>
              </a:rPr>
              <a:t>来共同描述，不同的类图描述了系统的不同层面、角度及范围。</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B9047E87-6165-9446-8D24-7580B147F2D1}"/>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类图 </a:t>
            </a:r>
            <a:r>
              <a:rPr lang="en-US" altLang="zh-CN" sz="2400">
                <a:solidFill>
                  <a:srgbClr val="FFFF00"/>
                </a:solidFill>
                <a:latin typeface="黑体" panose="02010609060101010101" pitchFamily="49" charset="-122"/>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实例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pic>
        <p:nvPicPr>
          <p:cNvPr id="62466" name="Picture 5" descr="T4-19">
            <a:extLst>
              <a:ext uri="{FF2B5EF4-FFF2-40B4-BE49-F238E27FC236}">
                <a16:creationId xmlns:a16="http://schemas.microsoft.com/office/drawing/2014/main" id="{6C412C8C-44CB-8A43-AEE0-C95683AB20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1614"/>
          <a:stretch>
            <a:fillRect/>
          </a:stretch>
        </p:blipFill>
        <p:spPr bwMode="auto">
          <a:xfrm>
            <a:off x="2563813" y="1190625"/>
            <a:ext cx="5784850" cy="42100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7" name="Picture 9" descr="T5-1">
            <a:extLst>
              <a:ext uri="{FF2B5EF4-FFF2-40B4-BE49-F238E27FC236}">
                <a16:creationId xmlns:a16="http://schemas.microsoft.com/office/drawing/2014/main" id="{CC5A750A-97D1-7745-B801-D5175B150E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9760" y="2773680"/>
            <a:ext cx="7140575" cy="34099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D4124B9A-1775-504B-9B57-9F4F5C7A489C}"/>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类图 </a:t>
            </a:r>
            <a:r>
              <a:rPr lang="en-US" altLang="zh-CN" sz="2400">
                <a:solidFill>
                  <a:srgbClr val="FFFF00"/>
                </a:solidFill>
                <a:latin typeface="黑体" panose="02010609060101010101" pitchFamily="49" charset="-122"/>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实例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4514" name="Text Box 6">
            <a:extLst>
              <a:ext uri="{FF2B5EF4-FFF2-40B4-BE49-F238E27FC236}">
                <a16:creationId xmlns:a16="http://schemas.microsoft.com/office/drawing/2014/main" id="{1EB36154-302D-9146-A6FD-5ED4DB42C505}"/>
              </a:ext>
            </a:extLst>
          </p:cNvPr>
          <p:cNvSpPr txBox="1">
            <a:spLocks noChangeArrowheads="1"/>
          </p:cNvSpPr>
          <p:nvPr/>
        </p:nvSpPr>
        <p:spPr bwMode="auto">
          <a:xfrm>
            <a:off x="763588" y="1508125"/>
            <a:ext cx="78073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2000">
                <a:solidFill>
                  <a:srgbClr val="FFFF00"/>
                </a:solidFill>
                <a:latin typeface="楷体" panose="02010609060101010101" pitchFamily="49" charset="-122"/>
                <a:ea typeface="楷体" panose="02010609060101010101" pitchFamily="49" charset="-122"/>
              </a:rPr>
              <a:t>用类图描述一个多媒体教室</a:t>
            </a:r>
            <a:endParaRPr lang="en-US" altLang="zh-CN" sz="1800">
              <a:solidFill>
                <a:schemeClr val="bg1"/>
              </a:solidFill>
              <a:latin typeface="楷体" panose="02010609060101010101" pitchFamily="49" charset="-122"/>
              <a:ea typeface="楷体" panose="02010609060101010101" pitchFamily="49" charset="-122"/>
            </a:endParaRPr>
          </a:p>
        </p:txBody>
      </p:sp>
      <p:grpSp>
        <p:nvGrpSpPr>
          <p:cNvPr id="64515" name="Group 2">
            <a:extLst>
              <a:ext uri="{FF2B5EF4-FFF2-40B4-BE49-F238E27FC236}">
                <a16:creationId xmlns:a16="http://schemas.microsoft.com/office/drawing/2014/main" id="{F4264A2D-72B9-DA4A-B289-1E479300B469}"/>
              </a:ext>
            </a:extLst>
          </p:cNvPr>
          <p:cNvGrpSpPr>
            <a:grpSpLocks/>
          </p:cNvGrpSpPr>
          <p:nvPr/>
        </p:nvGrpSpPr>
        <p:grpSpPr bwMode="auto">
          <a:xfrm>
            <a:off x="1093788" y="2563813"/>
            <a:ext cx="7559675" cy="2195512"/>
            <a:chOff x="1140642" y="3047655"/>
            <a:chExt cx="6315959" cy="1835430"/>
          </a:xfrm>
        </p:grpSpPr>
        <p:sp>
          <p:nvSpPr>
            <p:cNvPr id="64525" name="Rectangle 1">
              <a:extLst>
                <a:ext uri="{FF2B5EF4-FFF2-40B4-BE49-F238E27FC236}">
                  <a16:creationId xmlns:a16="http://schemas.microsoft.com/office/drawing/2014/main" id="{53707180-5BAD-554C-B5EA-13664679A44B}"/>
                </a:ext>
              </a:extLst>
            </p:cNvPr>
            <p:cNvSpPr>
              <a:spLocks noChangeArrowheads="1"/>
            </p:cNvSpPr>
            <p:nvPr/>
          </p:nvSpPr>
          <p:spPr bwMode="auto">
            <a:xfrm>
              <a:off x="1140642" y="3047655"/>
              <a:ext cx="6315959" cy="1835430"/>
            </a:xfrm>
            <a:prstGeom prst="rect">
              <a:avLst/>
            </a:prstGeom>
            <a:solidFill>
              <a:schemeClr val="bg1"/>
            </a:solidFill>
            <a:ln w="9525" algn="ctr">
              <a:solidFill>
                <a:schemeClr val="tx1"/>
              </a:solidFill>
              <a:round/>
              <a:headEnd/>
              <a:tailEnd/>
            </a:ln>
            <a:effectLst>
              <a:outerShdw dist="71842" dir="2700000" algn="ctr" rotWithShape="0">
                <a:schemeClr val="tx2">
                  <a:alpha val="50000"/>
                </a:schemeClr>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64526" name="Picture 5">
              <a:extLst>
                <a:ext uri="{FF2B5EF4-FFF2-40B4-BE49-F238E27FC236}">
                  <a16:creationId xmlns:a16="http://schemas.microsoft.com/office/drawing/2014/main" id="{8409519E-993A-A943-AA5D-344B31FFC8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8092" y="3291906"/>
              <a:ext cx="5892267" cy="137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8">
            <a:extLst>
              <a:ext uri="{FF2B5EF4-FFF2-40B4-BE49-F238E27FC236}">
                <a16:creationId xmlns:a16="http://schemas.microsoft.com/office/drawing/2014/main" id="{456B0512-EE07-9741-8714-9388330AF940}"/>
              </a:ext>
            </a:extLst>
          </p:cNvPr>
          <p:cNvGrpSpPr>
            <a:grpSpLocks/>
          </p:cNvGrpSpPr>
          <p:nvPr/>
        </p:nvGrpSpPr>
        <p:grpSpPr bwMode="auto">
          <a:xfrm>
            <a:off x="234156" y="3296737"/>
            <a:ext cx="8675688" cy="2979738"/>
            <a:chOff x="358219" y="3047655"/>
            <a:chExt cx="7993929" cy="2746720"/>
          </a:xfrm>
        </p:grpSpPr>
        <p:sp>
          <p:nvSpPr>
            <p:cNvPr id="64523" name="Rectangle 3">
              <a:extLst>
                <a:ext uri="{FF2B5EF4-FFF2-40B4-BE49-F238E27FC236}">
                  <a16:creationId xmlns:a16="http://schemas.microsoft.com/office/drawing/2014/main" id="{C3A6BC1A-09B5-D34E-AF27-4F038DBCE203}"/>
                </a:ext>
              </a:extLst>
            </p:cNvPr>
            <p:cNvSpPr>
              <a:spLocks noChangeArrowheads="1"/>
            </p:cNvSpPr>
            <p:nvPr/>
          </p:nvSpPr>
          <p:spPr bwMode="auto">
            <a:xfrm>
              <a:off x="358219" y="3047655"/>
              <a:ext cx="7993929" cy="2746720"/>
            </a:xfrm>
            <a:prstGeom prst="rect">
              <a:avLst/>
            </a:prstGeom>
            <a:solidFill>
              <a:schemeClr val="bg1"/>
            </a:solidFill>
            <a:ln w="9525" algn="ctr">
              <a:solidFill>
                <a:schemeClr val="tx1"/>
              </a:solidFill>
              <a:round/>
              <a:headEnd/>
              <a:tailEnd/>
            </a:ln>
            <a:effectLst>
              <a:outerShdw dist="71842" dir="2700000" algn="ctr" rotWithShape="0">
                <a:schemeClr val="tx2">
                  <a:alpha val="50000"/>
                </a:schemeClr>
              </a:outerShdw>
            </a:effec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64524" name="Picture 4">
              <a:extLst>
                <a:ext uri="{FF2B5EF4-FFF2-40B4-BE49-F238E27FC236}">
                  <a16:creationId xmlns:a16="http://schemas.microsoft.com/office/drawing/2014/main" id="{0F359CB5-DEFF-B44F-A0B5-CD2B5A75BA0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0115" y="3291906"/>
              <a:ext cx="7535742" cy="227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Group 13">
            <a:extLst>
              <a:ext uri="{FF2B5EF4-FFF2-40B4-BE49-F238E27FC236}">
                <a16:creationId xmlns:a16="http://schemas.microsoft.com/office/drawing/2014/main" id="{97BD330E-1501-8747-A86C-DB162A04BEBB}"/>
              </a:ext>
            </a:extLst>
          </p:cNvPr>
          <p:cNvGrpSpPr>
            <a:grpSpLocks/>
          </p:cNvGrpSpPr>
          <p:nvPr/>
        </p:nvGrpSpPr>
        <p:grpSpPr bwMode="auto">
          <a:xfrm>
            <a:off x="4103688" y="528638"/>
            <a:ext cx="4313237" cy="4244975"/>
            <a:chOff x="5347920" y="607693"/>
            <a:chExt cx="3082565" cy="3035595"/>
          </a:xfrm>
          <a:solidFill>
            <a:schemeClr val="accent4">
              <a:lumMod val="20000"/>
              <a:lumOff val="80000"/>
            </a:schemeClr>
          </a:solidFill>
        </p:grpSpPr>
        <p:sp>
          <p:nvSpPr>
            <p:cNvPr id="10" name="Rectangle 9">
              <a:extLst>
                <a:ext uri="{FF2B5EF4-FFF2-40B4-BE49-F238E27FC236}">
                  <a16:creationId xmlns:a16="http://schemas.microsoft.com/office/drawing/2014/main" id="{365FF9B3-0B12-1147-B735-26E7DB0B97CB}"/>
                </a:ext>
              </a:extLst>
            </p:cNvPr>
            <p:cNvSpPr/>
            <p:nvPr/>
          </p:nvSpPr>
          <p:spPr bwMode="auto">
            <a:xfrm>
              <a:off x="5347920" y="607693"/>
              <a:ext cx="3082565" cy="3035595"/>
            </a:xfrm>
            <a:prstGeom prst="rect">
              <a:avLst/>
            </a:prstGeom>
            <a:grpFill/>
            <a:ln w="9525" cap="flat" cmpd="sng" algn="ctr">
              <a:solidFill>
                <a:schemeClr val="tx1"/>
              </a:solidFill>
              <a:prstDash val="solid"/>
              <a:round/>
              <a:headEnd type="none" w="med" len="med"/>
              <a:tailEnd type="none" w="med" len="med"/>
            </a:ln>
            <a:effectLst>
              <a:outerShdw dist="71842" dir="2700000" algn="ctr" rotWithShape="0">
                <a:schemeClr val="tx2">
                  <a:alpha val="50000"/>
                </a:schemeClr>
              </a:outerShdw>
            </a:effectLst>
          </p:spPr>
          <p:txBody>
            <a:bodyPr/>
            <a:lstStyle/>
            <a:p>
              <a:pPr eaLnBrk="1" hangingPunct="1">
                <a:defRPr/>
              </a:pPr>
              <a:endParaRPr lang="zh-CN" altLang="en-US">
                <a:latin typeface="Arial" charset="0"/>
              </a:endParaRPr>
            </a:p>
          </p:txBody>
        </p:sp>
        <p:pic>
          <p:nvPicPr>
            <p:cNvPr id="64522" name="Picture 12">
              <a:extLst>
                <a:ext uri="{FF2B5EF4-FFF2-40B4-BE49-F238E27FC236}">
                  <a16:creationId xmlns:a16="http://schemas.microsoft.com/office/drawing/2014/main" id="{D71D2DC4-5FF3-3C4D-B7E7-882DECCD2D6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513019" y="807890"/>
              <a:ext cx="2690625" cy="26786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2" name="Group 11">
            <a:extLst>
              <a:ext uri="{FF2B5EF4-FFF2-40B4-BE49-F238E27FC236}">
                <a16:creationId xmlns:a16="http://schemas.microsoft.com/office/drawing/2014/main" id="{EEE950B1-0F86-2748-9166-A72EE997BBF9}"/>
              </a:ext>
            </a:extLst>
          </p:cNvPr>
          <p:cNvGrpSpPr>
            <a:grpSpLocks/>
          </p:cNvGrpSpPr>
          <p:nvPr/>
        </p:nvGrpSpPr>
        <p:grpSpPr bwMode="auto">
          <a:xfrm>
            <a:off x="1620838" y="1252538"/>
            <a:ext cx="4429125" cy="4179887"/>
            <a:chOff x="894351" y="3291906"/>
            <a:chExt cx="3215736" cy="3035595"/>
          </a:xfrm>
          <a:solidFill>
            <a:schemeClr val="accent4">
              <a:lumMod val="20000"/>
              <a:lumOff val="80000"/>
            </a:schemeClr>
          </a:solidFill>
        </p:grpSpPr>
        <p:sp>
          <p:nvSpPr>
            <p:cNvPr id="17" name="Rectangle 16">
              <a:extLst>
                <a:ext uri="{FF2B5EF4-FFF2-40B4-BE49-F238E27FC236}">
                  <a16:creationId xmlns:a16="http://schemas.microsoft.com/office/drawing/2014/main" id="{BB022F2F-96FC-8247-B231-9AA6931702ED}"/>
                </a:ext>
              </a:extLst>
            </p:cNvPr>
            <p:cNvSpPr/>
            <p:nvPr/>
          </p:nvSpPr>
          <p:spPr bwMode="auto">
            <a:xfrm>
              <a:off x="894351" y="3291906"/>
              <a:ext cx="3215736" cy="3035595"/>
            </a:xfrm>
            <a:prstGeom prst="rect">
              <a:avLst/>
            </a:prstGeom>
            <a:grpFill/>
            <a:ln w="9525" cap="flat" cmpd="sng" algn="ctr">
              <a:solidFill>
                <a:schemeClr val="tx1"/>
              </a:solidFill>
              <a:prstDash val="solid"/>
              <a:round/>
              <a:headEnd type="none" w="med" len="med"/>
              <a:tailEnd type="none" w="med" len="med"/>
            </a:ln>
            <a:effectLst>
              <a:outerShdw dist="71842" dir="2700000" algn="ctr" rotWithShape="0">
                <a:schemeClr val="tx2">
                  <a:alpha val="50000"/>
                </a:schemeClr>
              </a:outerShdw>
            </a:effectLst>
          </p:spPr>
          <p:txBody>
            <a:bodyPr/>
            <a:lstStyle/>
            <a:p>
              <a:pPr eaLnBrk="1" hangingPunct="1">
                <a:defRPr/>
              </a:pPr>
              <a:endParaRPr lang="zh-CN" altLang="en-US">
                <a:latin typeface="Arial" charset="0"/>
              </a:endParaRPr>
            </a:p>
          </p:txBody>
        </p:sp>
        <p:pic>
          <p:nvPicPr>
            <p:cNvPr id="64520" name="Picture 15">
              <a:extLst>
                <a:ext uri="{FF2B5EF4-FFF2-40B4-BE49-F238E27FC236}">
                  <a16:creationId xmlns:a16="http://schemas.microsoft.com/office/drawing/2014/main" id="{EC4E60FC-BE86-DD4A-B2DE-7C2EA13B02B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92069" y="3486959"/>
              <a:ext cx="2690625" cy="26786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out)">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30868220-101B-3E43-BC73-7C646B54A900}"/>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组成结构图</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8610" name="Text Box 3">
            <a:extLst>
              <a:ext uri="{FF2B5EF4-FFF2-40B4-BE49-F238E27FC236}">
                <a16:creationId xmlns:a16="http://schemas.microsoft.com/office/drawing/2014/main" id="{81B73D6F-B4FF-144D-B428-41D3B748A1DE}"/>
              </a:ext>
            </a:extLst>
          </p:cNvPr>
          <p:cNvSpPr txBox="1">
            <a:spLocks noChangeArrowheads="1"/>
          </p:cNvSpPr>
          <p:nvPr/>
        </p:nvSpPr>
        <p:spPr bwMode="auto">
          <a:xfrm>
            <a:off x="763588" y="1508125"/>
            <a:ext cx="78073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a:t>
            </a:r>
            <a:r>
              <a:rPr lang="en-US" altLang="zh-CN" sz="2000">
                <a:solidFill>
                  <a:schemeClr val="bg1"/>
                </a:solidFill>
              </a:rPr>
              <a:t> </a:t>
            </a:r>
            <a:r>
              <a:rPr lang="zh-CN" altLang="en-US" sz="1800">
                <a:solidFill>
                  <a:schemeClr val="bg1"/>
                </a:solidFill>
                <a:ea typeface="楷体_GB2312" pitchFamily="49" charset="-122"/>
              </a:rPr>
              <a:t>组成是展示一个类的构件的一种方式。通过组成结构图可以展示类的内部结构。</a:t>
            </a:r>
          </a:p>
        </p:txBody>
      </p:sp>
      <p:pic>
        <p:nvPicPr>
          <p:cNvPr id="2" name="Picture 7" descr="T5-4">
            <a:extLst>
              <a:ext uri="{FF2B5EF4-FFF2-40B4-BE49-F238E27FC236}">
                <a16:creationId xmlns:a16="http://schemas.microsoft.com/office/drawing/2014/main" id="{C496B342-FD83-EA49-A9CF-A9390429D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13" y="654843"/>
            <a:ext cx="7470775" cy="55483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7BFCC889-7993-6746-9AFE-C8723A73FF53}"/>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课堂练习</a:t>
            </a:r>
          </a:p>
        </p:txBody>
      </p:sp>
      <p:sp>
        <p:nvSpPr>
          <p:cNvPr id="38915" name="Text Box 3">
            <a:extLst>
              <a:ext uri="{FF2B5EF4-FFF2-40B4-BE49-F238E27FC236}">
                <a16:creationId xmlns:a16="http://schemas.microsoft.com/office/drawing/2014/main" id="{39782A49-BC8D-764F-BE34-39AFE3D497FB}"/>
              </a:ext>
            </a:extLst>
          </p:cNvPr>
          <p:cNvSpPr txBox="1">
            <a:spLocks noChangeArrowheads="1"/>
          </p:cNvSpPr>
          <p:nvPr/>
        </p:nvSpPr>
        <p:spPr bwMode="auto">
          <a:xfrm>
            <a:off x="774700" y="1430338"/>
            <a:ext cx="7780338" cy="49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buNone/>
            </a:pPr>
            <a:r>
              <a:rPr lang="zh-CN" altLang="en-US" sz="2000" dirty="0">
                <a:solidFill>
                  <a:schemeClr val="bg1"/>
                </a:solidFill>
                <a:ea typeface="楷体_GB2312" pitchFamily="49" charset="-122"/>
              </a:rPr>
              <a:t>用类图描述重庆大学虎溪校区的构成？</a:t>
            </a:r>
          </a:p>
        </p:txBody>
      </p:sp>
      <p:pic>
        <p:nvPicPr>
          <p:cNvPr id="12" name="图片 11">
            <a:extLst>
              <a:ext uri="{FF2B5EF4-FFF2-40B4-BE49-F238E27FC236}">
                <a16:creationId xmlns:a16="http://schemas.microsoft.com/office/drawing/2014/main" id="{DF167792-1BB5-AF4F-BED8-0B1916F7CA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8103" y="1203325"/>
            <a:ext cx="7456935" cy="4994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p:tgtEl>
                                          <p:spTgt spid="389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91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nodeType="clickEffect">
                                  <p:stCondLst>
                                    <p:cond delay="0"/>
                                  </p:stCondLst>
                                  <p:childTnLst>
                                    <p:anim calcmode="lin" valueType="num">
                                      <p:cBhvr additive="base">
                                        <p:cTn id="18" dur="500"/>
                                        <p:tgtEl>
                                          <p:spTgt spid="12"/>
                                        </p:tgtEl>
                                        <p:attrNameLst>
                                          <p:attrName>ppt_x</p:attrName>
                                        </p:attrNameLst>
                                      </p:cBhvr>
                                      <p:tavLst>
                                        <p:tav tm="0">
                                          <p:val>
                                            <p:strVal val="ppt_x"/>
                                          </p:val>
                                        </p:tav>
                                        <p:tav tm="100000">
                                          <p:val>
                                            <p:strVal val="ppt_x"/>
                                          </p:val>
                                        </p:tav>
                                      </p:tavLst>
                                    </p:anim>
                                    <p:anim calcmode="lin" valueType="num">
                                      <p:cBhvr additive="base">
                                        <p:cTn id="19" dur="500"/>
                                        <p:tgtEl>
                                          <p:spTgt spid="12"/>
                                        </p:tgtEl>
                                        <p:attrNameLst>
                                          <p:attrName>ppt_y</p:attrName>
                                        </p:attrNameLst>
                                      </p:cBhvr>
                                      <p:tavLst>
                                        <p:tav tm="0">
                                          <p:val>
                                            <p:strVal val="ppt_y"/>
                                          </p:val>
                                        </p:tav>
                                        <p:tav tm="100000">
                                          <p:val>
                                            <p:strVal val="1+ppt_h/2"/>
                                          </p:val>
                                        </p:tav>
                                      </p:tavLst>
                                    </p:anim>
                                    <p:set>
                                      <p:cBhvr>
                                        <p:cTn id="2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AA19FD40-A64F-A64B-8BCD-90AA25033415}"/>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课堂练习</a:t>
            </a:r>
          </a:p>
        </p:txBody>
      </p:sp>
      <p:graphicFrame>
        <p:nvGraphicFramePr>
          <p:cNvPr id="2" name="图示 1">
            <a:extLst>
              <a:ext uri="{FF2B5EF4-FFF2-40B4-BE49-F238E27FC236}">
                <a16:creationId xmlns:a16="http://schemas.microsoft.com/office/drawing/2014/main" id="{CF6AD1F9-218F-324D-B535-701828CF6E03}"/>
              </a:ext>
            </a:extLst>
          </p:cNvPr>
          <p:cNvGraphicFramePr/>
          <p:nvPr>
            <p:extLst>
              <p:ext uri="{D42A27DB-BD31-4B8C-83A1-F6EECF244321}">
                <p14:modId xmlns:p14="http://schemas.microsoft.com/office/powerpoint/2010/main" val="2974122767"/>
              </p:ext>
            </p:extLst>
          </p:nvPr>
        </p:nvGraphicFramePr>
        <p:xfrm>
          <a:off x="721211" y="1203325"/>
          <a:ext cx="7874597" cy="49323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菱形 2">
            <a:extLst>
              <a:ext uri="{FF2B5EF4-FFF2-40B4-BE49-F238E27FC236}">
                <a16:creationId xmlns:a16="http://schemas.microsoft.com/office/drawing/2014/main" id="{455182B2-F85B-4D4D-9733-06205D1C8F0F}"/>
              </a:ext>
            </a:extLst>
          </p:cNvPr>
          <p:cNvSpPr/>
          <p:nvPr/>
        </p:nvSpPr>
        <p:spPr>
          <a:xfrm>
            <a:off x="5605346" y="2534038"/>
            <a:ext cx="118946" cy="194295"/>
          </a:xfrm>
          <a:prstGeom prst="diamond">
            <a:avLst/>
          </a:prstGeom>
          <a:solidFill>
            <a:schemeClr val="accent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菱形 4">
            <a:extLst>
              <a:ext uri="{FF2B5EF4-FFF2-40B4-BE49-F238E27FC236}">
                <a16:creationId xmlns:a16="http://schemas.microsoft.com/office/drawing/2014/main" id="{FCD7C30C-71E5-7840-974B-659B3040C728}"/>
              </a:ext>
            </a:extLst>
          </p:cNvPr>
          <p:cNvSpPr/>
          <p:nvPr/>
        </p:nvSpPr>
        <p:spPr>
          <a:xfrm>
            <a:off x="3921512" y="3365906"/>
            <a:ext cx="118946" cy="194295"/>
          </a:xfrm>
          <a:prstGeom prst="diamond">
            <a:avLst/>
          </a:prstGeom>
          <a:solidFill>
            <a:schemeClr val="accent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菱形 5">
            <a:extLst>
              <a:ext uri="{FF2B5EF4-FFF2-40B4-BE49-F238E27FC236}">
                <a16:creationId xmlns:a16="http://schemas.microsoft.com/office/drawing/2014/main" id="{F665AD61-C45A-9B45-95AE-F050480C4742}"/>
              </a:ext>
            </a:extLst>
          </p:cNvPr>
          <p:cNvSpPr/>
          <p:nvPr/>
        </p:nvSpPr>
        <p:spPr>
          <a:xfrm>
            <a:off x="7270495" y="3365905"/>
            <a:ext cx="118946" cy="194295"/>
          </a:xfrm>
          <a:prstGeom prst="diamond">
            <a:avLst/>
          </a:prstGeom>
          <a:solidFill>
            <a:schemeClr val="accent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菱形 6">
            <a:extLst>
              <a:ext uri="{FF2B5EF4-FFF2-40B4-BE49-F238E27FC236}">
                <a16:creationId xmlns:a16="http://schemas.microsoft.com/office/drawing/2014/main" id="{C93E5A45-E7BB-B240-9706-56617C016576}"/>
              </a:ext>
            </a:extLst>
          </p:cNvPr>
          <p:cNvSpPr/>
          <p:nvPr/>
        </p:nvSpPr>
        <p:spPr>
          <a:xfrm>
            <a:off x="2256263" y="4213399"/>
            <a:ext cx="118946" cy="194295"/>
          </a:xfrm>
          <a:prstGeom prst="diamond">
            <a:avLst/>
          </a:prstGeom>
          <a:solidFill>
            <a:schemeClr val="accent2">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7.5</a:t>
            </a:r>
            <a:r>
              <a:rPr lang="zh-CN" altLang="en-US" dirty="0">
                <a:solidFill>
                  <a:schemeClr val="bg1"/>
                </a:solidFill>
                <a:effectLst>
                  <a:glow rad="228600">
                    <a:schemeClr val="accent6">
                      <a:satMod val="175000"/>
                      <a:alpha val="40000"/>
                    </a:schemeClr>
                  </a:glow>
                </a:effectLst>
                <a:sym typeface="微软雅黑" panose="020B0503020204020204" pitchFamily="34" charset="-122"/>
              </a:rPr>
              <a:t>  用例图</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57</a:t>
            </a:fld>
            <a:endParaRPr lang="zh-CN" altLang="en-US"/>
          </a:p>
        </p:txBody>
      </p:sp>
    </p:spTree>
    <p:extLst>
      <p:ext uri="{BB962C8B-B14F-4D97-AF65-F5344CB8AC3E}">
        <p14:creationId xmlns:p14="http://schemas.microsoft.com/office/powerpoint/2010/main" val="42690512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B6527F60-026D-374A-9B53-DFD4B2267D8F}"/>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用例的概念</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0962" name="Text Box 3">
            <a:extLst>
              <a:ext uri="{FF2B5EF4-FFF2-40B4-BE49-F238E27FC236}">
                <a16:creationId xmlns:a16="http://schemas.microsoft.com/office/drawing/2014/main" id="{642D4865-102F-C24F-A5EB-48B6D0809D4D}"/>
              </a:ext>
            </a:extLst>
          </p:cNvPr>
          <p:cNvSpPr txBox="1">
            <a:spLocks noChangeArrowheads="1"/>
          </p:cNvSpPr>
          <p:nvPr/>
        </p:nvSpPr>
        <p:spPr bwMode="auto">
          <a:xfrm>
            <a:off x="763588" y="1508125"/>
            <a:ext cx="7807325"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2000" dirty="0">
                <a:solidFill>
                  <a:srgbClr val="FFFF00"/>
                </a:solidFill>
              </a:rPr>
              <a:t>◇ </a:t>
            </a:r>
            <a:r>
              <a:rPr lang="zh-CN" altLang="en-US" sz="1800" dirty="0">
                <a:solidFill>
                  <a:srgbClr val="FFFF00"/>
                </a:solidFill>
                <a:ea typeface="楷体_GB2312" pitchFamily="49" charset="-122"/>
              </a:rPr>
              <a:t>用例（</a:t>
            </a:r>
            <a:r>
              <a:rPr lang="en-US" altLang="zh-CN" sz="1800" dirty="0">
                <a:solidFill>
                  <a:srgbClr val="FFFF00"/>
                </a:solidFill>
                <a:ea typeface="楷体_GB2312" pitchFamily="49" charset="-122"/>
              </a:rPr>
              <a:t>use case</a:t>
            </a:r>
            <a:r>
              <a:rPr lang="zh-CN" altLang="en-US" sz="1800" dirty="0">
                <a:solidFill>
                  <a:srgbClr val="FFFF00"/>
                </a:solidFill>
                <a:ea typeface="楷体_GB2312" pitchFamily="49" charset="-122"/>
              </a:rPr>
              <a:t>）的定义</a:t>
            </a:r>
          </a:p>
          <a:p>
            <a:pPr eaLnBrk="1" hangingPunct="1">
              <a:lnSpc>
                <a:spcPct val="150000"/>
              </a:lnSpc>
              <a:spcBef>
                <a:spcPct val="0"/>
              </a:spcBef>
              <a:buFontTx/>
              <a:buNone/>
            </a:pPr>
            <a:r>
              <a:rPr lang="zh-CN" altLang="en-US" sz="1800" dirty="0">
                <a:solidFill>
                  <a:schemeClr val="bg1"/>
                </a:solidFill>
                <a:ea typeface="楷体_GB2312" pitchFamily="49" charset="-122"/>
              </a:rPr>
              <a:t>      用例是系统的一组使用场景。每个场景描述了一个事件的序列。每个序列是由一个人、另一个系统、一台硬件设备或者某段时间的流逝所发起。</a:t>
            </a:r>
          </a:p>
          <a:p>
            <a:pPr eaLnBrk="1" hangingPunct="1">
              <a:lnSpc>
                <a:spcPct val="150000"/>
              </a:lnSpc>
              <a:spcBef>
                <a:spcPct val="0"/>
              </a:spcBef>
              <a:buFontTx/>
              <a:buNone/>
            </a:pPr>
            <a:r>
              <a:rPr lang="zh-CN" altLang="en-US" sz="1800" dirty="0">
                <a:solidFill>
                  <a:schemeClr val="bg1"/>
                </a:solidFill>
                <a:ea typeface="楷体_GB2312" pitchFamily="49" charset="-122"/>
              </a:rPr>
              <a:t>      这些发起事件序列的实体叫做参与者（</a:t>
            </a:r>
            <a:r>
              <a:rPr lang="en-US" altLang="zh-CN" sz="1800" dirty="0">
                <a:solidFill>
                  <a:schemeClr val="bg1"/>
                </a:solidFill>
                <a:ea typeface="楷体_GB2312" pitchFamily="49" charset="-122"/>
              </a:rPr>
              <a:t>actor</a:t>
            </a:r>
            <a:r>
              <a:rPr lang="zh-CN" altLang="en-US" sz="1800" dirty="0">
                <a:solidFill>
                  <a:schemeClr val="bg1"/>
                </a:solidFill>
                <a:ea typeface="楷体_GB2312" pitchFamily="49" charset="-122"/>
              </a:rPr>
              <a:t>）。</a:t>
            </a:r>
          </a:p>
          <a:p>
            <a:pPr eaLnBrk="1" hangingPunct="1">
              <a:lnSpc>
                <a:spcPct val="150000"/>
              </a:lnSpc>
              <a:spcBef>
                <a:spcPct val="0"/>
              </a:spcBef>
              <a:buFontTx/>
              <a:buNone/>
            </a:pPr>
            <a:r>
              <a:rPr lang="zh-CN" altLang="en-US" sz="1800" dirty="0">
                <a:solidFill>
                  <a:schemeClr val="bg1"/>
                </a:solidFill>
                <a:ea typeface="楷体_GB2312" pitchFamily="49" charset="-122"/>
              </a:rPr>
              <a:t>      用例</a:t>
            </a:r>
            <a:r>
              <a:rPr lang="zh-CN" altLang="zh-CN" sz="1800" dirty="0">
                <a:solidFill>
                  <a:schemeClr val="bg1"/>
                </a:solidFill>
                <a:ea typeface="楷体_GB2312" pitchFamily="49" charset="-122"/>
              </a:rPr>
              <a:t>是对一个</a:t>
            </a:r>
            <a:r>
              <a:rPr lang="zh-CN" altLang="en-US" sz="1800" dirty="0">
                <a:solidFill>
                  <a:schemeClr val="bg1"/>
                </a:solidFill>
                <a:ea typeface="楷体_GB2312" pitchFamily="49" charset="-122"/>
              </a:rPr>
              <a:t>参与者（</a:t>
            </a:r>
            <a:r>
              <a:rPr lang="en-US" altLang="zh-CN" sz="1800" dirty="0">
                <a:solidFill>
                  <a:schemeClr val="bg1"/>
                </a:solidFill>
                <a:ea typeface="楷体_GB2312" pitchFamily="49" charset="-122"/>
              </a:rPr>
              <a:t>actor</a:t>
            </a:r>
            <a:r>
              <a:rPr lang="zh-CN" altLang="en-US" sz="1800" dirty="0">
                <a:solidFill>
                  <a:schemeClr val="bg1"/>
                </a:solidFill>
                <a:ea typeface="楷体_GB2312" pitchFamily="49" charset="-122"/>
              </a:rPr>
              <a:t>）</a:t>
            </a:r>
            <a:r>
              <a:rPr lang="zh-CN" altLang="zh-CN" sz="1800" dirty="0">
                <a:solidFill>
                  <a:schemeClr val="bg1"/>
                </a:solidFill>
                <a:ea typeface="楷体_GB2312" pitchFamily="49" charset="-122"/>
              </a:rPr>
              <a:t>使用系统的一项功能时所进行的交互过程的一个文字描述序列</a:t>
            </a:r>
            <a:r>
              <a:rPr lang="zh-CN" altLang="en-US" sz="1800" dirty="0">
                <a:solidFill>
                  <a:schemeClr val="bg1"/>
                </a:solidFill>
                <a:ea typeface="楷体_GB2312" pitchFamily="49" charset="-122"/>
              </a:rPr>
              <a:t>。</a:t>
            </a:r>
          </a:p>
        </p:txBody>
      </p:sp>
      <p:pic>
        <p:nvPicPr>
          <p:cNvPr id="17412" name="Picture 10" descr="T7-1">
            <a:extLst>
              <a:ext uri="{FF2B5EF4-FFF2-40B4-BE49-F238E27FC236}">
                <a16:creationId xmlns:a16="http://schemas.microsoft.com/office/drawing/2014/main" id="{4D49A3D5-FBEF-C84D-8B90-491123CEA1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2818" y="4136032"/>
            <a:ext cx="5242241" cy="219333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fade">
                                      <p:cBhvr>
                                        <p:cTn id="7"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B6527F60-026D-374A-9B53-DFD4B2267D8F}"/>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solidFill>
                  <a:srgbClr val="FFFF00"/>
                </a:solidFill>
                <a:latin typeface="黑体" panose="02010609060101010101" pitchFamily="49" charset="-122"/>
                <a:ea typeface="黑体" panose="02010609060101010101" pitchFamily="49" charset="-122"/>
                <a:sym typeface="华文新魏" panose="02010800040101010101" pitchFamily="2" charset="-122"/>
              </a:rPr>
              <a:t>用例的概念</a:t>
            </a:r>
            <a:endParaRPr lang="zh-CN" altLang="en-US" sz="2400" dirty="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0962" name="Text Box 3">
            <a:extLst>
              <a:ext uri="{FF2B5EF4-FFF2-40B4-BE49-F238E27FC236}">
                <a16:creationId xmlns:a16="http://schemas.microsoft.com/office/drawing/2014/main" id="{642D4865-102F-C24F-A5EB-48B6D0809D4D}"/>
              </a:ext>
            </a:extLst>
          </p:cNvPr>
          <p:cNvSpPr txBox="1">
            <a:spLocks noChangeArrowheads="1"/>
          </p:cNvSpPr>
          <p:nvPr/>
        </p:nvSpPr>
        <p:spPr bwMode="auto">
          <a:xfrm>
            <a:off x="763588" y="2125159"/>
            <a:ext cx="7807325" cy="401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11150" indent="-311150">
              <a:lnSpc>
                <a:spcPct val="150000"/>
              </a:lnSpc>
              <a:spcBef>
                <a:spcPct val="0"/>
              </a:spcBef>
              <a:buNone/>
            </a:pPr>
            <a:r>
              <a:rPr lang="zh-CN" altLang="en-US" sz="2000" dirty="0">
                <a:solidFill>
                  <a:srgbClr val="FFFF00"/>
                </a:solidFill>
              </a:rPr>
              <a:t>◇ </a:t>
            </a:r>
            <a:r>
              <a:rPr lang="zh-CN" altLang="en-US" sz="1800" dirty="0">
                <a:solidFill>
                  <a:schemeClr val="bg1"/>
                </a:solidFill>
                <a:ea typeface="楷体_GB2312" pitchFamily="49" charset="-122"/>
              </a:rPr>
              <a:t>用例 </a:t>
            </a:r>
            <a:r>
              <a:rPr lang="zh-CN" altLang="en-US" sz="1800" dirty="0">
                <a:solidFill>
                  <a:schemeClr val="bg1"/>
                </a:solidFill>
                <a:highlight>
                  <a:srgbClr val="CC9900"/>
                </a:highlight>
                <a:ea typeface="楷体_GB2312" pitchFamily="49" charset="-122"/>
              </a:rPr>
              <a:t>约等于 </a:t>
            </a:r>
            <a:r>
              <a:rPr lang="zh-CN" altLang="en-US" sz="1800" dirty="0">
                <a:solidFill>
                  <a:schemeClr val="bg1"/>
                </a:solidFill>
                <a:ea typeface="楷体_GB2312" pitchFamily="49" charset="-122"/>
              </a:rPr>
              <a:t>功能的概念</a:t>
            </a:r>
            <a:endParaRPr lang="en-US" altLang="zh-CN" sz="1800" dirty="0">
              <a:solidFill>
                <a:schemeClr val="bg1"/>
              </a:solidFill>
              <a:ea typeface="楷体_GB2312" pitchFamily="49" charset="-122"/>
            </a:endParaRPr>
          </a:p>
          <a:p>
            <a:pPr marL="311150" indent="-304800">
              <a:lnSpc>
                <a:spcPct val="150000"/>
              </a:lnSpc>
              <a:spcBef>
                <a:spcPct val="0"/>
              </a:spcBef>
              <a:buNone/>
            </a:pPr>
            <a:r>
              <a:rPr lang="zh-CN" altLang="en-US" sz="2000" dirty="0">
                <a:solidFill>
                  <a:srgbClr val="FFFF00"/>
                </a:solidFill>
              </a:rPr>
              <a:t>◇ </a:t>
            </a:r>
            <a:r>
              <a:rPr lang="zh-CN" altLang="en-US" sz="1800" dirty="0">
                <a:solidFill>
                  <a:schemeClr val="bg1"/>
                </a:solidFill>
                <a:ea typeface="楷体_GB2312" pitchFamily="49" charset="-122"/>
              </a:rPr>
              <a:t>用例包含了使用这个功能的一组使用场景（情况），但用例描述阶段不对使用场景进行展开</a:t>
            </a:r>
            <a:endParaRPr lang="en-US" altLang="zh-CN" sz="1800" dirty="0">
              <a:solidFill>
                <a:schemeClr val="bg1"/>
              </a:solidFill>
              <a:ea typeface="楷体_GB2312" pitchFamily="49" charset="-122"/>
            </a:endParaRPr>
          </a:p>
          <a:p>
            <a:pPr marL="311150" indent="-304800">
              <a:lnSpc>
                <a:spcPct val="150000"/>
              </a:lnSpc>
              <a:spcBef>
                <a:spcPct val="0"/>
              </a:spcBef>
              <a:buNone/>
            </a:pPr>
            <a:r>
              <a:rPr lang="zh-CN" altLang="en-US" sz="2000" dirty="0">
                <a:solidFill>
                  <a:srgbClr val="FFFF00"/>
                </a:solidFill>
              </a:rPr>
              <a:t>◇ </a:t>
            </a:r>
            <a:r>
              <a:rPr lang="zh-CN" altLang="en-US" sz="1800" dirty="0">
                <a:solidFill>
                  <a:schemeClr val="bg1"/>
                </a:solidFill>
                <a:ea typeface="楷体_GB2312" pitchFamily="49" charset="-122"/>
              </a:rPr>
              <a:t>用例包含的使用场景（描述了一个事件的序列）将在顺序图中展开</a:t>
            </a:r>
            <a:endParaRPr lang="en-US" altLang="zh-CN" sz="1800" dirty="0">
              <a:solidFill>
                <a:schemeClr val="bg1"/>
              </a:solidFill>
              <a:ea typeface="楷体_GB2312" pitchFamily="49" charset="-122"/>
            </a:endParaRPr>
          </a:p>
          <a:p>
            <a:pPr marL="311150" indent="-304800">
              <a:lnSpc>
                <a:spcPct val="150000"/>
              </a:lnSpc>
              <a:spcBef>
                <a:spcPct val="0"/>
              </a:spcBef>
              <a:buNone/>
            </a:pPr>
            <a:r>
              <a:rPr lang="zh-CN" altLang="en-US" sz="2000" dirty="0">
                <a:solidFill>
                  <a:srgbClr val="FFFF00"/>
                </a:solidFill>
              </a:rPr>
              <a:t>◇ </a:t>
            </a:r>
            <a:r>
              <a:rPr lang="zh-CN" altLang="en-US" sz="1800" dirty="0">
                <a:solidFill>
                  <a:schemeClr val="bg1"/>
                </a:solidFill>
                <a:ea typeface="楷体_GB2312" pitchFamily="49" charset="-122"/>
              </a:rPr>
              <a:t>用例图 高度概括了系统的功能以及功能之间的关系（类似需求搜集阶段的功能模块结构图），用例图可以分解、细化 </a:t>
            </a:r>
            <a:endParaRPr lang="en-US" altLang="zh-CN" sz="1800" dirty="0">
              <a:solidFill>
                <a:schemeClr val="bg1"/>
              </a:solidFill>
              <a:ea typeface="楷体_GB2312" pitchFamily="49" charset="-122"/>
            </a:endParaRPr>
          </a:p>
          <a:p>
            <a:pPr marL="311150" indent="-304800">
              <a:lnSpc>
                <a:spcPct val="150000"/>
              </a:lnSpc>
              <a:spcBef>
                <a:spcPct val="0"/>
              </a:spcBef>
              <a:buNone/>
            </a:pPr>
            <a:endParaRPr lang="en-US" altLang="zh-CN" sz="1800" dirty="0">
              <a:solidFill>
                <a:schemeClr val="bg1"/>
              </a:solidFill>
              <a:ea typeface="楷体_GB2312" pitchFamily="49" charset="-122"/>
            </a:endParaRPr>
          </a:p>
          <a:p>
            <a:pPr>
              <a:lnSpc>
                <a:spcPct val="150000"/>
              </a:lnSpc>
              <a:spcBef>
                <a:spcPct val="0"/>
              </a:spcBef>
              <a:buNone/>
            </a:pPr>
            <a:r>
              <a:rPr lang="zh-CN" altLang="en-US" sz="2000" dirty="0">
                <a:solidFill>
                  <a:srgbClr val="FFFF00"/>
                </a:solidFill>
              </a:rPr>
              <a:t>◇ </a:t>
            </a:r>
            <a:r>
              <a:rPr lang="zh-CN" altLang="en-US" sz="1800" dirty="0">
                <a:solidFill>
                  <a:schemeClr val="bg1"/>
                </a:solidFill>
                <a:ea typeface="楷体_GB2312" pitchFamily="49" charset="-122"/>
              </a:rPr>
              <a:t>这里的 用例 </a:t>
            </a:r>
            <a:r>
              <a:rPr lang="zh-CN" altLang="en-US" sz="1800" dirty="0">
                <a:solidFill>
                  <a:schemeClr val="bg1"/>
                </a:solidFill>
                <a:highlight>
                  <a:srgbClr val="CC9900"/>
                </a:highlight>
                <a:ea typeface="楷体_GB2312" pitchFamily="49" charset="-122"/>
              </a:rPr>
              <a:t>不同于 </a:t>
            </a:r>
            <a:r>
              <a:rPr lang="zh-CN" altLang="en-US" sz="1800" dirty="0">
                <a:solidFill>
                  <a:schemeClr val="bg1"/>
                </a:solidFill>
                <a:ea typeface="楷体_GB2312" pitchFamily="49" charset="-122"/>
              </a:rPr>
              <a:t>测试用例（一个测试实例）中的用例概念</a:t>
            </a:r>
            <a:endParaRPr lang="en-US" altLang="zh-CN" sz="1800" dirty="0">
              <a:solidFill>
                <a:schemeClr val="bg1"/>
              </a:solidFill>
              <a:ea typeface="楷体_GB2312" pitchFamily="49" charset="-122"/>
            </a:endParaRPr>
          </a:p>
          <a:p>
            <a:pPr eaLnBrk="1" hangingPunct="1">
              <a:lnSpc>
                <a:spcPct val="150000"/>
              </a:lnSpc>
              <a:spcBef>
                <a:spcPct val="0"/>
              </a:spcBef>
              <a:buFontTx/>
              <a:buNone/>
            </a:pPr>
            <a:endParaRPr lang="zh-CN" altLang="en-US" sz="1800" dirty="0">
              <a:solidFill>
                <a:schemeClr val="bg1"/>
              </a:solidFill>
              <a:ea typeface="楷体_GB2312" pitchFamily="49" charset="-122"/>
            </a:endParaRPr>
          </a:p>
        </p:txBody>
      </p:sp>
      <p:sp>
        <p:nvSpPr>
          <p:cNvPr id="4" name="同心圆 3">
            <a:extLst>
              <a:ext uri="{FF2B5EF4-FFF2-40B4-BE49-F238E27FC236}">
                <a16:creationId xmlns:a16="http://schemas.microsoft.com/office/drawing/2014/main" id="{FD75C722-A143-1044-9E0A-346B8EBAC0C3}"/>
              </a:ext>
            </a:extLst>
          </p:cNvPr>
          <p:cNvSpPr/>
          <p:nvPr/>
        </p:nvSpPr>
        <p:spPr>
          <a:xfrm>
            <a:off x="6623822" y="1408728"/>
            <a:ext cx="1412489" cy="615485"/>
          </a:xfrm>
          <a:prstGeom prst="donut">
            <a:avLst>
              <a:gd name="adj" fmla="val 328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panose="02010609060101010101" pitchFamily="49" charset="-122"/>
                <a:ea typeface="KaiTi" panose="02010609060101010101" pitchFamily="49" charset="-122"/>
              </a:rPr>
              <a:t>用例</a:t>
            </a:r>
            <a:r>
              <a:rPr kumimoji="1" lang="en-US" altLang="zh-CN" sz="1600" dirty="0">
                <a:solidFill>
                  <a:schemeClr val="bg1"/>
                </a:solidFill>
                <a:latin typeface="KaiTi" panose="02010609060101010101" pitchFamily="49" charset="-122"/>
                <a:ea typeface="KaiTi" panose="02010609060101010101" pitchFamily="49" charset="-122"/>
              </a:rPr>
              <a:t>2</a:t>
            </a:r>
          </a:p>
          <a:p>
            <a:pPr algn="ctr"/>
            <a:r>
              <a:rPr kumimoji="1" lang="zh-CN" altLang="en-US" sz="1600" dirty="0">
                <a:solidFill>
                  <a:schemeClr val="bg1"/>
                </a:solidFill>
                <a:latin typeface="KaiTi" panose="02010609060101010101" pitchFamily="49" charset="-122"/>
                <a:ea typeface="KaiTi" panose="02010609060101010101" pitchFamily="49" charset="-122"/>
              </a:rPr>
              <a:t>（取钱）</a:t>
            </a:r>
          </a:p>
        </p:txBody>
      </p:sp>
      <p:sp>
        <p:nvSpPr>
          <p:cNvPr id="6" name="同心圆 5">
            <a:extLst>
              <a:ext uri="{FF2B5EF4-FFF2-40B4-BE49-F238E27FC236}">
                <a16:creationId xmlns:a16="http://schemas.microsoft.com/office/drawing/2014/main" id="{1823FBC1-F008-DC4D-B15B-7E2E6CBE22ED}"/>
              </a:ext>
            </a:extLst>
          </p:cNvPr>
          <p:cNvSpPr/>
          <p:nvPr/>
        </p:nvSpPr>
        <p:spPr>
          <a:xfrm>
            <a:off x="4200293" y="1397620"/>
            <a:ext cx="1828800" cy="615485"/>
          </a:xfrm>
          <a:prstGeom prst="donut">
            <a:avLst>
              <a:gd name="adj" fmla="val 328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latin typeface="KaiTi" panose="02010609060101010101" pitchFamily="49" charset="-122"/>
                <a:ea typeface="KaiTi" panose="02010609060101010101" pitchFamily="49" charset="-122"/>
              </a:rPr>
              <a:t>用例</a:t>
            </a:r>
            <a:r>
              <a:rPr kumimoji="1" lang="en-US" altLang="zh-CN" sz="1600" dirty="0">
                <a:solidFill>
                  <a:schemeClr val="bg1"/>
                </a:solidFill>
                <a:latin typeface="KaiTi" panose="02010609060101010101" pitchFamily="49" charset="-122"/>
                <a:ea typeface="KaiTi" panose="02010609060101010101" pitchFamily="49" charset="-122"/>
              </a:rPr>
              <a:t>1</a:t>
            </a:r>
          </a:p>
          <a:p>
            <a:pPr algn="ctr"/>
            <a:r>
              <a:rPr kumimoji="1" lang="zh-CN" altLang="en-US" sz="1600" dirty="0">
                <a:solidFill>
                  <a:schemeClr val="bg1"/>
                </a:solidFill>
                <a:latin typeface="KaiTi" panose="02010609060101010101" pitchFamily="49" charset="-122"/>
                <a:ea typeface="KaiTi" panose="02010609060101010101" pitchFamily="49" charset="-122"/>
              </a:rPr>
              <a:t>（身份验证）</a:t>
            </a:r>
          </a:p>
        </p:txBody>
      </p:sp>
      <p:cxnSp>
        <p:nvCxnSpPr>
          <p:cNvPr id="3" name="直线连接符 2">
            <a:extLst>
              <a:ext uri="{FF2B5EF4-FFF2-40B4-BE49-F238E27FC236}">
                <a16:creationId xmlns:a16="http://schemas.microsoft.com/office/drawing/2014/main" id="{4ED7397A-59EF-9846-B233-788AD737F0AA}"/>
              </a:ext>
            </a:extLst>
          </p:cNvPr>
          <p:cNvCxnSpPr>
            <a:cxnSpLocks/>
            <a:stCxn id="6" idx="6"/>
            <a:endCxn id="4" idx="2"/>
          </p:cNvCxnSpPr>
          <p:nvPr/>
        </p:nvCxnSpPr>
        <p:spPr>
          <a:xfrm>
            <a:off x="6029093" y="1705363"/>
            <a:ext cx="594729" cy="11108"/>
          </a:xfrm>
          <a:prstGeom prst="line">
            <a:avLst/>
          </a:prstGeom>
          <a:ln w="1270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2831791"/>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BC0F71D6-7BA6-6C41-8042-B12AFD1B1DD6}"/>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用例举例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3010" name="Text Box 3">
            <a:extLst>
              <a:ext uri="{FF2B5EF4-FFF2-40B4-BE49-F238E27FC236}">
                <a16:creationId xmlns:a16="http://schemas.microsoft.com/office/drawing/2014/main" id="{938CEB9C-BC43-C84E-A127-F2DDB0831034}"/>
              </a:ext>
            </a:extLst>
          </p:cNvPr>
          <p:cNvSpPr txBox="1">
            <a:spLocks noChangeArrowheads="1"/>
          </p:cNvSpPr>
          <p:nvPr/>
        </p:nvSpPr>
        <p:spPr bwMode="auto">
          <a:xfrm>
            <a:off x="763588" y="1508125"/>
            <a:ext cx="78073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用例“买饮料”</a:t>
            </a:r>
            <a:endParaRPr lang="zh-CN" altLang="en-US" sz="2000">
              <a:solidFill>
                <a:srgbClr val="FFFF00"/>
              </a:solidFill>
            </a:endParaRPr>
          </a:p>
        </p:txBody>
      </p:sp>
      <p:pic>
        <p:nvPicPr>
          <p:cNvPr id="43011" name="Picture 6" descr="T6-1">
            <a:extLst>
              <a:ext uri="{FF2B5EF4-FFF2-40B4-BE49-F238E27FC236}">
                <a16:creationId xmlns:a16="http://schemas.microsoft.com/office/drawing/2014/main" id="{ED2D50C1-B54D-0A4A-950D-3E07CC0387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6238" y="588963"/>
            <a:ext cx="5886450" cy="30273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9832" name="Picture 8" descr="T6-2">
            <a:extLst>
              <a:ext uri="{FF2B5EF4-FFF2-40B4-BE49-F238E27FC236}">
                <a16:creationId xmlns:a16="http://schemas.microsoft.com/office/drawing/2014/main" id="{3A4700DD-06F8-3742-8429-5E28CA3F76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4395" y="2532062"/>
            <a:ext cx="4025900" cy="37369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89833" name="Picture 9" descr="T6-3">
            <a:extLst>
              <a:ext uri="{FF2B5EF4-FFF2-40B4-BE49-F238E27FC236}">
                <a16:creationId xmlns:a16="http://schemas.microsoft.com/office/drawing/2014/main" id="{F2A7E5B5-9D53-8E45-BA70-2FE086EF91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5463" y="1084263"/>
            <a:ext cx="4410075" cy="45100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589835" name="Text Box 11">
            <a:extLst>
              <a:ext uri="{FF2B5EF4-FFF2-40B4-BE49-F238E27FC236}">
                <a16:creationId xmlns:a16="http://schemas.microsoft.com/office/drawing/2014/main" id="{CF5F78F0-F255-3B45-95E0-9250174AC500}"/>
              </a:ext>
            </a:extLst>
          </p:cNvPr>
          <p:cNvSpPr txBox="1">
            <a:spLocks noChangeArrowheads="1"/>
          </p:cNvSpPr>
          <p:nvPr/>
        </p:nvSpPr>
        <p:spPr bwMode="auto">
          <a:xfrm>
            <a:off x="771525" y="3930650"/>
            <a:ext cx="78073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用例“供货”、“取钱”</a:t>
            </a:r>
            <a:endParaRPr lang="zh-CN" altLang="en-US" sz="2000">
              <a:solidFill>
                <a:srgbClr val="FFFF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9835"/>
                                        </p:tgtEl>
                                        <p:attrNameLst>
                                          <p:attrName>style.visibility</p:attrName>
                                        </p:attrNameLst>
                                      </p:cBhvr>
                                      <p:to>
                                        <p:strVal val="visible"/>
                                      </p:to>
                                    </p:set>
                                    <p:anim calcmode="lin" valueType="num">
                                      <p:cBhvr additive="base">
                                        <p:cTn id="7" dur="500" fill="hold"/>
                                        <p:tgtEl>
                                          <p:spTgt spid="589835"/>
                                        </p:tgtEl>
                                        <p:attrNameLst>
                                          <p:attrName>ppt_x</p:attrName>
                                        </p:attrNameLst>
                                      </p:cBhvr>
                                      <p:tavLst>
                                        <p:tav tm="0">
                                          <p:val>
                                            <p:strVal val="#ppt_x"/>
                                          </p:val>
                                        </p:tav>
                                        <p:tav tm="100000">
                                          <p:val>
                                            <p:strVal val="#ppt_x"/>
                                          </p:val>
                                        </p:tav>
                                      </p:tavLst>
                                    </p:anim>
                                    <p:anim calcmode="lin" valueType="num">
                                      <p:cBhvr additive="base">
                                        <p:cTn id="8" dur="500" fill="hold"/>
                                        <p:tgtEl>
                                          <p:spTgt spid="5898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589832"/>
                                        </p:tgtEl>
                                        <p:attrNameLst>
                                          <p:attrName>style.visibility</p:attrName>
                                        </p:attrNameLst>
                                      </p:cBhvr>
                                      <p:to>
                                        <p:strVal val="visible"/>
                                      </p:to>
                                    </p:set>
                                    <p:anim calcmode="lin" valueType="num">
                                      <p:cBhvr>
                                        <p:cTn id="13" dur="500" fill="hold"/>
                                        <p:tgtEl>
                                          <p:spTgt spid="589832"/>
                                        </p:tgtEl>
                                        <p:attrNameLst>
                                          <p:attrName>ppt_w</p:attrName>
                                        </p:attrNameLst>
                                      </p:cBhvr>
                                      <p:tavLst>
                                        <p:tav tm="0">
                                          <p:val>
                                            <p:fltVal val="0"/>
                                          </p:val>
                                        </p:tav>
                                        <p:tav tm="100000">
                                          <p:val>
                                            <p:strVal val="#ppt_w"/>
                                          </p:val>
                                        </p:tav>
                                      </p:tavLst>
                                    </p:anim>
                                    <p:anim calcmode="lin" valueType="num">
                                      <p:cBhvr>
                                        <p:cTn id="14" dur="500" fill="hold"/>
                                        <p:tgtEl>
                                          <p:spTgt spid="58983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589833"/>
                                        </p:tgtEl>
                                        <p:attrNameLst>
                                          <p:attrName>style.visibility</p:attrName>
                                        </p:attrNameLst>
                                      </p:cBhvr>
                                      <p:to>
                                        <p:strVal val="visible"/>
                                      </p:to>
                                    </p:set>
                                    <p:anim calcmode="lin" valueType="num">
                                      <p:cBhvr>
                                        <p:cTn id="19" dur="500" fill="hold"/>
                                        <p:tgtEl>
                                          <p:spTgt spid="589833"/>
                                        </p:tgtEl>
                                        <p:attrNameLst>
                                          <p:attrName>ppt_w</p:attrName>
                                        </p:attrNameLst>
                                      </p:cBhvr>
                                      <p:tavLst>
                                        <p:tav tm="0">
                                          <p:val>
                                            <p:fltVal val="0"/>
                                          </p:val>
                                        </p:tav>
                                        <p:tav tm="100000">
                                          <p:val>
                                            <p:strVal val="#ppt_w"/>
                                          </p:val>
                                        </p:tav>
                                      </p:tavLst>
                                    </p:anim>
                                    <p:anim calcmode="lin" valueType="num">
                                      <p:cBhvr>
                                        <p:cTn id="20" dur="500" fill="hold"/>
                                        <p:tgtEl>
                                          <p:spTgt spid="5898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EDF7801F-D05A-A04A-A177-0E996CC30FFF}"/>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用例举例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5058" name="Text Box 3">
            <a:extLst>
              <a:ext uri="{FF2B5EF4-FFF2-40B4-BE49-F238E27FC236}">
                <a16:creationId xmlns:a16="http://schemas.microsoft.com/office/drawing/2014/main" id="{EA935F69-5C90-784F-9031-5AA42222E4C3}"/>
              </a:ext>
            </a:extLst>
          </p:cNvPr>
          <p:cNvSpPr txBox="1">
            <a:spLocks noChangeArrowheads="1"/>
          </p:cNvSpPr>
          <p:nvPr/>
        </p:nvSpPr>
        <p:spPr bwMode="auto">
          <a:xfrm>
            <a:off x="763588" y="150812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用例图</a:t>
            </a:r>
            <a:endParaRPr lang="zh-CN" altLang="en-US" sz="2000">
              <a:solidFill>
                <a:srgbClr val="FFFF00"/>
              </a:solidFill>
            </a:endParaRPr>
          </a:p>
        </p:txBody>
      </p:sp>
      <p:pic>
        <p:nvPicPr>
          <p:cNvPr id="45059" name="Picture 6" descr="T7-2">
            <a:extLst>
              <a:ext uri="{FF2B5EF4-FFF2-40B4-BE49-F238E27FC236}">
                <a16:creationId xmlns:a16="http://schemas.microsoft.com/office/drawing/2014/main" id="{F21DE672-58BA-F04A-9D32-F9B43CC7B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188" y="798513"/>
            <a:ext cx="5192712" cy="56054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923674C1-24A4-7649-9636-62784DB07E33}"/>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用例模型的表示法</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7106" name="Text Box 3">
            <a:extLst>
              <a:ext uri="{FF2B5EF4-FFF2-40B4-BE49-F238E27FC236}">
                <a16:creationId xmlns:a16="http://schemas.microsoft.com/office/drawing/2014/main" id="{0C5D20B1-CACD-AF49-A435-84C0580C42B8}"/>
              </a:ext>
            </a:extLst>
          </p:cNvPr>
          <p:cNvSpPr txBox="1">
            <a:spLocks noChangeArrowheads="1"/>
          </p:cNvSpPr>
          <p:nvPr/>
        </p:nvSpPr>
        <p:spPr bwMode="auto">
          <a:xfrm>
            <a:off x="763588" y="1235075"/>
            <a:ext cx="7807325"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用例模型（</a:t>
            </a:r>
            <a:r>
              <a:rPr lang="en-US" altLang="zh-CN" sz="1800">
                <a:solidFill>
                  <a:srgbClr val="FFFF00"/>
                </a:solidFill>
                <a:ea typeface="楷体_GB2312" pitchFamily="49" charset="-122"/>
              </a:rPr>
              <a:t>use case model</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1800">
                <a:solidFill>
                  <a:srgbClr val="FFFF00"/>
                </a:solidFill>
                <a:ea typeface="楷体_GB2312" pitchFamily="49" charset="-122"/>
              </a:rPr>
              <a:t>      </a:t>
            </a:r>
            <a:r>
              <a:rPr lang="zh-CN" altLang="en-US" sz="1800">
                <a:solidFill>
                  <a:schemeClr val="bg1"/>
                </a:solidFill>
                <a:ea typeface="楷体_GB2312" pitchFamily="49" charset="-122"/>
              </a:rPr>
              <a:t>用户知道的比他们清楚表达出来的要多，用例能帮助用户解决表达问题。</a:t>
            </a:r>
          </a:p>
          <a:p>
            <a:pPr eaLnBrk="1" hangingPunct="1">
              <a:lnSpc>
                <a:spcPct val="150000"/>
              </a:lnSpc>
              <a:spcBef>
                <a:spcPct val="0"/>
              </a:spcBef>
              <a:buFontTx/>
              <a:buNone/>
            </a:pPr>
            <a:r>
              <a:rPr lang="zh-CN" altLang="en-US" sz="1800">
                <a:solidFill>
                  <a:schemeClr val="bg1"/>
                </a:solidFill>
                <a:ea typeface="楷体_GB2312" pitchFamily="49" charset="-122"/>
              </a:rPr>
              <a:t>      用例是由参与者发起的，参与者（或许是发起者，但不是必须的）能够从用例的执行中获得有价值的事物。</a:t>
            </a:r>
          </a:p>
          <a:p>
            <a:pPr eaLnBrk="1" hangingPunct="1">
              <a:lnSpc>
                <a:spcPct val="150000"/>
              </a:lnSpc>
              <a:spcBef>
                <a:spcPct val="0"/>
              </a:spcBef>
              <a:buFontTx/>
              <a:buNone/>
            </a:pPr>
            <a:r>
              <a:rPr lang="zh-CN" altLang="en-US" sz="1800">
                <a:solidFill>
                  <a:schemeClr val="bg1"/>
                </a:solidFill>
                <a:ea typeface="楷体_GB2312" pitchFamily="49" charset="-122"/>
              </a:rPr>
              <a:t>      参与者、用例和互连线共同组成了用例模型。</a:t>
            </a:r>
          </a:p>
        </p:txBody>
      </p:sp>
      <p:sp>
        <p:nvSpPr>
          <p:cNvPr id="47108" name="Text Box 8">
            <a:extLst>
              <a:ext uri="{FF2B5EF4-FFF2-40B4-BE49-F238E27FC236}">
                <a16:creationId xmlns:a16="http://schemas.microsoft.com/office/drawing/2014/main" id="{280AA107-2CB3-DD4E-9A16-F47A2BA80370}"/>
              </a:ext>
            </a:extLst>
          </p:cNvPr>
          <p:cNvSpPr txBox="1">
            <a:spLocks noChangeArrowheads="1"/>
          </p:cNvSpPr>
          <p:nvPr/>
        </p:nvSpPr>
        <p:spPr bwMode="auto">
          <a:xfrm>
            <a:off x="763588" y="3524250"/>
            <a:ext cx="6588125" cy="2936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FontTx/>
              <a:buNone/>
            </a:pPr>
            <a:r>
              <a:rPr lang="en-US" altLang="zh-CN" sz="2000" dirty="0">
                <a:solidFill>
                  <a:srgbClr val="FFFF00"/>
                </a:solidFill>
              </a:rPr>
              <a:t>◇ </a:t>
            </a:r>
            <a:r>
              <a:rPr lang="zh-CN" altLang="en-US" sz="1800" dirty="0">
                <a:solidFill>
                  <a:srgbClr val="FFFF00"/>
                </a:solidFill>
                <a:ea typeface="楷体_GB2312" pitchFamily="49" charset="-122"/>
              </a:rPr>
              <a:t>符号特征</a:t>
            </a:r>
          </a:p>
          <a:p>
            <a:pPr eaLnBrk="1" hangingPunct="1">
              <a:lnSpc>
                <a:spcPct val="140000"/>
              </a:lnSpc>
              <a:spcBef>
                <a:spcPct val="0"/>
              </a:spcBef>
              <a:buFontTx/>
              <a:buNone/>
            </a:pPr>
            <a:r>
              <a:rPr lang="zh-CN" altLang="en-US" sz="1800" dirty="0">
                <a:solidFill>
                  <a:srgbClr val="FFFF00"/>
                </a:solidFill>
                <a:ea typeface="楷体_GB2312" pitchFamily="49" charset="-122"/>
              </a:rPr>
              <a:t>      </a:t>
            </a:r>
            <a:r>
              <a:rPr lang="zh-CN" altLang="en-US" sz="1800" dirty="0">
                <a:solidFill>
                  <a:schemeClr val="bg1"/>
                </a:solidFill>
                <a:ea typeface="楷体_GB2312" pitchFamily="49" charset="-122"/>
              </a:rPr>
              <a:t>＊用例用一个椭圆形表示</a:t>
            </a:r>
          </a:p>
          <a:p>
            <a:pPr eaLnBrk="1" hangingPunct="1">
              <a:lnSpc>
                <a:spcPct val="14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＊参与者用直立人形图标表示</a:t>
            </a:r>
          </a:p>
          <a:p>
            <a:pPr eaLnBrk="1" hangingPunct="1">
              <a:lnSpc>
                <a:spcPct val="14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＊用例的发起参与者在用例图的左侧，接收参与者在用例图的右侧</a:t>
            </a:r>
          </a:p>
          <a:p>
            <a:pPr eaLnBrk="1" hangingPunct="1">
              <a:lnSpc>
                <a:spcPct val="14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＊关联线连接参与者和用例并且表示参与者与用例之间有通信关系；关联线是实线。</a:t>
            </a:r>
          </a:p>
        </p:txBody>
      </p:sp>
      <p:pic>
        <p:nvPicPr>
          <p:cNvPr id="595978" name="Picture 10" descr="T7-2">
            <a:extLst>
              <a:ext uri="{FF2B5EF4-FFF2-40B4-BE49-F238E27FC236}">
                <a16:creationId xmlns:a16="http://schemas.microsoft.com/office/drawing/2014/main" id="{85A8DC1A-42F2-8E4A-9ECF-F20C0CCEEC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3863" y="1203325"/>
            <a:ext cx="4738687" cy="51149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595979" name="Picture 11">
            <a:extLst>
              <a:ext uri="{FF2B5EF4-FFF2-40B4-BE49-F238E27FC236}">
                <a16:creationId xmlns:a16="http://schemas.microsoft.com/office/drawing/2014/main" id="{697F25BD-1FA8-F348-B35B-5757C85B0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8408" b="19595"/>
          <a:stretch>
            <a:fillRect/>
          </a:stretch>
        </p:blipFill>
        <p:spPr bwMode="auto">
          <a:xfrm>
            <a:off x="2174875" y="1717675"/>
            <a:ext cx="6396038" cy="47275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595978"/>
                                        </p:tgtEl>
                                        <p:attrNameLst>
                                          <p:attrName>style.visibility</p:attrName>
                                        </p:attrNameLst>
                                      </p:cBhvr>
                                      <p:to>
                                        <p:strVal val="visible"/>
                                      </p:to>
                                    </p:set>
                                    <p:anim calcmode="lin" valueType="num">
                                      <p:cBhvr>
                                        <p:cTn id="7" dur="1000" fill="hold"/>
                                        <p:tgtEl>
                                          <p:spTgt spid="595978"/>
                                        </p:tgtEl>
                                        <p:attrNameLst>
                                          <p:attrName>ppt_w</p:attrName>
                                        </p:attrNameLst>
                                      </p:cBhvr>
                                      <p:tavLst>
                                        <p:tav tm="0">
                                          <p:val>
                                            <p:fltVal val="0"/>
                                          </p:val>
                                        </p:tav>
                                        <p:tav tm="100000">
                                          <p:val>
                                            <p:strVal val="#ppt_w"/>
                                          </p:val>
                                        </p:tav>
                                      </p:tavLst>
                                    </p:anim>
                                    <p:anim calcmode="lin" valueType="num">
                                      <p:cBhvr>
                                        <p:cTn id="8" dur="1000" fill="hold"/>
                                        <p:tgtEl>
                                          <p:spTgt spid="59597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595979"/>
                                        </p:tgtEl>
                                        <p:attrNameLst>
                                          <p:attrName>style.visibility</p:attrName>
                                        </p:attrNameLst>
                                      </p:cBhvr>
                                      <p:to>
                                        <p:strVal val="visible"/>
                                      </p:to>
                                    </p:set>
                                    <p:animEffect transition="in" filter="checkerboard(across)">
                                      <p:cBhvr>
                                        <p:cTn id="13" dur="1000"/>
                                        <p:tgtEl>
                                          <p:spTgt spid="595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2B0C8A9B-15CA-CA41-8CCC-1A7B8FFCF1D4}"/>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用例模型的表示法</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49154" name="Text Box 3">
            <a:extLst>
              <a:ext uri="{FF2B5EF4-FFF2-40B4-BE49-F238E27FC236}">
                <a16:creationId xmlns:a16="http://schemas.microsoft.com/office/drawing/2014/main" id="{1BCE6F6E-3333-DE4A-BA7C-165B163A4122}"/>
              </a:ext>
            </a:extLst>
          </p:cNvPr>
          <p:cNvSpPr txBox="1">
            <a:spLocks noChangeArrowheads="1"/>
          </p:cNvSpPr>
          <p:nvPr/>
        </p:nvSpPr>
        <p:spPr bwMode="auto">
          <a:xfrm>
            <a:off x="763588" y="1508125"/>
            <a:ext cx="780732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chemeClr val="bg1"/>
                </a:solidFill>
                <a:ea typeface="楷体_GB2312" pitchFamily="49" charset="-122"/>
              </a:rPr>
              <a:t>每个用例是一组场景的组合，而每个场景又是一个步骤序列。</a:t>
            </a:r>
          </a:p>
          <a:p>
            <a:pPr eaLnBrk="1" hangingPunct="1">
              <a:lnSpc>
                <a:spcPct val="150000"/>
              </a:lnSpc>
              <a:spcBef>
                <a:spcPct val="0"/>
              </a:spcBef>
              <a:buFontTx/>
              <a:buNone/>
            </a:pPr>
            <a:endParaRPr lang="zh-CN" altLang="en-US" sz="1800">
              <a:solidFill>
                <a:srgbClr val="FFFF00"/>
              </a:solidFill>
              <a:ea typeface="楷体_GB2312" pitchFamily="49" charset="-122"/>
            </a:endParaRPr>
          </a:p>
          <a:p>
            <a:pPr eaLnBrk="1" hangingPunct="1">
              <a:lnSpc>
                <a:spcPct val="150000"/>
              </a:lnSpc>
              <a:spcBef>
                <a:spcPct val="0"/>
              </a:spcBef>
              <a:buFontTx/>
              <a:buNone/>
            </a:pPr>
            <a:r>
              <a:rPr lang="zh-CN" altLang="en-US" sz="2000">
                <a:solidFill>
                  <a:srgbClr val="FFFF00"/>
                </a:solidFill>
              </a:rPr>
              <a:t>◇ </a:t>
            </a:r>
            <a:r>
              <a:rPr lang="zh-CN" altLang="en-US" sz="1800">
                <a:solidFill>
                  <a:srgbClr val="FFFF00"/>
                </a:solidFill>
                <a:ea typeface="楷体_GB2312" pitchFamily="49" charset="-122"/>
              </a:rPr>
              <a:t>用例描述的主要内容：</a:t>
            </a:r>
          </a:p>
          <a:p>
            <a:pPr eaLnBrk="1" hangingPunct="1">
              <a:lnSpc>
                <a:spcPct val="150000"/>
              </a:lnSpc>
              <a:spcBef>
                <a:spcPct val="0"/>
              </a:spcBef>
              <a:buFontTx/>
              <a:buNone/>
            </a:pPr>
            <a:r>
              <a:rPr lang="zh-CN" altLang="en-US" sz="1800">
                <a:solidFill>
                  <a:schemeClr val="bg1"/>
                </a:solidFill>
                <a:ea typeface="楷体_GB2312" pitchFamily="49" charset="-122"/>
              </a:rPr>
              <a:t>      用例的目标</a:t>
            </a:r>
          </a:p>
          <a:p>
            <a:pPr eaLnBrk="1" hangingPunct="1">
              <a:lnSpc>
                <a:spcPct val="150000"/>
              </a:lnSpc>
              <a:spcBef>
                <a:spcPct val="0"/>
              </a:spcBef>
              <a:buFontTx/>
              <a:buNone/>
            </a:pPr>
            <a:r>
              <a:rPr lang="zh-CN" altLang="en-US" sz="1800">
                <a:solidFill>
                  <a:schemeClr val="bg1"/>
                </a:solidFill>
                <a:ea typeface="楷体_GB2312" pitchFamily="49" charset="-122"/>
              </a:rPr>
              <a:t>      用例是怎样启动的</a:t>
            </a:r>
          </a:p>
          <a:p>
            <a:pPr eaLnBrk="1" hangingPunct="1">
              <a:lnSpc>
                <a:spcPct val="150000"/>
              </a:lnSpc>
              <a:spcBef>
                <a:spcPct val="0"/>
              </a:spcBef>
              <a:buFontTx/>
              <a:buNone/>
            </a:pPr>
            <a:r>
              <a:rPr lang="zh-CN" altLang="en-US" sz="1800">
                <a:solidFill>
                  <a:schemeClr val="bg1"/>
                </a:solidFill>
                <a:ea typeface="楷体_GB2312" pitchFamily="49" charset="-122"/>
              </a:rPr>
              <a:t>      参与者和用例之间的消息是如何传递的</a:t>
            </a:r>
          </a:p>
          <a:p>
            <a:pPr eaLnBrk="1" hangingPunct="1">
              <a:lnSpc>
                <a:spcPct val="150000"/>
              </a:lnSpc>
              <a:spcBef>
                <a:spcPct val="0"/>
              </a:spcBef>
              <a:buFontTx/>
              <a:buNone/>
            </a:pPr>
            <a:r>
              <a:rPr lang="zh-CN" altLang="en-US" sz="1800">
                <a:solidFill>
                  <a:schemeClr val="bg1"/>
                </a:solidFill>
                <a:ea typeface="楷体_GB2312" pitchFamily="49" charset="-122"/>
              </a:rPr>
              <a:t>      用例中除了主路径外，其它路径是什么</a:t>
            </a:r>
          </a:p>
          <a:p>
            <a:pPr eaLnBrk="1" hangingPunct="1">
              <a:lnSpc>
                <a:spcPct val="150000"/>
              </a:lnSpc>
              <a:spcBef>
                <a:spcPct val="0"/>
              </a:spcBef>
              <a:buFontTx/>
              <a:buNone/>
            </a:pPr>
            <a:r>
              <a:rPr lang="zh-CN" altLang="en-US" sz="1800">
                <a:solidFill>
                  <a:schemeClr val="bg1"/>
                </a:solidFill>
                <a:ea typeface="楷体_GB2312" pitchFamily="49" charset="-122"/>
              </a:rPr>
              <a:t>      用例结束后的系统状态</a:t>
            </a:r>
          </a:p>
          <a:p>
            <a:pPr eaLnBrk="1" hangingPunct="1">
              <a:lnSpc>
                <a:spcPct val="150000"/>
              </a:lnSpc>
              <a:spcBef>
                <a:spcPct val="0"/>
              </a:spcBef>
              <a:buFontTx/>
              <a:buNone/>
            </a:pPr>
            <a:r>
              <a:rPr lang="zh-CN" altLang="en-US" sz="1800">
                <a:solidFill>
                  <a:schemeClr val="bg1"/>
                </a:solidFill>
                <a:ea typeface="楷体_GB2312" pitchFamily="49" charset="-122"/>
              </a:rPr>
              <a:t>      其它需要描述的内容</a:t>
            </a:r>
          </a:p>
        </p:txBody>
      </p:sp>
      <p:pic>
        <p:nvPicPr>
          <p:cNvPr id="25605" name="Picture 7" descr="T7-2">
            <a:extLst>
              <a:ext uri="{FF2B5EF4-FFF2-40B4-BE49-F238E27FC236}">
                <a16:creationId xmlns:a16="http://schemas.microsoft.com/office/drawing/2014/main" id="{57BF8F65-BF3D-8E4D-9ECF-DADAF4F066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7969" y="1508125"/>
            <a:ext cx="4332287" cy="46751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fade">
                                      <p:cBhvr>
                                        <p:cTn id="7"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22EA23E2-B8D5-3449-B14D-AB7ACECC458A}"/>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用例举例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1442" name="Text Box 3">
            <a:extLst>
              <a:ext uri="{FF2B5EF4-FFF2-40B4-BE49-F238E27FC236}">
                <a16:creationId xmlns:a16="http://schemas.microsoft.com/office/drawing/2014/main" id="{8F99044F-911F-7449-87EA-B3C4D5050AF3}"/>
              </a:ext>
            </a:extLst>
          </p:cNvPr>
          <p:cNvSpPr txBox="1">
            <a:spLocks noChangeArrowheads="1"/>
          </p:cNvSpPr>
          <p:nvPr/>
        </p:nvSpPr>
        <p:spPr bwMode="auto">
          <a:xfrm>
            <a:off x="763588" y="1295400"/>
            <a:ext cx="78073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包含用例与扩展用例</a:t>
            </a:r>
            <a:endParaRPr lang="zh-CN" altLang="en-US" sz="2000">
              <a:solidFill>
                <a:srgbClr val="FFFF00"/>
              </a:solidFill>
            </a:endParaRPr>
          </a:p>
        </p:txBody>
      </p:sp>
      <p:pic>
        <p:nvPicPr>
          <p:cNvPr id="61443" name="Picture 11" descr="T6-4">
            <a:extLst>
              <a:ext uri="{FF2B5EF4-FFF2-40B4-BE49-F238E27FC236}">
                <a16:creationId xmlns:a16="http://schemas.microsoft.com/office/drawing/2014/main" id="{68464392-6044-FD4B-B9F8-FE29A177B7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074" y="1789113"/>
            <a:ext cx="5927725" cy="46624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6" name="Picture 8" descr="T6-2">
            <a:extLst>
              <a:ext uri="{FF2B5EF4-FFF2-40B4-BE49-F238E27FC236}">
                <a16:creationId xmlns:a16="http://schemas.microsoft.com/office/drawing/2014/main" id="{DFFB3788-DECC-9D45-B283-9B1048917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0600" y="528638"/>
            <a:ext cx="4005263" cy="37179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7" name="Picture 9" descr="T6-3">
            <a:extLst>
              <a:ext uri="{FF2B5EF4-FFF2-40B4-BE49-F238E27FC236}">
                <a16:creationId xmlns:a16="http://schemas.microsoft.com/office/drawing/2014/main" id="{BE6F69BF-58ED-644D-A4D6-61DDA9D3F4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2125" y="1789113"/>
            <a:ext cx="4410075" cy="45100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A84DB539-7A3F-0849-89C5-EE60078B1BD3}"/>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用例之间关系的可视化表示</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3490" name="Text Box 3">
            <a:extLst>
              <a:ext uri="{FF2B5EF4-FFF2-40B4-BE49-F238E27FC236}">
                <a16:creationId xmlns:a16="http://schemas.microsoft.com/office/drawing/2014/main" id="{1225E3A8-89A3-6945-AD7C-F573744A05D7}"/>
              </a:ext>
            </a:extLst>
          </p:cNvPr>
          <p:cNvSpPr txBox="1">
            <a:spLocks noChangeArrowheads="1"/>
          </p:cNvSpPr>
          <p:nvPr/>
        </p:nvSpPr>
        <p:spPr bwMode="auto">
          <a:xfrm>
            <a:off x="763588" y="1300163"/>
            <a:ext cx="78073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包含（</a:t>
            </a:r>
            <a:r>
              <a:rPr lang="en-US" altLang="zh-CN" sz="1800">
                <a:solidFill>
                  <a:srgbClr val="FFFF00"/>
                </a:solidFill>
                <a:ea typeface="楷体_GB2312" pitchFamily="49" charset="-122"/>
              </a:rPr>
              <a:t>inclusion</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1800">
                <a:solidFill>
                  <a:schemeClr val="bg1"/>
                </a:solidFill>
                <a:ea typeface="楷体_GB2312" pitchFamily="49" charset="-122"/>
              </a:rPr>
              <a:t>      在一个用例中重用另一个用例中的步骤</a:t>
            </a:r>
            <a:endParaRPr lang="zh-CN" altLang="en-US" sz="2000">
              <a:solidFill>
                <a:srgbClr val="FFFF00"/>
              </a:solidFill>
            </a:endParaRPr>
          </a:p>
        </p:txBody>
      </p:sp>
      <p:pic>
        <p:nvPicPr>
          <p:cNvPr id="614405" name="Picture 5" descr="T7-3">
            <a:extLst>
              <a:ext uri="{FF2B5EF4-FFF2-40B4-BE49-F238E27FC236}">
                <a16:creationId xmlns:a16="http://schemas.microsoft.com/office/drawing/2014/main" id="{1B0E4E54-57C0-8D40-8586-D2070BBEE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788" y="1025525"/>
            <a:ext cx="4533900" cy="51784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63493" name="Text Box 6">
            <a:extLst>
              <a:ext uri="{FF2B5EF4-FFF2-40B4-BE49-F238E27FC236}">
                <a16:creationId xmlns:a16="http://schemas.microsoft.com/office/drawing/2014/main" id="{8DD2C6B5-0003-E24A-9E28-A4EED510AA9D}"/>
              </a:ext>
            </a:extLst>
          </p:cNvPr>
          <p:cNvSpPr txBox="1">
            <a:spLocks noChangeArrowheads="1"/>
          </p:cNvSpPr>
          <p:nvPr/>
        </p:nvSpPr>
        <p:spPr bwMode="auto">
          <a:xfrm>
            <a:off x="752475" y="4868863"/>
            <a:ext cx="6588125"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dirty="0">
                <a:solidFill>
                  <a:srgbClr val="FFFF00"/>
                </a:solidFill>
              </a:rPr>
              <a:t>◇ </a:t>
            </a:r>
            <a:r>
              <a:rPr lang="zh-CN" altLang="en-US" sz="1800" dirty="0">
                <a:solidFill>
                  <a:srgbClr val="FFFF00"/>
                </a:solidFill>
                <a:ea typeface="楷体_GB2312" pitchFamily="49" charset="-122"/>
              </a:rPr>
              <a:t>符号特征</a:t>
            </a:r>
          </a:p>
          <a:p>
            <a:pPr eaLnBrk="1" hangingPunct="1">
              <a:lnSpc>
                <a:spcPct val="150000"/>
              </a:lnSpc>
              <a:spcBef>
                <a:spcPct val="0"/>
              </a:spcBef>
              <a:buFontTx/>
              <a:buNone/>
            </a:pPr>
            <a:r>
              <a:rPr lang="zh-CN" altLang="en-US" sz="1800" dirty="0">
                <a:solidFill>
                  <a:srgbClr val="FFFF00"/>
                </a:solidFill>
                <a:ea typeface="楷体_GB2312" pitchFamily="49" charset="-122"/>
              </a:rPr>
              <a:t>      </a:t>
            </a:r>
            <a:r>
              <a:rPr lang="zh-CN" altLang="en-US" sz="1800" dirty="0">
                <a:solidFill>
                  <a:schemeClr val="bg1"/>
                </a:solidFill>
                <a:ea typeface="楷体_GB2312" pitchFamily="49" charset="-122"/>
              </a:rPr>
              <a:t>＊虚线箭头，箭头指向被包含的用例</a:t>
            </a:r>
          </a:p>
          <a:p>
            <a:pPr eaLnBrk="1" hangingPunct="1">
              <a:lnSpc>
                <a:spcPct val="15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＊在虚线上加关键字</a:t>
            </a:r>
            <a:r>
              <a:rPr lang="en-US" altLang="zh-CN" sz="1800" dirty="0">
                <a:solidFill>
                  <a:schemeClr val="bg1"/>
                </a:solidFill>
                <a:ea typeface="楷体_GB2312" pitchFamily="49" charset="-122"/>
              </a:rPr>
              <a:t>&lt;&lt;include&gt;&gt;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05"/>
                                        </p:tgtEl>
                                        <p:attrNameLst>
                                          <p:attrName>style.visibility</p:attrName>
                                        </p:attrNameLst>
                                      </p:cBhvr>
                                      <p:to>
                                        <p:strVal val="visible"/>
                                      </p:to>
                                    </p:set>
                                    <p:animEffect transition="in" filter="blinds(horizontal)">
                                      <p:cBhvr>
                                        <p:cTn id="7" dur="2000"/>
                                        <p:tgtEl>
                                          <p:spTgt spid="614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03645C23-7A2F-7845-B280-38C1986D12D8}"/>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用例之间关系的可视化表示</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5538" name="Text Box 3">
            <a:extLst>
              <a:ext uri="{FF2B5EF4-FFF2-40B4-BE49-F238E27FC236}">
                <a16:creationId xmlns:a16="http://schemas.microsoft.com/office/drawing/2014/main" id="{67537BEA-6330-924D-B1ED-4FBD630F1074}"/>
              </a:ext>
            </a:extLst>
          </p:cNvPr>
          <p:cNvSpPr txBox="1">
            <a:spLocks noChangeArrowheads="1"/>
          </p:cNvSpPr>
          <p:nvPr/>
        </p:nvSpPr>
        <p:spPr bwMode="auto">
          <a:xfrm>
            <a:off x="763588" y="1328738"/>
            <a:ext cx="7807325"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ea typeface="楷体_GB2312" pitchFamily="49" charset="-122"/>
              </a:rPr>
              <a:t>◇  </a:t>
            </a:r>
            <a:r>
              <a:rPr lang="zh-CN" altLang="en-US" sz="1800">
                <a:solidFill>
                  <a:srgbClr val="FFFF00"/>
                </a:solidFill>
                <a:ea typeface="楷体_GB2312" pitchFamily="49" charset="-122"/>
              </a:rPr>
              <a:t>扩展（</a:t>
            </a:r>
            <a:r>
              <a:rPr lang="en-US" altLang="zh-CN" sz="1800">
                <a:solidFill>
                  <a:srgbClr val="FFFF00"/>
                </a:solidFill>
                <a:ea typeface="楷体_GB2312" pitchFamily="49" charset="-122"/>
              </a:rPr>
              <a:t>extension</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1800">
                <a:solidFill>
                  <a:schemeClr val="bg1"/>
                </a:solidFill>
                <a:ea typeface="楷体_GB2312" pitchFamily="49" charset="-122"/>
              </a:rPr>
              <a:t>      通过对已有用例增加步骤创建一个新的用例</a:t>
            </a:r>
          </a:p>
          <a:p>
            <a:pPr eaLnBrk="1" hangingPunct="1">
              <a:lnSpc>
                <a:spcPct val="150000"/>
              </a:lnSpc>
              <a:spcBef>
                <a:spcPct val="0"/>
              </a:spcBef>
              <a:buFontTx/>
              <a:buNone/>
            </a:pPr>
            <a:endParaRPr lang="zh-CN" altLang="en-US" sz="1800">
              <a:solidFill>
                <a:schemeClr val="bg1"/>
              </a:solidFill>
              <a:ea typeface="楷体_GB2312" pitchFamily="49" charset="-122"/>
            </a:endParaRPr>
          </a:p>
          <a:p>
            <a:pPr eaLnBrk="1" hangingPunct="1">
              <a:lnSpc>
                <a:spcPct val="150000"/>
              </a:lnSpc>
              <a:spcBef>
                <a:spcPct val="0"/>
              </a:spcBef>
              <a:buFontTx/>
              <a:buNone/>
            </a:pPr>
            <a:r>
              <a:rPr lang="zh-CN" altLang="en-US" sz="2000">
                <a:solidFill>
                  <a:srgbClr val="FFFF00"/>
                </a:solidFill>
              </a:rPr>
              <a:t>◇ </a:t>
            </a:r>
            <a:r>
              <a:rPr lang="zh-CN" altLang="en-US" sz="1800">
                <a:solidFill>
                  <a:srgbClr val="FFFF00"/>
                </a:solidFill>
                <a:ea typeface="楷体_GB2312" pitchFamily="49" charset="-122"/>
              </a:rPr>
              <a:t>基用例（</a:t>
            </a:r>
            <a:r>
              <a:rPr lang="en-US" altLang="zh-CN" sz="1800">
                <a:solidFill>
                  <a:srgbClr val="FFFF00"/>
                </a:solidFill>
                <a:ea typeface="楷体_GB2312" pitchFamily="49" charset="-122"/>
              </a:rPr>
              <a:t>base use case</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2000">
                <a:solidFill>
                  <a:srgbClr val="FFFF00"/>
                </a:solidFill>
              </a:rPr>
              <a:t>◇ </a:t>
            </a:r>
            <a:r>
              <a:rPr lang="zh-CN" altLang="en-US" sz="1800">
                <a:solidFill>
                  <a:srgbClr val="FFFF00"/>
                </a:solidFill>
                <a:ea typeface="楷体_GB2312" pitchFamily="49" charset="-122"/>
              </a:rPr>
              <a:t>扩展点（</a:t>
            </a:r>
            <a:r>
              <a:rPr lang="en-US" altLang="zh-CN" sz="1800">
                <a:solidFill>
                  <a:srgbClr val="FFFF00"/>
                </a:solidFill>
                <a:ea typeface="楷体_GB2312" pitchFamily="49" charset="-122"/>
              </a:rPr>
              <a:t>extension point</a:t>
            </a:r>
            <a:r>
              <a:rPr lang="zh-CN" altLang="en-US" sz="1800">
                <a:solidFill>
                  <a:srgbClr val="FFFF00"/>
                </a:solidFill>
                <a:ea typeface="楷体_GB2312" pitchFamily="49" charset="-122"/>
              </a:rPr>
              <a:t>）</a:t>
            </a:r>
          </a:p>
        </p:txBody>
      </p:sp>
      <p:pic>
        <p:nvPicPr>
          <p:cNvPr id="41989" name="Picture 9" descr="T7-4">
            <a:extLst>
              <a:ext uri="{FF2B5EF4-FFF2-40B4-BE49-F238E27FC236}">
                <a16:creationId xmlns:a16="http://schemas.microsoft.com/office/drawing/2014/main" id="{9E170579-9E7D-3A43-B589-0A706C3506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3225" y="1203325"/>
            <a:ext cx="5768975" cy="47275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65541" name="Text Box 10">
            <a:extLst>
              <a:ext uri="{FF2B5EF4-FFF2-40B4-BE49-F238E27FC236}">
                <a16:creationId xmlns:a16="http://schemas.microsoft.com/office/drawing/2014/main" id="{8A31C26A-83BD-4546-B194-B2719FACB42A}"/>
              </a:ext>
            </a:extLst>
          </p:cNvPr>
          <p:cNvSpPr txBox="1">
            <a:spLocks noChangeArrowheads="1"/>
          </p:cNvSpPr>
          <p:nvPr/>
        </p:nvSpPr>
        <p:spPr bwMode="auto">
          <a:xfrm>
            <a:off x="752475" y="4512310"/>
            <a:ext cx="658812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dirty="0">
                <a:solidFill>
                  <a:srgbClr val="FFFF00"/>
                </a:solidFill>
              </a:rPr>
              <a:t>◇ </a:t>
            </a:r>
            <a:r>
              <a:rPr lang="zh-CN" altLang="en-US" sz="1800" dirty="0">
                <a:solidFill>
                  <a:srgbClr val="FFFF00"/>
                </a:solidFill>
                <a:ea typeface="楷体_GB2312" pitchFamily="49" charset="-122"/>
              </a:rPr>
              <a:t>符号特征</a:t>
            </a:r>
          </a:p>
          <a:p>
            <a:pPr eaLnBrk="1" hangingPunct="1">
              <a:lnSpc>
                <a:spcPct val="150000"/>
              </a:lnSpc>
              <a:spcBef>
                <a:spcPct val="0"/>
              </a:spcBef>
              <a:buFontTx/>
              <a:buNone/>
            </a:pPr>
            <a:r>
              <a:rPr lang="zh-CN" altLang="en-US" sz="1800" dirty="0">
                <a:solidFill>
                  <a:srgbClr val="FFFF00"/>
                </a:solidFill>
                <a:ea typeface="楷体_GB2312" pitchFamily="49" charset="-122"/>
              </a:rPr>
              <a:t>      </a:t>
            </a:r>
            <a:r>
              <a:rPr lang="zh-CN" altLang="en-US" sz="1800" dirty="0">
                <a:solidFill>
                  <a:schemeClr val="bg1"/>
                </a:solidFill>
                <a:ea typeface="楷体_GB2312" pitchFamily="49" charset="-122"/>
              </a:rPr>
              <a:t>＊ 虚线箭头，箭头指向基用例</a:t>
            </a:r>
          </a:p>
          <a:p>
            <a:pPr eaLnBrk="1" hangingPunct="1">
              <a:lnSpc>
                <a:spcPct val="15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 在虚线上加关键字</a:t>
            </a:r>
            <a:r>
              <a:rPr lang="en-US" altLang="zh-CN" sz="1800" dirty="0">
                <a:solidFill>
                  <a:schemeClr val="bg1"/>
                </a:solidFill>
                <a:ea typeface="楷体_GB2312" pitchFamily="49" charset="-122"/>
              </a:rPr>
              <a:t>&lt;&lt;extend&gt;&gt;</a:t>
            </a:r>
          </a:p>
          <a:p>
            <a:pPr eaLnBrk="1" hangingPunct="1">
              <a:lnSpc>
                <a:spcPct val="150000"/>
              </a:lnSpc>
              <a:spcBef>
                <a:spcPct val="0"/>
              </a:spcBef>
              <a:buFontTx/>
              <a:buNone/>
            </a:pPr>
            <a:r>
              <a:rPr lang="en-US" altLang="zh-CN" sz="2000" dirty="0">
                <a:solidFill>
                  <a:schemeClr val="bg1"/>
                </a:solidFill>
              </a:rPr>
              <a:t>     </a:t>
            </a:r>
            <a:r>
              <a:rPr lang="zh-CN" altLang="en-US" sz="1800" dirty="0">
                <a:solidFill>
                  <a:schemeClr val="bg1"/>
                </a:solidFill>
                <a:ea typeface="楷体_GB2312" pitchFamily="49" charset="-122"/>
              </a:rPr>
              <a:t>＊</a:t>
            </a:r>
            <a:r>
              <a:rPr lang="zh-CN" altLang="en-US" sz="2000" dirty="0">
                <a:solidFill>
                  <a:schemeClr val="bg1"/>
                </a:solidFill>
              </a:rPr>
              <a:t> </a:t>
            </a:r>
            <a:r>
              <a:rPr lang="zh-CN" altLang="en-US" sz="1800" dirty="0">
                <a:solidFill>
                  <a:schemeClr val="bg1"/>
                </a:solidFill>
                <a:ea typeface="楷体_GB2312" pitchFamily="49" charset="-122"/>
              </a:rPr>
              <a:t>在基用例中注明扩展点的发生位置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1989"/>
                                        </p:tgtEl>
                                        <p:attrNameLst>
                                          <p:attrName>style.visibility</p:attrName>
                                        </p:attrNameLst>
                                      </p:cBhvr>
                                      <p:to>
                                        <p:strVal val="visible"/>
                                      </p:to>
                                    </p:set>
                                    <p:animEffect transition="in" filter="fade">
                                      <p:cBhvr>
                                        <p:cTn id="7"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CF47CDD4-03CD-684A-A5B4-32F792AAD3BD}"/>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用例之间关系的可视化表示</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7586" name="Text Box 3">
            <a:extLst>
              <a:ext uri="{FF2B5EF4-FFF2-40B4-BE49-F238E27FC236}">
                <a16:creationId xmlns:a16="http://schemas.microsoft.com/office/drawing/2014/main" id="{1CF9AA30-FE88-3642-AA62-B665F7888559}"/>
              </a:ext>
            </a:extLst>
          </p:cNvPr>
          <p:cNvSpPr txBox="1">
            <a:spLocks noChangeArrowheads="1"/>
          </p:cNvSpPr>
          <p:nvPr/>
        </p:nvSpPr>
        <p:spPr bwMode="auto">
          <a:xfrm>
            <a:off x="752475" y="1327150"/>
            <a:ext cx="4062413"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a:solidFill>
                  <a:srgbClr val="FFFF00"/>
                </a:solidFill>
                <a:ea typeface="楷体_GB2312" pitchFamily="49" charset="-122"/>
              </a:rPr>
              <a:t>◇ </a:t>
            </a:r>
            <a:r>
              <a:rPr lang="zh-CN" altLang="en-US" sz="1800">
                <a:solidFill>
                  <a:srgbClr val="FFFF00"/>
                </a:solidFill>
                <a:ea typeface="楷体_GB2312" pitchFamily="49" charset="-122"/>
              </a:rPr>
              <a:t>泛化（</a:t>
            </a:r>
            <a:r>
              <a:rPr lang="en-US" altLang="zh-CN" sz="1800">
                <a:solidFill>
                  <a:srgbClr val="FFFF00"/>
                </a:solidFill>
                <a:ea typeface="楷体_GB2312" pitchFamily="49" charset="-122"/>
              </a:rPr>
              <a:t>generalization</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1800">
                <a:solidFill>
                  <a:schemeClr val="bg1"/>
                </a:solidFill>
                <a:ea typeface="楷体_GB2312" pitchFamily="49" charset="-122"/>
              </a:rPr>
              <a:t>      子用例可以继承父用例的行为和含义，还可以增加自己的行为。任何父用例出现的地方子用例也可以出现。</a:t>
            </a:r>
          </a:p>
          <a:p>
            <a:pPr eaLnBrk="1" hangingPunct="1">
              <a:lnSpc>
                <a:spcPct val="150000"/>
              </a:lnSpc>
              <a:spcBef>
                <a:spcPct val="0"/>
              </a:spcBef>
              <a:buFontTx/>
              <a:buNone/>
            </a:pPr>
            <a:endParaRPr lang="zh-CN" altLang="en-US" sz="2000">
              <a:solidFill>
                <a:srgbClr val="FFFF00"/>
              </a:solidFill>
            </a:endParaRPr>
          </a:p>
          <a:p>
            <a:pPr eaLnBrk="1" hangingPunct="1">
              <a:lnSpc>
                <a:spcPct val="150000"/>
              </a:lnSpc>
              <a:spcBef>
                <a:spcPct val="0"/>
              </a:spcBef>
              <a:buFontTx/>
              <a:buNone/>
            </a:pPr>
            <a:r>
              <a:rPr lang="zh-CN" altLang="en-US" sz="2000">
                <a:solidFill>
                  <a:srgbClr val="FFFF00"/>
                </a:solidFill>
              </a:rPr>
              <a:t>◇ </a:t>
            </a:r>
            <a:r>
              <a:rPr lang="zh-CN" altLang="en-US" sz="1800">
                <a:solidFill>
                  <a:srgbClr val="FFFF00"/>
                </a:solidFill>
                <a:ea typeface="楷体_GB2312" pitchFamily="49" charset="-122"/>
              </a:rPr>
              <a:t>分组（</a:t>
            </a:r>
            <a:r>
              <a:rPr lang="en-US" altLang="zh-CN" sz="1800">
                <a:solidFill>
                  <a:srgbClr val="FFFF00"/>
                </a:solidFill>
                <a:ea typeface="楷体_GB2312" pitchFamily="49" charset="-122"/>
              </a:rPr>
              <a:t>grouping</a:t>
            </a:r>
            <a:r>
              <a:rPr lang="zh-CN" altLang="en-US" sz="1800">
                <a:solidFill>
                  <a:srgbClr val="FFFF00"/>
                </a:solidFill>
                <a:ea typeface="楷体_GB2312" pitchFamily="49" charset="-122"/>
              </a:rPr>
              <a:t>）</a:t>
            </a:r>
          </a:p>
          <a:p>
            <a:pPr eaLnBrk="1" hangingPunct="1">
              <a:lnSpc>
                <a:spcPct val="150000"/>
              </a:lnSpc>
              <a:spcBef>
                <a:spcPct val="0"/>
              </a:spcBef>
              <a:buFontTx/>
              <a:buNone/>
            </a:pPr>
            <a:r>
              <a:rPr lang="zh-CN" altLang="en-US" sz="1800">
                <a:solidFill>
                  <a:schemeClr val="bg1"/>
                </a:solidFill>
                <a:ea typeface="楷体_GB2312" pitchFamily="49" charset="-122"/>
              </a:rPr>
              <a:t>      当一个系统包含很多子系统时</a:t>
            </a:r>
          </a:p>
        </p:txBody>
      </p:sp>
      <p:pic>
        <p:nvPicPr>
          <p:cNvPr id="67588" name="Picture 5" descr="T7-6">
            <a:extLst>
              <a:ext uri="{FF2B5EF4-FFF2-40B4-BE49-F238E27FC236}">
                <a16:creationId xmlns:a16="http://schemas.microsoft.com/office/drawing/2014/main" id="{20A9CFBA-98BC-0341-83B5-CC2E9F6AE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5292" y="3544054"/>
            <a:ext cx="4337300" cy="274660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67589" name="Picture 8" descr="T7-5">
            <a:extLst>
              <a:ext uri="{FF2B5EF4-FFF2-40B4-BE49-F238E27FC236}">
                <a16:creationId xmlns:a16="http://schemas.microsoft.com/office/drawing/2014/main" id="{0F27E4E7-C1D8-9F48-A463-516E3E7519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7317" y="398191"/>
            <a:ext cx="3644326" cy="2672111"/>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67590" name="Text Box 9">
            <a:extLst>
              <a:ext uri="{FF2B5EF4-FFF2-40B4-BE49-F238E27FC236}">
                <a16:creationId xmlns:a16="http://schemas.microsoft.com/office/drawing/2014/main" id="{7F207CA9-96E4-BF43-9A39-6F8317B0E897}"/>
              </a:ext>
            </a:extLst>
          </p:cNvPr>
          <p:cNvSpPr txBox="1">
            <a:spLocks noChangeArrowheads="1"/>
          </p:cNvSpPr>
          <p:nvPr/>
        </p:nvSpPr>
        <p:spPr bwMode="auto">
          <a:xfrm>
            <a:off x="752475" y="4897437"/>
            <a:ext cx="6588125"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dirty="0">
                <a:solidFill>
                  <a:srgbClr val="FFFF00"/>
                </a:solidFill>
              </a:rPr>
              <a:t>◇ </a:t>
            </a:r>
            <a:r>
              <a:rPr lang="zh-CN" altLang="en-US" sz="1800" dirty="0">
                <a:solidFill>
                  <a:srgbClr val="FFFF00"/>
                </a:solidFill>
                <a:ea typeface="楷体_GB2312" pitchFamily="49" charset="-122"/>
              </a:rPr>
              <a:t>符号特征</a:t>
            </a:r>
          </a:p>
          <a:p>
            <a:pPr eaLnBrk="1" hangingPunct="1">
              <a:lnSpc>
                <a:spcPct val="150000"/>
              </a:lnSpc>
              <a:spcBef>
                <a:spcPct val="0"/>
              </a:spcBef>
              <a:buFontTx/>
              <a:buNone/>
            </a:pPr>
            <a:r>
              <a:rPr lang="zh-CN" altLang="en-US" sz="1800" dirty="0">
                <a:solidFill>
                  <a:srgbClr val="FFFF00"/>
                </a:solidFill>
                <a:ea typeface="楷体_GB2312" pitchFamily="49" charset="-122"/>
              </a:rPr>
              <a:t>      </a:t>
            </a:r>
            <a:r>
              <a:rPr lang="zh-CN" altLang="en-US" sz="1800" dirty="0">
                <a:solidFill>
                  <a:schemeClr val="bg1"/>
                </a:solidFill>
                <a:ea typeface="楷体_GB2312" pitchFamily="49" charset="-122"/>
              </a:rPr>
              <a:t>＊ 和类的泛化关系相同</a:t>
            </a:r>
          </a:p>
          <a:p>
            <a:pPr eaLnBrk="1" hangingPunct="1">
              <a:lnSpc>
                <a:spcPct val="150000"/>
              </a:lnSpc>
              <a:spcBef>
                <a:spcPct val="0"/>
              </a:spcBef>
              <a:buFontTx/>
              <a:buNone/>
            </a:pPr>
            <a:r>
              <a:rPr lang="zh-CN" altLang="en-US" sz="2000" dirty="0">
                <a:solidFill>
                  <a:schemeClr val="bg1"/>
                </a:solidFill>
              </a:rPr>
              <a:t>     </a:t>
            </a:r>
            <a:r>
              <a:rPr lang="zh-CN" altLang="en-US" sz="1800" dirty="0">
                <a:solidFill>
                  <a:schemeClr val="bg1"/>
                </a:solidFill>
                <a:ea typeface="楷体_GB2312" pitchFamily="49" charset="-122"/>
              </a:rPr>
              <a:t>＊ 分组常用包来表示</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281049F-139C-9849-887B-39A604857772}"/>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用例之间关系的可视化表示</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69634" name="Text Box 3">
            <a:extLst>
              <a:ext uri="{FF2B5EF4-FFF2-40B4-BE49-F238E27FC236}">
                <a16:creationId xmlns:a16="http://schemas.microsoft.com/office/drawing/2014/main" id="{5D16172A-FA92-754D-AEE1-D4D93B7586BA}"/>
              </a:ext>
            </a:extLst>
          </p:cNvPr>
          <p:cNvSpPr txBox="1">
            <a:spLocks noChangeArrowheads="1"/>
          </p:cNvSpPr>
          <p:nvPr/>
        </p:nvSpPr>
        <p:spPr bwMode="auto">
          <a:xfrm>
            <a:off x="763588" y="1508125"/>
            <a:ext cx="7766050" cy="425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1800" dirty="0">
                <a:solidFill>
                  <a:srgbClr val="FFFF00"/>
                </a:solidFill>
                <a:ea typeface="楷体_GB2312" pitchFamily="49" charset="-122"/>
              </a:rPr>
              <a:t>◇ </a:t>
            </a:r>
            <a:r>
              <a:rPr lang="zh-CN" altLang="en-US" sz="1800" dirty="0">
                <a:solidFill>
                  <a:srgbClr val="FFFF00"/>
                </a:solidFill>
                <a:ea typeface="楷体_GB2312" pitchFamily="49" charset="-122"/>
              </a:rPr>
              <a:t>用例分析注意事项</a:t>
            </a:r>
          </a:p>
          <a:p>
            <a:pPr eaLnBrk="1" hangingPunct="1">
              <a:lnSpc>
                <a:spcPct val="150000"/>
              </a:lnSpc>
              <a:spcBef>
                <a:spcPts val="600"/>
              </a:spcBef>
              <a:buFontTx/>
              <a:buNone/>
            </a:pPr>
            <a:r>
              <a:rPr lang="zh-CN" altLang="en-US" sz="1800" dirty="0">
                <a:solidFill>
                  <a:schemeClr val="bg1"/>
                </a:solidFill>
                <a:ea typeface="楷体_GB2312" pitchFamily="49" charset="-122"/>
              </a:rPr>
              <a:t>       </a:t>
            </a:r>
            <a:r>
              <a:rPr lang="zh-CN" altLang="en-US" sz="1800" dirty="0">
                <a:solidFill>
                  <a:schemeClr val="bg1"/>
                </a:solidFill>
                <a:latin typeface="KaiTi" panose="02010609060101010101" pitchFamily="49" charset="-122"/>
                <a:ea typeface="KaiTi" panose="02010609060101010101" pitchFamily="49" charset="-122"/>
              </a:rPr>
              <a:t>分析过程从与</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用户会谈</a:t>
            </a:r>
            <a:r>
              <a:rPr lang="zh-CN" altLang="en-US" sz="1800" dirty="0">
                <a:solidFill>
                  <a:schemeClr val="bg1"/>
                </a:solidFill>
                <a:latin typeface="KaiTi" panose="02010609060101010101" pitchFamily="49" charset="-122"/>
                <a:ea typeface="KaiTi" panose="02010609060101010101" pitchFamily="49" charset="-122"/>
              </a:rPr>
              <a:t>开始</a:t>
            </a:r>
          </a:p>
          <a:p>
            <a:pPr eaLnBrk="1" hangingPunct="1">
              <a:lnSpc>
                <a:spcPct val="150000"/>
              </a:lnSpc>
              <a:spcBef>
                <a:spcPct val="0"/>
              </a:spcBef>
              <a:buFontTx/>
              <a:buNone/>
            </a:pPr>
            <a:r>
              <a:rPr lang="zh-CN" altLang="en-US" sz="1800" dirty="0">
                <a:solidFill>
                  <a:schemeClr val="bg1"/>
                </a:solidFill>
                <a:latin typeface="KaiTi" panose="02010609060101010101" pitchFamily="49" charset="-122"/>
                <a:ea typeface="KaiTi" panose="02010609060101010101" pitchFamily="49" charset="-122"/>
              </a:rPr>
              <a:t>    会谈的初步成果是能够发现一些参与者以及高层用例，这些高层用例概括地描述了系统的</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功能需求</a:t>
            </a:r>
            <a:r>
              <a:rPr lang="zh-CN" altLang="en-US" sz="1800" dirty="0">
                <a:solidFill>
                  <a:schemeClr val="bg1"/>
                </a:solidFill>
                <a:latin typeface="KaiTi" panose="02010609060101010101" pitchFamily="49" charset="-122"/>
                <a:ea typeface="KaiTi" panose="02010609060101010101" pitchFamily="49" charset="-122"/>
              </a:rPr>
              <a:t>。这些信息提供了系统边界和范围。</a:t>
            </a:r>
          </a:p>
          <a:p>
            <a:pPr eaLnBrk="1" hangingPunct="1">
              <a:lnSpc>
                <a:spcPct val="150000"/>
              </a:lnSpc>
              <a:spcBef>
                <a:spcPct val="0"/>
              </a:spcBef>
              <a:buFontTx/>
              <a:buNone/>
            </a:pPr>
            <a:r>
              <a:rPr lang="zh-CN" altLang="en-US" sz="1800" dirty="0">
                <a:solidFill>
                  <a:schemeClr val="bg1"/>
                </a:solidFill>
                <a:latin typeface="KaiTi" panose="02010609060101010101" pitchFamily="49" charset="-122"/>
                <a:ea typeface="KaiTi" panose="02010609060101010101" pitchFamily="49" charset="-122"/>
              </a:rPr>
              <a:t>    后期与用户的交谈将涉及深层次的需求，产生的结果是详细描述了场景和序列的用例模型。这个结果中还可能发现一些附加的用例，这些用例满足</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包含和扩展</a:t>
            </a:r>
            <a:r>
              <a:rPr lang="zh-CN" altLang="en-US" sz="1800" dirty="0">
                <a:solidFill>
                  <a:schemeClr val="bg1"/>
                </a:solidFill>
                <a:latin typeface="KaiTi" panose="02010609060101010101" pitchFamily="49" charset="-122"/>
                <a:ea typeface="KaiTi" panose="02010609060101010101" pitchFamily="49" charset="-122"/>
              </a:rPr>
              <a:t>关系。</a:t>
            </a:r>
            <a:endParaRPr lang="en-US" altLang="zh-CN" sz="1800" dirty="0">
              <a:solidFill>
                <a:schemeClr val="bg1"/>
              </a:solidFill>
              <a:latin typeface="KaiTi" panose="02010609060101010101" pitchFamily="49" charset="-122"/>
              <a:ea typeface="KaiTi" panose="02010609060101010101" pitchFamily="49" charset="-122"/>
            </a:endParaRPr>
          </a:p>
          <a:p>
            <a:pPr eaLnBrk="1" hangingPunct="1">
              <a:lnSpc>
                <a:spcPct val="150000"/>
              </a:lnSpc>
              <a:spcBef>
                <a:spcPct val="0"/>
              </a:spcBef>
              <a:buFontTx/>
              <a:buNone/>
            </a:pPr>
            <a:r>
              <a:rPr lang="zh-CN" altLang="en-US" sz="1800" dirty="0">
                <a:solidFill>
                  <a:schemeClr val="bg1"/>
                </a:solidFill>
                <a:latin typeface="KaiTi" panose="02010609060101010101" pitchFamily="49" charset="-122"/>
                <a:ea typeface="KaiTi" panose="02010609060101010101" pitchFamily="49" charset="-122"/>
              </a:rPr>
              <a:t>    在这个阶段，对问题领域的理解（系统类图）十分重要。如果对领域理解不够，那么就可能创建出</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太多</a:t>
            </a:r>
            <a:r>
              <a:rPr lang="zh-CN" altLang="en-US" sz="1800" dirty="0">
                <a:solidFill>
                  <a:schemeClr val="bg1"/>
                </a:solidFill>
                <a:latin typeface="KaiTi" panose="02010609060101010101" pitchFamily="49" charset="-122"/>
                <a:ea typeface="KaiTi" panose="02010609060101010101" pitchFamily="49" charset="-122"/>
              </a:rPr>
              <a:t>的用例或者太多的用例细节，这种情况可能会</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非常妨碍</a:t>
            </a:r>
            <a:r>
              <a:rPr lang="zh-CN" altLang="en-US" sz="1800" dirty="0">
                <a:solidFill>
                  <a:schemeClr val="bg1"/>
                </a:solidFill>
                <a:latin typeface="KaiTi" panose="02010609060101010101" pitchFamily="49" charset="-122"/>
                <a:ea typeface="KaiTi" panose="02010609060101010101" pitchFamily="49" charset="-122"/>
              </a:rPr>
              <a:t>后期的设计和开发工作。</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2D94D511-BF7A-E34B-B923-48FD12C5FFA6}"/>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用例的一些特点</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71682" name="Text Box 3">
            <a:extLst>
              <a:ext uri="{FF2B5EF4-FFF2-40B4-BE49-F238E27FC236}">
                <a16:creationId xmlns:a16="http://schemas.microsoft.com/office/drawing/2014/main" id="{77E7A0E6-FD0E-174F-A9D1-2066484ADC36}"/>
              </a:ext>
            </a:extLst>
          </p:cNvPr>
          <p:cNvSpPr txBox="1">
            <a:spLocks noChangeArrowheads="1"/>
          </p:cNvSpPr>
          <p:nvPr/>
        </p:nvSpPr>
        <p:spPr bwMode="auto">
          <a:xfrm>
            <a:off x="763588" y="4202113"/>
            <a:ext cx="78073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dirty="0">
                <a:solidFill>
                  <a:srgbClr val="FFFF00"/>
                </a:solidFill>
                <a:latin typeface="KaiTi" panose="02010609060101010101" pitchFamily="49" charset="-122"/>
                <a:ea typeface="KaiTi" panose="02010609060101010101" pitchFamily="49" charset="-122"/>
              </a:rPr>
              <a:t>◇ </a:t>
            </a:r>
            <a:r>
              <a:rPr lang="zh-CN" altLang="en-US" sz="1800" dirty="0">
                <a:solidFill>
                  <a:schemeClr val="bg1"/>
                </a:solidFill>
                <a:latin typeface="KaiTi" panose="02010609060101010101" pitchFamily="49" charset="-122"/>
                <a:ea typeface="KaiTi" panose="02010609060101010101" pitchFamily="49" charset="-122"/>
              </a:rPr>
              <a:t>用例描述了用户提出的一些可见的需求；</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用例可大可小</a:t>
            </a:r>
            <a:r>
              <a:rPr lang="zh-CN" altLang="en-US" sz="1800" dirty="0">
                <a:solidFill>
                  <a:schemeClr val="bg1"/>
                </a:solidFill>
                <a:latin typeface="KaiTi" panose="02010609060101010101" pitchFamily="49" charset="-122"/>
                <a:ea typeface="KaiTi" panose="02010609060101010101" pitchFamily="49" charset="-122"/>
              </a:rPr>
              <a:t>；用例对应一个具体的用户目标</a:t>
            </a:r>
          </a:p>
          <a:p>
            <a:pPr eaLnBrk="1" hangingPunct="1">
              <a:spcBef>
                <a:spcPct val="0"/>
              </a:spcBef>
              <a:buFontTx/>
              <a:buNone/>
            </a:pPr>
            <a:endParaRPr lang="zh-CN" altLang="en-US" sz="1800" dirty="0">
              <a:solidFill>
                <a:schemeClr val="bg1"/>
              </a:solidFill>
              <a:latin typeface="KaiTi" panose="02010609060101010101" pitchFamily="49" charset="-122"/>
              <a:ea typeface="KaiTi" panose="02010609060101010101" pitchFamily="49" charset="-122"/>
            </a:endParaRPr>
          </a:p>
          <a:p>
            <a:pPr eaLnBrk="1" hangingPunct="1">
              <a:lnSpc>
                <a:spcPct val="150000"/>
              </a:lnSpc>
              <a:spcBef>
                <a:spcPct val="0"/>
              </a:spcBef>
              <a:buFontTx/>
              <a:buNone/>
            </a:pPr>
            <a:r>
              <a:rPr lang="zh-CN" altLang="en-US" sz="2000" dirty="0">
                <a:solidFill>
                  <a:srgbClr val="FFFF00"/>
                </a:solidFill>
                <a:latin typeface="KaiTi" panose="02010609060101010101" pitchFamily="49" charset="-122"/>
                <a:ea typeface="KaiTi" panose="02010609060101010101" pitchFamily="49" charset="-122"/>
              </a:rPr>
              <a:t>◇ </a:t>
            </a:r>
            <a:r>
              <a:rPr lang="zh-CN" altLang="en-US" sz="1800" dirty="0">
                <a:solidFill>
                  <a:schemeClr val="bg1"/>
                </a:solidFill>
                <a:latin typeface="KaiTi" panose="02010609060101010101" pitchFamily="49" charset="-122"/>
                <a:ea typeface="KaiTi" panose="02010609060101010101" pitchFamily="49" charset="-122"/>
              </a:rPr>
              <a:t>理论上可以把一个软件系统的所有</a:t>
            </a:r>
            <a:r>
              <a:rPr lang="en-US" altLang="zh-CN" sz="1800" dirty="0">
                <a:solidFill>
                  <a:schemeClr val="bg1"/>
                </a:solidFill>
                <a:latin typeface="KaiTi" panose="02010609060101010101" pitchFamily="49" charset="-122"/>
                <a:ea typeface="KaiTi" panose="02010609060101010101" pitchFamily="49" charset="-122"/>
              </a:rPr>
              <a:t>Use Case</a:t>
            </a:r>
            <a:r>
              <a:rPr lang="zh-CN" altLang="en-US" sz="1800" dirty="0">
                <a:solidFill>
                  <a:schemeClr val="bg1"/>
                </a:solidFill>
                <a:latin typeface="KaiTi" panose="02010609060101010101" pitchFamily="49" charset="-122"/>
                <a:ea typeface="KaiTi" panose="02010609060101010101" pitchFamily="49" charset="-122"/>
              </a:rPr>
              <a:t>画出来，但</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实际</a:t>
            </a:r>
            <a:r>
              <a:rPr lang="zh-CN" altLang="en-US" sz="1800" dirty="0">
                <a:solidFill>
                  <a:schemeClr val="bg1"/>
                </a:solidFill>
                <a:latin typeface="KaiTi" panose="02010609060101010101" pitchFamily="49" charset="-122"/>
                <a:ea typeface="KaiTi" panose="02010609060101010101" pitchFamily="49" charset="-122"/>
              </a:rPr>
              <a:t>运用时只需把重要的、交互过程复杂的那些画出来。</a:t>
            </a:r>
            <a:endParaRPr lang="zh-CN" altLang="en-US" sz="1800" dirty="0">
              <a:solidFill>
                <a:srgbClr val="FFFF00"/>
              </a:solidFill>
              <a:latin typeface="KaiTi" panose="02010609060101010101" pitchFamily="49" charset="-122"/>
              <a:ea typeface="KaiTi" panose="02010609060101010101" pitchFamily="49" charset="-122"/>
            </a:endParaRPr>
          </a:p>
        </p:txBody>
      </p:sp>
      <p:sp>
        <p:nvSpPr>
          <p:cNvPr id="71683" name="Text Box 6">
            <a:extLst>
              <a:ext uri="{FF2B5EF4-FFF2-40B4-BE49-F238E27FC236}">
                <a16:creationId xmlns:a16="http://schemas.microsoft.com/office/drawing/2014/main" id="{0C680EB9-C4F9-4C4B-A141-0C150C8E1D50}"/>
              </a:ext>
            </a:extLst>
          </p:cNvPr>
          <p:cNvSpPr txBox="1">
            <a:spLocks noChangeArrowheads="1"/>
          </p:cNvSpPr>
          <p:nvPr/>
        </p:nvSpPr>
        <p:spPr bwMode="auto">
          <a:xfrm>
            <a:off x="762000" y="1363663"/>
            <a:ext cx="78073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dirty="0">
                <a:solidFill>
                  <a:srgbClr val="FFFF00"/>
                </a:solidFill>
              </a:rPr>
              <a:t>◇ </a:t>
            </a:r>
            <a:r>
              <a:rPr lang="en-US" altLang="zh-CN" sz="1800" dirty="0">
                <a:solidFill>
                  <a:schemeClr val="bg1"/>
                </a:solidFill>
                <a:latin typeface="KaiTi" panose="02010609060101010101" pitchFamily="49" charset="-122"/>
                <a:ea typeface="KaiTi" panose="02010609060101010101" pitchFamily="49" charset="-122"/>
              </a:rPr>
              <a:t>Use case</a:t>
            </a:r>
            <a:r>
              <a:rPr lang="zh-CN" altLang="en-US" sz="1800" dirty="0">
                <a:solidFill>
                  <a:schemeClr val="bg1"/>
                </a:solidFill>
                <a:latin typeface="KaiTi" panose="02010609060101010101" pitchFamily="49" charset="-122"/>
                <a:ea typeface="KaiTi" panose="02010609060101010101" pitchFamily="49" charset="-122"/>
              </a:rPr>
              <a:t>从使用系统的角度描述系统中的信息，即站在系统外部察看</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系统功能</a:t>
            </a:r>
            <a:r>
              <a:rPr lang="zh-CN" altLang="en-US" sz="1800" dirty="0">
                <a:solidFill>
                  <a:schemeClr val="bg1"/>
                </a:solidFill>
                <a:latin typeface="KaiTi" panose="02010609060101010101" pitchFamily="49" charset="-122"/>
                <a:ea typeface="KaiTi" panose="02010609060101010101" pitchFamily="49" charset="-122"/>
              </a:rPr>
              <a:t>，并不考虑系统内部对该功能的具体实现方式。</a:t>
            </a:r>
          </a:p>
          <a:p>
            <a:pPr eaLnBrk="1" hangingPunct="1">
              <a:lnSpc>
                <a:spcPct val="150000"/>
              </a:lnSpc>
              <a:spcBef>
                <a:spcPct val="0"/>
              </a:spcBef>
              <a:buFontTx/>
              <a:buNone/>
            </a:pPr>
            <a:endParaRPr lang="zh-CN" altLang="en-US" sz="1800" dirty="0">
              <a:solidFill>
                <a:srgbClr val="FFFF00"/>
              </a:solidFill>
              <a:latin typeface="KaiTi" panose="02010609060101010101" pitchFamily="49" charset="-122"/>
              <a:ea typeface="KaiTi" panose="02010609060101010101" pitchFamily="49" charset="-122"/>
            </a:endParaRPr>
          </a:p>
          <a:p>
            <a:pPr eaLnBrk="1" hangingPunct="1">
              <a:lnSpc>
                <a:spcPct val="150000"/>
              </a:lnSpc>
              <a:spcBef>
                <a:spcPct val="0"/>
              </a:spcBef>
              <a:buFontTx/>
              <a:buNone/>
            </a:pPr>
            <a:r>
              <a:rPr lang="zh-CN" altLang="en-US" sz="2000" dirty="0">
                <a:solidFill>
                  <a:srgbClr val="FFFF00"/>
                </a:solidFill>
                <a:latin typeface="KaiTi" panose="02010609060101010101" pitchFamily="49" charset="-122"/>
                <a:ea typeface="KaiTi" panose="02010609060101010101" pitchFamily="49" charset="-122"/>
              </a:rPr>
              <a:t>◇ </a:t>
            </a:r>
            <a:r>
              <a:rPr lang="zh-CN" altLang="en-US" sz="1800" dirty="0">
                <a:solidFill>
                  <a:schemeClr val="bg1"/>
                </a:solidFill>
                <a:latin typeface="KaiTi" panose="02010609060101010101" pitchFamily="49" charset="-122"/>
                <a:ea typeface="KaiTi" panose="02010609060101010101" pitchFamily="49" charset="-122"/>
              </a:rPr>
              <a:t>使用</a:t>
            </a:r>
            <a:r>
              <a:rPr lang="en-US" altLang="zh-CN" sz="1800" dirty="0">
                <a:solidFill>
                  <a:schemeClr val="bg1"/>
                </a:solidFill>
                <a:latin typeface="KaiTi" panose="02010609060101010101" pitchFamily="49" charset="-122"/>
                <a:ea typeface="KaiTi" panose="02010609060101010101" pitchFamily="49" charset="-122"/>
              </a:rPr>
              <a:t>use case</a:t>
            </a:r>
            <a:r>
              <a:rPr lang="zh-CN" altLang="en-US" sz="1800" dirty="0">
                <a:solidFill>
                  <a:schemeClr val="bg1"/>
                </a:solidFill>
                <a:latin typeface="KaiTi" panose="02010609060101010101" pitchFamily="49" charset="-122"/>
                <a:ea typeface="KaiTi" panose="02010609060101010101" pitchFamily="49" charset="-122"/>
              </a:rPr>
              <a:t>可以促进与用户沟通，理解正确的需求，同时也可以用来划分系统与外部实体的</a:t>
            </a:r>
            <a:r>
              <a:rPr lang="zh-CN" altLang="en-US" sz="1800" dirty="0">
                <a:solidFill>
                  <a:schemeClr val="bg1"/>
                </a:solidFill>
                <a:highlight>
                  <a:srgbClr val="CC9900"/>
                </a:highlight>
                <a:latin typeface="KaiTi" panose="02010609060101010101" pitchFamily="49" charset="-122"/>
                <a:ea typeface="KaiTi" panose="02010609060101010101" pitchFamily="49" charset="-122"/>
              </a:rPr>
              <a:t>界限</a:t>
            </a:r>
            <a:r>
              <a:rPr lang="zh-CN" altLang="en-US" sz="1800" dirty="0">
                <a:solidFill>
                  <a:schemeClr val="bg1"/>
                </a:solidFill>
                <a:latin typeface="KaiTi" panose="02010609060101010101" pitchFamily="49" charset="-122"/>
                <a:ea typeface="KaiTi" panose="02010609060101010101" pitchFamily="49" charset="-122"/>
              </a:rPr>
              <a:t>，是</a:t>
            </a:r>
            <a:r>
              <a:rPr lang="en-US" altLang="zh-CN" sz="1800" dirty="0">
                <a:solidFill>
                  <a:schemeClr val="bg1"/>
                </a:solidFill>
                <a:latin typeface="KaiTi" panose="02010609060101010101" pitchFamily="49" charset="-122"/>
                <a:ea typeface="KaiTi" panose="02010609060101010101" pitchFamily="49" charset="-122"/>
              </a:rPr>
              <a:t>OO</a:t>
            </a:r>
            <a:r>
              <a:rPr lang="zh-CN" altLang="en-US" sz="1800" dirty="0">
                <a:solidFill>
                  <a:schemeClr val="bg1"/>
                </a:solidFill>
                <a:latin typeface="KaiTi" panose="02010609060101010101" pitchFamily="49" charset="-122"/>
                <a:ea typeface="KaiTi" panose="02010609060101010101" pitchFamily="49" charset="-122"/>
              </a:rPr>
              <a:t>系统设计的起点，是类、对象、操作的来源。</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F4AD56D7-D55D-D24C-BBE6-7D4019640B62}"/>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运用用例模型的实例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75778" name="Text Box 3">
            <a:extLst>
              <a:ext uri="{FF2B5EF4-FFF2-40B4-BE49-F238E27FC236}">
                <a16:creationId xmlns:a16="http://schemas.microsoft.com/office/drawing/2014/main" id="{3CC03DE5-A84E-3640-A4B3-7C9BCC90B61D}"/>
              </a:ext>
            </a:extLst>
          </p:cNvPr>
          <p:cNvSpPr txBox="1">
            <a:spLocks noChangeArrowheads="1"/>
          </p:cNvSpPr>
          <p:nvPr/>
        </p:nvSpPr>
        <p:spPr bwMode="auto">
          <a:xfrm>
            <a:off x="763588" y="1322388"/>
            <a:ext cx="78073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高层用例图</a:t>
            </a:r>
          </a:p>
        </p:txBody>
      </p:sp>
      <p:pic>
        <p:nvPicPr>
          <p:cNvPr id="616456" name="Picture 8" descr="T7-9">
            <a:extLst>
              <a:ext uri="{FF2B5EF4-FFF2-40B4-BE49-F238E27FC236}">
                <a16:creationId xmlns:a16="http://schemas.microsoft.com/office/drawing/2014/main" id="{83D1A471-C574-E54F-9F3F-F04914D87E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141287"/>
            <a:ext cx="3186113" cy="65754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7" name="Picture 5" descr="T7-10">
            <a:extLst>
              <a:ext uri="{FF2B5EF4-FFF2-40B4-BE49-F238E27FC236}">
                <a16:creationId xmlns:a16="http://schemas.microsoft.com/office/drawing/2014/main" id="{1EEEB7D9-2A91-A14E-9E10-7D31D1A41B7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875" y="2382837"/>
            <a:ext cx="5556250" cy="39465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
        <p:nvSpPr>
          <p:cNvPr id="8" name="Text Box 9">
            <a:extLst>
              <a:ext uri="{FF2B5EF4-FFF2-40B4-BE49-F238E27FC236}">
                <a16:creationId xmlns:a16="http://schemas.microsoft.com/office/drawing/2014/main" id="{D833A0F3-37E3-AE42-8E32-5A82235D75C4}"/>
              </a:ext>
            </a:extLst>
          </p:cNvPr>
          <p:cNvSpPr txBox="1">
            <a:spLocks noChangeArrowheads="1"/>
          </p:cNvSpPr>
          <p:nvPr/>
        </p:nvSpPr>
        <p:spPr bwMode="auto">
          <a:xfrm>
            <a:off x="771525" y="1744663"/>
            <a:ext cx="78073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对高层用例的细化</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nodeType="afterEffect">
                                  <p:stCondLst>
                                    <p:cond delay="0"/>
                                  </p:stCondLst>
                                  <p:childTnLst>
                                    <p:set>
                                      <p:cBhvr>
                                        <p:cTn id="6" dur="1" fill="hold">
                                          <p:stCondLst>
                                            <p:cond delay="0"/>
                                          </p:stCondLst>
                                        </p:cTn>
                                        <p:tgtEl>
                                          <p:spTgt spid="616456"/>
                                        </p:tgtEl>
                                        <p:attrNameLst>
                                          <p:attrName>style.visibility</p:attrName>
                                        </p:attrNameLst>
                                      </p:cBhvr>
                                      <p:to>
                                        <p:strVal val="visible"/>
                                      </p:to>
                                    </p:set>
                                    <p:animEffect transition="in" filter="fade">
                                      <p:cBhvr>
                                        <p:cTn id="7" dur="800" decel="100000"/>
                                        <p:tgtEl>
                                          <p:spTgt spid="616456"/>
                                        </p:tgtEl>
                                      </p:cBhvr>
                                    </p:animEffect>
                                    <p:anim calcmode="lin" valueType="num">
                                      <p:cBhvr>
                                        <p:cTn id="8" dur="800" decel="100000" fill="hold"/>
                                        <p:tgtEl>
                                          <p:spTgt spid="616456"/>
                                        </p:tgtEl>
                                        <p:attrNameLst>
                                          <p:attrName>style.rotation</p:attrName>
                                        </p:attrNameLst>
                                      </p:cBhvr>
                                      <p:tavLst>
                                        <p:tav tm="0">
                                          <p:val>
                                            <p:fltVal val="-90"/>
                                          </p:val>
                                        </p:tav>
                                        <p:tav tm="100000">
                                          <p:val>
                                            <p:fltVal val="0"/>
                                          </p:val>
                                        </p:tav>
                                      </p:tavLst>
                                    </p:anim>
                                    <p:anim calcmode="lin" valueType="num">
                                      <p:cBhvr>
                                        <p:cTn id="9" dur="800" decel="100000" fill="hold"/>
                                        <p:tgtEl>
                                          <p:spTgt spid="616456"/>
                                        </p:tgtEl>
                                        <p:attrNameLst>
                                          <p:attrName>ppt_x</p:attrName>
                                        </p:attrNameLst>
                                      </p:cBhvr>
                                      <p:tavLst>
                                        <p:tav tm="0">
                                          <p:val>
                                            <p:strVal val="#ppt_x+0.4"/>
                                          </p:val>
                                        </p:tav>
                                        <p:tav tm="100000">
                                          <p:val>
                                            <p:strVal val="#ppt_x-0.05"/>
                                          </p:val>
                                        </p:tav>
                                      </p:tavLst>
                                    </p:anim>
                                    <p:anim calcmode="lin" valueType="num">
                                      <p:cBhvr>
                                        <p:cTn id="10" dur="800" decel="100000" fill="hold"/>
                                        <p:tgtEl>
                                          <p:spTgt spid="61645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1645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16456"/>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7"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900" decel="100000" fill="hold"/>
                                        <p:tgtEl>
                                          <p:spTgt spid="8"/>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21" presetID="37"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900" decel="100000" fill="hold"/>
                                        <p:tgtEl>
                                          <p:spTgt spid="7"/>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85D04EA8-BBE9-1743-8915-EAD1CCB36FC9}"/>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运用用例模型的实例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77826" name="Text Box 3">
            <a:extLst>
              <a:ext uri="{FF2B5EF4-FFF2-40B4-BE49-F238E27FC236}">
                <a16:creationId xmlns:a16="http://schemas.microsoft.com/office/drawing/2014/main" id="{6F977562-3615-2748-A344-9753466B332F}"/>
              </a:ext>
            </a:extLst>
          </p:cNvPr>
          <p:cNvSpPr txBox="1">
            <a:spLocks noChangeArrowheads="1"/>
          </p:cNvSpPr>
          <p:nvPr/>
        </p:nvSpPr>
        <p:spPr bwMode="auto">
          <a:xfrm>
            <a:off x="763588" y="1306513"/>
            <a:ext cx="78073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zh-CN" altLang="en-US" sz="1800">
                <a:solidFill>
                  <a:srgbClr val="FFFF00"/>
                </a:solidFill>
                <a:ea typeface="楷体_GB2312" pitchFamily="49" charset="-122"/>
              </a:rPr>
              <a:t>银行系统的分析与设计</a:t>
            </a:r>
            <a:r>
              <a:rPr lang="en-US" altLang="zh-CN" sz="1800">
                <a:solidFill>
                  <a:srgbClr val="FFFF00"/>
                </a:solidFill>
                <a:ea typeface="楷体_GB2312" pitchFamily="49" charset="-122"/>
              </a:rPr>
              <a:t>》</a:t>
            </a:r>
            <a:r>
              <a:rPr lang="zh-CN" altLang="en-US" sz="1800">
                <a:solidFill>
                  <a:srgbClr val="FFFF00"/>
                </a:solidFill>
                <a:ea typeface="楷体_GB2312" pitchFamily="49" charset="-122"/>
              </a:rPr>
              <a:t>中的用例图</a:t>
            </a:r>
          </a:p>
        </p:txBody>
      </p:sp>
      <p:pic>
        <p:nvPicPr>
          <p:cNvPr id="77828" name="Picture 8" descr="银行系统用例图">
            <a:extLst>
              <a:ext uri="{FF2B5EF4-FFF2-40B4-BE49-F238E27FC236}">
                <a16:creationId xmlns:a16="http://schemas.microsoft.com/office/drawing/2014/main" id="{9B59CE59-777A-4C4C-979F-CE42E7F8ADAE}"/>
              </a:ext>
            </a:extLst>
          </p:cNvPr>
          <p:cNvPicPr>
            <a:picLocks noChangeArrowheads="1"/>
          </p:cNvPicPr>
          <p:nvPr/>
        </p:nvPicPr>
        <p:blipFill>
          <a:blip r:embed="rId3">
            <a:extLst>
              <a:ext uri="{28A0092B-C50C-407E-A947-70E740481C1C}">
                <a14:useLocalDpi xmlns:a14="http://schemas.microsoft.com/office/drawing/2010/main" val="0"/>
              </a:ext>
            </a:extLst>
          </a:blip>
          <a:srcRect l="4590" t="1749" r="4831" b="8775"/>
          <a:stretch>
            <a:fillRect/>
          </a:stretch>
        </p:blipFill>
        <p:spPr bwMode="auto">
          <a:xfrm>
            <a:off x="3339783" y="1989455"/>
            <a:ext cx="4943157" cy="433990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3365E779-BEF8-8249-9660-A457611573E1}"/>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运用用例模型的实例</a:t>
            </a:r>
            <a:endPar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endParaRPr>
          </a:p>
        </p:txBody>
      </p:sp>
      <p:sp>
        <p:nvSpPr>
          <p:cNvPr id="86018" name="Text Box 3">
            <a:extLst>
              <a:ext uri="{FF2B5EF4-FFF2-40B4-BE49-F238E27FC236}">
                <a16:creationId xmlns:a16="http://schemas.microsoft.com/office/drawing/2014/main" id="{30610997-7293-2948-9C14-B2A198B61BA7}"/>
              </a:ext>
            </a:extLst>
          </p:cNvPr>
          <p:cNvSpPr txBox="1">
            <a:spLocks noChangeArrowheads="1"/>
          </p:cNvSpPr>
          <p:nvPr/>
        </p:nvSpPr>
        <p:spPr bwMode="auto">
          <a:xfrm>
            <a:off x="763588" y="1508125"/>
            <a:ext cx="7807325"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000">
                <a:solidFill>
                  <a:srgbClr val="FFFF00"/>
                </a:solidFill>
              </a:rPr>
              <a:t>◇ </a:t>
            </a:r>
            <a:r>
              <a:rPr lang="en-US" altLang="zh-CN" sz="1800">
                <a:solidFill>
                  <a:srgbClr val="FFFF00"/>
                </a:solidFill>
                <a:ea typeface="楷体_GB2312" pitchFamily="49" charset="-122"/>
              </a:rPr>
              <a:t>《</a:t>
            </a:r>
            <a:r>
              <a:rPr lang="zh-CN" altLang="en-US" sz="1800">
                <a:solidFill>
                  <a:srgbClr val="FFFF00"/>
                </a:solidFill>
                <a:ea typeface="楷体_GB2312" pitchFamily="49" charset="-122"/>
              </a:rPr>
              <a:t>网上超市</a:t>
            </a:r>
            <a:r>
              <a:rPr lang="en-US" altLang="zh-CN" sz="1800">
                <a:solidFill>
                  <a:srgbClr val="FFFF00"/>
                </a:solidFill>
                <a:ea typeface="楷体_GB2312" pitchFamily="49" charset="-122"/>
              </a:rPr>
              <a:t>》</a:t>
            </a:r>
            <a:r>
              <a:rPr lang="zh-CN" altLang="en-US" sz="1800">
                <a:solidFill>
                  <a:srgbClr val="FFFF00"/>
                </a:solidFill>
                <a:ea typeface="楷体_GB2312" pitchFamily="49" charset="-122"/>
              </a:rPr>
              <a:t>中的用例图</a:t>
            </a:r>
            <a:endParaRPr lang="en-US" altLang="zh-CN" sz="1800">
              <a:solidFill>
                <a:srgbClr val="FFFF00"/>
              </a:solidFill>
              <a:ea typeface="楷体_GB2312" pitchFamily="49" charset="-122"/>
            </a:endParaRPr>
          </a:p>
          <a:p>
            <a:pPr eaLnBrk="1" hangingPunct="1">
              <a:lnSpc>
                <a:spcPct val="150000"/>
              </a:lnSpc>
              <a:spcBef>
                <a:spcPct val="0"/>
              </a:spcBef>
              <a:buFontTx/>
              <a:buNone/>
            </a:pPr>
            <a:r>
              <a:rPr lang="zh-CN" altLang="en-US" sz="1800">
                <a:solidFill>
                  <a:schemeClr val="bg1"/>
                </a:solidFill>
                <a:ea typeface="楷体_GB2312" pitchFamily="49" charset="-122"/>
              </a:rPr>
              <a:t>        考虑你去一个超市购买杂货和其他生活必需品的经历。然后再设想一个“网上超市”的概念，它可以消除亲自跑到超市购物的麻烦。建立这个网上超市的用例模型，用例之间必要时要包括包含、扩展和泛化。</a:t>
            </a:r>
            <a:endParaRPr lang="zh-CN" altLang="en-US" sz="1800">
              <a:solidFill>
                <a:srgbClr val="FFFF00"/>
              </a:solidFill>
              <a:ea typeface="楷体_GB2312" pitchFamily="49" charset="-122"/>
            </a:endParaRPr>
          </a:p>
        </p:txBody>
      </p:sp>
      <p:pic>
        <p:nvPicPr>
          <p:cNvPr id="86020" name="图片 1">
            <a:extLst>
              <a:ext uri="{FF2B5EF4-FFF2-40B4-BE49-F238E27FC236}">
                <a16:creationId xmlns:a16="http://schemas.microsoft.com/office/drawing/2014/main" id="{1A8A18C2-C737-B045-9BA6-7EA00137ED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2522" y="1442224"/>
            <a:ext cx="6437890" cy="4811930"/>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fade">
                                      <p:cBhvr>
                                        <p:cTn id="7" dur="1000"/>
                                        <p:tgtEl>
                                          <p:spTgt spid="86020"/>
                                        </p:tgtEl>
                                      </p:cBhvr>
                                    </p:animEffect>
                                    <p:anim calcmode="lin" valueType="num">
                                      <p:cBhvr>
                                        <p:cTn id="8" dur="1000" fill="hold"/>
                                        <p:tgtEl>
                                          <p:spTgt spid="86020"/>
                                        </p:tgtEl>
                                        <p:attrNameLst>
                                          <p:attrName>ppt_x</p:attrName>
                                        </p:attrNameLst>
                                      </p:cBhvr>
                                      <p:tavLst>
                                        <p:tav tm="0">
                                          <p:val>
                                            <p:strVal val="#ppt_x"/>
                                          </p:val>
                                        </p:tav>
                                        <p:tav tm="100000">
                                          <p:val>
                                            <p:strVal val="#ppt_x"/>
                                          </p:val>
                                        </p:tav>
                                      </p:tavLst>
                                    </p:anim>
                                    <p:anim calcmode="lin" valueType="num">
                                      <p:cBhvr>
                                        <p:cTn id="9" dur="1000" fill="hold"/>
                                        <p:tgtEl>
                                          <p:spTgt spid="860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图片 4">
            <a:extLst>
              <a:ext uri="{FF2B5EF4-FFF2-40B4-BE49-F238E27FC236}">
                <a16:creationId xmlns:a16="http://schemas.microsoft.com/office/drawing/2014/main" id="{7DA11632-3941-B742-85A6-45F4DA27909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5179" y="617033"/>
            <a:ext cx="7914504" cy="5807341"/>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6" name="图片 4">
            <a:extLst>
              <a:ext uri="{FF2B5EF4-FFF2-40B4-BE49-F238E27FC236}">
                <a16:creationId xmlns:a16="http://schemas.microsoft.com/office/drawing/2014/main" id="{8F96A81E-A3EB-8349-86E1-B7222D7F90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77015" y="1502891"/>
            <a:ext cx="5631985" cy="4751859"/>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4CFD69B-81AA-8746-AE3F-4D584D168B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3639" y="544807"/>
            <a:ext cx="4393951" cy="2144683"/>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7BC08A35-29EA-3F4C-9E4E-5771653BA4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98341" y="1038149"/>
            <a:ext cx="7152020" cy="5341910"/>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9C16484D-DE2D-0B40-A612-FF4030DE5447}"/>
              </a:ext>
            </a:extLst>
          </p:cNvPr>
          <p:cNvSpPr>
            <a:spLocks noChangeArrowheads="1"/>
          </p:cNvSpPr>
          <p:nvPr/>
        </p:nvSpPr>
        <p:spPr bwMode="auto">
          <a:xfrm>
            <a:off x="431800" y="393700"/>
            <a:ext cx="4791075" cy="6746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rPr>
              <a:t>应用实例：家政服务移动支持系统</a:t>
            </a:r>
            <a:endPar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pic>
        <p:nvPicPr>
          <p:cNvPr id="111618" name="图片 1">
            <a:extLst>
              <a:ext uri="{FF2B5EF4-FFF2-40B4-BE49-F238E27FC236}">
                <a16:creationId xmlns:a16="http://schemas.microsoft.com/office/drawing/2014/main" id="{3184B699-4A47-704D-9A89-4EF42E4029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6265" y="1246187"/>
            <a:ext cx="7909560" cy="5218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DE1272CA-68BC-C14E-AAA2-5CCB8F1E098C}"/>
              </a:ext>
            </a:extLst>
          </p:cNvPr>
          <p:cNvSpPr>
            <a:spLocks noChangeArrowheads="1"/>
          </p:cNvSpPr>
          <p:nvPr/>
        </p:nvSpPr>
        <p:spPr bwMode="auto">
          <a:xfrm>
            <a:off x="431800" y="393700"/>
            <a:ext cx="4791075" cy="674688"/>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rPr>
              <a:t>应用实例：家政服务移动支持系统</a:t>
            </a:r>
            <a:endPar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pic>
        <p:nvPicPr>
          <p:cNvPr id="113666" name="图片 1">
            <a:extLst>
              <a:ext uri="{FF2B5EF4-FFF2-40B4-BE49-F238E27FC236}">
                <a16:creationId xmlns:a16="http://schemas.microsoft.com/office/drawing/2014/main" id="{921A5BBB-2E03-3447-B9B6-6D0A3B02C0E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310" y="1346198"/>
            <a:ext cx="8501380" cy="49857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2378EB3-2674-4D4B-993E-592B38376F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5528" y="477322"/>
            <a:ext cx="3186822" cy="5665461"/>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5717" name="图片 9">
            <a:extLst>
              <a:ext uri="{FF2B5EF4-FFF2-40B4-BE49-F238E27FC236}">
                <a16:creationId xmlns:a16="http://schemas.microsoft.com/office/drawing/2014/main" id="{EF9B1745-D5A5-EA45-B1C0-C67FF93F42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035" y="322746"/>
            <a:ext cx="3186821" cy="5665460"/>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015F5EB4-5C10-E84A-831A-882AB4A55E6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40369" y="780585"/>
            <a:ext cx="3186821" cy="5665459"/>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7.6</a:t>
            </a:r>
            <a:r>
              <a:rPr lang="zh-CN" altLang="en-US" dirty="0">
                <a:solidFill>
                  <a:schemeClr val="bg1"/>
                </a:solidFill>
                <a:effectLst>
                  <a:glow rad="228600">
                    <a:schemeClr val="accent6">
                      <a:satMod val="175000"/>
                      <a:alpha val="40000"/>
                    </a:schemeClr>
                  </a:glow>
                </a:effectLst>
                <a:sym typeface="微软雅黑" panose="020B0503020204020204" pitchFamily="34" charset="-122"/>
              </a:rPr>
              <a:t>  活动图</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r>
              <a:rPr lang="en-US" altLang="zh-CN" dirty="0">
                <a:solidFill>
                  <a:schemeClr val="bg1"/>
                </a:solidFill>
                <a:sym typeface="微软雅黑" panose="020B0503020204020204" pitchFamily="34" charset="-122"/>
              </a:rPr>
              <a:t>7.7</a:t>
            </a:r>
            <a:r>
              <a:rPr lang="zh-CN" altLang="en-US" dirty="0">
                <a:solidFill>
                  <a:schemeClr val="bg1"/>
                </a:solidFill>
                <a:sym typeface="微软雅黑" panose="020B0503020204020204" pitchFamily="34" charset="-122"/>
              </a:rPr>
              <a:t>  顺序图</a:t>
            </a:r>
            <a:endParaRPr lang="en-US" altLang="zh-CN" dirty="0">
              <a:solidFill>
                <a:schemeClr val="bg1"/>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79</a:t>
            </a:fld>
            <a:endParaRPr lang="zh-CN" altLang="en-US"/>
          </a:p>
        </p:txBody>
      </p:sp>
    </p:spTree>
    <p:extLst>
      <p:ext uri="{BB962C8B-B14F-4D97-AF65-F5344CB8AC3E}">
        <p14:creationId xmlns:p14="http://schemas.microsoft.com/office/powerpoint/2010/main" val="2947667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FCA3C5-CDD9-454B-BD31-879FB3376229}"/>
              </a:ext>
            </a:extLst>
          </p:cNvPr>
          <p:cNvSpPr>
            <a:spLocks noGrp="1"/>
          </p:cNvSpPr>
          <p:nvPr>
            <p:ph type="dt" sz="half" idx="10"/>
          </p:nvPr>
        </p:nvSpPr>
        <p:spPr/>
        <p:txBody>
          <a:bodyPr/>
          <a:lstStyle/>
          <a:p>
            <a:pPr>
              <a:defRPr/>
            </a:pPr>
            <a:fld id="{37DE381D-7D42-4AD0-A43D-5F246FC7DBB4}" type="datetime1">
              <a:rPr lang="zh-CN" altLang="en-US" smtClean="0"/>
              <a:pPr>
                <a:defRPr/>
              </a:pPr>
              <a:t>2025/2/6</a:t>
            </a:fld>
            <a:endParaRPr lang="en-US" altLang="zh-CN"/>
          </a:p>
        </p:txBody>
      </p:sp>
      <p:sp>
        <p:nvSpPr>
          <p:cNvPr id="3" name="页脚占位符 2">
            <a:extLst>
              <a:ext uri="{FF2B5EF4-FFF2-40B4-BE49-F238E27FC236}">
                <a16:creationId xmlns:a16="http://schemas.microsoft.com/office/drawing/2014/main" id="{3DAB0E2A-D1D1-8E43-8B2A-B864941880FC}"/>
              </a:ext>
            </a:extLst>
          </p:cNvPr>
          <p:cNvSpPr>
            <a:spLocks noGrp="1"/>
          </p:cNvSpPr>
          <p:nvPr>
            <p:ph type="ftr" sz="quarter" idx="11"/>
          </p:nvPr>
        </p:nvSpPr>
        <p:spPr/>
        <p:txBody>
          <a:bodyPr/>
          <a:lstStyle/>
          <a:p>
            <a:pPr>
              <a:defRPr/>
            </a:pPr>
            <a:endParaRPr lang="en-US" altLang="zh-CN"/>
          </a:p>
        </p:txBody>
      </p:sp>
      <p:sp>
        <p:nvSpPr>
          <p:cNvPr id="4" name="灯片编号占位符 3">
            <a:extLst>
              <a:ext uri="{FF2B5EF4-FFF2-40B4-BE49-F238E27FC236}">
                <a16:creationId xmlns:a16="http://schemas.microsoft.com/office/drawing/2014/main" id="{05415558-EB0F-3346-9DEB-662901B2B231}"/>
              </a:ext>
            </a:extLst>
          </p:cNvPr>
          <p:cNvSpPr>
            <a:spLocks noGrp="1"/>
          </p:cNvSpPr>
          <p:nvPr>
            <p:ph type="sldNum" sz="quarter" idx="12"/>
          </p:nvPr>
        </p:nvSpPr>
        <p:spPr/>
        <p:txBody>
          <a:bodyPr/>
          <a:lstStyle/>
          <a:p>
            <a:pPr>
              <a:defRPr/>
            </a:pPr>
            <a:fld id="{0F2B8376-796E-4969-A421-BB6FB0DA12A7}" type="slidenum">
              <a:rPr lang="en-US" altLang="zh-CN" smtClean="0"/>
              <a:pPr>
                <a:defRPr/>
              </a:pPr>
              <a:t>80</a:t>
            </a:fld>
            <a:endParaRPr lang="en-US" altLang="zh-CN"/>
          </a:p>
        </p:txBody>
      </p:sp>
      <p:sp>
        <p:nvSpPr>
          <p:cNvPr id="5" name="Rectangle 7">
            <a:extLst>
              <a:ext uri="{FF2B5EF4-FFF2-40B4-BE49-F238E27FC236}">
                <a16:creationId xmlns:a16="http://schemas.microsoft.com/office/drawing/2014/main" id="{5B4BF0C6-EB13-6743-883F-F1ED01849C3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zh-CN" altLang="en-US" dirty="0">
                <a:solidFill>
                  <a:srgbClr val="4E8F00"/>
                </a:solidFill>
                <a:effectLst/>
                <a:ea typeface="Microsoft YaHei UI" panose="020B0503020204020204" pitchFamily="34" charset="-122"/>
              </a:rPr>
              <a:t>软件开发过程中，</a:t>
            </a:r>
            <a:r>
              <a:rPr lang="en-US" altLang="zh-CN" dirty="0">
                <a:solidFill>
                  <a:srgbClr val="4E8F00"/>
                </a:solidFill>
                <a:ea typeface="Microsoft YaHei UI" panose="020B0503020204020204" pitchFamily="34" charset="-122"/>
              </a:rPr>
              <a:t>UML</a:t>
            </a:r>
            <a:r>
              <a:rPr lang="zh-CN" altLang="en-US" dirty="0">
                <a:solidFill>
                  <a:srgbClr val="4E8F00"/>
                </a:solidFill>
                <a:ea typeface="Microsoft YaHei UI" panose="020B0503020204020204" pitchFamily="34" charset="-122"/>
              </a:rPr>
              <a:t>中几类图之间的关系</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12" name="Picture 2">
            <a:extLst>
              <a:ext uri="{FF2B5EF4-FFF2-40B4-BE49-F238E27FC236}">
                <a16:creationId xmlns:a16="http://schemas.microsoft.com/office/drawing/2014/main" id="{BF0FC1DD-17EE-4F16-8036-8B28273A2B8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582" y="2421626"/>
            <a:ext cx="72374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5">
            <a:extLst>
              <a:ext uri="{FF2B5EF4-FFF2-40B4-BE49-F238E27FC236}">
                <a16:creationId xmlns:a16="http://schemas.microsoft.com/office/drawing/2014/main" id="{01CDC9D3-1472-48B4-86A6-1B0F619C1A91}"/>
              </a:ext>
            </a:extLst>
          </p:cNvPr>
          <p:cNvSpPr txBox="1">
            <a:spLocks noChangeArrowheads="1"/>
          </p:cNvSpPr>
          <p:nvPr/>
        </p:nvSpPr>
        <p:spPr bwMode="auto">
          <a:xfrm>
            <a:off x="1600573" y="5793902"/>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需求获取阶段</a:t>
            </a:r>
            <a:endParaRPr lang="zh-CN" altLang="en-US" sz="1800" dirty="0"/>
          </a:p>
        </p:txBody>
      </p:sp>
      <p:sp>
        <p:nvSpPr>
          <p:cNvPr id="14" name="TextBox 6">
            <a:extLst>
              <a:ext uri="{FF2B5EF4-FFF2-40B4-BE49-F238E27FC236}">
                <a16:creationId xmlns:a16="http://schemas.microsoft.com/office/drawing/2014/main" id="{08F9E85B-12F8-5BAC-6B37-6680FD529C3D}"/>
              </a:ext>
            </a:extLst>
          </p:cNvPr>
          <p:cNvSpPr txBox="1">
            <a:spLocks noChangeArrowheads="1"/>
          </p:cNvSpPr>
          <p:nvPr/>
        </p:nvSpPr>
        <p:spPr bwMode="auto">
          <a:xfrm>
            <a:off x="4125660" y="5778027"/>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需求分析阶段</a:t>
            </a:r>
            <a:endParaRPr lang="zh-CN" altLang="en-US" sz="1800" dirty="0"/>
          </a:p>
        </p:txBody>
      </p:sp>
      <p:sp>
        <p:nvSpPr>
          <p:cNvPr id="15" name="TextBox 7">
            <a:extLst>
              <a:ext uri="{FF2B5EF4-FFF2-40B4-BE49-F238E27FC236}">
                <a16:creationId xmlns:a16="http://schemas.microsoft.com/office/drawing/2014/main" id="{25DDF23C-216B-48B9-97C5-909E8575846F}"/>
              </a:ext>
            </a:extLst>
          </p:cNvPr>
          <p:cNvSpPr txBox="1">
            <a:spLocks noChangeArrowheads="1"/>
          </p:cNvSpPr>
          <p:nvPr/>
        </p:nvSpPr>
        <p:spPr bwMode="auto">
          <a:xfrm>
            <a:off x="6650747" y="5782790"/>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软件设计阶段</a:t>
            </a:r>
            <a:endParaRPr lang="zh-CN" altLang="en-US" sz="1800" dirty="0"/>
          </a:p>
        </p:txBody>
      </p:sp>
      <p:sp>
        <p:nvSpPr>
          <p:cNvPr id="16" name="右箭头 15">
            <a:extLst>
              <a:ext uri="{FF2B5EF4-FFF2-40B4-BE49-F238E27FC236}">
                <a16:creationId xmlns:a16="http://schemas.microsoft.com/office/drawing/2014/main" id="{50588357-96B3-640A-ABEB-C12C88DC941C}"/>
              </a:ext>
            </a:extLst>
          </p:cNvPr>
          <p:cNvSpPr/>
          <p:nvPr/>
        </p:nvSpPr>
        <p:spPr bwMode="auto">
          <a:xfrm>
            <a:off x="3166364" y="5875142"/>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
        <p:nvSpPr>
          <p:cNvPr id="17" name="右箭头 16">
            <a:extLst>
              <a:ext uri="{FF2B5EF4-FFF2-40B4-BE49-F238E27FC236}">
                <a16:creationId xmlns:a16="http://schemas.microsoft.com/office/drawing/2014/main" id="{D6FCEA11-4A2F-FAA3-7686-D8BFAED833B3}"/>
              </a:ext>
            </a:extLst>
          </p:cNvPr>
          <p:cNvSpPr/>
          <p:nvPr/>
        </p:nvSpPr>
        <p:spPr bwMode="auto">
          <a:xfrm>
            <a:off x="5695320" y="5870704"/>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
        <p:nvSpPr>
          <p:cNvPr id="18" name="Rectangle 2">
            <a:extLst>
              <a:ext uri="{FF2B5EF4-FFF2-40B4-BE49-F238E27FC236}">
                <a16:creationId xmlns:a16="http://schemas.microsoft.com/office/drawing/2014/main" id="{57C48D4B-73FF-7F46-C33F-B531C6F7DB40}"/>
              </a:ext>
            </a:extLst>
          </p:cNvPr>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dirty="0">
                <a:solidFill>
                  <a:srgbClr val="FFFF00"/>
                </a:solidFill>
                <a:latin typeface="黑体" pitchFamily="2" charset="-122"/>
                <a:ea typeface="黑体" pitchFamily="2" charset="-122"/>
                <a:sym typeface="华文新魏" pitchFamily="2" charset="-122"/>
              </a:rPr>
              <a:t>活动图 </a:t>
            </a:r>
            <a:r>
              <a:rPr lang="en-US" altLang="zh-CN" sz="2000" dirty="0">
                <a:solidFill>
                  <a:srgbClr val="FFFF00"/>
                </a:solidFill>
                <a:latin typeface="Times New Roman"/>
                <a:ea typeface="黑体" pitchFamily="2" charset="-122"/>
                <a:sym typeface="华文新魏" pitchFamily="2" charset="-122"/>
              </a:rPr>
              <a:t>—</a:t>
            </a:r>
            <a:r>
              <a:rPr lang="zh-CN" altLang="en-US" sz="2000" dirty="0">
                <a:solidFill>
                  <a:srgbClr val="FFFF00"/>
                </a:solidFill>
                <a:latin typeface="Times New Roman"/>
                <a:ea typeface="黑体" pitchFamily="2" charset="-122"/>
                <a:sym typeface="华文新魏" pitchFamily="2" charset="-122"/>
              </a:rPr>
              <a:t> </a:t>
            </a:r>
            <a:r>
              <a:rPr lang="zh-CN" altLang="en-US" sz="1600" dirty="0">
                <a:solidFill>
                  <a:srgbClr val="FFFF00"/>
                </a:solidFill>
                <a:latin typeface="黑体" pitchFamily="2" charset="-122"/>
                <a:ea typeface="黑体" pitchFamily="2" charset="-122"/>
                <a:sym typeface="华文新魏" pitchFamily="2" charset="-122"/>
              </a:rPr>
              <a:t>活动图的位置</a:t>
            </a:r>
          </a:p>
        </p:txBody>
      </p:sp>
    </p:spTree>
    <p:extLst>
      <p:ext uri="{BB962C8B-B14F-4D97-AF65-F5344CB8AC3E}">
        <p14:creationId xmlns:p14="http://schemas.microsoft.com/office/powerpoint/2010/main" val="1514315457"/>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dirty="0">
                <a:solidFill>
                  <a:srgbClr val="FFFF00"/>
                </a:solidFill>
                <a:latin typeface="黑体" pitchFamily="2" charset="-122"/>
                <a:ea typeface="黑体" pitchFamily="2" charset="-122"/>
                <a:sym typeface="华文新魏" pitchFamily="2" charset="-122"/>
              </a:rPr>
              <a:t>活动图 </a:t>
            </a:r>
            <a:r>
              <a:rPr lang="en-US" altLang="zh-CN" sz="2000" dirty="0">
                <a:solidFill>
                  <a:srgbClr val="FFFF00"/>
                </a:solidFill>
                <a:latin typeface="Times New Roman"/>
                <a:ea typeface="黑体" pitchFamily="2" charset="-122"/>
                <a:sym typeface="华文新魏" pitchFamily="2" charset="-122"/>
              </a:rPr>
              <a:t>—</a:t>
            </a:r>
            <a:r>
              <a:rPr lang="en-US" altLang="zh-CN" sz="2000" dirty="0">
                <a:solidFill>
                  <a:srgbClr val="FFFF00"/>
                </a:solidFill>
                <a:latin typeface="黑体" pitchFamily="2" charset="-122"/>
                <a:ea typeface="黑体" pitchFamily="2" charset="-122"/>
                <a:sym typeface="华文新魏" pitchFamily="2" charset="-122"/>
              </a:rPr>
              <a:t> </a:t>
            </a:r>
            <a:r>
              <a:rPr lang="zh-CN" altLang="en-US" sz="1600" dirty="0">
                <a:solidFill>
                  <a:srgbClr val="FFFF00"/>
                </a:solidFill>
                <a:latin typeface="黑体" pitchFamily="2" charset="-122"/>
                <a:ea typeface="黑体" pitchFamily="2" charset="-122"/>
                <a:sym typeface="华文新魏" pitchFamily="2" charset="-122"/>
              </a:rPr>
              <a:t>什么是活动图</a:t>
            </a:r>
          </a:p>
        </p:txBody>
      </p:sp>
      <p:sp>
        <p:nvSpPr>
          <p:cNvPr id="14340" name="Text Box 24"/>
          <p:cNvSpPr txBox="1">
            <a:spLocks noChangeArrowheads="1"/>
          </p:cNvSpPr>
          <p:nvPr/>
        </p:nvSpPr>
        <p:spPr bwMode="auto">
          <a:xfrm>
            <a:off x="763588" y="1508125"/>
            <a:ext cx="7807325" cy="157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anose="02010609030101010101" pitchFamily="49" charset="-122"/>
              </a:rPr>
              <a:t>活动图（</a:t>
            </a:r>
            <a:r>
              <a:rPr lang="en-US" altLang="zh-CN" sz="1600" dirty="0">
                <a:solidFill>
                  <a:srgbClr val="FFFF00"/>
                </a:solidFill>
                <a:ea typeface="楷体_GB2312" panose="02010609030101010101" pitchFamily="49" charset="-122"/>
              </a:rPr>
              <a:t>activity diagram</a:t>
            </a:r>
            <a:r>
              <a:rPr lang="zh-CN" altLang="en-US" sz="1600" dirty="0">
                <a:solidFill>
                  <a:srgbClr val="FFFF00"/>
                </a:solidFill>
                <a:ea typeface="楷体_GB2312" panose="02010609030101010101" pitchFamily="49" charset="-122"/>
              </a:rPr>
              <a:t>）</a:t>
            </a:r>
          </a:p>
          <a:p>
            <a:pPr eaLnBrk="1" hangingPunct="1">
              <a:lnSpc>
                <a:spcPct val="150000"/>
              </a:lnSpc>
            </a:pPr>
            <a:r>
              <a:rPr lang="zh-CN" altLang="en-US" sz="1600" dirty="0">
                <a:solidFill>
                  <a:schemeClr val="bg1"/>
                </a:solidFill>
                <a:ea typeface="楷体_GB2312" panose="02010609030101010101" pitchFamily="49" charset="-122"/>
              </a:rPr>
              <a:t>     活动图被设计用于简化描述一个过程或者操作的工作步骤。</a:t>
            </a:r>
            <a:endParaRPr lang="en-US" altLang="zh-CN" sz="1600" dirty="0">
              <a:solidFill>
                <a:schemeClr val="bg1"/>
              </a:solidFill>
              <a:ea typeface="楷体_GB2312" panose="02010609030101010101" pitchFamily="49" charset="-122"/>
            </a:endParaRPr>
          </a:p>
          <a:p>
            <a:pPr eaLnBrk="1" hangingPunct="1">
              <a:lnSpc>
                <a:spcPct val="150000"/>
              </a:lnSpc>
            </a:pPr>
            <a:r>
              <a:rPr lang="zh-CN" altLang="en-US" sz="1600" dirty="0">
                <a:solidFill>
                  <a:schemeClr val="bg1"/>
                </a:solidFill>
                <a:ea typeface="楷体_GB2312" panose="02010609030101010101" pitchFamily="49" charset="-122"/>
              </a:rPr>
              <a:t>     常被用来分析业务流程（旧流程分析，</a:t>
            </a:r>
            <a:endParaRPr lang="en-US" altLang="zh-CN" sz="1600" dirty="0">
              <a:solidFill>
                <a:schemeClr val="bg1"/>
              </a:solidFill>
              <a:ea typeface="楷体_GB2312" panose="02010609030101010101" pitchFamily="49" charset="-122"/>
            </a:endParaRPr>
          </a:p>
          <a:p>
            <a:pPr eaLnBrk="1" hangingPunct="1">
              <a:lnSpc>
                <a:spcPct val="150000"/>
              </a:lnSpc>
            </a:pPr>
            <a:r>
              <a:rPr lang="zh-CN" altLang="en-US" sz="1600" dirty="0">
                <a:solidFill>
                  <a:schemeClr val="bg1"/>
                </a:solidFill>
                <a:ea typeface="楷体_GB2312" panose="02010609030101010101" pitchFamily="49" charset="-122"/>
              </a:rPr>
              <a:t>新流程设计）。</a:t>
            </a:r>
          </a:p>
        </p:txBody>
      </p:sp>
      <p:sp>
        <p:nvSpPr>
          <p:cNvPr id="14341" name="Text Box 25"/>
          <p:cNvSpPr txBox="1">
            <a:spLocks noChangeArrowheads="1"/>
          </p:cNvSpPr>
          <p:nvPr/>
        </p:nvSpPr>
        <p:spPr bwMode="auto">
          <a:xfrm>
            <a:off x="752475" y="4670425"/>
            <a:ext cx="7324725" cy="161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anose="02010609030101010101" pitchFamily="49" charset="-122"/>
              </a:rPr>
              <a:t>符号特征</a:t>
            </a:r>
          </a:p>
          <a:p>
            <a:pPr eaLnBrk="1" hangingPunct="1">
              <a:lnSpc>
                <a:spcPct val="150000"/>
              </a:lnSpc>
            </a:pPr>
            <a:r>
              <a:rPr lang="zh-CN" altLang="en-US" sz="1600" dirty="0">
                <a:solidFill>
                  <a:srgbClr val="FFFF00"/>
                </a:solidFill>
                <a:ea typeface="楷体_GB2312" panose="02010609030101010101" pitchFamily="49" charset="-122"/>
              </a:rPr>
              <a:t>   </a:t>
            </a:r>
            <a:r>
              <a:rPr lang="zh-CN" altLang="en-US" sz="1600" dirty="0">
                <a:solidFill>
                  <a:schemeClr val="bg1"/>
                </a:solidFill>
                <a:ea typeface="楷体_GB2312" panose="02010609030101010101" pitchFamily="49" charset="-122"/>
              </a:rPr>
              <a:t>＊活动用圆角矩形表示（更接近椭圆）</a:t>
            </a:r>
          </a:p>
          <a:p>
            <a:pPr eaLnBrk="1" hangingPunct="1">
              <a:lnSpc>
                <a:spcPct val="150000"/>
              </a:lnSpc>
            </a:pPr>
            <a:r>
              <a:rPr lang="zh-CN" altLang="en-US" sz="1600" dirty="0">
                <a:solidFill>
                  <a:schemeClr val="bg1"/>
                </a:solidFill>
                <a:ea typeface="楷体_GB2312" panose="02010609030101010101" pitchFamily="49" charset="-122"/>
              </a:rPr>
              <a:t>   ＊箭头表示从一个活动转移到下一个活动</a:t>
            </a:r>
          </a:p>
          <a:p>
            <a:pPr eaLnBrk="1" hangingPunct="1">
              <a:lnSpc>
                <a:spcPct val="150000"/>
              </a:lnSpc>
            </a:pPr>
            <a:r>
              <a:rPr lang="zh-CN" altLang="en-US" sz="1600" dirty="0">
                <a:solidFill>
                  <a:srgbClr val="FFFF00"/>
                </a:solidFill>
                <a:ea typeface="楷体_GB2312" panose="02010609030101010101" pitchFamily="49" charset="-122"/>
              </a:rPr>
              <a:t>   </a:t>
            </a:r>
            <a:r>
              <a:rPr lang="zh-CN" altLang="en-US" sz="1600" dirty="0">
                <a:solidFill>
                  <a:schemeClr val="bg1"/>
                </a:solidFill>
                <a:ea typeface="楷体_GB2312" panose="02010609030101010101" pitchFamily="49" charset="-122"/>
              </a:rPr>
              <a:t>＊活动图中的起点用一个实心圆表示，终点用一个眼形圆表示</a:t>
            </a:r>
          </a:p>
        </p:txBody>
      </p:sp>
      <p:pic>
        <p:nvPicPr>
          <p:cNvPr id="542746" name="Picture 26" descr="T11-1"/>
          <p:cNvPicPr>
            <a:picLocks noChangeAspect="1" noChangeArrowheads="1"/>
          </p:cNvPicPr>
          <p:nvPr/>
        </p:nvPicPr>
        <p:blipFill>
          <a:blip r:embed="rId3"/>
          <a:srcRect/>
          <a:stretch>
            <a:fillRect/>
          </a:stretch>
        </p:blipFill>
        <p:spPr bwMode="auto">
          <a:xfrm>
            <a:off x="5103813" y="2527300"/>
            <a:ext cx="3451225" cy="31003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活动图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什么是活动图</a:t>
            </a:r>
          </a:p>
        </p:txBody>
      </p:sp>
      <p:sp>
        <p:nvSpPr>
          <p:cNvPr id="741380" name="Text Box 4"/>
          <p:cNvSpPr txBox="1">
            <a:spLocks noChangeArrowheads="1"/>
          </p:cNvSpPr>
          <p:nvPr/>
        </p:nvSpPr>
        <p:spPr bwMode="auto">
          <a:xfrm>
            <a:off x="763588" y="150812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anose="02010609030101010101" pitchFamily="49" charset="-122"/>
              </a:rPr>
              <a:t>判定（分支）</a:t>
            </a:r>
            <a:endParaRPr lang="zh-CN" altLang="en-US" sz="1600">
              <a:solidFill>
                <a:schemeClr val="bg1"/>
              </a:solidFill>
              <a:ea typeface="楷体_GB2312" panose="02010609030101010101" pitchFamily="49" charset="-122"/>
            </a:endParaRPr>
          </a:p>
        </p:txBody>
      </p:sp>
      <p:sp>
        <p:nvSpPr>
          <p:cNvPr id="741381" name="Text Box 5"/>
          <p:cNvSpPr txBox="1">
            <a:spLocks noChangeArrowheads="1"/>
          </p:cNvSpPr>
          <p:nvPr/>
        </p:nvSpPr>
        <p:spPr bwMode="auto">
          <a:xfrm>
            <a:off x="752475" y="3141663"/>
            <a:ext cx="732472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anose="02010609030101010101" pitchFamily="49" charset="-122"/>
              </a:rPr>
              <a:t>并发路径</a:t>
            </a:r>
          </a:p>
          <a:p>
            <a:pPr eaLnBrk="1" hangingPunct="1">
              <a:lnSpc>
                <a:spcPct val="150000"/>
              </a:lnSpc>
            </a:pPr>
            <a:r>
              <a:rPr lang="zh-CN" altLang="en-US" sz="1600">
                <a:solidFill>
                  <a:srgbClr val="FFFF00"/>
                </a:solidFill>
                <a:ea typeface="楷体_GB2312" panose="02010609030101010101" pitchFamily="49" charset="-122"/>
              </a:rPr>
              <a:t>（分叉和汇合）</a:t>
            </a:r>
          </a:p>
        </p:txBody>
      </p:sp>
      <p:pic>
        <p:nvPicPr>
          <p:cNvPr id="741383" name="Picture 7" descr="T11-2"/>
          <p:cNvPicPr>
            <a:picLocks noChangeAspect="1" noChangeArrowheads="1"/>
          </p:cNvPicPr>
          <p:nvPr/>
        </p:nvPicPr>
        <p:blipFill>
          <a:blip r:embed="rId3"/>
          <a:srcRect/>
          <a:stretch>
            <a:fillRect/>
          </a:stretch>
        </p:blipFill>
        <p:spPr bwMode="auto">
          <a:xfrm>
            <a:off x="3222625" y="1704975"/>
            <a:ext cx="5073650" cy="38163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41384" name="Picture 8" descr="T11-3"/>
          <p:cNvPicPr>
            <a:picLocks noChangeAspect="1" noChangeArrowheads="1"/>
          </p:cNvPicPr>
          <p:nvPr/>
        </p:nvPicPr>
        <p:blipFill>
          <a:blip r:embed="rId4"/>
          <a:srcRect/>
          <a:stretch>
            <a:fillRect/>
          </a:stretch>
        </p:blipFill>
        <p:spPr bwMode="auto">
          <a:xfrm>
            <a:off x="2855913" y="2124075"/>
            <a:ext cx="2655887" cy="41671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741385" name="Text Box 9"/>
          <p:cNvSpPr txBox="1">
            <a:spLocks noChangeArrowheads="1"/>
          </p:cNvSpPr>
          <p:nvPr/>
        </p:nvSpPr>
        <p:spPr bwMode="auto">
          <a:xfrm>
            <a:off x="760413" y="4749800"/>
            <a:ext cx="73247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anose="02010609030101010101" pitchFamily="49" charset="-122"/>
              </a:rPr>
              <a:t>信号</a:t>
            </a:r>
          </a:p>
        </p:txBody>
      </p:sp>
      <p:sp>
        <p:nvSpPr>
          <p:cNvPr id="741390" name="AutoShape 14"/>
          <p:cNvSpPr>
            <a:spLocks noChangeArrowheads="1"/>
          </p:cNvSpPr>
          <p:nvPr/>
        </p:nvSpPr>
        <p:spPr bwMode="auto">
          <a:xfrm>
            <a:off x="7493000" y="2160588"/>
            <a:ext cx="722313" cy="276225"/>
          </a:xfrm>
          <a:prstGeom prst="wedgeRoundRectCallout">
            <a:avLst>
              <a:gd name="adj1" fmla="val -112856"/>
              <a:gd name="adj2" fmla="val 329884"/>
              <a:gd name="adj3" fmla="val 16667"/>
            </a:avLst>
          </a:prstGeom>
          <a:solidFill>
            <a:srgbClr val="FFFF00"/>
          </a:solidFill>
          <a:ln w="9525" algn="ctr">
            <a:solidFill>
              <a:schemeClr val="tx1"/>
            </a:solidFill>
            <a:miter lim="800000"/>
            <a:headEnd/>
            <a:tailEnd/>
          </a:ln>
        </p:spPr>
        <p:txBody>
          <a:bodyPr lIns="36000" rIns="36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楷体_GB2312" panose="02010609030101010101" pitchFamily="49" charset="-122"/>
              </a:rPr>
              <a:t>菱形</a:t>
            </a:r>
          </a:p>
        </p:txBody>
      </p:sp>
      <p:sp>
        <p:nvSpPr>
          <p:cNvPr id="741391" name="Oval 15"/>
          <p:cNvSpPr>
            <a:spLocks noChangeArrowheads="1"/>
          </p:cNvSpPr>
          <p:nvPr/>
        </p:nvSpPr>
        <p:spPr bwMode="auto">
          <a:xfrm>
            <a:off x="6605588" y="2938463"/>
            <a:ext cx="596900" cy="596900"/>
          </a:xfrm>
          <a:prstGeom prst="ellipse">
            <a:avLst/>
          </a:prstGeom>
          <a:noFill/>
          <a:ln w="9525"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1392" name="AutoShape 16"/>
          <p:cNvSpPr>
            <a:spLocks noChangeArrowheads="1"/>
          </p:cNvSpPr>
          <p:nvPr/>
        </p:nvSpPr>
        <p:spPr bwMode="auto">
          <a:xfrm>
            <a:off x="2506663" y="2868613"/>
            <a:ext cx="942975" cy="303212"/>
          </a:xfrm>
          <a:prstGeom prst="wedgeRoundRectCallout">
            <a:avLst>
              <a:gd name="adj1" fmla="val 67847"/>
              <a:gd name="adj2" fmla="val 185602"/>
              <a:gd name="adj3" fmla="val 16667"/>
            </a:avLst>
          </a:prstGeom>
          <a:solidFill>
            <a:srgbClr val="FFFF00"/>
          </a:solidFill>
          <a:ln w="9525" algn="ctr">
            <a:solidFill>
              <a:schemeClr val="tx1"/>
            </a:solidFill>
            <a:miter lim="800000"/>
            <a:headEnd/>
            <a:tailEnd/>
          </a:ln>
        </p:spPr>
        <p:txBody>
          <a:bodyPr lIns="36000" rIns="36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楷体_GB2312" panose="02010609030101010101" pitchFamily="49" charset="-122"/>
              </a:rPr>
              <a:t>粗实线条</a:t>
            </a:r>
          </a:p>
        </p:txBody>
      </p:sp>
      <p:sp>
        <p:nvSpPr>
          <p:cNvPr id="741393" name="AutoShape 17"/>
          <p:cNvSpPr>
            <a:spLocks noChangeArrowheads="1"/>
          </p:cNvSpPr>
          <p:nvPr/>
        </p:nvSpPr>
        <p:spPr bwMode="auto">
          <a:xfrm>
            <a:off x="2076450" y="4116388"/>
            <a:ext cx="942975" cy="303212"/>
          </a:xfrm>
          <a:prstGeom prst="wedgeRoundRectCallout">
            <a:avLst>
              <a:gd name="adj1" fmla="val 103032"/>
              <a:gd name="adj2" fmla="val 194505"/>
              <a:gd name="adj3" fmla="val 16667"/>
            </a:avLst>
          </a:prstGeom>
          <a:solidFill>
            <a:srgbClr val="FFFF00"/>
          </a:solidFill>
          <a:ln w="9525" algn="ctr">
            <a:solidFill>
              <a:schemeClr val="tx1"/>
            </a:solidFill>
            <a:miter lim="800000"/>
            <a:headEnd/>
            <a:tailEnd/>
          </a:ln>
        </p:spPr>
        <p:txBody>
          <a:bodyPr lIns="36000" rIns="36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楷体_GB2312" panose="02010609030101010101" pitchFamily="49" charset="-122"/>
              </a:rPr>
              <a:t>粗实线条</a:t>
            </a:r>
          </a:p>
        </p:txBody>
      </p:sp>
      <p:pic>
        <p:nvPicPr>
          <p:cNvPr id="741386" name="Picture 10" descr="T11-4"/>
          <p:cNvPicPr>
            <a:picLocks noChangeAspect="1" noChangeArrowheads="1"/>
          </p:cNvPicPr>
          <p:nvPr/>
        </p:nvPicPr>
        <p:blipFill>
          <a:blip r:embed="rId5"/>
          <a:srcRect/>
          <a:stretch>
            <a:fillRect/>
          </a:stretch>
        </p:blipFill>
        <p:spPr bwMode="auto">
          <a:xfrm>
            <a:off x="2332038" y="2163763"/>
            <a:ext cx="4135437" cy="434181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741387" name="AutoShape 11"/>
          <p:cNvSpPr>
            <a:spLocks noChangeArrowheads="1"/>
          </p:cNvSpPr>
          <p:nvPr/>
        </p:nvSpPr>
        <p:spPr bwMode="auto">
          <a:xfrm>
            <a:off x="5803900" y="5278438"/>
            <a:ext cx="2190750" cy="457200"/>
          </a:xfrm>
          <a:prstGeom prst="wedgeRoundRectCallout">
            <a:avLst>
              <a:gd name="adj1" fmla="val -78912"/>
              <a:gd name="adj2" fmla="val -253819"/>
              <a:gd name="adj3" fmla="val 16667"/>
            </a:avLst>
          </a:prstGeom>
          <a:solidFill>
            <a:srgbClr val="FFFF00"/>
          </a:solidFill>
          <a:ln w="9525" algn="ctr">
            <a:solidFill>
              <a:schemeClr val="tx1"/>
            </a:solidFill>
            <a:miter lim="800000"/>
            <a:headEnd/>
            <a:tailEnd/>
          </a:ln>
        </p:spPr>
        <p:txBody>
          <a:bodyPr lIns="36000" rIns="36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楷体_GB2312" panose="02010609030101010101" pitchFamily="49" charset="-122"/>
              </a:rPr>
              <a:t>输出事件（</a:t>
            </a:r>
            <a:r>
              <a:rPr lang="en-US" altLang="zh-CN" sz="1200" b="1">
                <a:ea typeface="楷体_GB2312" panose="02010609030101010101" pitchFamily="49" charset="-122"/>
              </a:rPr>
              <a:t>output event</a:t>
            </a:r>
            <a:r>
              <a:rPr lang="zh-CN" altLang="en-US" sz="1200" b="1">
                <a:ea typeface="楷体_GB2312" panose="02010609030101010101" pitchFamily="49" charset="-122"/>
              </a:rPr>
              <a:t>）</a:t>
            </a:r>
          </a:p>
          <a:p>
            <a:pPr algn="ctr" eaLnBrk="1" hangingPunct="1"/>
            <a:r>
              <a:rPr lang="zh-CN" altLang="en-US" sz="1200" b="1">
                <a:ea typeface="楷体_GB2312" panose="02010609030101010101" pitchFamily="49" charset="-122"/>
              </a:rPr>
              <a:t>凸角多边形</a:t>
            </a:r>
          </a:p>
        </p:txBody>
      </p:sp>
      <p:sp>
        <p:nvSpPr>
          <p:cNvPr id="741388" name="AutoShape 12"/>
          <p:cNvSpPr>
            <a:spLocks noChangeArrowheads="1"/>
          </p:cNvSpPr>
          <p:nvPr/>
        </p:nvSpPr>
        <p:spPr bwMode="auto">
          <a:xfrm>
            <a:off x="2451100" y="5418138"/>
            <a:ext cx="2051050" cy="457200"/>
          </a:xfrm>
          <a:prstGeom prst="wedgeRoundRectCallout">
            <a:avLst>
              <a:gd name="adj1" fmla="val -4565"/>
              <a:gd name="adj2" fmla="val -290278"/>
              <a:gd name="adj3" fmla="val 16667"/>
            </a:avLst>
          </a:prstGeom>
          <a:solidFill>
            <a:srgbClr val="FFFF00"/>
          </a:solidFill>
          <a:ln w="9525" algn="ctr">
            <a:solidFill>
              <a:schemeClr val="tx1"/>
            </a:solidFill>
            <a:miter lim="800000"/>
            <a:headEnd/>
            <a:tailEnd/>
          </a:ln>
        </p:spPr>
        <p:txBody>
          <a:bodyPr lIns="36000" rIns="36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楷体_GB2312" panose="02010609030101010101" pitchFamily="49" charset="-122"/>
              </a:rPr>
              <a:t>输入事件（</a:t>
            </a:r>
            <a:r>
              <a:rPr lang="en-US" altLang="zh-CN" sz="1200" b="1">
                <a:ea typeface="楷体_GB2312" panose="02010609030101010101" pitchFamily="49" charset="-122"/>
              </a:rPr>
              <a:t>input event</a:t>
            </a:r>
            <a:r>
              <a:rPr lang="zh-CN" altLang="en-US" sz="1200" b="1">
                <a:ea typeface="楷体_GB2312" panose="02010609030101010101" pitchFamily="49" charset="-122"/>
              </a:rPr>
              <a:t>）</a:t>
            </a:r>
          </a:p>
          <a:p>
            <a:pPr algn="ctr" eaLnBrk="1" hangingPunct="1"/>
            <a:r>
              <a:rPr lang="zh-CN" altLang="en-US" sz="1200" b="1">
                <a:ea typeface="楷体_GB2312" panose="02010609030101010101" pitchFamily="49" charset="-122"/>
              </a:rPr>
              <a:t>凹角多边形</a:t>
            </a:r>
          </a:p>
        </p:txBody>
      </p:sp>
      <p:sp>
        <p:nvSpPr>
          <p:cNvPr id="741389" name="Oval 13"/>
          <p:cNvSpPr>
            <a:spLocks noChangeArrowheads="1"/>
          </p:cNvSpPr>
          <p:nvPr/>
        </p:nvSpPr>
        <p:spPr bwMode="auto">
          <a:xfrm>
            <a:off x="3656013" y="3811588"/>
            <a:ext cx="817562" cy="914400"/>
          </a:xfrm>
          <a:prstGeom prst="ellipse">
            <a:avLst/>
          </a:prstGeom>
          <a:noFill/>
          <a:ln w="9525"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41380"/>
                                        </p:tgtEl>
                                        <p:attrNameLst>
                                          <p:attrName>style.visibility</p:attrName>
                                        </p:attrNameLst>
                                      </p:cBhvr>
                                      <p:to>
                                        <p:strVal val="visible"/>
                                      </p:to>
                                    </p:set>
                                    <p:animEffect transition="in" filter="fade">
                                      <p:cBhvr>
                                        <p:cTn id="7" dur="1000"/>
                                        <p:tgtEl>
                                          <p:spTgt spid="741380"/>
                                        </p:tgtEl>
                                      </p:cBhvr>
                                    </p:animEffect>
                                    <p:anim calcmode="lin" valueType="num">
                                      <p:cBhvr>
                                        <p:cTn id="8" dur="1000" fill="hold"/>
                                        <p:tgtEl>
                                          <p:spTgt spid="741380"/>
                                        </p:tgtEl>
                                        <p:attrNameLst>
                                          <p:attrName>ppt_x</p:attrName>
                                        </p:attrNameLst>
                                      </p:cBhvr>
                                      <p:tavLst>
                                        <p:tav tm="0">
                                          <p:val>
                                            <p:strVal val="#ppt_x"/>
                                          </p:val>
                                        </p:tav>
                                        <p:tav tm="100000">
                                          <p:val>
                                            <p:strVal val="#ppt_x"/>
                                          </p:val>
                                        </p:tav>
                                      </p:tavLst>
                                    </p:anim>
                                    <p:anim calcmode="lin" valueType="num">
                                      <p:cBhvr>
                                        <p:cTn id="9" dur="900" decel="100000" fill="hold"/>
                                        <p:tgtEl>
                                          <p:spTgt spid="74138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41380"/>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741383"/>
                                        </p:tgtEl>
                                        <p:attrNameLst>
                                          <p:attrName>style.visibility</p:attrName>
                                        </p:attrNameLst>
                                      </p:cBhvr>
                                      <p:to>
                                        <p:strVal val="visible"/>
                                      </p:to>
                                    </p:set>
                                    <p:animEffect transition="in" filter="fade">
                                      <p:cBhvr>
                                        <p:cTn id="13" dur="1000"/>
                                        <p:tgtEl>
                                          <p:spTgt spid="741383"/>
                                        </p:tgtEl>
                                      </p:cBhvr>
                                    </p:animEffect>
                                    <p:anim calcmode="lin" valueType="num">
                                      <p:cBhvr>
                                        <p:cTn id="14" dur="1000" fill="hold"/>
                                        <p:tgtEl>
                                          <p:spTgt spid="741383"/>
                                        </p:tgtEl>
                                        <p:attrNameLst>
                                          <p:attrName>ppt_x</p:attrName>
                                        </p:attrNameLst>
                                      </p:cBhvr>
                                      <p:tavLst>
                                        <p:tav tm="0">
                                          <p:val>
                                            <p:strVal val="#ppt_x"/>
                                          </p:val>
                                        </p:tav>
                                        <p:tav tm="100000">
                                          <p:val>
                                            <p:strVal val="#ppt_x"/>
                                          </p:val>
                                        </p:tav>
                                      </p:tavLst>
                                    </p:anim>
                                    <p:anim calcmode="lin" valueType="num">
                                      <p:cBhvr>
                                        <p:cTn id="15" dur="900" decel="100000" fill="hold"/>
                                        <p:tgtEl>
                                          <p:spTgt spid="741383"/>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741383"/>
                                        </p:tgtEl>
                                        <p:attrNameLst>
                                          <p:attrName>ppt_y</p:attrName>
                                        </p:attrNameLst>
                                      </p:cBhvr>
                                      <p:tavLst>
                                        <p:tav tm="0">
                                          <p:val>
                                            <p:strVal val="#ppt_y-.03"/>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0" presetClass="entr" presetSubtype="0" fill="hold" grpId="0" nodeType="clickEffect">
                                  <p:stCondLst>
                                    <p:cond delay="0"/>
                                  </p:stCondLst>
                                  <p:childTnLst>
                                    <p:set>
                                      <p:cBhvr>
                                        <p:cTn id="20" dur="1" fill="hold">
                                          <p:stCondLst>
                                            <p:cond delay="0"/>
                                          </p:stCondLst>
                                        </p:cTn>
                                        <p:tgtEl>
                                          <p:spTgt spid="741390"/>
                                        </p:tgtEl>
                                        <p:attrNameLst>
                                          <p:attrName>style.visibility</p:attrName>
                                        </p:attrNameLst>
                                      </p:cBhvr>
                                      <p:to>
                                        <p:strVal val="visible"/>
                                      </p:to>
                                    </p:set>
                                    <p:animEffect transition="in" filter="fade">
                                      <p:cBhvr>
                                        <p:cTn id="21" dur="800" decel="100000"/>
                                        <p:tgtEl>
                                          <p:spTgt spid="741390"/>
                                        </p:tgtEl>
                                      </p:cBhvr>
                                    </p:animEffect>
                                    <p:anim calcmode="lin" valueType="num">
                                      <p:cBhvr>
                                        <p:cTn id="22" dur="800" decel="100000" fill="hold"/>
                                        <p:tgtEl>
                                          <p:spTgt spid="741390"/>
                                        </p:tgtEl>
                                        <p:attrNameLst>
                                          <p:attrName>style.rotation</p:attrName>
                                        </p:attrNameLst>
                                      </p:cBhvr>
                                      <p:tavLst>
                                        <p:tav tm="0">
                                          <p:val>
                                            <p:fltVal val="-90"/>
                                          </p:val>
                                        </p:tav>
                                        <p:tav tm="100000">
                                          <p:val>
                                            <p:fltVal val="0"/>
                                          </p:val>
                                        </p:tav>
                                      </p:tavLst>
                                    </p:anim>
                                    <p:anim calcmode="lin" valueType="num">
                                      <p:cBhvr>
                                        <p:cTn id="23" dur="800" decel="100000" fill="hold"/>
                                        <p:tgtEl>
                                          <p:spTgt spid="741390"/>
                                        </p:tgtEl>
                                        <p:attrNameLst>
                                          <p:attrName>ppt_x</p:attrName>
                                        </p:attrNameLst>
                                      </p:cBhvr>
                                      <p:tavLst>
                                        <p:tav tm="0">
                                          <p:val>
                                            <p:strVal val="#ppt_x+0.4"/>
                                          </p:val>
                                        </p:tav>
                                        <p:tav tm="100000">
                                          <p:val>
                                            <p:strVal val="#ppt_x-0.05"/>
                                          </p:val>
                                        </p:tav>
                                      </p:tavLst>
                                    </p:anim>
                                    <p:anim calcmode="lin" valueType="num">
                                      <p:cBhvr>
                                        <p:cTn id="24" dur="800" decel="100000" fill="hold"/>
                                        <p:tgtEl>
                                          <p:spTgt spid="741390"/>
                                        </p:tgtEl>
                                        <p:attrNameLst>
                                          <p:attrName>ppt_y</p:attrName>
                                        </p:attrNameLst>
                                      </p:cBhvr>
                                      <p:tavLst>
                                        <p:tav tm="0">
                                          <p:val>
                                            <p:strVal val="#ppt_y-0.4"/>
                                          </p:val>
                                        </p:tav>
                                        <p:tav tm="100000">
                                          <p:val>
                                            <p:strVal val="#ppt_y+0.1"/>
                                          </p:val>
                                        </p:tav>
                                      </p:tavLst>
                                    </p:anim>
                                    <p:anim calcmode="lin" valueType="num">
                                      <p:cBhvr>
                                        <p:cTn id="25" dur="200" accel="100000" fill="hold">
                                          <p:stCondLst>
                                            <p:cond delay="800"/>
                                          </p:stCondLst>
                                        </p:cTn>
                                        <p:tgtEl>
                                          <p:spTgt spid="741390"/>
                                        </p:tgtEl>
                                        <p:attrNameLst>
                                          <p:attrName>ppt_x</p:attrName>
                                        </p:attrNameLst>
                                      </p:cBhvr>
                                      <p:tavLst>
                                        <p:tav tm="0">
                                          <p:val>
                                            <p:strVal val="#ppt_x-0.05"/>
                                          </p:val>
                                        </p:tav>
                                        <p:tav tm="100000">
                                          <p:val>
                                            <p:strVal val="#ppt_x"/>
                                          </p:val>
                                        </p:tav>
                                      </p:tavLst>
                                    </p:anim>
                                    <p:anim calcmode="lin" valueType="num">
                                      <p:cBhvr>
                                        <p:cTn id="26" dur="200" accel="100000" fill="hold">
                                          <p:stCondLst>
                                            <p:cond delay="800"/>
                                          </p:stCondLst>
                                        </p:cTn>
                                        <p:tgtEl>
                                          <p:spTgt spid="741390"/>
                                        </p:tgtEl>
                                        <p:attrNameLst>
                                          <p:attrName>ppt_y</p:attrName>
                                        </p:attrNameLst>
                                      </p:cBhvr>
                                      <p:tavLst>
                                        <p:tav tm="0">
                                          <p:val>
                                            <p:strVal val="#ppt_y+0.1"/>
                                          </p:val>
                                        </p:tav>
                                        <p:tav tm="100000">
                                          <p:val>
                                            <p:strVal val="#ppt_y"/>
                                          </p:val>
                                        </p:tav>
                                      </p:tavLst>
                                    </p:anim>
                                  </p:childTnLst>
                                </p:cTn>
                              </p:par>
                              <p:par>
                                <p:cTn id="27" presetID="30" presetClass="entr" presetSubtype="0" fill="hold" grpId="0" nodeType="withEffect">
                                  <p:stCondLst>
                                    <p:cond delay="0"/>
                                  </p:stCondLst>
                                  <p:childTnLst>
                                    <p:set>
                                      <p:cBhvr>
                                        <p:cTn id="28" dur="1" fill="hold">
                                          <p:stCondLst>
                                            <p:cond delay="0"/>
                                          </p:stCondLst>
                                        </p:cTn>
                                        <p:tgtEl>
                                          <p:spTgt spid="741391"/>
                                        </p:tgtEl>
                                        <p:attrNameLst>
                                          <p:attrName>style.visibility</p:attrName>
                                        </p:attrNameLst>
                                      </p:cBhvr>
                                      <p:to>
                                        <p:strVal val="visible"/>
                                      </p:to>
                                    </p:set>
                                    <p:animEffect transition="in" filter="fade">
                                      <p:cBhvr>
                                        <p:cTn id="29" dur="800" decel="100000"/>
                                        <p:tgtEl>
                                          <p:spTgt spid="741391"/>
                                        </p:tgtEl>
                                      </p:cBhvr>
                                    </p:animEffect>
                                    <p:anim calcmode="lin" valueType="num">
                                      <p:cBhvr>
                                        <p:cTn id="30" dur="800" decel="100000" fill="hold"/>
                                        <p:tgtEl>
                                          <p:spTgt spid="741391"/>
                                        </p:tgtEl>
                                        <p:attrNameLst>
                                          <p:attrName>style.rotation</p:attrName>
                                        </p:attrNameLst>
                                      </p:cBhvr>
                                      <p:tavLst>
                                        <p:tav tm="0">
                                          <p:val>
                                            <p:fltVal val="-90"/>
                                          </p:val>
                                        </p:tav>
                                        <p:tav tm="100000">
                                          <p:val>
                                            <p:fltVal val="0"/>
                                          </p:val>
                                        </p:tav>
                                      </p:tavLst>
                                    </p:anim>
                                    <p:anim calcmode="lin" valueType="num">
                                      <p:cBhvr>
                                        <p:cTn id="31" dur="800" decel="100000" fill="hold"/>
                                        <p:tgtEl>
                                          <p:spTgt spid="741391"/>
                                        </p:tgtEl>
                                        <p:attrNameLst>
                                          <p:attrName>ppt_x</p:attrName>
                                        </p:attrNameLst>
                                      </p:cBhvr>
                                      <p:tavLst>
                                        <p:tav tm="0">
                                          <p:val>
                                            <p:strVal val="#ppt_x+0.4"/>
                                          </p:val>
                                        </p:tav>
                                        <p:tav tm="100000">
                                          <p:val>
                                            <p:strVal val="#ppt_x-0.05"/>
                                          </p:val>
                                        </p:tav>
                                      </p:tavLst>
                                    </p:anim>
                                    <p:anim calcmode="lin" valueType="num">
                                      <p:cBhvr>
                                        <p:cTn id="32" dur="800" decel="100000" fill="hold"/>
                                        <p:tgtEl>
                                          <p:spTgt spid="741391"/>
                                        </p:tgtEl>
                                        <p:attrNameLst>
                                          <p:attrName>ppt_y</p:attrName>
                                        </p:attrNameLst>
                                      </p:cBhvr>
                                      <p:tavLst>
                                        <p:tav tm="0">
                                          <p:val>
                                            <p:strVal val="#ppt_y-0.4"/>
                                          </p:val>
                                        </p:tav>
                                        <p:tav tm="100000">
                                          <p:val>
                                            <p:strVal val="#ppt_y+0.1"/>
                                          </p:val>
                                        </p:tav>
                                      </p:tavLst>
                                    </p:anim>
                                    <p:anim calcmode="lin" valueType="num">
                                      <p:cBhvr>
                                        <p:cTn id="33" dur="200" accel="100000" fill="hold">
                                          <p:stCondLst>
                                            <p:cond delay="800"/>
                                          </p:stCondLst>
                                        </p:cTn>
                                        <p:tgtEl>
                                          <p:spTgt spid="741391"/>
                                        </p:tgtEl>
                                        <p:attrNameLst>
                                          <p:attrName>ppt_x</p:attrName>
                                        </p:attrNameLst>
                                      </p:cBhvr>
                                      <p:tavLst>
                                        <p:tav tm="0">
                                          <p:val>
                                            <p:strVal val="#ppt_x-0.05"/>
                                          </p:val>
                                        </p:tav>
                                        <p:tav tm="100000">
                                          <p:val>
                                            <p:strVal val="#ppt_x"/>
                                          </p:val>
                                        </p:tav>
                                      </p:tavLst>
                                    </p:anim>
                                    <p:anim calcmode="lin" valueType="num">
                                      <p:cBhvr>
                                        <p:cTn id="34" dur="200" accel="100000" fill="hold">
                                          <p:stCondLst>
                                            <p:cond delay="800"/>
                                          </p:stCondLst>
                                        </p:cTn>
                                        <p:tgtEl>
                                          <p:spTgt spid="741391"/>
                                        </p:tgtEl>
                                        <p:attrNameLst>
                                          <p:attrName>ppt_y</p:attrName>
                                        </p:attrNameLst>
                                      </p:cBhvr>
                                      <p:tavLst>
                                        <p:tav tm="0">
                                          <p:val>
                                            <p:strVal val="#ppt_y+0.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741381"/>
                                        </p:tgtEl>
                                        <p:attrNameLst>
                                          <p:attrName>style.visibility</p:attrName>
                                        </p:attrNameLst>
                                      </p:cBhvr>
                                      <p:to>
                                        <p:strVal val="visible"/>
                                      </p:to>
                                    </p:set>
                                    <p:animEffect transition="in" filter="fade">
                                      <p:cBhvr>
                                        <p:cTn id="39" dur="1000"/>
                                        <p:tgtEl>
                                          <p:spTgt spid="741381"/>
                                        </p:tgtEl>
                                      </p:cBhvr>
                                    </p:animEffect>
                                    <p:anim calcmode="lin" valueType="num">
                                      <p:cBhvr>
                                        <p:cTn id="40" dur="1000" fill="hold"/>
                                        <p:tgtEl>
                                          <p:spTgt spid="741381"/>
                                        </p:tgtEl>
                                        <p:attrNameLst>
                                          <p:attrName>ppt_x</p:attrName>
                                        </p:attrNameLst>
                                      </p:cBhvr>
                                      <p:tavLst>
                                        <p:tav tm="0">
                                          <p:val>
                                            <p:strVal val="#ppt_x"/>
                                          </p:val>
                                        </p:tav>
                                        <p:tav tm="100000">
                                          <p:val>
                                            <p:strVal val="#ppt_x"/>
                                          </p:val>
                                        </p:tav>
                                      </p:tavLst>
                                    </p:anim>
                                    <p:anim calcmode="lin" valueType="num">
                                      <p:cBhvr>
                                        <p:cTn id="41" dur="900" decel="100000" fill="hold"/>
                                        <p:tgtEl>
                                          <p:spTgt spid="741381"/>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741381"/>
                                        </p:tgtEl>
                                        <p:attrNameLst>
                                          <p:attrName>ppt_y</p:attrName>
                                        </p:attrNameLst>
                                      </p:cBhvr>
                                      <p:tavLst>
                                        <p:tav tm="0">
                                          <p:val>
                                            <p:strVal val="#ppt_y-.03"/>
                                          </p:val>
                                        </p:tav>
                                        <p:tav tm="100000">
                                          <p:val>
                                            <p:strVal val="#ppt_y"/>
                                          </p:val>
                                        </p:tav>
                                      </p:tavLst>
                                    </p:anim>
                                  </p:childTnLst>
                                </p:cTn>
                              </p:par>
                              <p:par>
                                <p:cTn id="43" presetID="37" presetClass="entr" presetSubtype="0" fill="hold" nodeType="withEffect">
                                  <p:stCondLst>
                                    <p:cond delay="0"/>
                                  </p:stCondLst>
                                  <p:childTnLst>
                                    <p:set>
                                      <p:cBhvr>
                                        <p:cTn id="44" dur="1" fill="hold">
                                          <p:stCondLst>
                                            <p:cond delay="0"/>
                                          </p:stCondLst>
                                        </p:cTn>
                                        <p:tgtEl>
                                          <p:spTgt spid="741384"/>
                                        </p:tgtEl>
                                        <p:attrNameLst>
                                          <p:attrName>style.visibility</p:attrName>
                                        </p:attrNameLst>
                                      </p:cBhvr>
                                      <p:to>
                                        <p:strVal val="visible"/>
                                      </p:to>
                                    </p:set>
                                    <p:animEffect transition="in" filter="fade">
                                      <p:cBhvr>
                                        <p:cTn id="45" dur="1000"/>
                                        <p:tgtEl>
                                          <p:spTgt spid="741384"/>
                                        </p:tgtEl>
                                      </p:cBhvr>
                                    </p:animEffect>
                                    <p:anim calcmode="lin" valueType="num">
                                      <p:cBhvr>
                                        <p:cTn id="46" dur="1000" fill="hold"/>
                                        <p:tgtEl>
                                          <p:spTgt spid="741384"/>
                                        </p:tgtEl>
                                        <p:attrNameLst>
                                          <p:attrName>ppt_x</p:attrName>
                                        </p:attrNameLst>
                                      </p:cBhvr>
                                      <p:tavLst>
                                        <p:tav tm="0">
                                          <p:val>
                                            <p:strVal val="#ppt_x"/>
                                          </p:val>
                                        </p:tav>
                                        <p:tav tm="100000">
                                          <p:val>
                                            <p:strVal val="#ppt_x"/>
                                          </p:val>
                                        </p:tav>
                                      </p:tavLst>
                                    </p:anim>
                                    <p:anim calcmode="lin" valueType="num">
                                      <p:cBhvr>
                                        <p:cTn id="47" dur="900" decel="100000" fill="hold"/>
                                        <p:tgtEl>
                                          <p:spTgt spid="741384"/>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741384"/>
                                        </p:tgtEl>
                                        <p:attrNameLst>
                                          <p:attrName>ppt_y</p:attrName>
                                        </p:attrNameLst>
                                      </p:cBhvr>
                                      <p:tavLst>
                                        <p:tav tm="0">
                                          <p:val>
                                            <p:strVal val="#ppt_y-.03"/>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30" presetClass="entr" presetSubtype="0" fill="hold" grpId="0" nodeType="clickEffect">
                                  <p:stCondLst>
                                    <p:cond delay="0"/>
                                  </p:stCondLst>
                                  <p:childTnLst>
                                    <p:set>
                                      <p:cBhvr>
                                        <p:cTn id="52" dur="1" fill="hold">
                                          <p:stCondLst>
                                            <p:cond delay="0"/>
                                          </p:stCondLst>
                                        </p:cTn>
                                        <p:tgtEl>
                                          <p:spTgt spid="741392"/>
                                        </p:tgtEl>
                                        <p:attrNameLst>
                                          <p:attrName>style.visibility</p:attrName>
                                        </p:attrNameLst>
                                      </p:cBhvr>
                                      <p:to>
                                        <p:strVal val="visible"/>
                                      </p:to>
                                    </p:set>
                                    <p:animEffect transition="in" filter="fade">
                                      <p:cBhvr>
                                        <p:cTn id="53" dur="800" decel="100000"/>
                                        <p:tgtEl>
                                          <p:spTgt spid="741392"/>
                                        </p:tgtEl>
                                      </p:cBhvr>
                                    </p:animEffect>
                                    <p:anim calcmode="lin" valueType="num">
                                      <p:cBhvr>
                                        <p:cTn id="54" dur="800" decel="100000" fill="hold"/>
                                        <p:tgtEl>
                                          <p:spTgt spid="741392"/>
                                        </p:tgtEl>
                                        <p:attrNameLst>
                                          <p:attrName>style.rotation</p:attrName>
                                        </p:attrNameLst>
                                      </p:cBhvr>
                                      <p:tavLst>
                                        <p:tav tm="0">
                                          <p:val>
                                            <p:fltVal val="-90"/>
                                          </p:val>
                                        </p:tav>
                                        <p:tav tm="100000">
                                          <p:val>
                                            <p:fltVal val="0"/>
                                          </p:val>
                                        </p:tav>
                                      </p:tavLst>
                                    </p:anim>
                                    <p:anim calcmode="lin" valueType="num">
                                      <p:cBhvr>
                                        <p:cTn id="55" dur="800" decel="100000" fill="hold"/>
                                        <p:tgtEl>
                                          <p:spTgt spid="741392"/>
                                        </p:tgtEl>
                                        <p:attrNameLst>
                                          <p:attrName>ppt_x</p:attrName>
                                        </p:attrNameLst>
                                      </p:cBhvr>
                                      <p:tavLst>
                                        <p:tav tm="0">
                                          <p:val>
                                            <p:strVal val="#ppt_x+0.4"/>
                                          </p:val>
                                        </p:tav>
                                        <p:tav tm="100000">
                                          <p:val>
                                            <p:strVal val="#ppt_x-0.05"/>
                                          </p:val>
                                        </p:tav>
                                      </p:tavLst>
                                    </p:anim>
                                    <p:anim calcmode="lin" valueType="num">
                                      <p:cBhvr>
                                        <p:cTn id="56" dur="800" decel="100000" fill="hold"/>
                                        <p:tgtEl>
                                          <p:spTgt spid="741392"/>
                                        </p:tgtEl>
                                        <p:attrNameLst>
                                          <p:attrName>ppt_y</p:attrName>
                                        </p:attrNameLst>
                                      </p:cBhvr>
                                      <p:tavLst>
                                        <p:tav tm="0">
                                          <p:val>
                                            <p:strVal val="#ppt_y-0.4"/>
                                          </p:val>
                                        </p:tav>
                                        <p:tav tm="100000">
                                          <p:val>
                                            <p:strVal val="#ppt_y+0.1"/>
                                          </p:val>
                                        </p:tav>
                                      </p:tavLst>
                                    </p:anim>
                                    <p:anim calcmode="lin" valueType="num">
                                      <p:cBhvr>
                                        <p:cTn id="57" dur="200" accel="100000" fill="hold">
                                          <p:stCondLst>
                                            <p:cond delay="800"/>
                                          </p:stCondLst>
                                        </p:cTn>
                                        <p:tgtEl>
                                          <p:spTgt spid="741392"/>
                                        </p:tgtEl>
                                        <p:attrNameLst>
                                          <p:attrName>ppt_x</p:attrName>
                                        </p:attrNameLst>
                                      </p:cBhvr>
                                      <p:tavLst>
                                        <p:tav tm="0">
                                          <p:val>
                                            <p:strVal val="#ppt_x-0.05"/>
                                          </p:val>
                                        </p:tav>
                                        <p:tav tm="100000">
                                          <p:val>
                                            <p:strVal val="#ppt_x"/>
                                          </p:val>
                                        </p:tav>
                                      </p:tavLst>
                                    </p:anim>
                                    <p:anim calcmode="lin" valueType="num">
                                      <p:cBhvr>
                                        <p:cTn id="58" dur="200" accel="100000" fill="hold">
                                          <p:stCondLst>
                                            <p:cond delay="800"/>
                                          </p:stCondLst>
                                        </p:cTn>
                                        <p:tgtEl>
                                          <p:spTgt spid="741392"/>
                                        </p:tgtEl>
                                        <p:attrNameLst>
                                          <p:attrName>ppt_y</p:attrName>
                                        </p:attrNameLst>
                                      </p:cBhvr>
                                      <p:tavLst>
                                        <p:tav tm="0">
                                          <p:val>
                                            <p:strVal val="#ppt_y+0.1"/>
                                          </p:val>
                                        </p:tav>
                                        <p:tav tm="100000">
                                          <p:val>
                                            <p:strVal val="#ppt_y"/>
                                          </p:val>
                                        </p:tav>
                                      </p:tavLst>
                                    </p:anim>
                                  </p:childTnLst>
                                </p:cTn>
                              </p:par>
                              <p:par>
                                <p:cTn id="59" presetID="30" presetClass="entr" presetSubtype="0" fill="hold" grpId="0" nodeType="withEffect">
                                  <p:stCondLst>
                                    <p:cond delay="0"/>
                                  </p:stCondLst>
                                  <p:childTnLst>
                                    <p:set>
                                      <p:cBhvr>
                                        <p:cTn id="60" dur="1" fill="hold">
                                          <p:stCondLst>
                                            <p:cond delay="0"/>
                                          </p:stCondLst>
                                        </p:cTn>
                                        <p:tgtEl>
                                          <p:spTgt spid="741393"/>
                                        </p:tgtEl>
                                        <p:attrNameLst>
                                          <p:attrName>style.visibility</p:attrName>
                                        </p:attrNameLst>
                                      </p:cBhvr>
                                      <p:to>
                                        <p:strVal val="visible"/>
                                      </p:to>
                                    </p:set>
                                    <p:animEffect transition="in" filter="fade">
                                      <p:cBhvr>
                                        <p:cTn id="61" dur="800" decel="100000"/>
                                        <p:tgtEl>
                                          <p:spTgt spid="741393"/>
                                        </p:tgtEl>
                                      </p:cBhvr>
                                    </p:animEffect>
                                    <p:anim calcmode="lin" valueType="num">
                                      <p:cBhvr>
                                        <p:cTn id="62" dur="800" decel="100000" fill="hold"/>
                                        <p:tgtEl>
                                          <p:spTgt spid="741393"/>
                                        </p:tgtEl>
                                        <p:attrNameLst>
                                          <p:attrName>style.rotation</p:attrName>
                                        </p:attrNameLst>
                                      </p:cBhvr>
                                      <p:tavLst>
                                        <p:tav tm="0">
                                          <p:val>
                                            <p:fltVal val="-90"/>
                                          </p:val>
                                        </p:tav>
                                        <p:tav tm="100000">
                                          <p:val>
                                            <p:fltVal val="0"/>
                                          </p:val>
                                        </p:tav>
                                      </p:tavLst>
                                    </p:anim>
                                    <p:anim calcmode="lin" valueType="num">
                                      <p:cBhvr>
                                        <p:cTn id="63" dur="800" decel="100000" fill="hold"/>
                                        <p:tgtEl>
                                          <p:spTgt spid="741393"/>
                                        </p:tgtEl>
                                        <p:attrNameLst>
                                          <p:attrName>ppt_x</p:attrName>
                                        </p:attrNameLst>
                                      </p:cBhvr>
                                      <p:tavLst>
                                        <p:tav tm="0">
                                          <p:val>
                                            <p:strVal val="#ppt_x+0.4"/>
                                          </p:val>
                                        </p:tav>
                                        <p:tav tm="100000">
                                          <p:val>
                                            <p:strVal val="#ppt_x-0.05"/>
                                          </p:val>
                                        </p:tav>
                                      </p:tavLst>
                                    </p:anim>
                                    <p:anim calcmode="lin" valueType="num">
                                      <p:cBhvr>
                                        <p:cTn id="64" dur="800" decel="100000" fill="hold"/>
                                        <p:tgtEl>
                                          <p:spTgt spid="741393"/>
                                        </p:tgtEl>
                                        <p:attrNameLst>
                                          <p:attrName>ppt_y</p:attrName>
                                        </p:attrNameLst>
                                      </p:cBhvr>
                                      <p:tavLst>
                                        <p:tav tm="0">
                                          <p:val>
                                            <p:strVal val="#ppt_y-0.4"/>
                                          </p:val>
                                        </p:tav>
                                        <p:tav tm="100000">
                                          <p:val>
                                            <p:strVal val="#ppt_y+0.1"/>
                                          </p:val>
                                        </p:tav>
                                      </p:tavLst>
                                    </p:anim>
                                    <p:anim calcmode="lin" valueType="num">
                                      <p:cBhvr>
                                        <p:cTn id="65" dur="200" accel="100000" fill="hold">
                                          <p:stCondLst>
                                            <p:cond delay="800"/>
                                          </p:stCondLst>
                                        </p:cTn>
                                        <p:tgtEl>
                                          <p:spTgt spid="741393"/>
                                        </p:tgtEl>
                                        <p:attrNameLst>
                                          <p:attrName>ppt_x</p:attrName>
                                        </p:attrNameLst>
                                      </p:cBhvr>
                                      <p:tavLst>
                                        <p:tav tm="0">
                                          <p:val>
                                            <p:strVal val="#ppt_x-0.05"/>
                                          </p:val>
                                        </p:tav>
                                        <p:tav tm="100000">
                                          <p:val>
                                            <p:strVal val="#ppt_x"/>
                                          </p:val>
                                        </p:tav>
                                      </p:tavLst>
                                    </p:anim>
                                    <p:anim calcmode="lin" valueType="num">
                                      <p:cBhvr>
                                        <p:cTn id="66" dur="200" accel="100000" fill="hold">
                                          <p:stCondLst>
                                            <p:cond delay="800"/>
                                          </p:stCondLst>
                                        </p:cTn>
                                        <p:tgtEl>
                                          <p:spTgt spid="741393"/>
                                        </p:tgtEl>
                                        <p:attrNameLst>
                                          <p:attrName>ppt_y</p:attrName>
                                        </p:attrNameLst>
                                      </p:cBhvr>
                                      <p:tavLst>
                                        <p:tav tm="0">
                                          <p:val>
                                            <p:strVal val="#ppt_y+0.1"/>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7" presetClass="entr" presetSubtype="0" fill="hold" grpId="0" nodeType="clickEffect">
                                  <p:stCondLst>
                                    <p:cond delay="0"/>
                                  </p:stCondLst>
                                  <p:childTnLst>
                                    <p:set>
                                      <p:cBhvr>
                                        <p:cTn id="70" dur="1" fill="hold">
                                          <p:stCondLst>
                                            <p:cond delay="0"/>
                                          </p:stCondLst>
                                        </p:cTn>
                                        <p:tgtEl>
                                          <p:spTgt spid="741385"/>
                                        </p:tgtEl>
                                        <p:attrNameLst>
                                          <p:attrName>style.visibility</p:attrName>
                                        </p:attrNameLst>
                                      </p:cBhvr>
                                      <p:to>
                                        <p:strVal val="visible"/>
                                      </p:to>
                                    </p:set>
                                    <p:animEffect transition="in" filter="fade">
                                      <p:cBhvr>
                                        <p:cTn id="71" dur="1000"/>
                                        <p:tgtEl>
                                          <p:spTgt spid="741385"/>
                                        </p:tgtEl>
                                      </p:cBhvr>
                                    </p:animEffect>
                                    <p:anim calcmode="lin" valueType="num">
                                      <p:cBhvr>
                                        <p:cTn id="72" dur="1000" fill="hold"/>
                                        <p:tgtEl>
                                          <p:spTgt spid="741385"/>
                                        </p:tgtEl>
                                        <p:attrNameLst>
                                          <p:attrName>ppt_x</p:attrName>
                                        </p:attrNameLst>
                                      </p:cBhvr>
                                      <p:tavLst>
                                        <p:tav tm="0">
                                          <p:val>
                                            <p:strVal val="#ppt_x"/>
                                          </p:val>
                                        </p:tav>
                                        <p:tav tm="100000">
                                          <p:val>
                                            <p:strVal val="#ppt_x"/>
                                          </p:val>
                                        </p:tav>
                                      </p:tavLst>
                                    </p:anim>
                                    <p:anim calcmode="lin" valueType="num">
                                      <p:cBhvr>
                                        <p:cTn id="73" dur="900" decel="100000" fill="hold"/>
                                        <p:tgtEl>
                                          <p:spTgt spid="741385"/>
                                        </p:tgtEl>
                                        <p:attrNameLst>
                                          <p:attrName>ppt_y</p:attrName>
                                        </p:attrNameLst>
                                      </p:cBhvr>
                                      <p:tavLst>
                                        <p:tav tm="0">
                                          <p:val>
                                            <p:strVal val="#ppt_y+1"/>
                                          </p:val>
                                        </p:tav>
                                        <p:tav tm="100000">
                                          <p:val>
                                            <p:strVal val="#ppt_y-.03"/>
                                          </p:val>
                                        </p:tav>
                                      </p:tavLst>
                                    </p:anim>
                                    <p:anim calcmode="lin" valueType="num">
                                      <p:cBhvr>
                                        <p:cTn id="74" dur="100" accel="100000" fill="hold">
                                          <p:stCondLst>
                                            <p:cond delay="900"/>
                                          </p:stCondLst>
                                        </p:cTn>
                                        <p:tgtEl>
                                          <p:spTgt spid="741385"/>
                                        </p:tgtEl>
                                        <p:attrNameLst>
                                          <p:attrName>ppt_y</p:attrName>
                                        </p:attrNameLst>
                                      </p:cBhvr>
                                      <p:tavLst>
                                        <p:tav tm="0">
                                          <p:val>
                                            <p:strVal val="#ppt_y-.03"/>
                                          </p:val>
                                        </p:tav>
                                        <p:tav tm="100000">
                                          <p:val>
                                            <p:strVal val="#ppt_y"/>
                                          </p:val>
                                        </p:tav>
                                      </p:tavLst>
                                    </p:anim>
                                  </p:childTnLst>
                                </p:cTn>
                              </p:par>
                              <p:par>
                                <p:cTn id="75" presetID="37" presetClass="entr" presetSubtype="0" fill="hold" nodeType="withEffect">
                                  <p:stCondLst>
                                    <p:cond delay="0"/>
                                  </p:stCondLst>
                                  <p:childTnLst>
                                    <p:set>
                                      <p:cBhvr>
                                        <p:cTn id="76" dur="1" fill="hold">
                                          <p:stCondLst>
                                            <p:cond delay="0"/>
                                          </p:stCondLst>
                                        </p:cTn>
                                        <p:tgtEl>
                                          <p:spTgt spid="741386"/>
                                        </p:tgtEl>
                                        <p:attrNameLst>
                                          <p:attrName>style.visibility</p:attrName>
                                        </p:attrNameLst>
                                      </p:cBhvr>
                                      <p:to>
                                        <p:strVal val="visible"/>
                                      </p:to>
                                    </p:set>
                                    <p:animEffect transition="in" filter="fade">
                                      <p:cBhvr>
                                        <p:cTn id="77" dur="1000"/>
                                        <p:tgtEl>
                                          <p:spTgt spid="741386"/>
                                        </p:tgtEl>
                                      </p:cBhvr>
                                    </p:animEffect>
                                    <p:anim calcmode="lin" valueType="num">
                                      <p:cBhvr>
                                        <p:cTn id="78" dur="1000" fill="hold"/>
                                        <p:tgtEl>
                                          <p:spTgt spid="741386"/>
                                        </p:tgtEl>
                                        <p:attrNameLst>
                                          <p:attrName>ppt_x</p:attrName>
                                        </p:attrNameLst>
                                      </p:cBhvr>
                                      <p:tavLst>
                                        <p:tav tm="0">
                                          <p:val>
                                            <p:strVal val="#ppt_x"/>
                                          </p:val>
                                        </p:tav>
                                        <p:tav tm="100000">
                                          <p:val>
                                            <p:strVal val="#ppt_x"/>
                                          </p:val>
                                        </p:tav>
                                      </p:tavLst>
                                    </p:anim>
                                    <p:anim calcmode="lin" valueType="num">
                                      <p:cBhvr>
                                        <p:cTn id="79" dur="900" decel="100000" fill="hold"/>
                                        <p:tgtEl>
                                          <p:spTgt spid="741386"/>
                                        </p:tgtEl>
                                        <p:attrNameLst>
                                          <p:attrName>ppt_y</p:attrName>
                                        </p:attrNameLst>
                                      </p:cBhvr>
                                      <p:tavLst>
                                        <p:tav tm="0">
                                          <p:val>
                                            <p:strVal val="#ppt_y+1"/>
                                          </p:val>
                                        </p:tav>
                                        <p:tav tm="100000">
                                          <p:val>
                                            <p:strVal val="#ppt_y-.03"/>
                                          </p:val>
                                        </p:tav>
                                      </p:tavLst>
                                    </p:anim>
                                    <p:anim calcmode="lin" valueType="num">
                                      <p:cBhvr>
                                        <p:cTn id="80" dur="100" accel="100000" fill="hold">
                                          <p:stCondLst>
                                            <p:cond delay="900"/>
                                          </p:stCondLst>
                                        </p:cTn>
                                        <p:tgtEl>
                                          <p:spTgt spid="741386"/>
                                        </p:tgtEl>
                                        <p:attrNameLst>
                                          <p:attrName>ppt_y</p:attrName>
                                        </p:attrNameLst>
                                      </p:cBhvr>
                                      <p:tavLst>
                                        <p:tav tm="0">
                                          <p:val>
                                            <p:strVal val="#ppt_y-.03"/>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30" presetClass="entr" presetSubtype="0" fill="hold" grpId="0" nodeType="clickEffect">
                                  <p:stCondLst>
                                    <p:cond delay="0"/>
                                  </p:stCondLst>
                                  <p:childTnLst>
                                    <p:set>
                                      <p:cBhvr>
                                        <p:cTn id="84" dur="1" fill="hold">
                                          <p:stCondLst>
                                            <p:cond delay="0"/>
                                          </p:stCondLst>
                                        </p:cTn>
                                        <p:tgtEl>
                                          <p:spTgt spid="741388"/>
                                        </p:tgtEl>
                                        <p:attrNameLst>
                                          <p:attrName>style.visibility</p:attrName>
                                        </p:attrNameLst>
                                      </p:cBhvr>
                                      <p:to>
                                        <p:strVal val="visible"/>
                                      </p:to>
                                    </p:set>
                                    <p:animEffect transition="in" filter="fade">
                                      <p:cBhvr>
                                        <p:cTn id="85" dur="800" decel="100000"/>
                                        <p:tgtEl>
                                          <p:spTgt spid="741388"/>
                                        </p:tgtEl>
                                      </p:cBhvr>
                                    </p:animEffect>
                                    <p:anim calcmode="lin" valueType="num">
                                      <p:cBhvr>
                                        <p:cTn id="86" dur="800" decel="100000" fill="hold"/>
                                        <p:tgtEl>
                                          <p:spTgt spid="741388"/>
                                        </p:tgtEl>
                                        <p:attrNameLst>
                                          <p:attrName>style.rotation</p:attrName>
                                        </p:attrNameLst>
                                      </p:cBhvr>
                                      <p:tavLst>
                                        <p:tav tm="0">
                                          <p:val>
                                            <p:fltVal val="-90"/>
                                          </p:val>
                                        </p:tav>
                                        <p:tav tm="100000">
                                          <p:val>
                                            <p:fltVal val="0"/>
                                          </p:val>
                                        </p:tav>
                                      </p:tavLst>
                                    </p:anim>
                                    <p:anim calcmode="lin" valueType="num">
                                      <p:cBhvr>
                                        <p:cTn id="87" dur="800" decel="100000" fill="hold"/>
                                        <p:tgtEl>
                                          <p:spTgt spid="741388"/>
                                        </p:tgtEl>
                                        <p:attrNameLst>
                                          <p:attrName>ppt_x</p:attrName>
                                        </p:attrNameLst>
                                      </p:cBhvr>
                                      <p:tavLst>
                                        <p:tav tm="0">
                                          <p:val>
                                            <p:strVal val="#ppt_x+0.4"/>
                                          </p:val>
                                        </p:tav>
                                        <p:tav tm="100000">
                                          <p:val>
                                            <p:strVal val="#ppt_x-0.05"/>
                                          </p:val>
                                        </p:tav>
                                      </p:tavLst>
                                    </p:anim>
                                    <p:anim calcmode="lin" valueType="num">
                                      <p:cBhvr>
                                        <p:cTn id="88" dur="800" decel="100000" fill="hold"/>
                                        <p:tgtEl>
                                          <p:spTgt spid="741388"/>
                                        </p:tgtEl>
                                        <p:attrNameLst>
                                          <p:attrName>ppt_y</p:attrName>
                                        </p:attrNameLst>
                                      </p:cBhvr>
                                      <p:tavLst>
                                        <p:tav tm="0">
                                          <p:val>
                                            <p:strVal val="#ppt_y-0.4"/>
                                          </p:val>
                                        </p:tav>
                                        <p:tav tm="100000">
                                          <p:val>
                                            <p:strVal val="#ppt_y+0.1"/>
                                          </p:val>
                                        </p:tav>
                                      </p:tavLst>
                                    </p:anim>
                                    <p:anim calcmode="lin" valueType="num">
                                      <p:cBhvr>
                                        <p:cTn id="89" dur="200" accel="100000" fill="hold">
                                          <p:stCondLst>
                                            <p:cond delay="800"/>
                                          </p:stCondLst>
                                        </p:cTn>
                                        <p:tgtEl>
                                          <p:spTgt spid="741388"/>
                                        </p:tgtEl>
                                        <p:attrNameLst>
                                          <p:attrName>ppt_x</p:attrName>
                                        </p:attrNameLst>
                                      </p:cBhvr>
                                      <p:tavLst>
                                        <p:tav tm="0">
                                          <p:val>
                                            <p:strVal val="#ppt_x-0.05"/>
                                          </p:val>
                                        </p:tav>
                                        <p:tav tm="100000">
                                          <p:val>
                                            <p:strVal val="#ppt_x"/>
                                          </p:val>
                                        </p:tav>
                                      </p:tavLst>
                                    </p:anim>
                                    <p:anim calcmode="lin" valueType="num">
                                      <p:cBhvr>
                                        <p:cTn id="90" dur="200" accel="100000" fill="hold">
                                          <p:stCondLst>
                                            <p:cond delay="800"/>
                                          </p:stCondLst>
                                        </p:cTn>
                                        <p:tgtEl>
                                          <p:spTgt spid="741388"/>
                                        </p:tgtEl>
                                        <p:attrNameLst>
                                          <p:attrName>ppt_y</p:attrName>
                                        </p:attrNameLst>
                                      </p:cBhvr>
                                      <p:tavLst>
                                        <p:tav tm="0">
                                          <p:val>
                                            <p:strVal val="#ppt_y+0.1"/>
                                          </p:val>
                                        </p:tav>
                                        <p:tav tm="100000">
                                          <p:val>
                                            <p:strVal val="#ppt_y"/>
                                          </p:val>
                                        </p:tav>
                                      </p:tavLst>
                                    </p:anim>
                                  </p:childTnLst>
                                </p:cTn>
                              </p:par>
                              <p:par>
                                <p:cTn id="91" presetID="30" presetClass="entr" presetSubtype="0" fill="hold" grpId="0" nodeType="withEffect">
                                  <p:stCondLst>
                                    <p:cond delay="0"/>
                                  </p:stCondLst>
                                  <p:childTnLst>
                                    <p:set>
                                      <p:cBhvr>
                                        <p:cTn id="92" dur="1" fill="hold">
                                          <p:stCondLst>
                                            <p:cond delay="0"/>
                                          </p:stCondLst>
                                        </p:cTn>
                                        <p:tgtEl>
                                          <p:spTgt spid="741387"/>
                                        </p:tgtEl>
                                        <p:attrNameLst>
                                          <p:attrName>style.visibility</p:attrName>
                                        </p:attrNameLst>
                                      </p:cBhvr>
                                      <p:to>
                                        <p:strVal val="visible"/>
                                      </p:to>
                                    </p:set>
                                    <p:animEffect transition="in" filter="fade">
                                      <p:cBhvr>
                                        <p:cTn id="93" dur="800" decel="100000"/>
                                        <p:tgtEl>
                                          <p:spTgt spid="741387"/>
                                        </p:tgtEl>
                                      </p:cBhvr>
                                    </p:animEffect>
                                    <p:anim calcmode="lin" valueType="num">
                                      <p:cBhvr>
                                        <p:cTn id="94" dur="800" decel="100000" fill="hold"/>
                                        <p:tgtEl>
                                          <p:spTgt spid="741387"/>
                                        </p:tgtEl>
                                        <p:attrNameLst>
                                          <p:attrName>style.rotation</p:attrName>
                                        </p:attrNameLst>
                                      </p:cBhvr>
                                      <p:tavLst>
                                        <p:tav tm="0">
                                          <p:val>
                                            <p:fltVal val="-90"/>
                                          </p:val>
                                        </p:tav>
                                        <p:tav tm="100000">
                                          <p:val>
                                            <p:fltVal val="0"/>
                                          </p:val>
                                        </p:tav>
                                      </p:tavLst>
                                    </p:anim>
                                    <p:anim calcmode="lin" valueType="num">
                                      <p:cBhvr>
                                        <p:cTn id="95" dur="800" decel="100000" fill="hold"/>
                                        <p:tgtEl>
                                          <p:spTgt spid="741387"/>
                                        </p:tgtEl>
                                        <p:attrNameLst>
                                          <p:attrName>ppt_x</p:attrName>
                                        </p:attrNameLst>
                                      </p:cBhvr>
                                      <p:tavLst>
                                        <p:tav tm="0">
                                          <p:val>
                                            <p:strVal val="#ppt_x+0.4"/>
                                          </p:val>
                                        </p:tav>
                                        <p:tav tm="100000">
                                          <p:val>
                                            <p:strVal val="#ppt_x-0.05"/>
                                          </p:val>
                                        </p:tav>
                                      </p:tavLst>
                                    </p:anim>
                                    <p:anim calcmode="lin" valueType="num">
                                      <p:cBhvr>
                                        <p:cTn id="96" dur="800" decel="100000" fill="hold"/>
                                        <p:tgtEl>
                                          <p:spTgt spid="741387"/>
                                        </p:tgtEl>
                                        <p:attrNameLst>
                                          <p:attrName>ppt_y</p:attrName>
                                        </p:attrNameLst>
                                      </p:cBhvr>
                                      <p:tavLst>
                                        <p:tav tm="0">
                                          <p:val>
                                            <p:strVal val="#ppt_y-0.4"/>
                                          </p:val>
                                        </p:tav>
                                        <p:tav tm="100000">
                                          <p:val>
                                            <p:strVal val="#ppt_y+0.1"/>
                                          </p:val>
                                        </p:tav>
                                      </p:tavLst>
                                    </p:anim>
                                    <p:anim calcmode="lin" valueType="num">
                                      <p:cBhvr>
                                        <p:cTn id="97" dur="200" accel="100000" fill="hold">
                                          <p:stCondLst>
                                            <p:cond delay="800"/>
                                          </p:stCondLst>
                                        </p:cTn>
                                        <p:tgtEl>
                                          <p:spTgt spid="741387"/>
                                        </p:tgtEl>
                                        <p:attrNameLst>
                                          <p:attrName>ppt_x</p:attrName>
                                        </p:attrNameLst>
                                      </p:cBhvr>
                                      <p:tavLst>
                                        <p:tav tm="0">
                                          <p:val>
                                            <p:strVal val="#ppt_x-0.05"/>
                                          </p:val>
                                        </p:tav>
                                        <p:tav tm="100000">
                                          <p:val>
                                            <p:strVal val="#ppt_x"/>
                                          </p:val>
                                        </p:tav>
                                      </p:tavLst>
                                    </p:anim>
                                    <p:anim calcmode="lin" valueType="num">
                                      <p:cBhvr>
                                        <p:cTn id="98" dur="200" accel="100000" fill="hold">
                                          <p:stCondLst>
                                            <p:cond delay="800"/>
                                          </p:stCondLst>
                                        </p:cTn>
                                        <p:tgtEl>
                                          <p:spTgt spid="741387"/>
                                        </p:tgtEl>
                                        <p:attrNameLst>
                                          <p:attrName>ppt_y</p:attrName>
                                        </p:attrNameLst>
                                      </p:cBhvr>
                                      <p:tavLst>
                                        <p:tav tm="0">
                                          <p:val>
                                            <p:strVal val="#ppt_y+0.1"/>
                                          </p:val>
                                        </p:tav>
                                        <p:tav tm="100000">
                                          <p:val>
                                            <p:strVal val="#ppt_y"/>
                                          </p:val>
                                        </p:tav>
                                      </p:tavLst>
                                    </p:anim>
                                  </p:childTnLst>
                                </p:cTn>
                              </p:par>
                              <p:par>
                                <p:cTn id="99" presetID="30" presetClass="entr" presetSubtype="0" fill="hold" grpId="0" nodeType="withEffect">
                                  <p:stCondLst>
                                    <p:cond delay="0"/>
                                  </p:stCondLst>
                                  <p:childTnLst>
                                    <p:set>
                                      <p:cBhvr>
                                        <p:cTn id="100" dur="1" fill="hold">
                                          <p:stCondLst>
                                            <p:cond delay="0"/>
                                          </p:stCondLst>
                                        </p:cTn>
                                        <p:tgtEl>
                                          <p:spTgt spid="741389"/>
                                        </p:tgtEl>
                                        <p:attrNameLst>
                                          <p:attrName>style.visibility</p:attrName>
                                        </p:attrNameLst>
                                      </p:cBhvr>
                                      <p:to>
                                        <p:strVal val="visible"/>
                                      </p:to>
                                    </p:set>
                                    <p:animEffect transition="in" filter="fade">
                                      <p:cBhvr>
                                        <p:cTn id="101" dur="800" decel="100000"/>
                                        <p:tgtEl>
                                          <p:spTgt spid="741389"/>
                                        </p:tgtEl>
                                      </p:cBhvr>
                                    </p:animEffect>
                                    <p:anim calcmode="lin" valueType="num">
                                      <p:cBhvr>
                                        <p:cTn id="102" dur="800" decel="100000" fill="hold"/>
                                        <p:tgtEl>
                                          <p:spTgt spid="741389"/>
                                        </p:tgtEl>
                                        <p:attrNameLst>
                                          <p:attrName>style.rotation</p:attrName>
                                        </p:attrNameLst>
                                      </p:cBhvr>
                                      <p:tavLst>
                                        <p:tav tm="0">
                                          <p:val>
                                            <p:fltVal val="-90"/>
                                          </p:val>
                                        </p:tav>
                                        <p:tav tm="100000">
                                          <p:val>
                                            <p:fltVal val="0"/>
                                          </p:val>
                                        </p:tav>
                                      </p:tavLst>
                                    </p:anim>
                                    <p:anim calcmode="lin" valueType="num">
                                      <p:cBhvr>
                                        <p:cTn id="103" dur="800" decel="100000" fill="hold"/>
                                        <p:tgtEl>
                                          <p:spTgt spid="741389"/>
                                        </p:tgtEl>
                                        <p:attrNameLst>
                                          <p:attrName>ppt_x</p:attrName>
                                        </p:attrNameLst>
                                      </p:cBhvr>
                                      <p:tavLst>
                                        <p:tav tm="0">
                                          <p:val>
                                            <p:strVal val="#ppt_x+0.4"/>
                                          </p:val>
                                        </p:tav>
                                        <p:tav tm="100000">
                                          <p:val>
                                            <p:strVal val="#ppt_x-0.05"/>
                                          </p:val>
                                        </p:tav>
                                      </p:tavLst>
                                    </p:anim>
                                    <p:anim calcmode="lin" valueType="num">
                                      <p:cBhvr>
                                        <p:cTn id="104" dur="800" decel="100000" fill="hold"/>
                                        <p:tgtEl>
                                          <p:spTgt spid="741389"/>
                                        </p:tgtEl>
                                        <p:attrNameLst>
                                          <p:attrName>ppt_y</p:attrName>
                                        </p:attrNameLst>
                                      </p:cBhvr>
                                      <p:tavLst>
                                        <p:tav tm="0">
                                          <p:val>
                                            <p:strVal val="#ppt_y-0.4"/>
                                          </p:val>
                                        </p:tav>
                                        <p:tav tm="100000">
                                          <p:val>
                                            <p:strVal val="#ppt_y+0.1"/>
                                          </p:val>
                                        </p:tav>
                                      </p:tavLst>
                                    </p:anim>
                                    <p:anim calcmode="lin" valueType="num">
                                      <p:cBhvr>
                                        <p:cTn id="105" dur="200" accel="100000" fill="hold">
                                          <p:stCondLst>
                                            <p:cond delay="800"/>
                                          </p:stCondLst>
                                        </p:cTn>
                                        <p:tgtEl>
                                          <p:spTgt spid="741389"/>
                                        </p:tgtEl>
                                        <p:attrNameLst>
                                          <p:attrName>ppt_x</p:attrName>
                                        </p:attrNameLst>
                                      </p:cBhvr>
                                      <p:tavLst>
                                        <p:tav tm="0">
                                          <p:val>
                                            <p:strVal val="#ppt_x-0.05"/>
                                          </p:val>
                                        </p:tav>
                                        <p:tav tm="100000">
                                          <p:val>
                                            <p:strVal val="#ppt_x"/>
                                          </p:val>
                                        </p:tav>
                                      </p:tavLst>
                                    </p:anim>
                                    <p:anim calcmode="lin" valueType="num">
                                      <p:cBhvr>
                                        <p:cTn id="106" dur="200" accel="100000" fill="hold">
                                          <p:stCondLst>
                                            <p:cond delay="800"/>
                                          </p:stCondLst>
                                        </p:cTn>
                                        <p:tgtEl>
                                          <p:spTgt spid="74138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80" grpId="0"/>
      <p:bldP spid="741381" grpId="0"/>
      <p:bldP spid="741385" grpId="0"/>
      <p:bldP spid="741390" grpId="0" animBg="1"/>
      <p:bldP spid="741391" grpId="0" animBg="1"/>
      <p:bldP spid="741392" grpId="0" animBg="1"/>
      <p:bldP spid="741393" grpId="0" animBg="1"/>
      <p:bldP spid="741387" grpId="0" animBg="1"/>
      <p:bldP spid="741388" grpId="0" animBg="1"/>
      <p:bldP spid="74138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活动图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活动图的应用</a:t>
            </a:r>
          </a:p>
        </p:txBody>
      </p:sp>
      <p:sp>
        <p:nvSpPr>
          <p:cNvPr id="16388" name="Text Box 4"/>
          <p:cNvSpPr txBox="1">
            <a:spLocks noChangeArrowheads="1"/>
          </p:cNvSpPr>
          <p:nvPr/>
        </p:nvSpPr>
        <p:spPr bwMode="auto">
          <a:xfrm>
            <a:off x="763588" y="150812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anose="02010609030101010101" pitchFamily="49" charset="-122"/>
              </a:rPr>
              <a:t>创建一个文档</a:t>
            </a:r>
            <a:endParaRPr lang="zh-CN" altLang="en-US" sz="1600">
              <a:solidFill>
                <a:schemeClr val="bg1"/>
              </a:solidFill>
              <a:ea typeface="楷体_GB2312" panose="02010609030101010101" pitchFamily="49" charset="-122"/>
            </a:endParaRPr>
          </a:p>
        </p:txBody>
      </p:sp>
      <p:pic>
        <p:nvPicPr>
          <p:cNvPr id="743431" name="Picture 7" descr="T11-5"/>
          <p:cNvPicPr>
            <a:picLocks noChangeAspect="1" noChangeArrowheads="1"/>
          </p:cNvPicPr>
          <p:nvPr/>
        </p:nvPicPr>
        <p:blipFill>
          <a:blip r:embed="rId3"/>
          <a:srcRect/>
          <a:stretch>
            <a:fillRect/>
          </a:stretch>
        </p:blipFill>
        <p:spPr bwMode="auto">
          <a:xfrm>
            <a:off x="3134455" y="240083"/>
            <a:ext cx="4114187" cy="633989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5" name="Picture 9" descr="T11-8">
            <a:extLst>
              <a:ext uri="{FF2B5EF4-FFF2-40B4-BE49-F238E27FC236}">
                <a16:creationId xmlns:a16="http://schemas.microsoft.com/office/drawing/2014/main" id="{66E5BDBC-0E8A-DE1C-0B20-0A74D2E4C769}"/>
              </a:ext>
            </a:extLst>
          </p:cNvPr>
          <p:cNvPicPr>
            <a:picLocks noChangeAspect="1" noChangeArrowheads="1"/>
          </p:cNvPicPr>
          <p:nvPr/>
        </p:nvPicPr>
        <p:blipFill>
          <a:blip r:embed="rId4"/>
          <a:srcRect/>
          <a:stretch>
            <a:fillRect/>
          </a:stretch>
        </p:blipFill>
        <p:spPr bwMode="auto">
          <a:xfrm>
            <a:off x="4667250" y="115089"/>
            <a:ext cx="3937317" cy="633989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活动图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泳道</a:t>
            </a:r>
          </a:p>
        </p:txBody>
      </p:sp>
      <p:pic>
        <p:nvPicPr>
          <p:cNvPr id="710659" name="Picture 3" descr="Book-3">
            <a:hlinkClick r:id="rId3" action="ppaction://hlinksldjump"/>
          </p:cNvPr>
          <p:cNvPicPr>
            <a:picLocks noChangeAspect="1" noChangeArrowheads="1"/>
          </p:cNvPicPr>
          <p:nvPr/>
        </p:nvPicPr>
        <p:blipFill>
          <a:blip r:embed="rId4"/>
          <a:srcRect/>
          <a:stretch>
            <a:fillRect/>
          </a:stretch>
        </p:blipFill>
        <p:spPr bwMode="auto">
          <a:xfrm>
            <a:off x="8266113" y="5794375"/>
            <a:ext cx="539750" cy="757238"/>
          </a:xfrm>
          <a:prstGeom prst="rect">
            <a:avLst/>
          </a:prstGeom>
          <a:noFill/>
          <a:ln w="9525" algn="ctr">
            <a:noFill/>
            <a:miter lim="800000"/>
            <a:headEnd/>
            <a:tailEnd/>
          </a:ln>
          <a:effectLst>
            <a:outerShdw dist="35921" dir="2700000" algn="ctr" rotWithShape="0">
              <a:schemeClr val="tx2"/>
            </a:outerShdw>
          </a:effectLst>
        </p:spPr>
      </p:pic>
      <p:pic>
        <p:nvPicPr>
          <p:cNvPr id="710661" name="Picture 5" descr="T11-6"/>
          <p:cNvPicPr>
            <a:picLocks noChangeAspect="1" noChangeArrowheads="1"/>
          </p:cNvPicPr>
          <p:nvPr/>
        </p:nvPicPr>
        <p:blipFill>
          <a:blip r:embed="rId5"/>
          <a:srcRect/>
          <a:stretch>
            <a:fillRect/>
          </a:stretch>
        </p:blipFill>
        <p:spPr bwMode="auto">
          <a:xfrm>
            <a:off x="4114801" y="40851"/>
            <a:ext cx="4803169" cy="65107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10660" name="Picture 4" descr="T11-7"/>
          <p:cNvPicPr>
            <a:picLocks noChangeAspect="1" noChangeArrowheads="1"/>
          </p:cNvPicPr>
          <p:nvPr/>
        </p:nvPicPr>
        <p:blipFill>
          <a:blip r:embed="rId6"/>
          <a:srcRect l="2426"/>
          <a:stretch>
            <a:fillRect/>
          </a:stretch>
        </p:blipFill>
        <p:spPr bwMode="auto">
          <a:xfrm>
            <a:off x="2106691" y="40851"/>
            <a:ext cx="6653649" cy="6565689"/>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17414" name="Text Box 6"/>
          <p:cNvSpPr txBox="1">
            <a:spLocks noChangeArrowheads="1"/>
          </p:cNvSpPr>
          <p:nvPr/>
        </p:nvSpPr>
        <p:spPr bwMode="auto">
          <a:xfrm>
            <a:off x="763588" y="1508125"/>
            <a:ext cx="2903537"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anose="02010609030101010101" pitchFamily="49" charset="-122"/>
              </a:rPr>
              <a:t>泳道</a:t>
            </a:r>
          </a:p>
          <a:p>
            <a:pPr eaLnBrk="1" hangingPunct="1">
              <a:lnSpc>
                <a:spcPct val="150000"/>
              </a:lnSpc>
            </a:pPr>
            <a:r>
              <a:rPr lang="zh-CN" altLang="en-US" sz="1600" b="1">
                <a:solidFill>
                  <a:srgbClr val="FFFF00"/>
                </a:solidFill>
                <a:ea typeface="楷体_GB2312" panose="02010609030101010101" pitchFamily="49" charset="-122"/>
              </a:rPr>
              <a:t>     </a:t>
            </a:r>
            <a:r>
              <a:rPr lang="zh-CN" altLang="en-US" sz="1600">
                <a:solidFill>
                  <a:schemeClr val="bg1"/>
                </a:solidFill>
                <a:ea typeface="楷体_GB2312" panose="02010609030101010101" pitchFamily="49" charset="-122"/>
              </a:rPr>
              <a:t>将活动图按执行的角色分割成多个平行的段，这些段被称为泳道（</a:t>
            </a:r>
            <a:r>
              <a:rPr lang="en-US" altLang="zh-CN" sz="1600">
                <a:solidFill>
                  <a:schemeClr val="bg1"/>
                </a:solidFill>
                <a:ea typeface="楷体_GB2312" panose="02010609030101010101" pitchFamily="49" charset="-122"/>
              </a:rPr>
              <a:t>swimlane</a:t>
            </a:r>
            <a:r>
              <a:rPr lang="zh-CN" altLang="en-US" sz="1600">
                <a:solidFill>
                  <a:schemeClr val="bg1"/>
                </a:solidFill>
                <a:ea typeface="楷体_GB2312" panose="02010609030101010101" pitchFamily="49" charset="-122"/>
              </a:rPr>
              <a:t>）。</a:t>
            </a:r>
          </a:p>
          <a:p>
            <a:pPr eaLnBrk="1" hangingPunct="1">
              <a:lnSpc>
                <a:spcPct val="150000"/>
              </a:lnSpc>
            </a:pPr>
            <a:r>
              <a:rPr lang="zh-CN" altLang="en-US" sz="1600">
                <a:solidFill>
                  <a:schemeClr val="bg1"/>
                </a:solidFill>
                <a:ea typeface="楷体_GB2312" panose="02010609030101010101" pitchFamily="49" charset="-122"/>
              </a:rPr>
              <a:t>     每个泳道的顶部显示出角色名，每个角色负责的活动放在各个角色的泳道中。</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nodeType="clickEffect">
                                  <p:stCondLst>
                                    <p:cond delay="0"/>
                                  </p:stCondLst>
                                  <p:childTnLst>
                                    <p:set>
                                      <p:cBhvr>
                                        <p:cTn id="6" dur="1" fill="hold">
                                          <p:stCondLst>
                                            <p:cond delay="0"/>
                                          </p:stCondLst>
                                        </p:cTn>
                                        <p:tgtEl>
                                          <p:spTgt spid="710660"/>
                                        </p:tgtEl>
                                        <p:attrNameLst>
                                          <p:attrName>style.visibility</p:attrName>
                                        </p:attrNameLst>
                                      </p:cBhvr>
                                      <p:to>
                                        <p:strVal val="visible"/>
                                      </p:to>
                                    </p:set>
                                    <p:anim calcmode="lin" valueType="num">
                                      <p:cBhvr>
                                        <p:cTn id="7" dur="1000" fill="hold"/>
                                        <p:tgtEl>
                                          <p:spTgt spid="710660"/>
                                        </p:tgtEl>
                                        <p:attrNameLst>
                                          <p:attrName>ppt_x</p:attrName>
                                        </p:attrNameLst>
                                      </p:cBhvr>
                                      <p:tavLst>
                                        <p:tav tm="0">
                                          <p:val>
                                            <p:strVal val="#ppt_x+#ppt_w/2"/>
                                          </p:val>
                                        </p:tav>
                                        <p:tav tm="100000">
                                          <p:val>
                                            <p:strVal val="#ppt_x"/>
                                          </p:val>
                                        </p:tav>
                                      </p:tavLst>
                                    </p:anim>
                                    <p:anim calcmode="lin" valueType="num">
                                      <p:cBhvr>
                                        <p:cTn id="8" dur="1000" fill="hold"/>
                                        <p:tgtEl>
                                          <p:spTgt spid="710660"/>
                                        </p:tgtEl>
                                        <p:attrNameLst>
                                          <p:attrName>ppt_y</p:attrName>
                                        </p:attrNameLst>
                                      </p:cBhvr>
                                      <p:tavLst>
                                        <p:tav tm="0">
                                          <p:val>
                                            <p:strVal val="#ppt_y"/>
                                          </p:val>
                                        </p:tav>
                                        <p:tav tm="100000">
                                          <p:val>
                                            <p:strVal val="#ppt_y"/>
                                          </p:val>
                                        </p:tav>
                                      </p:tavLst>
                                    </p:anim>
                                    <p:anim calcmode="lin" valueType="num">
                                      <p:cBhvr>
                                        <p:cTn id="9" dur="1000" fill="hold"/>
                                        <p:tgtEl>
                                          <p:spTgt spid="710660"/>
                                        </p:tgtEl>
                                        <p:attrNameLst>
                                          <p:attrName>ppt_w</p:attrName>
                                        </p:attrNameLst>
                                      </p:cBhvr>
                                      <p:tavLst>
                                        <p:tav tm="0">
                                          <p:val>
                                            <p:fltVal val="0"/>
                                          </p:val>
                                        </p:tav>
                                        <p:tav tm="100000">
                                          <p:val>
                                            <p:strVal val="#ppt_w"/>
                                          </p:val>
                                        </p:tav>
                                      </p:tavLst>
                                    </p:anim>
                                    <p:anim calcmode="lin" valueType="num">
                                      <p:cBhvr>
                                        <p:cTn id="10" dur="1000" fill="hold"/>
                                        <p:tgtEl>
                                          <p:spTgt spid="7106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活动图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应用实例（银行系统的分析与设计）</a:t>
            </a:r>
          </a:p>
        </p:txBody>
      </p:sp>
      <p:pic>
        <p:nvPicPr>
          <p:cNvPr id="745477" name="Picture 5" descr="银行系统“登录”活动图"/>
          <p:cNvPicPr>
            <a:picLocks noChangeArrowheads="1"/>
          </p:cNvPicPr>
          <p:nvPr/>
        </p:nvPicPr>
        <p:blipFill>
          <a:blip r:embed="rId3"/>
          <a:srcRect l="2025" t="2831" r="22218"/>
          <a:stretch>
            <a:fillRect/>
          </a:stretch>
        </p:blipFill>
        <p:spPr bwMode="auto">
          <a:xfrm>
            <a:off x="2522538" y="1265238"/>
            <a:ext cx="4097337" cy="517683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19461" name="Text Box 6"/>
          <p:cNvSpPr txBox="1">
            <a:spLocks noChangeArrowheads="1"/>
          </p:cNvSpPr>
          <p:nvPr/>
        </p:nvSpPr>
        <p:spPr bwMode="auto">
          <a:xfrm>
            <a:off x="763588" y="1508125"/>
            <a:ext cx="29718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en-US" altLang="zh-CN" sz="1600">
                <a:solidFill>
                  <a:srgbClr val="FFFF00"/>
                </a:solidFill>
                <a:ea typeface="楷体_GB2312" panose="02010609030101010101" pitchFamily="49" charset="-122"/>
              </a:rPr>
              <a:t>“</a:t>
            </a:r>
            <a:r>
              <a:rPr lang="zh-CN" altLang="en-US" sz="1600">
                <a:solidFill>
                  <a:srgbClr val="FFFF00"/>
                </a:solidFill>
                <a:ea typeface="楷体_GB2312" panose="02010609030101010101" pitchFamily="49" charset="-122"/>
              </a:rPr>
              <a:t>登录”活动图</a:t>
            </a:r>
          </a:p>
          <a:p>
            <a:pPr eaLnBrk="1" hangingPunct="1">
              <a:lnSpc>
                <a:spcPct val="150000"/>
              </a:lnSpc>
            </a:pPr>
            <a:endParaRPr lang="zh-CN" altLang="en-US">
              <a:solidFill>
                <a:srgbClr val="FFFF00"/>
              </a:solidFill>
            </a:endParaRPr>
          </a:p>
          <a:p>
            <a:pPr eaLnBrk="1" hangingPunct="1">
              <a:lnSpc>
                <a:spcPct val="150000"/>
              </a:lnSpc>
            </a:pPr>
            <a:r>
              <a:rPr lang="zh-CN" altLang="en-US">
                <a:solidFill>
                  <a:srgbClr val="FFFF00"/>
                </a:solidFill>
              </a:rPr>
              <a:t>◇ </a:t>
            </a:r>
            <a:r>
              <a:rPr lang="zh-CN" altLang="en-US" sz="1600">
                <a:solidFill>
                  <a:srgbClr val="FFFF00"/>
                </a:solidFill>
                <a:ea typeface="楷体_GB2312" panose="02010609030101010101" pitchFamily="49" charset="-122"/>
              </a:rPr>
              <a:t>“存款”活动图</a:t>
            </a:r>
          </a:p>
          <a:p>
            <a:pPr eaLnBrk="1" hangingPunct="1">
              <a:lnSpc>
                <a:spcPct val="150000"/>
              </a:lnSpc>
            </a:pPr>
            <a:endParaRPr lang="zh-CN" altLang="en-US">
              <a:solidFill>
                <a:srgbClr val="FFFF00"/>
              </a:solidFill>
            </a:endParaRPr>
          </a:p>
          <a:p>
            <a:pPr eaLnBrk="1" hangingPunct="1">
              <a:lnSpc>
                <a:spcPct val="150000"/>
              </a:lnSpc>
            </a:pPr>
            <a:r>
              <a:rPr lang="zh-CN" altLang="en-US">
                <a:solidFill>
                  <a:srgbClr val="FFFF00"/>
                </a:solidFill>
              </a:rPr>
              <a:t>◇ </a:t>
            </a:r>
            <a:r>
              <a:rPr lang="zh-CN" altLang="en-US" sz="1600">
                <a:solidFill>
                  <a:srgbClr val="FFFF00"/>
                </a:solidFill>
                <a:ea typeface="楷体_GB2312" panose="02010609030101010101" pitchFamily="49" charset="-122"/>
              </a:rPr>
              <a:t>“取款”活动图</a:t>
            </a:r>
          </a:p>
          <a:p>
            <a:pPr eaLnBrk="1" hangingPunct="1">
              <a:lnSpc>
                <a:spcPct val="150000"/>
              </a:lnSpc>
            </a:pPr>
            <a:endParaRPr lang="zh-CN" altLang="en-US">
              <a:solidFill>
                <a:srgbClr val="FFFF00"/>
              </a:solidFill>
            </a:endParaRPr>
          </a:p>
          <a:p>
            <a:pPr eaLnBrk="1" hangingPunct="1">
              <a:lnSpc>
                <a:spcPct val="150000"/>
              </a:lnSpc>
            </a:pPr>
            <a:r>
              <a:rPr lang="zh-CN" altLang="en-US">
                <a:solidFill>
                  <a:srgbClr val="FFFF00"/>
                </a:solidFill>
              </a:rPr>
              <a:t>◇ </a:t>
            </a:r>
            <a:r>
              <a:rPr lang="zh-CN" altLang="en-US" sz="1600">
                <a:solidFill>
                  <a:srgbClr val="FFFF00"/>
                </a:solidFill>
                <a:ea typeface="楷体_GB2312" panose="02010609030101010101" pitchFamily="49" charset="-122"/>
              </a:rPr>
              <a:t>“转账”活动图</a:t>
            </a:r>
          </a:p>
        </p:txBody>
      </p:sp>
      <p:pic>
        <p:nvPicPr>
          <p:cNvPr id="745480" name="Picture 8" descr="银行系统“存款”活动图"/>
          <p:cNvPicPr>
            <a:picLocks noChangeArrowheads="1"/>
          </p:cNvPicPr>
          <p:nvPr/>
        </p:nvPicPr>
        <p:blipFill>
          <a:blip r:embed="rId4"/>
          <a:srcRect/>
          <a:stretch>
            <a:fillRect/>
          </a:stretch>
        </p:blipFill>
        <p:spPr bwMode="auto">
          <a:xfrm>
            <a:off x="3125788" y="981075"/>
            <a:ext cx="3695700" cy="55895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45481" name="Picture 9" descr="银行系统“取款”活动图"/>
          <p:cNvPicPr>
            <a:picLocks noChangeArrowheads="1"/>
          </p:cNvPicPr>
          <p:nvPr/>
        </p:nvPicPr>
        <p:blipFill>
          <a:blip r:embed="rId5"/>
          <a:srcRect/>
          <a:stretch>
            <a:fillRect/>
          </a:stretch>
        </p:blipFill>
        <p:spPr bwMode="auto">
          <a:xfrm>
            <a:off x="3786188" y="776288"/>
            <a:ext cx="4016375" cy="55895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45482" name="Picture 10" descr="银行系统“转帐”活动图"/>
          <p:cNvPicPr>
            <a:picLocks noChangeArrowheads="1"/>
          </p:cNvPicPr>
          <p:nvPr/>
        </p:nvPicPr>
        <p:blipFill>
          <a:blip r:embed="rId6"/>
          <a:srcRect/>
          <a:stretch>
            <a:fillRect/>
          </a:stretch>
        </p:blipFill>
        <p:spPr bwMode="auto">
          <a:xfrm>
            <a:off x="4387850" y="457200"/>
            <a:ext cx="3814763" cy="594995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745477"/>
                                        </p:tgtEl>
                                        <p:attrNameLst>
                                          <p:attrName>style.visibility</p:attrName>
                                        </p:attrNameLst>
                                      </p:cBhvr>
                                      <p:to>
                                        <p:strVal val="visible"/>
                                      </p:to>
                                    </p:set>
                                    <p:anim calcmode="lin" valueType="num">
                                      <p:cBhvr>
                                        <p:cTn id="7" dur="500" fill="hold"/>
                                        <p:tgtEl>
                                          <p:spTgt spid="745477"/>
                                        </p:tgtEl>
                                        <p:attrNameLst>
                                          <p:attrName>ppt_w</p:attrName>
                                        </p:attrNameLst>
                                      </p:cBhvr>
                                      <p:tavLst>
                                        <p:tav tm="0">
                                          <p:val>
                                            <p:fltVal val="0"/>
                                          </p:val>
                                        </p:tav>
                                        <p:tav tm="100000">
                                          <p:val>
                                            <p:strVal val="#ppt_w"/>
                                          </p:val>
                                        </p:tav>
                                      </p:tavLst>
                                    </p:anim>
                                    <p:anim calcmode="lin" valueType="num">
                                      <p:cBhvr>
                                        <p:cTn id="8" dur="500" fill="hold"/>
                                        <p:tgtEl>
                                          <p:spTgt spid="74547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745480"/>
                                        </p:tgtEl>
                                        <p:attrNameLst>
                                          <p:attrName>style.visibility</p:attrName>
                                        </p:attrNameLst>
                                      </p:cBhvr>
                                      <p:to>
                                        <p:strVal val="visible"/>
                                      </p:to>
                                    </p:set>
                                    <p:anim calcmode="lin" valueType="num">
                                      <p:cBhvr>
                                        <p:cTn id="13" dur="500" fill="hold"/>
                                        <p:tgtEl>
                                          <p:spTgt spid="745480"/>
                                        </p:tgtEl>
                                        <p:attrNameLst>
                                          <p:attrName>ppt_w</p:attrName>
                                        </p:attrNameLst>
                                      </p:cBhvr>
                                      <p:tavLst>
                                        <p:tav tm="0">
                                          <p:val>
                                            <p:fltVal val="0"/>
                                          </p:val>
                                        </p:tav>
                                        <p:tav tm="100000">
                                          <p:val>
                                            <p:strVal val="#ppt_w"/>
                                          </p:val>
                                        </p:tav>
                                      </p:tavLst>
                                    </p:anim>
                                    <p:anim calcmode="lin" valueType="num">
                                      <p:cBhvr>
                                        <p:cTn id="14" dur="500" fill="hold"/>
                                        <p:tgtEl>
                                          <p:spTgt spid="745480"/>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745481"/>
                                        </p:tgtEl>
                                        <p:attrNameLst>
                                          <p:attrName>style.visibility</p:attrName>
                                        </p:attrNameLst>
                                      </p:cBhvr>
                                      <p:to>
                                        <p:strVal val="visible"/>
                                      </p:to>
                                    </p:set>
                                    <p:anim calcmode="lin" valueType="num">
                                      <p:cBhvr>
                                        <p:cTn id="19" dur="500" fill="hold"/>
                                        <p:tgtEl>
                                          <p:spTgt spid="745481"/>
                                        </p:tgtEl>
                                        <p:attrNameLst>
                                          <p:attrName>ppt_w</p:attrName>
                                        </p:attrNameLst>
                                      </p:cBhvr>
                                      <p:tavLst>
                                        <p:tav tm="0">
                                          <p:val>
                                            <p:fltVal val="0"/>
                                          </p:val>
                                        </p:tav>
                                        <p:tav tm="100000">
                                          <p:val>
                                            <p:strVal val="#ppt_w"/>
                                          </p:val>
                                        </p:tav>
                                      </p:tavLst>
                                    </p:anim>
                                    <p:anim calcmode="lin" valueType="num">
                                      <p:cBhvr>
                                        <p:cTn id="20" dur="500" fill="hold"/>
                                        <p:tgtEl>
                                          <p:spTgt spid="745481"/>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745482"/>
                                        </p:tgtEl>
                                        <p:attrNameLst>
                                          <p:attrName>style.visibility</p:attrName>
                                        </p:attrNameLst>
                                      </p:cBhvr>
                                      <p:to>
                                        <p:strVal val="visible"/>
                                      </p:to>
                                    </p:set>
                                    <p:anim calcmode="lin" valueType="num">
                                      <p:cBhvr>
                                        <p:cTn id="25" dur="500" fill="hold"/>
                                        <p:tgtEl>
                                          <p:spTgt spid="745482"/>
                                        </p:tgtEl>
                                        <p:attrNameLst>
                                          <p:attrName>ppt_w</p:attrName>
                                        </p:attrNameLst>
                                      </p:cBhvr>
                                      <p:tavLst>
                                        <p:tav tm="0">
                                          <p:val>
                                            <p:fltVal val="0"/>
                                          </p:val>
                                        </p:tav>
                                        <p:tav tm="100000">
                                          <p:val>
                                            <p:strVal val="#ppt_w"/>
                                          </p:val>
                                        </p:tav>
                                      </p:tavLst>
                                    </p:anim>
                                    <p:anim calcmode="lin" valueType="num">
                                      <p:cBhvr>
                                        <p:cTn id="26" dur="500" fill="hold"/>
                                        <p:tgtEl>
                                          <p:spTgt spid="7454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3">
            <a:extLst>
              <a:ext uri="{FF2B5EF4-FFF2-40B4-BE49-F238E27FC236}">
                <a16:creationId xmlns:a16="http://schemas.microsoft.com/office/drawing/2014/main" id="{122D077E-7E6B-1F4A-9D56-C6E7050AA028}"/>
              </a:ext>
            </a:extLst>
          </p:cNvPr>
          <p:cNvSpPr txBox="1">
            <a:spLocks noChangeArrowheads="1"/>
          </p:cNvSpPr>
          <p:nvPr/>
        </p:nvSpPr>
        <p:spPr bwMode="auto">
          <a:xfrm>
            <a:off x="763588" y="1508125"/>
            <a:ext cx="7807325"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en-US" altLang="zh-CN" sz="2400">
                <a:solidFill>
                  <a:srgbClr val="FFFF00"/>
                </a:solidFill>
              </a:rPr>
              <a:t>◇ </a:t>
            </a:r>
            <a:r>
              <a:rPr lang="zh-CN" altLang="en-US" sz="2000">
                <a:solidFill>
                  <a:srgbClr val="FFFF00"/>
                </a:solidFill>
                <a:ea typeface="楷体_GB2312" panose="02010609030101010101" pitchFamily="49" charset="-122"/>
              </a:rPr>
              <a:t> “项目实践”过程建模</a:t>
            </a:r>
            <a:endParaRPr lang="en-US" altLang="zh-CN" sz="2000">
              <a:solidFill>
                <a:srgbClr val="FFFF00"/>
              </a:solidFill>
              <a:ea typeface="楷体_GB2312" panose="02010609030101010101" pitchFamily="49" charset="-122"/>
            </a:endParaRPr>
          </a:p>
          <a:p>
            <a:pPr eaLnBrk="1" hangingPunct="1">
              <a:lnSpc>
                <a:spcPct val="150000"/>
              </a:lnSpc>
              <a:spcBef>
                <a:spcPct val="0"/>
              </a:spcBef>
              <a:buFontTx/>
              <a:buNone/>
            </a:pPr>
            <a:r>
              <a:rPr lang="zh-CN" altLang="en-US" sz="2000">
                <a:solidFill>
                  <a:schemeClr val="bg1"/>
                </a:solidFill>
                <a:ea typeface="楷体_GB2312" panose="02010609030101010101" pitchFamily="49" charset="-122"/>
              </a:rPr>
              <a:t>        项目实践组由五人构成，每人在小组中充当不同的角色并承担不同的任务。请首先用活动图来规划小组的整个活动过程，并根据活动的不同执行者将活动图映射为泳道图。要求在活动图中所包含的活动在</a:t>
            </a:r>
            <a:r>
              <a:rPr lang="en-US" altLang="zh-CN" sz="2000">
                <a:solidFill>
                  <a:schemeClr val="bg1"/>
                </a:solidFill>
                <a:ea typeface="楷体_GB2312" panose="02010609030101010101" pitchFamily="49" charset="-122"/>
              </a:rPr>
              <a:t>10</a:t>
            </a:r>
            <a:r>
              <a:rPr lang="zh-CN" altLang="en-US" sz="2000">
                <a:solidFill>
                  <a:schemeClr val="bg1"/>
                </a:solidFill>
                <a:ea typeface="楷体_GB2312" panose="02010609030101010101" pitchFamily="49" charset="-122"/>
              </a:rPr>
              <a:t>个以上，并用到判定、并发和信号等符号。</a:t>
            </a:r>
            <a:endParaRPr lang="zh-CN" altLang="en-US" sz="2000">
              <a:solidFill>
                <a:srgbClr val="FFFF00"/>
              </a:solidFill>
              <a:ea typeface="楷体_GB2312" panose="02010609030101010101" pitchFamily="49" charset="-122"/>
            </a:endParaRPr>
          </a:p>
        </p:txBody>
      </p:sp>
      <p:pic>
        <p:nvPicPr>
          <p:cNvPr id="41987" name="Picture 4" descr="Book-3">
            <a:hlinkClick r:id="rId3" action="ppaction://hlinksldjump"/>
            <a:extLst>
              <a:ext uri="{FF2B5EF4-FFF2-40B4-BE49-F238E27FC236}">
                <a16:creationId xmlns:a16="http://schemas.microsoft.com/office/drawing/2014/main" id="{0630FBC5-276A-1747-87FC-9F3AC1CE4F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6113" y="5794375"/>
            <a:ext cx="539750" cy="757238"/>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1988" name="Rectangle 2">
            <a:extLst>
              <a:ext uri="{FF2B5EF4-FFF2-40B4-BE49-F238E27FC236}">
                <a16:creationId xmlns:a16="http://schemas.microsoft.com/office/drawing/2014/main" id="{9AE6470F-D6DB-DD49-95D2-500753D9B358}"/>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活动图 </a:t>
            </a:r>
            <a:r>
              <a:rPr lang="en-US" altLang="zh-CN"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a:t>
            </a:r>
            <a:r>
              <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课堂作业</a:t>
            </a:r>
            <a:endParaRPr lang="zh-CN" altLang="en-US" sz="18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4" descr="Book-3">
            <a:hlinkClick r:id="rId3" action="ppaction://hlinksldjump"/>
            <a:extLst>
              <a:ext uri="{FF2B5EF4-FFF2-40B4-BE49-F238E27FC236}">
                <a16:creationId xmlns:a16="http://schemas.microsoft.com/office/drawing/2014/main" id="{08D7961A-F499-D74A-BB6F-AC6BD860D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6113" y="5794375"/>
            <a:ext cx="539750" cy="757238"/>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4035" name="Rectangle 2">
            <a:extLst>
              <a:ext uri="{FF2B5EF4-FFF2-40B4-BE49-F238E27FC236}">
                <a16:creationId xmlns:a16="http://schemas.microsoft.com/office/drawing/2014/main" id="{3E6F8C83-C158-E644-8C7B-70B68EFACE84}"/>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活动图 </a:t>
            </a:r>
            <a:r>
              <a:rPr lang="en-US" altLang="zh-CN"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a:t>
            </a:r>
            <a:r>
              <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课堂作业</a:t>
            </a:r>
            <a:endParaRPr lang="zh-CN" altLang="en-US" sz="18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pic>
        <p:nvPicPr>
          <p:cNvPr id="44036" name="图片 1">
            <a:extLst>
              <a:ext uri="{FF2B5EF4-FFF2-40B4-BE49-F238E27FC236}">
                <a16:creationId xmlns:a16="http://schemas.microsoft.com/office/drawing/2014/main" id="{84A5BA95-C3C2-A94E-AEB0-B0E68032939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77788"/>
            <a:ext cx="4976813" cy="669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75A0CF9-5E32-0C4B-A176-0948E4C31595}"/>
              </a:ext>
            </a:extLst>
          </p:cNvPr>
          <p:cNvPicPr>
            <a:picLocks noChangeAspect="1"/>
          </p:cNvPicPr>
          <p:nvPr/>
        </p:nvPicPr>
        <p:blipFill>
          <a:blip r:embed="rId2"/>
          <a:stretch>
            <a:fillRect/>
          </a:stretch>
        </p:blipFill>
        <p:spPr>
          <a:xfrm>
            <a:off x="314325" y="971868"/>
            <a:ext cx="8597900" cy="54340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6083" name="Rectangle 2">
            <a:extLst>
              <a:ext uri="{FF2B5EF4-FFF2-40B4-BE49-F238E27FC236}">
                <a16:creationId xmlns:a16="http://schemas.microsoft.com/office/drawing/2014/main" id="{2A2F8DC4-638C-2C41-B4D5-F3C017ABF481}"/>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活动图 </a:t>
            </a:r>
            <a:r>
              <a:rPr lang="en-US" altLang="zh-CN"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a:t>
            </a:r>
            <a:r>
              <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实例</a:t>
            </a:r>
            <a:endParaRPr lang="zh-CN" altLang="en-US" sz="18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图片 2">
            <a:extLst>
              <a:ext uri="{FF2B5EF4-FFF2-40B4-BE49-F238E27FC236}">
                <a16:creationId xmlns:a16="http://schemas.microsoft.com/office/drawing/2014/main" id="{D94791EA-9259-AC45-9339-FD5A9848F06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43300" y="61913"/>
            <a:ext cx="5403850" cy="673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2">
            <a:extLst>
              <a:ext uri="{FF2B5EF4-FFF2-40B4-BE49-F238E27FC236}">
                <a16:creationId xmlns:a16="http://schemas.microsoft.com/office/drawing/2014/main" id="{2EF3293E-6B6C-904C-88D3-D837C45D98BA}"/>
              </a:ext>
            </a:extLst>
          </p:cNvPr>
          <p:cNvSpPr>
            <a:spLocks noChangeArrowheads="1"/>
          </p:cNvSpPr>
          <p:nvPr/>
        </p:nvSpPr>
        <p:spPr bwMode="auto">
          <a:xfrm>
            <a:off x="431800" y="528638"/>
            <a:ext cx="4791075" cy="6746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活动图 </a:t>
            </a:r>
            <a:r>
              <a:rPr lang="en-US" altLang="zh-CN"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a:t>
            </a:r>
            <a:r>
              <a:rPr lang="zh-CN" altLang="en-US" sz="2400">
                <a:solidFill>
                  <a:srgbClr val="FFFF00"/>
                </a:solidFill>
                <a:latin typeface="Times New Roman" panose="02020603050405020304" pitchFamily="18" charset="0"/>
                <a:ea typeface="黑体" panose="02010609060101010101" pitchFamily="49" charset="-122"/>
                <a:sym typeface="华文新魏" panose="02010800040101010101" pitchFamily="2" charset="-122"/>
              </a:rPr>
              <a:t> </a:t>
            </a:r>
            <a:r>
              <a:rPr lang="zh-CN" altLang="en-US" sz="2400">
                <a:solidFill>
                  <a:srgbClr val="FFFF00"/>
                </a:solidFill>
                <a:latin typeface="黑体" panose="02010609060101010101" pitchFamily="49" charset="-122"/>
                <a:ea typeface="黑体" panose="02010609060101010101" pitchFamily="49" charset="-122"/>
                <a:sym typeface="华文新魏" panose="02010800040101010101" pitchFamily="2" charset="-122"/>
              </a:rPr>
              <a:t>实例</a:t>
            </a:r>
            <a:endParaRPr lang="zh-CN" altLang="en-US" sz="1800">
              <a:solidFill>
                <a:srgbClr val="FFFF00"/>
              </a:solidFill>
              <a:latin typeface="黑体" panose="02010609060101010101" pitchFamily="49" charset="-122"/>
              <a:ea typeface="黑体" panose="02010609060101010101" pitchFamily="49" charset="-122"/>
              <a:sym typeface="华文新魏" panose="02010800040101010101" pitchFamily="2" charset="-122"/>
            </a:endParaRPr>
          </a:p>
        </p:txBody>
      </p:sp>
      <p:pic>
        <p:nvPicPr>
          <p:cNvPr id="47108" name="图片 6">
            <a:extLst>
              <a:ext uri="{FF2B5EF4-FFF2-40B4-BE49-F238E27FC236}">
                <a16:creationId xmlns:a16="http://schemas.microsoft.com/office/drawing/2014/main" id="{AB9423C5-C203-084F-B776-7C209B084A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5125" y="-279718"/>
            <a:ext cx="841375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fade">
                                      <p:cBhvr>
                                        <p:cTn id="7"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FFFF00"/>
                </a:solidFill>
              </a:rPr>
              <a:t>第 </a:t>
            </a:r>
            <a:r>
              <a:rPr lang="en-US" altLang="zh-CN" b="1" dirty="0">
                <a:ln w="12700" cmpd="sng">
                  <a:noFill/>
                  <a:prstDash val="solid"/>
                </a:ln>
                <a:solidFill>
                  <a:srgbClr val="FFFF00"/>
                </a:solidFill>
              </a:rPr>
              <a:t>7</a:t>
            </a:r>
            <a:r>
              <a:rPr lang="zh-CN" altLang="en-US" b="1" dirty="0">
                <a:ln w="12700" cmpd="sng">
                  <a:noFill/>
                  <a:prstDash val="solid"/>
                </a:ln>
                <a:solidFill>
                  <a:srgbClr val="FFFF00"/>
                </a:solidFill>
              </a:rPr>
              <a:t> 章   </a:t>
            </a:r>
            <a:r>
              <a:rPr lang="zh-CN" altLang="en-US" b="1" dirty="0">
                <a:ln w="12700" cmpd="sng">
                  <a:noFill/>
                  <a:prstDash val="solid"/>
                </a:ln>
                <a:solidFill>
                  <a:srgbClr val="FFFF00"/>
                </a:solidFill>
                <a:sym typeface="微软雅黑" panose="020B0503020204020204" pitchFamily="34" charset="-122"/>
              </a:rPr>
              <a:t>面向对象技术</a:t>
            </a:r>
            <a:endParaRPr lang="zh-CN" altLang="en-US" b="1" dirty="0">
              <a:ln w="12700" cmpd="sng">
                <a:noFill/>
                <a:prstDash val="solid"/>
              </a:ln>
              <a:solidFill>
                <a:srgbClr val="FFFF00"/>
              </a:solidFill>
            </a:endParaRPr>
          </a:p>
        </p:txBody>
      </p:sp>
      <p:sp>
        <p:nvSpPr>
          <p:cNvPr id="215043" name="Rectangle 3"/>
          <p:cNvSpPr>
            <a:spLocks noGrp="1" noChangeArrowheads="1"/>
          </p:cNvSpPr>
          <p:nvPr>
            <p:ph idx="1"/>
          </p:nvPr>
        </p:nvSpPr>
        <p:spPr>
          <a:noFill/>
        </p:spPr>
        <p:txBody>
          <a:bodyPr>
            <a:normAutofit/>
          </a:bodyPr>
          <a:lstStyle/>
          <a:p>
            <a:r>
              <a:rPr lang="en-US" altLang="zh-CN" dirty="0">
                <a:solidFill>
                  <a:schemeClr val="bg1"/>
                </a:solidFill>
                <a:sym typeface="微软雅黑" panose="020B0503020204020204" pitchFamily="34" charset="-122"/>
              </a:rPr>
              <a:t>7.1</a:t>
            </a:r>
            <a:r>
              <a:rPr lang="zh-CN" altLang="en-US" dirty="0">
                <a:solidFill>
                  <a:schemeClr val="bg1"/>
                </a:solidFill>
                <a:sym typeface="微软雅黑" panose="020B0503020204020204" pitchFamily="34" charset="-122"/>
              </a:rPr>
              <a:t>  面向对象技术概述</a:t>
            </a:r>
            <a:endParaRPr lang="zh-CN" altLang="en-US" dirty="0">
              <a:solidFill>
                <a:schemeClr val="bg1"/>
              </a:solidFill>
            </a:endParaRPr>
          </a:p>
          <a:p>
            <a:r>
              <a:rPr lang="en-US" altLang="zh-CN" dirty="0">
                <a:solidFill>
                  <a:schemeClr val="bg1"/>
                </a:solidFill>
                <a:sym typeface="微软雅黑" panose="020B0503020204020204" pitchFamily="34" charset="-122"/>
              </a:rPr>
              <a:t>7.2</a:t>
            </a:r>
            <a:r>
              <a:rPr lang="zh-CN" altLang="en-US" dirty="0">
                <a:solidFill>
                  <a:schemeClr val="bg1"/>
                </a:solidFill>
                <a:sym typeface="微软雅黑" panose="020B0503020204020204" pitchFamily="34" charset="-122"/>
              </a:rPr>
              <a:t>  统一建模语言</a:t>
            </a:r>
            <a:r>
              <a:rPr lang="en-US" altLang="zh-CN" dirty="0">
                <a:solidFill>
                  <a:schemeClr val="bg1"/>
                </a:solidFill>
                <a:sym typeface="华文新魏" panose="02010800040101010101" pitchFamily="2" charset="-122"/>
              </a:rPr>
              <a:t>UML</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7.3</a:t>
            </a:r>
            <a:r>
              <a:rPr lang="zh-CN" altLang="en-US" dirty="0">
                <a:solidFill>
                  <a:schemeClr val="bg1"/>
                </a:solidFill>
                <a:sym typeface="微软雅黑" panose="020B0503020204020204" pitchFamily="34" charset="-122"/>
              </a:rPr>
              <a:t>  基本关联符号</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7.4</a:t>
            </a:r>
            <a:r>
              <a:rPr lang="zh-CN" altLang="en-US" dirty="0">
                <a:solidFill>
                  <a:schemeClr val="bg1"/>
                </a:solidFill>
                <a:sym typeface="微软雅黑" panose="020B0503020204020204" pitchFamily="34" charset="-122"/>
              </a:rPr>
              <a:t>  类图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7.5</a:t>
            </a:r>
            <a:r>
              <a:rPr lang="zh-CN" altLang="en-US" dirty="0">
                <a:solidFill>
                  <a:schemeClr val="bg1"/>
                </a:solidFill>
                <a:sym typeface="微软雅黑" panose="020B0503020204020204" pitchFamily="34" charset="-122"/>
              </a:rPr>
              <a:t>  用例图</a:t>
            </a:r>
            <a:endParaRPr lang="en-US" altLang="zh-CN" dirty="0">
              <a:solidFill>
                <a:schemeClr val="bg1"/>
              </a:solidFill>
              <a:sym typeface="微软雅黑" panose="020B0503020204020204" pitchFamily="34" charset="-122"/>
            </a:endParaRPr>
          </a:p>
          <a:p>
            <a:r>
              <a:rPr lang="en-US" altLang="zh-CN" dirty="0">
                <a:solidFill>
                  <a:schemeClr val="bg1"/>
                </a:solidFill>
                <a:sym typeface="微软雅黑" panose="020B0503020204020204" pitchFamily="34" charset="-122"/>
              </a:rPr>
              <a:t>7.6</a:t>
            </a:r>
            <a:r>
              <a:rPr lang="zh-CN" altLang="en-US" dirty="0">
                <a:solidFill>
                  <a:schemeClr val="bg1"/>
                </a:solidFill>
                <a:sym typeface="微软雅黑" panose="020B0503020204020204" pitchFamily="34" charset="-122"/>
              </a:rPr>
              <a:t>  活动图</a:t>
            </a:r>
            <a:endParaRPr lang="en-US" altLang="zh-CN" dirty="0">
              <a:solidFill>
                <a:schemeClr val="bg1"/>
              </a:solidFill>
              <a:sym typeface="微软雅黑" panose="020B0503020204020204" pitchFamily="34" charset="-122"/>
            </a:endParaRPr>
          </a:p>
          <a:p>
            <a:r>
              <a:rPr lang="en-US" altLang="zh-CN" dirty="0">
                <a:solidFill>
                  <a:schemeClr val="bg1"/>
                </a:solidFill>
                <a:effectLst>
                  <a:glow rad="228600">
                    <a:schemeClr val="accent6">
                      <a:satMod val="175000"/>
                      <a:alpha val="40000"/>
                    </a:schemeClr>
                  </a:glow>
                </a:effectLst>
                <a:sym typeface="微软雅黑" panose="020B0503020204020204" pitchFamily="34" charset="-122"/>
              </a:rPr>
              <a:t>7.7</a:t>
            </a:r>
            <a:r>
              <a:rPr lang="zh-CN" altLang="en-US" dirty="0">
                <a:solidFill>
                  <a:schemeClr val="bg1"/>
                </a:solidFill>
                <a:effectLst>
                  <a:glow rad="228600">
                    <a:schemeClr val="accent6">
                      <a:satMod val="175000"/>
                      <a:alpha val="40000"/>
                    </a:schemeClr>
                  </a:glow>
                </a:effectLst>
                <a:sym typeface="微软雅黑" panose="020B0503020204020204" pitchFamily="34" charset="-122"/>
              </a:rPr>
              <a:t>  顺序图</a:t>
            </a:r>
            <a:endParaRPr lang="en-US" altLang="zh-CN" dirty="0">
              <a:solidFill>
                <a:schemeClr val="bg1"/>
              </a:solidFill>
              <a:effectLst>
                <a:glow rad="228600">
                  <a:schemeClr val="accent6">
                    <a:satMod val="175000"/>
                    <a:alpha val="40000"/>
                  </a:schemeClr>
                </a:glow>
              </a:effectLst>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90</a:t>
            </a:fld>
            <a:endParaRPr lang="zh-CN" altLang="en-US"/>
          </a:p>
        </p:txBody>
      </p:sp>
    </p:spTree>
    <p:extLst>
      <p:ext uri="{BB962C8B-B14F-4D97-AF65-F5344CB8AC3E}">
        <p14:creationId xmlns:p14="http://schemas.microsoft.com/office/powerpoint/2010/main" val="40151205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FCA3C5-CDD9-454B-BD31-879FB3376229}"/>
              </a:ext>
            </a:extLst>
          </p:cNvPr>
          <p:cNvSpPr>
            <a:spLocks noGrp="1"/>
          </p:cNvSpPr>
          <p:nvPr>
            <p:ph type="dt" sz="half" idx="10"/>
          </p:nvPr>
        </p:nvSpPr>
        <p:spPr/>
        <p:txBody>
          <a:bodyPr/>
          <a:lstStyle/>
          <a:p>
            <a:pPr>
              <a:defRPr/>
            </a:pPr>
            <a:fld id="{37DE381D-7D42-4AD0-A43D-5F246FC7DBB4}" type="datetime1">
              <a:rPr lang="zh-CN" altLang="en-US" smtClean="0"/>
              <a:pPr>
                <a:defRPr/>
              </a:pPr>
              <a:t>2025/2/6</a:t>
            </a:fld>
            <a:endParaRPr lang="en-US" altLang="zh-CN"/>
          </a:p>
        </p:txBody>
      </p:sp>
      <p:sp>
        <p:nvSpPr>
          <p:cNvPr id="3" name="页脚占位符 2">
            <a:extLst>
              <a:ext uri="{FF2B5EF4-FFF2-40B4-BE49-F238E27FC236}">
                <a16:creationId xmlns:a16="http://schemas.microsoft.com/office/drawing/2014/main" id="{3DAB0E2A-D1D1-8E43-8B2A-B864941880FC}"/>
              </a:ext>
            </a:extLst>
          </p:cNvPr>
          <p:cNvSpPr>
            <a:spLocks noGrp="1"/>
          </p:cNvSpPr>
          <p:nvPr>
            <p:ph type="ftr" sz="quarter" idx="11"/>
          </p:nvPr>
        </p:nvSpPr>
        <p:spPr/>
        <p:txBody>
          <a:bodyPr/>
          <a:lstStyle/>
          <a:p>
            <a:pPr>
              <a:defRPr/>
            </a:pPr>
            <a:endParaRPr lang="en-US" altLang="zh-CN"/>
          </a:p>
        </p:txBody>
      </p:sp>
      <p:sp>
        <p:nvSpPr>
          <p:cNvPr id="4" name="灯片编号占位符 3">
            <a:extLst>
              <a:ext uri="{FF2B5EF4-FFF2-40B4-BE49-F238E27FC236}">
                <a16:creationId xmlns:a16="http://schemas.microsoft.com/office/drawing/2014/main" id="{05415558-EB0F-3346-9DEB-662901B2B231}"/>
              </a:ext>
            </a:extLst>
          </p:cNvPr>
          <p:cNvSpPr>
            <a:spLocks noGrp="1"/>
          </p:cNvSpPr>
          <p:nvPr>
            <p:ph type="sldNum" sz="quarter" idx="12"/>
          </p:nvPr>
        </p:nvSpPr>
        <p:spPr/>
        <p:txBody>
          <a:bodyPr/>
          <a:lstStyle/>
          <a:p>
            <a:pPr>
              <a:defRPr/>
            </a:pPr>
            <a:fld id="{0F2B8376-796E-4969-A421-BB6FB0DA12A7}" type="slidenum">
              <a:rPr lang="en-US" altLang="zh-CN" smtClean="0"/>
              <a:pPr>
                <a:defRPr/>
              </a:pPr>
              <a:t>91</a:t>
            </a:fld>
            <a:endParaRPr lang="en-US" altLang="zh-CN"/>
          </a:p>
        </p:txBody>
      </p:sp>
      <p:sp>
        <p:nvSpPr>
          <p:cNvPr id="5" name="Rectangle 7">
            <a:extLst>
              <a:ext uri="{FF2B5EF4-FFF2-40B4-BE49-F238E27FC236}">
                <a16:creationId xmlns:a16="http://schemas.microsoft.com/office/drawing/2014/main" id="{5B4BF0C6-EB13-6743-883F-F1ED01849C34}"/>
              </a:ext>
            </a:extLst>
          </p:cNvPr>
          <p:cNvSpPr txBox="1">
            <a:spLocks noChangeArrowheads="1"/>
          </p:cNvSpPr>
          <p:nvPr/>
        </p:nvSpPr>
        <p:spPr>
          <a:xfrm>
            <a:off x="1073823" y="1230363"/>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zh-CN" altLang="en-US" dirty="0">
                <a:solidFill>
                  <a:srgbClr val="4E8F00"/>
                </a:solidFill>
                <a:effectLst/>
                <a:ea typeface="Microsoft YaHei UI" panose="020B0503020204020204" pitchFamily="34" charset="-122"/>
              </a:rPr>
              <a:t>软件开发过程中，</a:t>
            </a:r>
            <a:r>
              <a:rPr lang="en-US" altLang="zh-CN" dirty="0">
                <a:solidFill>
                  <a:srgbClr val="4E8F00"/>
                </a:solidFill>
                <a:ea typeface="Microsoft YaHei UI" panose="020B0503020204020204" pitchFamily="34" charset="-122"/>
              </a:rPr>
              <a:t>UML</a:t>
            </a:r>
            <a:r>
              <a:rPr lang="zh-CN" altLang="en-US" dirty="0">
                <a:solidFill>
                  <a:srgbClr val="4E8F00"/>
                </a:solidFill>
                <a:ea typeface="Microsoft YaHei UI" panose="020B0503020204020204" pitchFamily="34" charset="-122"/>
              </a:rPr>
              <a:t>中几类图之间的关系</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12" name="Picture 2">
            <a:extLst>
              <a:ext uri="{FF2B5EF4-FFF2-40B4-BE49-F238E27FC236}">
                <a16:creationId xmlns:a16="http://schemas.microsoft.com/office/drawing/2014/main" id="{BF0FC1DD-17EE-4F16-8036-8B28273A2B8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582" y="2421626"/>
            <a:ext cx="72374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5">
            <a:extLst>
              <a:ext uri="{FF2B5EF4-FFF2-40B4-BE49-F238E27FC236}">
                <a16:creationId xmlns:a16="http://schemas.microsoft.com/office/drawing/2014/main" id="{01CDC9D3-1472-48B4-86A6-1B0F619C1A91}"/>
              </a:ext>
            </a:extLst>
          </p:cNvPr>
          <p:cNvSpPr txBox="1">
            <a:spLocks noChangeArrowheads="1"/>
          </p:cNvSpPr>
          <p:nvPr/>
        </p:nvSpPr>
        <p:spPr bwMode="auto">
          <a:xfrm>
            <a:off x="1600573" y="5793902"/>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需求获取阶段</a:t>
            </a:r>
            <a:endParaRPr lang="zh-CN" altLang="en-US" sz="1800" dirty="0"/>
          </a:p>
        </p:txBody>
      </p:sp>
      <p:sp>
        <p:nvSpPr>
          <p:cNvPr id="14" name="TextBox 6">
            <a:extLst>
              <a:ext uri="{FF2B5EF4-FFF2-40B4-BE49-F238E27FC236}">
                <a16:creationId xmlns:a16="http://schemas.microsoft.com/office/drawing/2014/main" id="{08F9E85B-12F8-5BAC-6B37-6680FD529C3D}"/>
              </a:ext>
            </a:extLst>
          </p:cNvPr>
          <p:cNvSpPr txBox="1">
            <a:spLocks noChangeArrowheads="1"/>
          </p:cNvSpPr>
          <p:nvPr/>
        </p:nvSpPr>
        <p:spPr bwMode="auto">
          <a:xfrm>
            <a:off x="4125660" y="5778027"/>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需求分析阶段</a:t>
            </a:r>
            <a:endParaRPr lang="zh-CN" altLang="en-US" sz="1800" dirty="0"/>
          </a:p>
        </p:txBody>
      </p:sp>
      <p:sp>
        <p:nvSpPr>
          <p:cNvPr id="15" name="TextBox 7">
            <a:extLst>
              <a:ext uri="{FF2B5EF4-FFF2-40B4-BE49-F238E27FC236}">
                <a16:creationId xmlns:a16="http://schemas.microsoft.com/office/drawing/2014/main" id="{25DDF23C-216B-48B9-97C5-909E8575846F}"/>
              </a:ext>
            </a:extLst>
          </p:cNvPr>
          <p:cNvSpPr txBox="1">
            <a:spLocks noChangeArrowheads="1"/>
          </p:cNvSpPr>
          <p:nvPr/>
        </p:nvSpPr>
        <p:spPr bwMode="auto">
          <a:xfrm>
            <a:off x="6650747" y="5782790"/>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solidFill>
                  <a:schemeClr val="bg1"/>
                </a:solidFill>
                <a:ea typeface="楷体_GB2312" pitchFamily="49" charset="-122"/>
              </a:rPr>
              <a:t>软件设计阶段</a:t>
            </a:r>
            <a:endParaRPr lang="zh-CN" altLang="en-US" sz="1800" dirty="0"/>
          </a:p>
        </p:txBody>
      </p:sp>
      <p:sp>
        <p:nvSpPr>
          <p:cNvPr id="16" name="右箭头 15">
            <a:extLst>
              <a:ext uri="{FF2B5EF4-FFF2-40B4-BE49-F238E27FC236}">
                <a16:creationId xmlns:a16="http://schemas.microsoft.com/office/drawing/2014/main" id="{50588357-96B3-640A-ABEB-C12C88DC941C}"/>
              </a:ext>
            </a:extLst>
          </p:cNvPr>
          <p:cNvSpPr/>
          <p:nvPr/>
        </p:nvSpPr>
        <p:spPr bwMode="auto">
          <a:xfrm>
            <a:off x="3166364" y="5875142"/>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
        <p:nvSpPr>
          <p:cNvPr id="17" name="右箭头 16">
            <a:extLst>
              <a:ext uri="{FF2B5EF4-FFF2-40B4-BE49-F238E27FC236}">
                <a16:creationId xmlns:a16="http://schemas.microsoft.com/office/drawing/2014/main" id="{D6FCEA11-4A2F-FAA3-7686-D8BFAED833B3}"/>
              </a:ext>
            </a:extLst>
          </p:cNvPr>
          <p:cNvSpPr/>
          <p:nvPr/>
        </p:nvSpPr>
        <p:spPr bwMode="auto">
          <a:xfrm>
            <a:off x="5695320" y="5870704"/>
            <a:ext cx="897466" cy="163689"/>
          </a:xfrm>
          <a:prstGeom prst="rightArrow">
            <a:avLst>
              <a:gd name="adj1" fmla="val 38587"/>
              <a:gd name="adj2" fmla="val 87090"/>
            </a:avLst>
          </a:prstGeom>
          <a:solidFill>
            <a:srgbClr val="CCECFF"/>
          </a:solidFill>
          <a:ln w="9525" cap="flat" cmpd="sng" algn="ctr">
            <a:noFill/>
            <a:prstDash val="solid"/>
            <a:round/>
            <a:headEnd type="none" w="med" len="med"/>
            <a:tailEnd type="none" w="med" len="med"/>
          </a:ln>
          <a:effectLst>
            <a:glow rad="63500">
              <a:schemeClr val="accent1">
                <a:satMod val="175000"/>
                <a:alpha val="40000"/>
              </a:schemeClr>
            </a:glow>
            <a:outerShdw dist="35921" dir="2700000" algn="ctr" rotWithShape="0">
              <a:schemeClr val="tx2"/>
            </a:outerShdw>
          </a:effectLst>
        </p:spPr>
        <p:txBody>
          <a:bodyPr/>
          <a:lstStyle/>
          <a:p>
            <a:pPr eaLnBrk="1" hangingPunct="1">
              <a:defRPr/>
            </a:pPr>
            <a:endParaRPr lang="zh-CN" altLang="en-US">
              <a:latin typeface="Arial" charset="0"/>
            </a:endParaRPr>
          </a:p>
        </p:txBody>
      </p:sp>
      <p:sp>
        <p:nvSpPr>
          <p:cNvPr id="19" name="Rectangle 2">
            <a:extLst>
              <a:ext uri="{FF2B5EF4-FFF2-40B4-BE49-F238E27FC236}">
                <a16:creationId xmlns:a16="http://schemas.microsoft.com/office/drawing/2014/main" id="{8C794392-FBA1-5F24-B2A7-F0B4C2E65DE0}"/>
              </a:ext>
            </a:extLst>
          </p:cNvPr>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dirty="0">
                <a:solidFill>
                  <a:srgbClr val="FFFF00"/>
                </a:solidFill>
                <a:latin typeface="黑体" pitchFamily="2" charset="-122"/>
                <a:ea typeface="黑体" pitchFamily="2" charset="-122"/>
                <a:sym typeface="华文新魏" pitchFamily="2" charset="-122"/>
              </a:rPr>
              <a:t>顺序图 </a:t>
            </a:r>
            <a:r>
              <a:rPr lang="en-US" altLang="zh-CN" sz="2000" dirty="0">
                <a:solidFill>
                  <a:srgbClr val="FFFF00"/>
                </a:solidFill>
                <a:latin typeface="Times New Roman"/>
                <a:ea typeface="黑体" pitchFamily="2" charset="-122"/>
                <a:sym typeface="华文新魏" pitchFamily="2" charset="-122"/>
              </a:rPr>
              <a:t>—</a:t>
            </a:r>
            <a:r>
              <a:rPr lang="zh-CN" altLang="en-US" sz="2000" dirty="0">
                <a:solidFill>
                  <a:srgbClr val="FFFF00"/>
                </a:solidFill>
                <a:latin typeface="Times New Roman"/>
                <a:ea typeface="黑体" pitchFamily="2" charset="-122"/>
                <a:sym typeface="华文新魏" pitchFamily="2" charset="-122"/>
              </a:rPr>
              <a:t> </a:t>
            </a:r>
            <a:r>
              <a:rPr lang="zh-CN" altLang="en-US" sz="1600" dirty="0">
                <a:solidFill>
                  <a:srgbClr val="FFFF00"/>
                </a:solidFill>
                <a:latin typeface="黑体" pitchFamily="2" charset="-122"/>
                <a:ea typeface="黑体" pitchFamily="2" charset="-122"/>
                <a:sym typeface="华文新魏" pitchFamily="2" charset="-122"/>
              </a:rPr>
              <a:t>顺序图的位置</a:t>
            </a:r>
          </a:p>
        </p:txBody>
      </p:sp>
    </p:spTree>
    <p:extLst>
      <p:ext uri="{BB962C8B-B14F-4D97-AF65-F5344CB8AC3E}">
        <p14:creationId xmlns:p14="http://schemas.microsoft.com/office/powerpoint/2010/main" val="2681564924"/>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dirty="0">
                <a:solidFill>
                  <a:srgbClr val="FFFF00"/>
                </a:solidFill>
                <a:latin typeface="黑体" pitchFamily="2" charset="-122"/>
                <a:ea typeface="黑体" pitchFamily="2" charset="-122"/>
                <a:sym typeface="华文新魏" pitchFamily="2" charset="-122"/>
              </a:rPr>
              <a:t>顺序图 </a:t>
            </a:r>
            <a:r>
              <a:rPr lang="en-US" altLang="zh-CN" sz="2000" dirty="0">
                <a:solidFill>
                  <a:srgbClr val="FFFF00"/>
                </a:solidFill>
                <a:latin typeface="Times New Roman"/>
                <a:ea typeface="黑体" pitchFamily="2" charset="-122"/>
                <a:sym typeface="华文新魏" pitchFamily="2" charset="-122"/>
              </a:rPr>
              <a:t>—</a:t>
            </a:r>
            <a:r>
              <a:rPr lang="en-US" altLang="zh-CN" sz="2000" dirty="0">
                <a:solidFill>
                  <a:srgbClr val="FFFF00"/>
                </a:solidFill>
                <a:latin typeface="黑体" pitchFamily="2" charset="-122"/>
                <a:ea typeface="黑体" pitchFamily="2" charset="-122"/>
                <a:sym typeface="华文新魏" pitchFamily="2" charset="-122"/>
              </a:rPr>
              <a:t> </a:t>
            </a:r>
            <a:r>
              <a:rPr lang="zh-CN" altLang="en-US" sz="1600" dirty="0">
                <a:solidFill>
                  <a:srgbClr val="FFFF00"/>
                </a:solidFill>
                <a:latin typeface="黑体" pitchFamily="2" charset="-122"/>
                <a:ea typeface="黑体" pitchFamily="2" charset="-122"/>
                <a:sym typeface="华文新魏" pitchFamily="2" charset="-122"/>
              </a:rPr>
              <a:t>什么是顺序图</a:t>
            </a:r>
          </a:p>
        </p:txBody>
      </p:sp>
      <p:sp>
        <p:nvSpPr>
          <p:cNvPr id="7172" name="Text Box 8"/>
          <p:cNvSpPr txBox="1">
            <a:spLocks noChangeArrowheads="1"/>
          </p:cNvSpPr>
          <p:nvPr/>
        </p:nvSpPr>
        <p:spPr bwMode="auto">
          <a:xfrm>
            <a:off x="763588" y="1176375"/>
            <a:ext cx="7807325" cy="231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a:t>
            </a:r>
            <a:r>
              <a:rPr lang="en-US" altLang="zh-CN" dirty="0"/>
              <a:t> </a:t>
            </a:r>
            <a:r>
              <a:rPr lang="zh-CN" altLang="en-US" sz="1600" dirty="0">
                <a:solidFill>
                  <a:srgbClr val="FFFF00"/>
                </a:solidFill>
                <a:ea typeface="楷体_GB2312" pitchFamily="49" charset="-122"/>
              </a:rPr>
              <a:t>关键思想</a:t>
            </a:r>
          </a:p>
          <a:p>
            <a:pPr eaLnBrk="1" hangingPunct="1">
              <a:lnSpc>
                <a:spcPct val="150000"/>
              </a:lnSpc>
            </a:pPr>
            <a:r>
              <a:rPr lang="zh-CN" altLang="en-US" sz="1600" dirty="0">
                <a:solidFill>
                  <a:srgbClr val="FFFF00"/>
                </a:solidFill>
                <a:ea typeface="楷体_GB2312" pitchFamily="49" charset="-122"/>
              </a:rPr>
              <a:t>     </a:t>
            </a:r>
            <a:r>
              <a:rPr lang="zh-CN" altLang="en-US" sz="1600" dirty="0">
                <a:solidFill>
                  <a:schemeClr val="bg1"/>
                </a:solidFill>
                <a:ea typeface="楷体_GB2312" pitchFamily="49" charset="-122"/>
              </a:rPr>
              <a:t>类图展现了系统的静态结构，而系统的功能实现则是需要系统内的具体实体（类实例出的对象）进行协同交互来完成。</a:t>
            </a:r>
            <a:endParaRPr lang="en-US" altLang="zh-CN" sz="1600" dirty="0">
              <a:solidFill>
                <a:schemeClr val="bg1"/>
              </a:solidFill>
              <a:ea typeface="楷体_GB2312" pitchFamily="49" charset="-122"/>
            </a:endParaRPr>
          </a:p>
          <a:p>
            <a:pPr eaLnBrk="1" hangingPunct="1">
              <a:lnSpc>
                <a:spcPct val="150000"/>
              </a:lnSpc>
            </a:pPr>
            <a:r>
              <a:rPr lang="zh-CN" altLang="en-US" sz="1600" dirty="0">
                <a:solidFill>
                  <a:schemeClr val="bg1"/>
                </a:solidFill>
                <a:ea typeface="楷体_GB2312" pitchFamily="49" charset="-122"/>
              </a:rPr>
              <a:t>     对象之间的交互是按照特定的顺序发生的，这些按特定顺序发生的交互序列从开始到结束需要一定的时间。当建立一个系统时，必须要指明这种交互序列，顺序图就是用来完成这项工作的</a:t>
            </a:r>
            <a:r>
              <a:rPr lang="en-US" altLang="zh-CN" sz="1600" dirty="0">
                <a:solidFill>
                  <a:schemeClr val="bg1"/>
                </a:solidFill>
                <a:ea typeface="楷体_GB2312" pitchFamily="49" charset="-122"/>
              </a:rPr>
              <a:t>UML</a:t>
            </a:r>
            <a:r>
              <a:rPr lang="zh-CN" altLang="en-US" sz="1600" dirty="0">
                <a:solidFill>
                  <a:schemeClr val="bg1"/>
                </a:solidFill>
                <a:ea typeface="楷体_GB2312" pitchFamily="49" charset="-122"/>
              </a:rPr>
              <a:t>组件。</a:t>
            </a:r>
          </a:p>
        </p:txBody>
      </p:sp>
      <p:sp>
        <p:nvSpPr>
          <p:cNvPr id="7173" name="Text Box 10"/>
          <p:cNvSpPr txBox="1">
            <a:spLocks noChangeArrowheads="1"/>
          </p:cNvSpPr>
          <p:nvPr/>
        </p:nvSpPr>
        <p:spPr bwMode="auto">
          <a:xfrm>
            <a:off x="752475" y="4406900"/>
            <a:ext cx="658812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itchFamily="49" charset="-122"/>
              </a:rPr>
              <a:t>符号特征</a:t>
            </a:r>
          </a:p>
          <a:p>
            <a:pPr eaLnBrk="1" hangingPunct="1">
              <a:lnSpc>
                <a:spcPct val="150000"/>
              </a:lnSpc>
            </a:pPr>
            <a:r>
              <a:rPr lang="zh-CN" altLang="en-US" sz="1600" dirty="0">
                <a:solidFill>
                  <a:srgbClr val="FFFF00"/>
                </a:solidFill>
                <a:ea typeface="楷体_GB2312" pitchFamily="49" charset="-122"/>
              </a:rPr>
              <a:t>      </a:t>
            </a:r>
            <a:r>
              <a:rPr lang="zh-CN" altLang="en-US" sz="1600" dirty="0">
                <a:solidFill>
                  <a:schemeClr val="bg1"/>
                </a:solidFill>
                <a:ea typeface="楷体_GB2312" pitchFamily="49" charset="-122"/>
              </a:rPr>
              <a:t>＊ 对象用矩形表示，其中是带下划线的对象名</a:t>
            </a:r>
          </a:p>
          <a:p>
            <a:pPr eaLnBrk="1" hangingPunct="1">
              <a:lnSpc>
                <a:spcPct val="150000"/>
              </a:lnSpc>
            </a:pPr>
            <a:r>
              <a:rPr lang="zh-CN" altLang="en-US" dirty="0">
                <a:solidFill>
                  <a:schemeClr val="bg1"/>
                </a:solidFill>
              </a:rPr>
              <a:t>     </a:t>
            </a:r>
            <a:r>
              <a:rPr lang="zh-CN" altLang="en-US" sz="1600" dirty="0">
                <a:solidFill>
                  <a:schemeClr val="bg1"/>
                </a:solidFill>
                <a:ea typeface="楷体_GB2312" pitchFamily="49" charset="-122"/>
              </a:rPr>
              <a:t>＊ 时间用垂直虚线表示</a:t>
            </a:r>
          </a:p>
          <a:p>
            <a:pPr eaLnBrk="1" hangingPunct="1">
              <a:lnSpc>
                <a:spcPct val="150000"/>
              </a:lnSpc>
            </a:pPr>
            <a:r>
              <a:rPr lang="zh-CN" altLang="en-US" dirty="0">
                <a:solidFill>
                  <a:schemeClr val="bg1"/>
                </a:solidFill>
              </a:rPr>
              <a:t>     </a:t>
            </a:r>
            <a:r>
              <a:rPr lang="zh-CN" altLang="en-US" sz="1600" dirty="0">
                <a:solidFill>
                  <a:schemeClr val="bg1"/>
                </a:solidFill>
                <a:ea typeface="楷体_GB2312" pitchFamily="49" charset="-122"/>
              </a:rPr>
              <a:t>＊ 消息用带箭头的直线表示</a:t>
            </a:r>
          </a:p>
          <a:p>
            <a:pPr eaLnBrk="1" hangingPunct="1">
              <a:lnSpc>
                <a:spcPct val="150000"/>
              </a:lnSpc>
            </a:pPr>
            <a:r>
              <a:rPr lang="zh-CN" altLang="en-US" sz="1600" dirty="0">
                <a:solidFill>
                  <a:schemeClr val="bg1"/>
                </a:solidFill>
                <a:ea typeface="楷体_GB2312" pitchFamily="49" charset="-122"/>
              </a:rPr>
              <a:t>      ＊ 激活用窄矩形条表示</a:t>
            </a:r>
          </a:p>
        </p:txBody>
      </p:sp>
      <p:pic>
        <p:nvPicPr>
          <p:cNvPr id="661515" name="Picture 11" descr="T9-4"/>
          <p:cNvPicPr>
            <a:picLocks noChangeAspect="1" noChangeArrowheads="1"/>
          </p:cNvPicPr>
          <p:nvPr/>
        </p:nvPicPr>
        <p:blipFill>
          <a:blip r:embed="rId3"/>
          <a:srcRect/>
          <a:stretch>
            <a:fillRect/>
          </a:stretch>
        </p:blipFill>
        <p:spPr bwMode="auto">
          <a:xfrm>
            <a:off x="5494338" y="3535363"/>
            <a:ext cx="2655887" cy="25923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7175" name="Text Box 12"/>
          <p:cNvSpPr txBox="1">
            <a:spLocks noChangeArrowheads="1"/>
          </p:cNvSpPr>
          <p:nvPr/>
        </p:nvSpPr>
        <p:spPr bwMode="auto">
          <a:xfrm>
            <a:off x="771525" y="3501812"/>
            <a:ext cx="780732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itchFamily="49" charset="-122"/>
              </a:rPr>
              <a:t>顺序图（</a:t>
            </a:r>
            <a:r>
              <a:rPr lang="en-US" altLang="zh-CN" sz="1600" dirty="0">
                <a:solidFill>
                  <a:srgbClr val="FFFF00"/>
                </a:solidFill>
                <a:ea typeface="楷体_GB2312" pitchFamily="49" charset="-122"/>
              </a:rPr>
              <a:t>sequence diagram</a:t>
            </a:r>
            <a:r>
              <a:rPr lang="zh-CN" altLang="en-US" sz="1600" dirty="0">
                <a:solidFill>
                  <a:srgbClr val="FFFF00"/>
                </a:solidFill>
                <a:ea typeface="楷体_GB2312" pitchFamily="49" charset="-122"/>
              </a:rPr>
              <a:t>）</a:t>
            </a:r>
          </a:p>
          <a:p>
            <a:pPr eaLnBrk="1" hangingPunct="1">
              <a:lnSpc>
                <a:spcPct val="150000"/>
              </a:lnSpc>
            </a:pPr>
            <a:r>
              <a:rPr lang="zh-CN" altLang="en-US" sz="1600" dirty="0">
                <a:solidFill>
                  <a:schemeClr val="bg1"/>
                </a:solidFill>
                <a:ea typeface="楷体_GB2312" pitchFamily="49" charset="-122"/>
              </a:rPr>
              <a:t>     由采用通常方式表示的对象组成。</a:t>
            </a: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什么是顺序图</a:t>
            </a:r>
          </a:p>
        </p:txBody>
      </p:sp>
      <p:sp>
        <p:nvSpPr>
          <p:cNvPr id="8196" name="Text Box 4"/>
          <p:cNvSpPr txBox="1">
            <a:spLocks noChangeArrowheads="1"/>
          </p:cNvSpPr>
          <p:nvPr/>
        </p:nvSpPr>
        <p:spPr bwMode="auto">
          <a:xfrm>
            <a:off x="763588" y="1508125"/>
            <a:ext cx="7138987"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itchFamily="49" charset="-122"/>
              </a:rPr>
              <a:t>对象</a:t>
            </a:r>
          </a:p>
          <a:p>
            <a:pPr eaLnBrk="1" hangingPunct="1">
              <a:lnSpc>
                <a:spcPct val="150000"/>
              </a:lnSpc>
            </a:pPr>
            <a:r>
              <a:rPr lang="zh-CN" altLang="en-US" sz="1600" dirty="0">
                <a:solidFill>
                  <a:schemeClr val="bg1"/>
                </a:solidFill>
                <a:ea typeface="楷体_GB2312" pitchFamily="49" charset="-122"/>
              </a:rPr>
              <a:t>     从左到右布置在顺序图的顶部</a:t>
            </a:r>
          </a:p>
          <a:p>
            <a:pPr eaLnBrk="1" hangingPunct="1">
              <a:lnSpc>
                <a:spcPct val="150000"/>
              </a:lnSpc>
            </a:pPr>
            <a:r>
              <a:rPr lang="zh-CN" altLang="en-US" sz="1600" dirty="0">
                <a:solidFill>
                  <a:schemeClr val="bg1"/>
                </a:solidFill>
                <a:ea typeface="楷体_GB2312" pitchFamily="49" charset="-122"/>
              </a:rPr>
              <a:t>     可以是匿名对象</a:t>
            </a:r>
          </a:p>
          <a:p>
            <a:pPr eaLnBrk="1" hangingPunct="1">
              <a:lnSpc>
                <a:spcPct val="150000"/>
              </a:lnSpc>
            </a:pPr>
            <a:r>
              <a:rPr lang="zh-CN" altLang="en-US" sz="1600" dirty="0">
                <a:solidFill>
                  <a:schemeClr val="bg1"/>
                </a:solidFill>
                <a:ea typeface="楷体_GB2312" pitchFamily="49" charset="-122"/>
              </a:rPr>
              <a:t>     生命线（</a:t>
            </a:r>
            <a:r>
              <a:rPr lang="en-US" altLang="zh-CN" sz="1600" dirty="0">
                <a:solidFill>
                  <a:schemeClr val="bg1"/>
                </a:solidFill>
                <a:ea typeface="楷体_GB2312" pitchFamily="49" charset="-122"/>
              </a:rPr>
              <a:t>lifeline</a:t>
            </a:r>
            <a:r>
              <a:rPr lang="zh-CN" altLang="en-US" sz="1600" dirty="0">
                <a:solidFill>
                  <a:schemeClr val="bg1"/>
                </a:solidFill>
                <a:ea typeface="楷体_GB2312" pitchFamily="49" charset="-122"/>
              </a:rPr>
              <a:t>）</a:t>
            </a:r>
            <a:r>
              <a:rPr lang="en-US" altLang="zh-CN" sz="1600" dirty="0">
                <a:solidFill>
                  <a:schemeClr val="bg1"/>
                </a:solidFill>
                <a:ea typeface="楷体_GB2312" pitchFamily="49" charset="-122"/>
              </a:rPr>
              <a:t>/</a:t>
            </a:r>
            <a:r>
              <a:rPr lang="zh-CN" altLang="en-US" sz="1600" dirty="0">
                <a:solidFill>
                  <a:schemeClr val="bg1"/>
                </a:solidFill>
                <a:ea typeface="楷体_GB2312" pitchFamily="49" charset="-122"/>
              </a:rPr>
              <a:t>时间轴</a:t>
            </a:r>
          </a:p>
          <a:p>
            <a:pPr eaLnBrk="1" hangingPunct="1">
              <a:lnSpc>
                <a:spcPct val="150000"/>
              </a:lnSpc>
            </a:pPr>
            <a:r>
              <a:rPr lang="zh-CN" altLang="en-US" sz="1600" dirty="0">
                <a:solidFill>
                  <a:schemeClr val="bg1"/>
                </a:solidFill>
                <a:ea typeface="楷体_GB2312" pitchFamily="49" charset="-122"/>
              </a:rPr>
              <a:t>     激活（</a:t>
            </a:r>
            <a:r>
              <a:rPr lang="en-US" altLang="zh-CN" sz="1600" dirty="0">
                <a:solidFill>
                  <a:schemeClr val="bg1"/>
                </a:solidFill>
                <a:ea typeface="楷体_GB2312" pitchFamily="49" charset="-122"/>
              </a:rPr>
              <a:t>activation</a:t>
            </a:r>
            <a:r>
              <a:rPr lang="zh-CN" altLang="en-US" sz="1600" dirty="0">
                <a:solidFill>
                  <a:schemeClr val="bg1"/>
                </a:solidFill>
                <a:ea typeface="楷体_GB2312" pitchFamily="49" charset="-122"/>
              </a:rPr>
              <a:t>）＝控制焦点（</a:t>
            </a:r>
            <a:r>
              <a:rPr lang="en-US" altLang="zh-CN" sz="1600" dirty="0">
                <a:solidFill>
                  <a:schemeClr val="bg1"/>
                </a:solidFill>
                <a:ea typeface="楷体_GB2312" pitchFamily="49" charset="-122"/>
              </a:rPr>
              <a:t>focus of control</a:t>
            </a:r>
            <a:r>
              <a:rPr lang="zh-CN" altLang="en-US" sz="1600" dirty="0">
                <a:solidFill>
                  <a:schemeClr val="bg1"/>
                </a:solidFill>
                <a:ea typeface="楷体_GB2312" pitchFamily="49" charset="-122"/>
              </a:rPr>
              <a:t>，</a:t>
            </a:r>
            <a:r>
              <a:rPr lang="en-US" altLang="zh-CN" sz="1600" dirty="0">
                <a:solidFill>
                  <a:schemeClr val="bg1"/>
                </a:solidFill>
                <a:ea typeface="楷体_GB2312" pitchFamily="49" charset="-122"/>
              </a:rPr>
              <a:t>FOC</a:t>
            </a:r>
            <a:r>
              <a:rPr lang="zh-CN" altLang="en-US" sz="1600" dirty="0">
                <a:solidFill>
                  <a:schemeClr val="bg1"/>
                </a:solidFill>
                <a:ea typeface="楷体_GB2312" pitchFamily="49" charset="-122"/>
              </a:rPr>
              <a:t>）</a:t>
            </a:r>
          </a:p>
        </p:txBody>
      </p:sp>
      <p:pic>
        <p:nvPicPr>
          <p:cNvPr id="735241" name="Picture 9" descr="T9-1"/>
          <p:cNvPicPr>
            <a:picLocks noChangeAspect="1" noChangeArrowheads="1"/>
          </p:cNvPicPr>
          <p:nvPr/>
        </p:nvPicPr>
        <p:blipFill>
          <a:blip r:embed="rId3"/>
          <a:srcRect/>
          <a:stretch>
            <a:fillRect/>
          </a:stretch>
        </p:blipFill>
        <p:spPr bwMode="auto">
          <a:xfrm>
            <a:off x="1477963" y="3863975"/>
            <a:ext cx="3100387" cy="232251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35240" name="Picture 8" descr="T9-4"/>
          <p:cNvPicPr>
            <a:picLocks noChangeAspect="1" noChangeArrowheads="1"/>
          </p:cNvPicPr>
          <p:nvPr/>
        </p:nvPicPr>
        <p:blipFill>
          <a:blip r:embed="rId4"/>
          <a:srcRect/>
          <a:stretch>
            <a:fillRect/>
          </a:stretch>
        </p:blipFill>
        <p:spPr bwMode="auto">
          <a:xfrm>
            <a:off x="5027613" y="3665538"/>
            <a:ext cx="2655887" cy="25923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什么是顺序图</a:t>
            </a:r>
          </a:p>
        </p:txBody>
      </p:sp>
      <p:sp>
        <p:nvSpPr>
          <p:cNvPr id="9220" name="Text Box 4"/>
          <p:cNvSpPr txBox="1">
            <a:spLocks noChangeArrowheads="1"/>
          </p:cNvSpPr>
          <p:nvPr/>
        </p:nvSpPr>
        <p:spPr bwMode="auto">
          <a:xfrm>
            <a:off x="763588" y="1508125"/>
            <a:ext cx="7766050"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a:solidFill>
                  <a:srgbClr val="FFFF00"/>
                </a:solidFill>
              </a:rPr>
              <a:t>◇ </a:t>
            </a:r>
            <a:r>
              <a:rPr lang="zh-CN" altLang="en-US" sz="1600">
                <a:solidFill>
                  <a:srgbClr val="FFFF00"/>
                </a:solidFill>
                <a:ea typeface="楷体_GB2312" pitchFamily="49" charset="-122"/>
              </a:rPr>
              <a:t>消息</a:t>
            </a:r>
          </a:p>
          <a:p>
            <a:pPr eaLnBrk="1" hangingPunct="1">
              <a:lnSpc>
                <a:spcPct val="150000"/>
              </a:lnSpc>
            </a:pPr>
            <a:r>
              <a:rPr lang="zh-CN" altLang="en-US" sz="1600">
                <a:solidFill>
                  <a:schemeClr val="bg1"/>
                </a:solidFill>
                <a:ea typeface="楷体_GB2312" pitchFamily="49" charset="-122"/>
              </a:rPr>
              <a:t>     一个对象到另一个对象的消息用跨越对象生命线的消息线表示</a:t>
            </a:r>
          </a:p>
          <a:p>
            <a:pPr eaLnBrk="1" hangingPunct="1">
              <a:lnSpc>
                <a:spcPct val="150000"/>
              </a:lnSpc>
            </a:pPr>
            <a:r>
              <a:rPr lang="zh-CN" altLang="en-US" sz="1600">
                <a:solidFill>
                  <a:schemeClr val="bg1"/>
                </a:solidFill>
                <a:ea typeface="楷体_GB2312" pitchFamily="49" charset="-122"/>
              </a:rPr>
              <a:t>     </a:t>
            </a:r>
            <a:r>
              <a:rPr lang="zh-CN" altLang="en-US" sz="1600">
                <a:solidFill>
                  <a:srgbClr val="FFFF00"/>
                </a:solidFill>
                <a:ea typeface="楷体_GB2312" pitchFamily="49" charset="-122"/>
              </a:rPr>
              <a:t>调用消息</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call message</a:t>
            </a:r>
            <a:r>
              <a:rPr lang="zh-CN" altLang="en-US" sz="1600">
                <a:solidFill>
                  <a:schemeClr val="bg1"/>
                </a:solidFill>
                <a:ea typeface="楷体_GB2312" pitchFamily="49" charset="-122"/>
              </a:rPr>
              <a:t>）：消息的发送者把控制传递给消息的接收者，然后停止活动，等待消息接收者放弃或返回控制。一般地，调用消息的接收者必须是一个被动对象，即它是一个需要通过消息驱动才能执行动作的对象。</a:t>
            </a:r>
          </a:p>
          <a:p>
            <a:pPr eaLnBrk="1" hangingPunct="1">
              <a:lnSpc>
                <a:spcPct val="150000"/>
              </a:lnSpc>
            </a:pPr>
            <a:r>
              <a:rPr lang="zh-CN" altLang="en-US" sz="1600">
                <a:solidFill>
                  <a:schemeClr val="bg1"/>
                </a:solidFill>
                <a:ea typeface="楷体_GB2312" pitchFamily="49" charset="-122"/>
              </a:rPr>
              <a:t>     </a:t>
            </a:r>
            <a:r>
              <a:rPr lang="zh-CN" altLang="en-US" sz="1600">
                <a:solidFill>
                  <a:srgbClr val="FFFF00"/>
                </a:solidFill>
                <a:ea typeface="楷体_GB2312" pitchFamily="49" charset="-122"/>
              </a:rPr>
              <a:t>返回消息</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return message</a:t>
            </a:r>
            <a:r>
              <a:rPr lang="zh-CN" altLang="en-US" sz="1600">
                <a:solidFill>
                  <a:schemeClr val="bg1"/>
                </a:solidFill>
                <a:ea typeface="楷体_GB2312" pitchFamily="49" charset="-122"/>
              </a:rPr>
              <a:t>）：调用消息必有一个配对的返回消息，为了图的简洁和清晰，与调用消息配对的返回消息可以不用画出。如果为非过程调用，如果有返回消息，则必须明确表示出来。</a:t>
            </a:r>
          </a:p>
          <a:p>
            <a:pPr eaLnBrk="1" hangingPunct="1">
              <a:lnSpc>
                <a:spcPct val="150000"/>
              </a:lnSpc>
            </a:pPr>
            <a:r>
              <a:rPr lang="zh-CN" altLang="en-US" sz="1600">
                <a:solidFill>
                  <a:schemeClr val="bg1"/>
                </a:solidFill>
                <a:ea typeface="楷体_GB2312" pitchFamily="49" charset="-122"/>
              </a:rPr>
              <a:t>     </a:t>
            </a:r>
            <a:r>
              <a:rPr lang="zh-CN" altLang="en-US" sz="1600">
                <a:solidFill>
                  <a:srgbClr val="FFFF00"/>
                </a:solidFill>
                <a:ea typeface="楷体_GB2312" pitchFamily="49" charset="-122"/>
              </a:rPr>
              <a:t>同步消息</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synchronous message</a:t>
            </a:r>
            <a:r>
              <a:rPr lang="zh-CN" altLang="en-US" sz="1600">
                <a:solidFill>
                  <a:schemeClr val="bg1"/>
                </a:solidFill>
                <a:ea typeface="楷体_GB2312" pitchFamily="49" charset="-122"/>
              </a:rPr>
              <a:t>）：调用消息</a:t>
            </a:r>
          </a:p>
          <a:p>
            <a:pPr eaLnBrk="1" hangingPunct="1">
              <a:lnSpc>
                <a:spcPct val="150000"/>
              </a:lnSpc>
            </a:pPr>
            <a:r>
              <a:rPr lang="zh-CN" altLang="en-US" sz="1600">
                <a:solidFill>
                  <a:schemeClr val="bg1"/>
                </a:solidFill>
                <a:ea typeface="楷体_GB2312" pitchFamily="49" charset="-122"/>
              </a:rPr>
              <a:t>     </a:t>
            </a:r>
            <a:r>
              <a:rPr lang="zh-CN" altLang="en-US" sz="1600">
                <a:solidFill>
                  <a:srgbClr val="FFFF00"/>
                </a:solidFill>
                <a:ea typeface="楷体_GB2312" pitchFamily="49" charset="-122"/>
              </a:rPr>
              <a:t>异步消息</a:t>
            </a:r>
            <a:r>
              <a:rPr lang="zh-CN" altLang="en-US" sz="1600">
                <a:solidFill>
                  <a:schemeClr val="bg1"/>
                </a:solidFill>
                <a:ea typeface="楷体_GB2312" pitchFamily="49" charset="-122"/>
              </a:rPr>
              <a:t>（</a:t>
            </a:r>
            <a:r>
              <a:rPr lang="en-US" altLang="zh-CN" sz="1600">
                <a:solidFill>
                  <a:schemeClr val="bg1"/>
                </a:solidFill>
                <a:ea typeface="楷体_GB2312" pitchFamily="49" charset="-122"/>
              </a:rPr>
              <a:t>asynchronous message</a:t>
            </a:r>
            <a:r>
              <a:rPr lang="zh-CN" altLang="en-US" sz="1600">
                <a:solidFill>
                  <a:schemeClr val="bg1"/>
                </a:solidFill>
                <a:ea typeface="楷体_GB2312" pitchFamily="49" charset="-122"/>
              </a:rPr>
              <a:t>）：发送者通过消息把信号传递给消息的接收者，然后继续自己的活动，不等待接收者返回消息或控制。异步消息的接收者和发送者是并发工作的。</a:t>
            </a:r>
          </a:p>
          <a:p>
            <a:pPr eaLnBrk="1" hangingPunct="1">
              <a:lnSpc>
                <a:spcPct val="150000"/>
              </a:lnSpc>
            </a:pPr>
            <a:r>
              <a:rPr lang="zh-CN" altLang="en-US" sz="1600">
                <a:solidFill>
                  <a:schemeClr val="bg1"/>
                </a:solidFill>
                <a:ea typeface="楷体_GB2312" pitchFamily="49" charset="-122"/>
              </a:rPr>
              <a:t>     其它：阻止消息，超时消息，反身消息</a:t>
            </a:r>
          </a:p>
        </p:txBody>
      </p:sp>
      <p:pic>
        <p:nvPicPr>
          <p:cNvPr id="755717" name="Picture 5" descr="T9-2"/>
          <p:cNvPicPr>
            <a:picLocks noChangeAspect="1" noChangeArrowheads="1"/>
          </p:cNvPicPr>
          <p:nvPr/>
        </p:nvPicPr>
        <p:blipFill>
          <a:blip r:embed="rId3"/>
          <a:srcRect/>
          <a:stretch>
            <a:fillRect/>
          </a:stretch>
        </p:blipFill>
        <p:spPr bwMode="auto">
          <a:xfrm>
            <a:off x="4449763" y="2509838"/>
            <a:ext cx="4167187" cy="15906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55718" name="Picture 6" descr="T9-3"/>
          <p:cNvPicPr>
            <a:picLocks noChangeAspect="1" noChangeArrowheads="1"/>
          </p:cNvPicPr>
          <p:nvPr/>
        </p:nvPicPr>
        <p:blipFill>
          <a:blip r:embed="rId4"/>
          <a:srcRect/>
          <a:stretch>
            <a:fillRect/>
          </a:stretch>
        </p:blipFill>
        <p:spPr bwMode="auto">
          <a:xfrm>
            <a:off x="4486275" y="5313363"/>
            <a:ext cx="2814638" cy="1160462"/>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755717"/>
                                        </p:tgtEl>
                                        <p:attrNameLst>
                                          <p:attrName>style.visibility</p:attrName>
                                        </p:attrNameLst>
                                      </p:cBhvr>
                                      <p:to>
                                        <p:strVal val="visible"/>
                                      </p:to>
                                    </p:set>
                                    <p:anim calcmode="lin" valueType="num">
                                      <p:cBhvr>
                                        <p:cTn id="7" dur="500" fill="hold"/>
                                        <p:tgtEl>
                                          <p:spTgt spid="755717"/>
                                        </p:tgtEl>
                                        <p:attrNameLst>
                                          <p:attrName>ppt_w</p:attrName>
                                        </p:attrNameLst>
                                      </p:cBhvr>
                                      <p:tavLst>
                                        <p:tav tm="0">
                                          <p:val>
                                            <p:fltVal val="0"/>
                                          </p:val>
                                        </p:tav>
                                        <p:tav tm="100000">
                                          <p:val>
                                            <p:strVal val="#ppt_w"/>
                                          </p:val>
                                        </p:tav>
                                      </p:tavLst>
                                    </p:anim>
                                    <p:anim calcmode="lin" valueType="num">
                                      <p:cBhvr>
                                        <p:cTn id="8" dur="500" fill="hold"/>
                                        <p:tgtEl>
                                          <p:spTgt spid="75571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755718"/>
                                        </p:tgtEl>
                                        <p:attrNameLst>
                                          <p:attrName>style.visibility</p:attrName>
                                        </p:attrNameLst>
                                      </p:cBhvr>
                                      <p:to>
                                        <p:strVal val="visible"/>
                                      </p:to>
                                    </p:set>
                                    <p:anim calcmode="lin" valueType="num">
                                      <p:cBhvr>
                                        <p:cTn id="13" dur="500" fill="hold"/>
                                        <p:tgtEl>
                                          <p:spTgt spid="755718"/>
                                        </p:tgtEl>
                                        <p:attrNameLst>
                                          <p:attrName>ppt_w</p:attrName>
                                        </p:attrNameLst>
                                      </p:cBhvr>
                                      <p:tavLst>
                                        <p:tav tm="0">
                                          <p:val>
                                            <p:fltVal val="0"/>
                                          </p:val>
                                        </p:tav>
                                        <p:tav tm="100000">
                                          <p:val>
                                            <p:strVal val="#ppt_w"/>
                                          </p:val>
                                        </p:tav>
                                      </p:tavLst>
                                    </p:anim>
                                    <p:anim calcmode="lin" valueType="num">
                                      <p:cBhvr>
                                        <p:cTn id="14" dur="500" fill="hold"/>
                                        <p:tgtEl>
                                          <p:spTgt spid="7557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什么是顺序图</a:t>
            </a:r>
          </a:p>
        </p:txBody>
      </p:sp>
      <p:sp>
        <p:nvSpPr>
          <p:cNvPr id="10244" name="Text Box 4"/>
          <p:cNvSpPr txBox="1">
            <a:spLocks noChangeArrowheads="1"/>
          </p:cNvSpPr>
          <p:nvPr/>
        </p:nvSpPr>
        <p:spPr bwMode="auto">
          <a:xfrm>
            <a:off x="763588" y="1508125"/>
            <a:ext cx="41497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itchFamily="49" charset="-122"/>
              </a:rPr>
              <a:t>时间</a:t>
            </a:r>
          </a:p>
          <a:p>
            <a:pPr eaLnBrk="1" hangingPunct="1">
              <a:lnSpc>
                <a:spcPct val="150000"/>
              </a:lnSpc>
            </a:pPr>
            <a:r>
              <a:rPr lang="zh-CN" altLang="en-US" sz="1600">
                <a:solidFill>
                  <a:schemeClr val="bg1"/>
                </a:solidFill>
                <a:ea typeface="楷体_GB2312" pitchFamily="49" charset="-122"/>
              </a:rPr>
              <a:t>     顺序图中垂直方向代表时间维，时间流逝的方向为自顶而下。</a:t>
            </a:r>
          </a:p>
        </p:txBody>
      </p:sp>
      <p:pic>
        <p:nvPicPr>
          <p:cNvPr id="737286" name="Picture 6" descr="T9-4"/>
          <p:cNvPicPr>
            <a:picLocks noChangeAspect="1" noChangeArrowheads="1"/>
          </p:cNvPicPr>
          <p:nvPr/>
        </p:nvPicPr>
        <p:blipFill>
          <a:blip r:embed="rId3"/>
          <a:srcRect/>
          <a:stretch>
            <a:fillRect/>
          </a:stretch>
        </p:blipFill>
        <p:spPr bwMode="auto">
          <a:xfrm>
            <a:off x="5373688" y="1047750"/>
            <a:ext cx="2655887" cy="259238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10246" name="Text Box 7"/>
          <p:cNvSpPr txBox="1">
            <a:spLocks noChangeArrowheads="1"/>
          </p:cNvSpPr>
          <p:nvPr/>
        </p:nvSpPr>
        <p:spPr bwMode="auto">
          <a:xfrm>
            <a:off x="771525" y="2930525"/>
            <a:ext cx="7591425"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itchFamily="49" charset="-122"/>
              </a:rPr>
              <a:t>建立顺序图的步骤</a:t>
            </a:r>
            <a:endParaRPr lang="zh-CN" altLang="en-US" sz="1600">
              <a:solidFill>
                <a:schemeClr val="bg1"/>
              </a:solidFill>
              <a:ea typeface="楷体_GB2312" pitchFamily="49" charset="-122"/>
            </a:endParaRP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1. </a:t>
            </a:r>
            <a:r>
              <a:rPr lang="zh-CN" altLang="en-US" sz="1600">
                <a:solidFill>
                  <a:schemeClr val="bg1"/>
                </a:solidFill>
                <a:ea typeface="楷体_GB2312" pitchFamily="49" charset="-122"/>
              </a:rPr>
              <a:t>确定交互过程的上下文（</a:t>
            </a:r>
            <a:r>
              <a:rPr lang="en-US" altLang="zh-CN" sz="1600">
                <a:solidFill>
                  <a:schemeClr val="bg1"/>
                </a:solidFill>
                <a:ea typeface="楷体_GB2312" pitchFamily="49" charset="-122"/>
              </a:rPr>
              <a:t>context</a:t>
            </a:r>
            <a:r>
              <a:rPr lang="zh-CN" altLang="en-US" sz="1600">
                <a:solidFill>
                  <a:schemeClr val="bg1"/>
                </a:solidFill>
                <a:ea typeface="楷体_GB2312" pitchFamily="49" charset="-122"/>
              </a:rPr>
              <a:t>）</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2. </a:t>
            </a:r>
            <a:r>
              <a:rPr lang="zh-CN" altLang="en-US" sz="1600">
                <a:solidFill>
                  <a:schemeClr val="bg1"/>
                </a:solidFill>
                <a:ea typeface="楷体_GB2312" pitchFamily="49" charset="-122"/>
              </a:rPr>
              <a:t>识别参与交互过程的对象</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3. </a:t>
            </a:r>
            <a:r>
              <a:rPr lang="zh-CN" altLang="en-US" sz="1600">
                <a:solidFill>
                  <a:schemeClr val="bg1"/>
                </a:solidFill>
                <a:ea typeface="楷体_GB2312" pitchFamily="49" charset="-122"/>
              </a:rPr>
              <a:t>为每个对象设置生命线，即确定哪些对象存在于整个交互过程中，哪些对象在交互过程中被创建和撤销</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4. </a:t>
            </a:r>
            <a:r>
              <a:rPr lang="zh-CN" altLang="en-US" sz="1600">
                <a:solidFill>
                  <a:schemeClr val="bg1"/>
                </a:solidFill>
                <a:ea typeface="楷体_GB2312" pitchFamily="49" charset="-122"/>
              </a:rPr>
              <a:t>从引发这个交互过程的初始消息开始，在生命线之间从顶到下依次画出随后的各个消息</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5. </a:t>
            </a:r>
            <a:r>
              <a:rPr lang="zh-CN" altLang="en-US" sz="1600">
                <a:solidFill>
                  <a:schemeClr val="bg1"/>
                </a:solidFill>
                <a:ea typeface="楷体_GB2312" pitchFamily="49" charset="-122"/>
              </a:rPr>
              <a:t>如果需要表示消息的嵌套，或</a:t>
            </a:r>
            <a:r>
              <a:rPr lang="en-US" altLang="zh-CN" sz="1600">
                <a:solidFill>
                  <a:schemeClr val="bg1"/>
                </a:solidFill>
                <a:ea typeface="楷体_GB2312" pitchFamily="49" charset="-122"/>
              </a:rPr>
              <a:t>/</a:t>
            </a:r>
            <a:r>
              <a:rPr lang="zh-CN" altLang="en-US" sz="1600">
                <a:solidFill>
                  <a:schemeClr val="bg1"/>
                </a:solidFill>
                <a:ea typeface="楷体_GB2312" pitchFamily="49" charset="-122"/>
              </a:rPr>
              <a:t>和表示消息发生时的时间点，则采用激活</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6. </a:t>
            </a:r>
            <a:r>
              <a:rPr lang="zh-CN" altLang="en-US" sz="1600">
                <a:solidFill>
                  <a:schemeClr val="bg1"/>
                </a:solidFill>
                <a:ea typeface="楷体_GB2312" pitchFamily="49" charset="-122"/>
              </a:rPr>
              <a:t>如果需要说明时间约束，则在消息旁边加上约束说明</a:t>
            </a:r>
          </a:p>
          <a:p>
            <a:pPr eaLnBrk="1" hangingPunct="1">
              <a:lnSpc>
                <a:spcPct val="130000"/>
              </a:lnSpc>
            </a:pPr>
            <a:r>
              <a:rPr lang="zh-CN" altLang="en-US" sz="1600">
                <a:solidFill>
                  <a:schemeClr val="bg1"/>
                </a:solidFill>
                <a:ea typeface="楷体_GB2312" pitchFamily="49" charset="-122"/>
              </a:rPr>
              <a:t>     </a:t>
            </a:r>
            <a:r>
              <a:rPr lang="en-US" altLang="zh-CN" sz="1600">
                <a:solidFill>
                  <a:schemeClr val="bg1"/>
                </a:solidFill>
                <a:ea typeface="楷体_GB2312" pitchFamily="49" charset="-122"/>
              </a:rPr>
              <a:t>7. </a:t>
            </a:r>
            <a:r>
              <a:rPr lang="zh-CN" altLang="en-US" sz="1600">
                <a:solidFill>
                  <a:schemeClr val="bg1"/>
                </a:solidFill>
                <a:ea typeface="楷体_GB2312" pitchFamily="49" charset="-122"/>
              </a:rPr>
              <a:t>如果需要，可以为每个消息附上前置条件和后置条件</a:t>
            </a:r>
          </a:p>
        </p:txBody>
      </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饮料销售机（举例）</a:t>
            </a:r>
          </a:p>
        </p:txBody>
      </p:sp>
      <p:sp>
        <p:nvSpPr>
          <p:cNvPr id="13316" name="Text Box 4"/>
          <p:cNvSpPr txBox="1">
            <a:spLocks noChangeArrowheads="1"/>
          </p:cNvSpPr>
          <p:nvPr/>
        </p:nvSpPr>
        <p:spPr bwMode="auto">
          <a:xfrm>
            <a:off x="763588" y="1508125"/>
            <a:ext cx="7807325" cy="45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solidFill>
                  <a:srgbClr val="FFFF00"/>
                </a:solidFill>
              </a:rPr>
              <a:t>◇ </a:t>
            </a:r>
            <a:r>
              <a:rPr lang="zh-CN" altLang="en-US" sz="1600" dirty="0">
                <a:solidFill>
                  <a:srgbClr val="FFFF00"/>
                </a:solidFill>
                <a:ea typeface="楷体_GB2312" pitchFamily="49" charset="-122"/>
              </a:rPr>
              <a:t>类图（初步设计解决方案）</a:t>
            </a:r>
          </a:p>
        </p:txBody>
      </p:sp>
      <p:pic>
        <p:nvPicPr>
          <p:cNvPr id="5" name="Picture 7" descr="T7-2">
            <a:extLst>
              <a:ext uri="{FF2B5EF4-FFF2-40B4-BE49-F238E27FC236}">
                <a16:creationId xmlns:a16="http://schemas.microsoft.com/office/drawing/2014/main" id="{B077F788-67DA-B911-CB3B-22D8854396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67250" y="717298"/>
            <a:ext cx="3615124" cy="3901261"/>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a:extLst>
            <a:ext uri="{909E8E84-426E-40DD-AFC4-6F175D3DCCD1}">
              <a14:hiddenFill xmlns:a14="http://schemas.microsoft.com/office/drawing/2010/main">
                <a:solidFill>
                  <a:srgbClr val="FFFFFF"/>
                </a:solidFill>
              </a14:hiddenFill>
            </a:ext>
          </a:extLst>
        </p:spPr>
      </p:pic>
      <p:pic>
        <p:nvPicPr>
          <p:cNvPr id="739333" name="Picture 5" descr="T9-8"/>
          <p:cNvPicPr>
            <a:picLocks noChangeAspect="1" noChangeArrowheads="1"/>
          </p:cNvPicPr>
          <p:nvPr/>
        </p:nvPicPr>
        <p:blipFill>
          <a:blip r:embed="rId4"/>
          <a:srcRect/>
          <a:stretch>
            <a:fillRect/>
          </a:stretch>
        </p:blipFill>
        <p:spPr bwMode="auto">
          <a:xfrm>
            <a:off x="1173356" y="2458379"/>
            <a:ext cx="5661025" cy="346710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9333"/>
                                        </p:tgtEl>
                                        <p:attrNameLst>
                                          <p:attrName>style.visibility</p:attrName>
                                        </p:attrNameLst>
                                      </p:cBhvr>
                                      <p:to>
                                        <p:strVal val="visible"/>
                                      </p:to>
                                    </p:set>
                                    <p:anim calcmode="lin" valueType="num">
                                      <p:cBhvr additive="base">
                                        <p:cTn id="7" dur="500" fill="hold"/>
                                        <p:tgtEl>
                                          <p:spTgt spid="739333"/>
                                        </p:tgtEl>
                                        <p:attrNameLst>
                                          <p:attrName>ppt_x</p:attrName>
                                        </p:attrNameLst>
                                      </p:cBhvr>
                                      <p:tavLst>
                                        <p:tav tm="0">
                                          <p:val>
                                            <p:strVal val="#ppt_x"/>
                                          </p:val>
                                        </p:tav>
                                        <p:tav tm="100000">
                                          <p:val>
                                            <p:strVal val="#ppt_x"/>
                                          </p:val>
                                        </p:tav>
                                      </p:tavLst>
                                    </p:anim>
                                    <p:anim calcmode="lin" valueType="num">
                                      <p:cBhvr additive="base">
                                        <p:cTn id="8" dur="500" fill="hold"/>
                                        <p:tgtEl>
                                          <p:spTgt spid="7393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饮料销售机（举例）</a:t>
            </a:r>
          </a:p>
        </p:txBody>
      </p:sp>
      <p:sp>
        <p:nvSpPr>
          <p:cNvPr id="14340" name="Text Box 4"/>
          <p:cNvSpPr txBox="1">
            <a:spLocks noChangeArrowheads="1"/>
          </p:cNvSpPr>
          <p:nvPr/>
        </p:nvSpPr>
        <p:spPr bwMode="auto">
          <a:xfrm>
            <a:off x="763588" y="150812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itchFamily="49" charset="-122"/>
              </a:rPr>
              <a:t>顺序图</a:t>
            </a:r>
          </a:p>
        </p:txBody>
      </p:sp>
      <p:pic>
        <p:nvPicPr>
          <p:cNvPr id="743430" name="Picture 6" descr="T9-9"/>
          <p:cNvPicPr>
            <a:picLocks noChangeAspect="1" noChangeArrowheads="1"/>
          </p:cNvPicPr>
          <p:nvPr/>
        </p:nvPicPr>
        <p:blipFill>
          <a:blip r:embed="rId3"/>
          <a:srcRect/>
          <a:stretch>
            <a:fillRect/>
          </a:stretch>
        </p:blipFill>
        <p:spPr bwMode="auto">
          <a:xfrm>
            <a:off x="1936750" y="1681163"/>
            <a:ext cx="6249988" cy="4611687"/>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饮料销售机（举例）</a:t>
            </a:r>
          </a:p>
        </p:txBody>
      </p:sp>
      <p:sp>
        <p:nvSpPr>
          <p:cNvPr id="15364" name="Text Box 4"/>
          <p:cNvSpPr txBox="1">
            <a:spLocks noChangeArrowheads="1"/>
          </p:cNvSpPr>
          <p:nvPr/>
        </p:nvSpPr>
        <p:spPr bwMode="auto">
          <a:xfrm>
            <a:off x="763588" y="1508125"/>
            <a:ext cx="7807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itchFamily="49" charset="-122"/>
              </a:rPr>
              <a:t>顺序图</a:t>
            </a:r>
          </a:p>
        </p:txBody>
      </p:sp>
      <p:pic>
        <p:nvPicPr>
          <p:cNvPr id="745478" name="Picture 6" descr="T9-10"/>
          <p:cNvPicPr>
            <a:picLocks noChangeAspect="1" noChangeArrowheads="1"/>
          </p:cNvPicPr>
          <p:nvPr/>
        </p:nvPicPr>
        <p:blipFill>
          <a:blip r:embed="rId3"/>
          <a:srcRect/>
          <a:stretch>
            <a:fillRect/>
          </a:stretch>
        </p:blipFill>
        <p:spPr bwMode="auto">
          <a:xfrm>
            <a:off x="255587" y="1752283"/>
            <a:ext cx="6657896" cy="469804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45479" name="Picture 7" descr="T9-11"/>
          <p:cNvPicPr>
            <a:picLocks noChangeAspect="1" noChangeArrowheads="1"/>
          </p:cNvPicPr>
          <p:nvPr/>
        </p:nvPicPr>
        <p:blipFill>
          <a:blip r:embed="rId4"/>
          <a:srcRect/>
          <a:stretch>
            <a:fillRect/>
          </a:stretch>
        </p:blipFill>
        <p:spPr bwMode="auto">
          <a:xfrm>
            <a:off x="1301115" y="885291"/>
            <a:ext cx="6991033" cy="508741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745480" name="Picture 8" descr="T9-12"/>
          <p:cNvPicPr>
            <a:picLocks noChangeAspect="1" noChangeArrowheads="1"/>
          </p:cNvPicPr>
          <p:nvPr/>
        </p:nvPicPr>
        <p:blipFill>
          <a:blip r:embed="rId5"/>
          <a:srcRect/>
          <a:stretch>
            <a:fillRect/>
          </a:stretch>
        </p:blipFill>
        <p:spPr bwMode="auto">
          <a:xfrm>
            <a:off x="1994133" y="402750"/>
            <a:ext cx="6961908" cy="498078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745479"/>
                                        </p:tgtEl>
                                        <p:attrNameLst>
                                          <p:attrName>style.visibility</p:attrName>
                                        </p:attrNameLst>
                                      </p:cBhvr>
                                      <p:to>
                                        <p:strVal val="visible"/>
                                      </p:to>
                                    </p:set>
                                    <p:anim calcmode="lin" valueType="num">
                                      <p:cBhvr>
                                        <p:cTn id="7" dur="500" fill="hold"/>
                                        <p:tgtEl>
                                          <p:spTgt spid="745479"/>
                                        </p:tgtEl>
                                        <p:attrNameLst>
                                          <p:attrName>ppt_x</p:attrName>
                                        </p:attrNameLst>
                                      </p:cBhvr>
                                      <p:tavLst>
                                        <p:tav tm="0">
                                          <p:val>
                                            <p:strVal val="#ppt_x-#ppt_w/2"/>
                                          </p:val>
                                        </p:tav>
                                        <p:tav tm="100000">
                                          <p:val>
                                            <p:strVal val="#ppt_x"/>
                                          </p:val>
                                        </p:tav>
                                      </p:tavLst>
                                    </p:anim>
                                    <p:anim calcmode="lin" valueType="num">
                                      <p:cBhvr>
                                        <p:cTn id="8" dur="500" fill="hold"/>
                                        <p:tgtEl>
                                          <p:spTgt spid="745479"/>
                                        </p:tgtEl>
                                        <p:attrNameLst>
                                          <p:attrName>ppt_y</p:attrName>
                                        </p:attrNameLst>
                                      </p:cBhvr>
                                      <p:tavLst>
                                        <p:tav tm="0">
                                          <p:val>
                                            <p:strVal val="#ppt_y"/>
                                          </p:val>
                                        </p:tav>
                                        <p:tav tm="100000">
                                          <p:val>
                                            <p:strVal val="#ppt_y"/>
                                          </p:val>
                                        </p:tav>
                                      </p:tavLst>
                                    </p:anim>
                                    <p:anim calcmode="lin" valueType="num">
                                      <p:cBhvr>
                                        <p:cTn id="9" dur="500" fill="hold"/>
                                        <p:tgtEl>
                                          <p:spTgt spid="745479"/>
                                        </p:tgtEl>
                                        <p:attrNameLst>
                                          <p:attrName>ppt_w</p:attrName>
                                        </p:attrNameLst>
                                      </p:cBhvr>
                                      <p:tavLst>
                                        <p:tav tm="0">
                                          <p:val>
                                            <p:fltVal val="0"/>
                                          </p:val>
                                        </p:tav>
                                        <p:tav tm="100000">
                                          <p:val>
                                            <p:strVal val="#ppt_w"/>
                                          </p:val>
                                        </p:tav>
                                      </p:tavLst>
                                    </p:anim>
                                    <p:anim calcmode="lin" valueType="num">
                                      <p:cBhvr>
                                        <p:cTn id="10" dur="500" fill="hold"/>
                                        <p:tgtEl>
                                          <p:spTgt spid="745479"/>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745480"/>
                                        </p:tgtEl>
                                        <p:attrNameLst>
                                          <p:attrName>style.visibility</p:attrName>
                                        </p:attrNameLst>
                                      </p:cBhvr>
                                      <p:to>
                                        <p:strVal val="visible"/>
                                      </p:to>
                                    </p:set>
                                    <p:anim calcmode="lin" valueType="num">
                                      <p:cBhvr>
                                        <p:cTn id="15" dur="500" fill="hold"/>
                                        <p:tgtEl>
                                          <p:spTgt spid="745480"/>
                                        </p:tgtEl>
                                        <p:attrNameLst>
                                          <p:attrName>ppt_x</p:attrName>
                                        </p:attrNameLst>
                                      </p:cBhvr>
                                      <p:tavLst>
                                        <p:tav tm="0">
                                          <p:val>
                                            <p:strVal val="#ppt_x-#ppt_w/2"/>
                                          </p:val>
                                        </p:tav>
                                        <p:tav tm="100000">
                                          <p:val>
                                            <p:strVal val="#ppt_x"/>
                                          </p:val>
                                        </p:tav>
                                      </p:tavLst>
                                    </p:anim>
                                    <p:anim calcmode="lin" valueType="num">
                                      <p:cBhvr>
                                        <p:cTn id="16" dur="500" fill="hold"/>
                                        <p:tgtEl>
                                          <p:spTgt spid="745480"/>
                                        </p:tgtEl>
                                        <p:attrNameLst>
                                          <p:attrName>ppt_y</p:attrName>
                                        </p:attrNameLst>
                                      </p:cBhvr>
                                      <p:tavLst>
                                        <p:tav tm="0">
                                          <p:val>
                                            <p:strVal val="#ppt_y"/>
                                          </p:val>
                                        </p:tav>
                                        <p:tav tm="100000">
                                          <p:val>
                                            <p:strVal val="#ppt_y"/>
                                          </p:val>
                                        </p:tav>
                                      </p:tavLst>
                                    </p:anim>
                                    <p:anim calcmode="lin" valueType="num">
                                      <p:cBhvr>
                                        <p:cTn id="17" dur="500" fill="hold"/>
                                        <p:tgtEl>
                                          <p:spTgt spid="745480"/>
                                        </p:tgtEl>
                                        <p:attrNameLst>
                                          <p:attrName>ppt_w</p:attrName>
                                        </p:attrNameLst>
                                      </p:cBhvr>
                                      <p:tavLst>
                                        <p:tav tm="0">
                                          <p:val>
                                            <p:fltVal val="0"/>
                                          </p:val>
                                        </p:tav>
                                        <p:tav tm="100000">
                                          <p:val>
                                            <p:strVal val="#ppt_w"/>
                                          </p:val>
                                        </p:tav>
                                      </p:tavLst>
                                    </p:anim>
                                    <p:anim calcmode="lin" valueType="num">
                                      <p:cBhvr>
                                        <p:cTn id="18" dur="500" fill="hold"/>
                                        <p:tgtEl>
                                          <p:spTgt spid="7454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一般顺序图</a:t>
            </a:r>
          </a:p>
        </p:txBody>
      </p:sp>
      <p:sp>
        <p:nvSpPr>
          <p:cNvPr id="16388" name="Text Box 6"/>
          <p:cNvSpPr txBox="1">
            <a:spLocks noChangeArrowheads="1"/>
          </p:cNvSpPr>
          <p:nvPr/>
        </p:nvSpPr>
        <p:spPr bwMode="auto">
          <a:xfrm>
            <a:off x="763588" y="1508125"/>
            <a:ext cx="7807325"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solidFill>
                  <a:srgbClr val="FFFF00"/>
                </a:solidFill>
              </a:rPr>
              <a:t>◇ </a:t>
            </a:r>
            <a:r>
              <a:rPr lang="zh-CN" altLang="en-US" sz="1600">
                <a:solidFill>
                  <a:srgbClr val="FFFF00"/>
                </a:solidFill>
                <a:ea typeface="楷体_GB2312" pitchFamily="49" charset="-122"/>
              </a:rPr>
              <a:t>一般顺序图（</a:t>
            </a:r>
            <a:r>
              <a:rPr lang="en-US" altLang="zh-CN" sz="1600">
                <a:solidFill>
                  <a:srgbClr val="FFFF00"/>
                </a:solidFill>
                <a:ea typeface="楷体_GB2312" pitchFamily="49" charset="-122"/>
              </a:rPr>
              <a:t>generic sequence diagram</a:t>
            </a:r>
            <a:r>
              <a:rPr lang="zh-CN" altLang="en-US" sz="1600">
                <a:solidFill>
                  <a:srgbClr val="FFFF00"/>
                </a:solidFill>
                <a:ea typeface="楷体_GB2312" pitchFamily="49" charset="-122"/>
              </a:rPr>
              <a:t>）</a:t>
            </a:r>
          </a:p>
          <a:p>
            <a:pPr eaLnBrk="1" hangingPunct="1">
              <a:lnSpc>
                <a:spcPct val="150000"/>
              </a:lnSpc>
            </a:pPr>
            <a:endParaRPr lang="en-US" altLang="zh-CN" sz="1600">
              <a:solidFill>
                <a:srgbClr val="FFFF00"/>
              </a:solidFill>
              <a:ea typeface="楷体_GB2312" pitchFamily="49" charset="-122"/>
            </a:endParaRPr>
          </a:p>
        </p:txBody>
      </p:sp>
      <p:pic>
        <p:nvPicPr>
          <p:cNvPr id="669701" name="Picture 5" descr="T9-13"/>
          <p:cNvPicPr>
            <a:picLocks noChangeAspect="1" noChangeArrowheads="1"/>
          </p:cNvPicPr>
          <p:nvPr/>
        </p:nvPicPr>
        <p:blipFill>
          <a:blip r:embed="rId3"/>
          <a:srcRect/>
          <a:stretch>
            <a:fillRect/>
          </a:stretch>
        </p:blipFill>
        <p:spPr bwMode="auto">
          <a:xfrm>
            <a:off x="1285875" y="1125538"/>
            <a:ext cx="6678613" cy="534352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669703" name="AutoShape 7"/>
          <p:cNvSpPr>
            <a:spLocks noChangeArrowheads="1"/>
          </p:cNvSpPr>
          <p:nvPr/>
        </p:nvSpPr>
        <p:spPr bwMode="auto">
          <a:xfrm>
            <a:off x="609600" y="3324225"/>
            <a:ext cx="2506663" cy="762000"/>
          </a:xfrm>
          <a:prstGeom prst="wedgeEllipseCallout">
            <a:avLst>
              <a:gd name="adj1" fmla="val 79259"/>
              <a:gd name="adj2" fmla="val -64583"/>
            </a:avLst>
          </a:prstGeom>
          <a:solidFill>
            <a:srgbClr val="00FFCC"/>
          </a:solidFill>
          <a:ln w="9525" algn="ctr">
            <a:solidFill>
              <a:srgbClr val="0000CC"/>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华文细黑" pitchFamily="2" charset="-122"/>
                <a:ea typeface="华文细黑" pitchFamily="2" charset="-122"/>
              </a:rPr>
              <a:t>每个场景的最终消息前边加上</a:t>
            </a:r>
            <a:r>
              <a:rPr lang="en-US" altLang="zh-CN" sz="1200">
                <a:latin typeface="华文细黑" pitchFamily="2" charset="-122"/>
                <a:ea typeface="华文细黑" pitchFamily="2" charset="-122"/>
              </a:rPr>
              <a:t>《Transaction over》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69701"/>
                                        </p:tgtEl>
                                        <p:attrNameLst>
                                          <p:attrName>style.visibility</p:attrName>
                                        </p:attrNameLst>
                                      </p:cBhvr>
                                      <p:to>
                                        <p:strVal val="visible"/>
                                      </p:to>
                                    </p:set>
                                    <p:animEffect transition="in" filter="checkerboard(across)">
                                      <p:cBhvr>
                                        <p:cTn id="7" dur="500"/>
                                        <p:tgtEl>
                                          <p:spTgt spid="6697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669703"/>
                                        </p:tgtEl>
                                        <p:attrNameLst>
                                          <p:attrName>style.visibility</p:attrName>
                                        </p:attrNameLst>
                                      </p:cBhvr>
                                      <p:to>
                                        <p:strVal val="visible"/>
                                      </p:to>
                                    </p:set>
                                    <p:anim calcmode="lin" valueType="num">
                                      <p:cBhvr>
                                        <p:cTn id="12" dur="500" fill="hold"/>
                                        <p:tgtEl>
                                          <p:spTgt spid="669703"/>
                                        </p:tgtEl>
                                        <p:attrNameLst>
                                          <p:attrName>ppt_x</p:attrName>
                                        </p:attrNameLst>
                                      </p:cBhvr>
                                      <p:tavLst>
                                        <p:tav tm="0">
                                          <p:val>
                                            <p:strVal val="#ppt_x-#ppt_w/2"/>
                                          </p:val>
                                        </p:tav>
                                        <p:tav tm="100000">
                                          <p:val>
                                            <p:strVal val="#ppt_x"/>
                                          </p:val>
                                        </p:tav>
                                      </p:tavLst>
                                    </p:anim>
                                    <p:anim calcmode="lin" valueType="num">
                                      <p:cBhvr>
                                        <p:cTn id="13" dur="500" fill="hold"/>
                                        <p:tgtEl>
                                          <p:spTgt spid="669703"/>
                                        </p:tgtEl>
                                        <p:attrNameLst>
                                          <p:attrName>ppt_y</p:attrName>
                                        </p:attrNameLst>
                                      </p:cBhvr>
                                      <p:tavLst>
                                        <p:tav tm="0">
                                          <p:val>
                                            <p:strVal val="#ppt_y"/>
                                          </p:val>
                                        </p:tav>
                                        <p:tav tm="100000">
                                          <p:val>
                                            <p:strVal val="#ppt_y"/>
                                          </p:val>
                                        </p:tav>
                                      </p:tavLst>
                                    </p:anim>
                                    <p:anim calcmode="lin" valueType="num">
                                      <p:cBhvr>
                                        <p:cTn id="14" dur="500" fill="hold"/>
                                        <p:tgtEl>
                                          <p:spTgt spid="669703"/>
                                        </p:tgtEl>
                                        <p:attrNameLst>
                                          <p:attrName>ppt_w</p:attrName>
                                        </p:attrNameLst>
                                      </p:cBhvr>
                                      <p:tavLst>
                                        <p:tav tm="0">
                                          <p:val>
                                            <p:fltVal val="0"/>
                                          </p:val>
                                        </p:tav>
                                        <p:tav tm="100000">
                                          <p:val>
                                            <p:strVal val="#ppt_w"/>
                                          </p:val>
                                        </p:tav>
                                      </p:tavLst>
                                    </p:anim>
                                    <p:anim calcmode="lin" valueType="num">
                                      <p:cBhvr>
                                        <p:cTn id="15" dur="500" fill="hold"/>
                                        <p:tgtEl>
                                          <p:spTgt spid="66970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03"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ChangeArrowheads="1"/>
          </p:cNvSpPr>
          <p:nvPr/>
        </p:nvSpPr>
        <p:spPr bwMode="auto">
          <a:xfrm>
            <a:off x="431800" y="528638"/>
            <a:ext cx="4791075" cy="674687"/>
          </a:xfrm>
          <a:prstGeom prst="rect">
            <a:avLst/>
          </a:prstGeom>
          <a:noFill/>
          <a:ln w="9525" algn="ctr">
            <a:noFill/>
            <a:miter lim="800000"/>
            <a:headEnd/>
            <a:tailEnd/>
          </a:ln>
          <a:effectLst>
            <a:outerShdw dist="17961" dir="2700000" algn="ctr" rotWithShape="0">
              <a:schemeClr val="tx1"/>
            </a:outerShdw>
          </a:effectLst>
        </p:spPr>
        <p:txBody>
          <a:bodyPr anchor="ctr"/>
          <a:lstStyle/>
          <a:p>
            <a:pPr>
              <a:defRPr/>
            </a:pPr>
            <a:r>
              <a:rPr lang="zh-CN" altLang="en-US" sz="2000">
                <a:solidFill>
                  <a:srgbClr val="FFFF00"/>
                </a:solidFill>
                <a:latin typeface="黑体" pitchFamily="2" charset="-122"/>
                <a:ea typeface="黑体" pitchFamily="2" charset="-122"/>
                <a:sym typeface="华文新魏" pitchFamily="2" charset="-122"/>
              </a:rPr>
              <a:t>顺序图 </a:t>
            </a:r>
            <a:r>
              <a:rPr lang="en-US" altLang="zh-CN" sz="2000">
                <a:solidFill>
                  <a:srgbClr val="FFFF00"/>
                </a:solidFill>
                <a:latin typeface="Times New Roman"/>
                <a:ea typeface="黑体" pitchFamily="2" charset="-122"/>
                <a:sym typeface="华文新魏" pitchFamily="2" charset="-122"/>
              </a:rPr>
              <a:t>—</a:t>
            </a:r>
            <a:r>
              <a:rPr lang="en-US" altLang="zh-CN" sz="2000">
                <a:solidFill>
                  <a:srgbClr val="FFFF00"/>
                </a:solidFill>
                <a:latin typeface="黑体" pitchFamily="2" charset="-122"/>
                <a:ea typeface="黑体" pitchFamily="2" charset="-122"/>
                <a:sym typeface="华文新魏" pitchFamily="2" charset="-122"/>
              </a:rPr>
              <a:t> </a:t>
            </a:r>
            <a:r>
              <a:rPr lang="zh-CN" altLang="en-US" sz="1600">
                <a:solidFill>
                  <a:srgbClr val="FFFF00"/>
                </a:solidFill>
                <a:latin typeface="黑体" pitchFamily="2" charset="-122"/>
                <a:ea typeface="黑体" pitchFamily="2" charset="-122"/>
                <a:sym typeface="华文新魏" pitchFamily="2" charset="-122"/>
              </a:rPr>
              <a:t>在消息序列中创建对象实例</a:t>
            </a:r>
          </a:p>
        </p:txBody>
      </p:sp>
      <p:pic>
        <p:nvPicPr>
          <p:cNvPr id="671750" name="Picture 6" descr="T9-14"/>
          <p:cNvPicPr>
            <a:picLocks noChangeAspect="1" noChangeArrowheads="1"/>
          </p:cNvPicPr>
          <p:nvPr/>
        </p:nvPicPr>
        <p:blipFill>
          <a:blip r:embed="rId3"/>
          <a:srcRect/>
          <a:stretch>
            <a:fillRect/>
          </a:stretch>
        </p:blipFill>
        <p:spPr bwMode="auto">
          <a:xfrm>
            <a:off x="835025" y="1790700"/>
            <a:ext cx="5740400" cy="462756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671751" name="Picture 7" descr="T9-15"/>
          <p:cNvPicPr>
            <a:picLocks noChangeAspect="1" noChangeArrowheads="1"/>
          </p:cNvPicPr>
          <p:nvPr/>
        </p:nvPicPr>
        <p:blipFill>
          <a:blip r:embed="rId4"/>
          <a:srcRect/>
          <a:stretch>
            <a:fillRect/>
          </a:stretch>
        </p:blipFill>
        <p:spPr bwMode="auto">
          <a:xfrm>
            <a:off x="1471613" y="1128713"/>
            <a:ext cx="6313487" cy="518477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671749" name="Picture 5" descr="T9-16"/>
          <p:cNvPicPr>
            <a:picLocks noChangeAspect="1" noChangeArrowheads="1"/>
          </p:cNvPicPr>
          <p:nvPr/>
        </p:nvPicPr>
        <p:blipFill>
          <a:blip r:embed="rId5"/>
          <a:srcRect/>
          <a:stretch>
            <a:fillRect/>
          </a:stretch>
        </p:blipFill>
        <p:spPr bwMode="auto">
          <a:xfrm>
            <a:off x="2343150" y="2711450"/>
            <a:ext cx="6329363" cy="292576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671751"/>
                                        </p:tgtEl>
                                        <p:attrNameLst>
                                          <p:attrName>style.visibility</p:attrName>
                                        </p:attrNameLst>
                                      </p:cBhvr>
                                      <p:to>
                                        <p:strVal val="visible"/>
                                      </p:to>
                                    </p:set>
                                    <p:anim calcmode="lin" valueType="num">
                                      <p:cBhvr>
                                        <p:cTn id="7" dur="500" fill="hold"/>
                                        <p:tgtEl>
                                          <p:spTgt spid="671751"/>
                                        </p:tgtEl>
                                        <p:attrNameLst>
                                          <p:attrName>ppt_x</p:attrName>
                                        </p:attrNameLst>
                                      </p:cBhvr>
                                      <p:tavLst>
                                        <p:tav tm="0">
                                          <p:val>
                                            <p:strVal val="#ppt_x-#ppt_w/2"/>
                                          </p:val>
                                        </p:tav>
                                        <p:tav tm="100000">
                                          <p:val>
                                            <p:strVal val="#ppt_x"/>
                                          </p:val>
                                        </p:tav>
                                      </p:tavLst>
                                    </p:anim>
                                    <p:anim calcmode="lin" valueType="num">
                                      <p:cBhvr>
                                        <p:cTn id="8" dur="500" fill="hold"/>
                                        <p:tgtEl>
                                          <p:spTgt spid="671751"/>
                                        </p:tgtEl>
                                        <p:attrNameLst>
                                          <p:attrName>ppt_y</p:attrName>
                                        </p:attrNameLst>
                                      </p:cBhvr>
                                      <p:tavLst>
                                        <p:tav tm="0">
                                          <p:val>
                                            <p:strVal val="#ppt_y"/>
                                          </p:val>
                                        </p:tav>
                                        <p:tav tm="100000">
                                          <p:val>
                                            <p:strVal val="#ppt_y"/>
                                          </p:val>
                                        </p:tav>
                                      </p:tavLst>
                                    </p:anim>
                                    <p:anim calcmode="lin" valueType="num">
                                      <p:cBhvr>
                                        <p:cTn id="9" dur="500" fill="hold"/>
                                        <p:tgtEl>
                                          <p:spTgt spid="671751"/>
                                        </p:tgtEl>
                                        <p:attrNameLst>
                                          <p:attrName>ppt_w</p:attrName>
                                        </p:attrNameLst>
                                      </p:cBhvr>
                                      <p:tavLst>
                                        <p:tav tm="0">
                                          <p:val>
                                            <p:fltVal val="0"/>
                                          </p:val>
                                        </p:tav>
                                        <p:tav tm="100000">
                                          <p:val>
                                            <p:strVal val="#ppt_w"/>
                                          </p:val>
                                        </p:tav>
                                      </p:tavLst>
                                    </p:anim>
                                    <p:anim calcmode="lin" valueType="num">
                                      <p:cBhvr>
                                        <p:cTn id="10" dur="500" fill="hold"/>
                                        <p:tgtEl>
                                          <p:spTgt spid="671751"/>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nodeType="clickEffect">
                                  <p:stCondLst>
                                    <p:cond delay="0"/>
                                  </p:stCondLst>
                                  <p:childTnLst>
                                    <p:set>
                                      <p:cBhvr>
                                        <p:cTn id="14" dur="1" fill="hold">
                                          <p:stCondLst>
                                            <p:cond delay="0"/>
                                          </p:stCondLst>
                                        </p:cTn>
                                        <p:tgtEl>
                                          <p:spTgt spid="671749"/>
                                        </p:tgtEl>
                                        <p:attrNameLst>
                                          <p:attrName>style.visibility</p:attrName>
                                        </p:attrNameLst>
                                      </p:cBhvr>
                                      <p:to>
                                        <p:strVal val="visible"/>
                                      </p:to>
                                    </p:set>
                                    <p:anim calcmode="lin" valueType="num">
                                      <p:cBhvr>
                                        <p:cTn id="15" dur="500" fill="hold"/>
                                        <p:tgtEl>
                                          <p:spTgt spid="671749"/>
                                        </p:tgtEl>
                                        <p:attrNameLst>
                                          <p:attrName>ppt_x</p:attrName>
                                        </p:attrNameLst>
                                      </p:cBhvr>
                                      <p:tavLst>
                                        <p:tav tm="0">
                                          <p:val>
                                            <p:strVal val="#ppt_x-#ppt_w/2"/>
                                          </p:val>
                                        </p:tav>
                                        <p:tav tm="100000">
                                          <p:val>
                                            <p:strVal val="#ppt_x"/>
                                          </p:val>
                                        </p:tav>
                                      </p:tavLst>
                                    </p:anim>
                                    <p:anim calcmode="lin" valueType="num">
                                      <p:cBhvr>
                                        <p:cTn id="16" dur="500" fill="hold"/>
                                        <p:tgtEl>
                                          <p:spTgt spid="671749"/>
                                        </p:tgtEl>
                                        <p:attrNameLst>
                                          <p:attrName>ppt_y</p:attrName>
                                        </p:attrNameLst>
                                      </p:cBhvr>
                                      <p:tavLst>
                                        <p:tav tm="0">
                                          <p:val>
                                            <p:strVal val="#ppt_y"/>
                                          </p:val>
                                        </p:tav>
                                        <p:tav tm="100000">
                                          <p:val>
                                            <p:strVal val="#ppt_y"/>
                                          </p:val>
                                        </p:tav>
                                      </p:tavLst>
                                    </p:anim>
                                    <p:anim calcmode="lin" valueType="num">
                                      <p:cBhvr>
                                        <p:cTn id="17" dur="500" fill="hold"/>
                                        <p:tgtEl>
                                          <p:spTgt spid="671749"/>
                                        </p:tgtEl>
                                        <p:attrNameLst>
                                          <p:attrName>ppt_w</p:attrName>
                                        </p:attrNameLst>
                                      </p:cBhvr>
                                      <p:tavLst>
                                        <p:tav tm="0">
                                          <p:val>
                                            <p:fltVal val="0"/>
                                          </p:val>
                                        </p:tav>
                                        <p:tav tm="100000">
                                          <p:val>
                                            <p:strVal val="#ppt_w"/>
                                          </p:val>
                                        </p:tav>
                                      </p:tavLst>
                                    </p:anim>
                                    <p:anim calcmode="lin" valueType="num">
                                      <p:cBhvr>
                                        <p:cTn id="18" dur="500" fill="hold"/>
                                        <p:tgtEl>
                                          <p:spTgt spid="67174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A0D5A0F-2ACC-504C-8AA9-52D19E103B2B}"/>
              </a:ext>
            </a:extLst>
          </p:cNvPr>
          <p:cNvSpPr>
            <a:spLocks noGrp="1"/>
          </p:cNvSpPr>
          <p:nvPr>
            <p:ph type="title"/>
          </p:nvPr>
        </p:nvSpPr>
        <p:spPr>
          <a:xfrm>
            <a:off x="1313833" y="2502998"/>
            <a:ext cx="5212080" cy="926002"/>
          </a:xfrm>
        </p:spPr>
        <p:txBody>
          <a:bodyPr/>
          <a:lstStyle/>
          <a:p>
            <a:r>
              <a:rPr lang="zh-CN" altLang="en-US" dirty="0"/>
              <a:t>本章结束</a:t>
            </a:r>
          </a:p>
        </p:txBody>
      </p:sp>
    </p:spTree>
    <p:extLst>
      <p:ext uri="{BB962C8B-B14F-4D97-AF65-F5344CB8AC3E}">
        <p14:creationId xmlns:p14="http://schemas.microsoft.com/office/powerpoint/2010/main" val="234754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试验1">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试验1" id="{D0FC9D1F-E22A-42E8-A7DA-057A10670BAD}" vid="{05874D67-174A-4DBA-8E33-E98A4D4F3B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7085</Words>
  <Application>Microsoft Office PowerPoint</Application>
  <PresentationFormat>全屏显示(4:3)</PresentationFormat>
  <Paragraphs>1008</Paragraphs>
  <Slides>101</Slides>
  <Notes>57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101</vt:i4>
      </vt:variant>
    </vt:vector>
  </HeadingPairs>
  <TitlesOfParts>
    <vt:vector size="118" baseType="lpstr">
      <vt:lpstr>Kaiti SC</vt:lpstr>
      <vt:lpstr>Microsoft YaHei UI</vt:lpstr>
      <vt:lpstr>黑体</vt:lpstr>
      <vt:lpstr>华文细黑</vt:lpstr>
      <vt:lpstr>华文新魏</vt:lpstr>
      <vt:lpstr>华文中宋</vt:lpstr>
      <vt:lpstr>KaiTi</vt:lpstr>
      <vt:lpstr>KaiTi</vt:lpstr>
      <vt:lpstr>楷体_GB2312</vt:lpstr>
      <vt:lpstr>微软雅黑</vt:lpstr>
      <vt:lpstr>微软雅黑</vt:lpstr>
      <vt:lpstr>Arial</vt:lpstr>
      <vt:lpstr>Calibri</vt:lpstr>
      <vt:lpstr>Corbel</vt:lpstr>
      <vt:lpstr>Symbol</vt:lpstr>
      <vt:lpstr>Times New Roman</vt:lpstr>
      <vt:lpstr>试验1</vt:lpstr>
      <vt:lpstr>软件工程导论</vt:lpstr>
      <vt:lpstr>PowerPoint 演示文稿</vt:lpstr>
      <vt:lpstr>PowerPoint 演示文稿</vt:lpstr>
      <vt:lpstr>PowerPoint 演示文稿</vt:lpstr>
      <vt:lpstr>第 7 章   面向对象技术</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7.1  面向对象技术概述</vt:lpstr>
      <vt:lpstr>第 7 章   面向对象技术</vt:lpstr>
      <vt:lpstr>7.2  统一建模语言UML</vt:lpstr>
      <vt:lpstr>7.2  统一建模语言UML</vt:lpstr>
      <vt:lpstr>7.2  统一建模语言UML</vt:lpstr>
      <vt:lpstr>7.2  统一建模语言UML</vt:lpstr>
      <vt:lpstr>7.2  统一建模语言UML</vt:lpstr>
      <vt:lpstr>7.2  统一建模语言UML</vt:lpstr>
      <vt:lpstr>7.2  统一建模语言UML</vt:lpstr>
      <vt:lpstr>7.2  统一建模语言UML</vt:lpstr>
      <vt:lpstr>7.2  统一建模语言UML</vt:lpstr>
      <vt:lpstr>7.2  统一建模语言UML</vt:lpstr>
      <vt:lpstr>第 7 章   面向对象技术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7 章   面向对象技术</vt:lpstr>
      <vt:lpstr>PowerPoint 演示文稿</vt:lpstr>
      <vt:lpstr>PowerPoint 演示文稿</vt:lpstr>
      <vt:lpstr>PowerPoint 演示文稿</vt:lpstr>
      <vt:lpstr>PowerPoint 演示文稿</vt:lpstr>
      <vt:lpstr>PowerPoint 演示文稿</vt:lpstr>
      <vt:lpstr>PowerPoint 演示文稿</vt:lpstr>
      <vt:lpstr>第 7 章   面向对象技术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7 章   面向对象技术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7 章   面向对象技术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本章结束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2013-08-19T11:32:30Z</dcterms:created>
  <dcterms:modified xsi:type="dcterms:W3CDTF">2025-02-06T15:29:32Z</dcterms:modified>
</cp:coreProperties>
</file>