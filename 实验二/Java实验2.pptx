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73" r:id="rId5"/>
    <p:sldId id="27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8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25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86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25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75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67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969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31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27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99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852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78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0A93F-A9AC-4C00-992E-C9EE0A516D5D}" type="datetimeFigureOut">
              <a:rPr lang="zh-CN" altLang="en-US" smtClean="0"/>
              <a:t>2025/3/9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EF6BA-2B07-4D35-B647-58837E289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23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117600"/>
            <a:ext cx="12192000" cy="2342244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US" altLang="zh-CN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JAVA EE</a:t>
            </a:r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程序设计</a:t>
            </a:r>
            <a:br>
              <a:rPr lang="en-US" altLang="zh-CN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</a:t>
            </a:r>
            <a:r>
              <a:rPr lang="en-US" altLang="zh-CN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5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65215" y="4983061"/>
            <a:ext cx="9144000" cy="1684871"/>
          </a:xfrm>
        </p:spPr>
        <p:txBody>
          <a:bodyPr>
            <a:normAutofit/>
          </a:bodyPr>
          <a:lstStyle/>
          <a:p>
            <a:endParaRPr lang="en-US" altLang="zh-CN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  大数据与软件学院</a:t>
            </a:r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0" y="365283"/>
            <a:ext cx="5115420" cy="5897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4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6934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02216" y="63747"/>
            <a:ext cx="4384646" cy="959710"/>
          </a:xfrm>
        </p:spPr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87741" y="1097653"/>
            <a:ext cx="10427516" cy="25167"/>
          </a:xfrm>
          <a:prstGeom prst="line">
            <a:avLst/>
          </a:prstGeom>
          <a:ln w="1143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副标题 2"/>
          <p:cNvSpPr txBox="1">
            <a:spLocks/>
          </p:cNvSpPr>
          <p:nvPr/>
        </p:nvSpPr>
        <p:spPr>
          <a:xfrm>
            <a:off x="79136" y="2334965"/>
            <a:ext cx="808605" cy="264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</a:t>
            </a:r>
            <a:endParaRPr lang="en-US" altLang="zh-CN" sz="4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endParaRPr lang="en-US" altLang="zh-CN" sz="4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4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</a:t>
            </a: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1344270" y="1740395"/>
            <a:ext cx="9900538" cy="432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400">
                <a:solidFill>
                  <a:srgbClr val="E1FFFE"/>
                </a:solidFill>
                <a:latin typeface="-봄IIL" charset="-127"/>
                <a:ea typeface="-봄IIL" charset="-127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rgbClr val="E1FFFE"/>
                </a:solidFill>
                <a:latin typeface="-봄IIL" charset="-127"/>
                <a:ea typeface="-봄IIL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rgbClr val="E1FFFE"/>
                </a:solidFill>
                <a:latin typeface="-봄IIL" charset="-127"/>
                <a:ea typeface="-봄IIL" charset="-127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rgbClr val="E1FFFE"/>
                </a:solidFill>
                <a:latin typeface="-봄IIL" charset="-127"/>
                <a:ea typeface="-봄IIL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9pPr>
          </a:lstStyle>
          <a:p>
            <a:pPr>
              <a:buNone/>
            </a:pPr>
            <a:r>
              <a:rPr lang="zh-CN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实验五：实现理论课上讲述的内容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内容的验证。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sz="32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实验六：掌握利用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完成数据结构课程中的内容。</a:t>
            </a:r>
          </a:p>
          <a:p>
            <a:r>
              <a:rPr lang="zh-CN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：链表、栈、队列或二叉树等典型的数据结构其中的一个，实现其代码封装。实现该数据结构的基本方法：提取元素、插入元素、删除一个元素、找匹配某元素的个数等。具体内容参考《数据结构》课程内容介绍（在实验报告中增加该部分内容）。</a:t>
            </a:r>
          </a:p>
        </p:txBody>
      </p:sp>
    </p:spTree>
    <p:extLst>
      <p:ext uri="{BB962C8B-B14F-4D97-AF65-F5344CB8AC3E}">
        <p14:creationId xmlns:p14="http://schemas.microsoft.com/office/powerpoint/2010/main" val="288108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02216" y="63747"/>
            <a:ext cx="4384646" cy="959710"/>
          </a:xfrm>
        </p:spPr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87741" y="1097653"/>
            <a:ext cx="10427516" cy="25167"/>
          </a:xfrm>
          <a:prstGeom prst="line">
            <a:avLst/>
          </a:prstGeom>
          <a:ln w="1143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副标题 2"/>
          <p:cNvSpPr txBox="1">
            <a:spLocks/>
          </p:cNvSpPr>
          <p:nvPr/>
        </p:nvSpPr>
        <p:spPr>
          <a:xfrm>
            <a:off x="79136" y="2390862"/>
            <a:ext cx="808605" cy="33472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  <a:endParaRPr lang="en-US" altLang="zh-CN" sz="4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en-US" altLang="zh-CN" sz="4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4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997585" y="2390862"/>
            <a:ext cx="8280400" cy="330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zh-CN" b="1" dirty="0"/>
          </a:p>
          <a:p>
            <a:pPr algn="l"/>
            <a:r>
              <a:rPr lang="zh-CN" altLang="zh-CN" b="1" dirty="0"/>
              <a:t>调试，验证，课件</a:t>
            </a:r>
            <a:r>
              <a:rPr lang="en-US" altLang="zh-CN" b="1" dirty="0" err="1"/>
              <a:t>ppt</a:t>
            </a:r>
            <a:r>
              <a:rPr lang="zh-CN" altLang="zh-CN" b="1" dirty="0"/>
              <a:t>内容，课后布置的作业（实验报告内容中可不写）。</a:t>
            </a:r>
          </a:p>
          <a:p>
            <a:pPr algn="l"/>
            <a:r>
              <a:rPr lang="zh-CN" altLang="zh-CN" b="1" dirty="0"/>
              <a:t>完成教材关于抽象类与接口方面的范例内容的代码验证、后面作业的代码设计（实验报告中可不写）。</a:t>
            </a:r>
          </a:p>
          <a:p>
            <a:pPr algn="l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1"/>
          <p:cNvSpPr>
            <a:spLocks noChangeArrowheads="1"/>
          </p:cNvSpPr>
          <p:nvPr/>
        </p:nvSpPr>
        <p:spPr bwMode="auto">
          <a:xfrm>
            <a:off x="1781685" y="1587587"/>
            <a:ext cx="1906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400">
                <a:solidFill>
                  <a:srgbClr val="E1FFFE"/>
                </a:solidFill>
                <a:latin typeface="-봄IIL" charset="-127"/>
                <a:ea typeface="-봄IIL" charset="-127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rgbClr val="E1FFFE"/>
                </a:solidFill>
                <a:latin typeface="-봄IIL" charset="-127"/>
                <a:ea typeface="-봄IIL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rgbClr val="E1FFFE"/>
                </a:solidFill>
                <a:latin typeface="-봄IIL" charset="-127"/>
                <a:ea typeface="-봄IIL" charset="-127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rgbClr val="E1FFFE"/>
                </a:solidFill>
                <a:latin typeface="-봄IIL" charset="-127"/>
                <a:ea typeface="-봄IIL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实验五内容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1256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02216" y="63747"/>
            <a:ext cx="4384646" cy="959710"/>
          </a:xfrm>
        </p:spPr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87741" y="1097653"/>
            <a:ext cx="10427516" cy="25167"/>
          </a:xfrm>
          <a:prstGeom prst="line">
            <a:avLst/>
          </a:prstGeom>
          <a:ln w="1143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副标题 2"/>
          <p:cNvSpPr txBox="1">
            <a:spLocks/>
          </p:cNvSpPr>
          <p:nvPr/>
        </p:nvSpPr>
        <p:spPr>
          <a:xfrm>
            <a:off x="79136" y="2390862"/>
            <a:ext cx="808605" cy="33472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  <a:endParaRPr lang="en-US" altLang="zh-CN" sz="4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en-US" altLang="zh-CN" sz="4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4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1521627" y="1501816"/>
            <a:ext cx="22365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2400">
                <a:solidFill>
                  <a:srgbClr val="E1FFFE"/>
                </a:solidFill>
                <a:latin typeface="-봄IIL" charset="-127"/>
                <a:ea typeface="-봄IIL" charset="-127"/>
              </a:defRPr>
            </a:lvl1pPr>
            <a:lvl2pPr marL="742950" indent="-285750" latinLnBrk="1">
              <a:spcBef>
                <a:spcPct val="20000"/>
              </a:spcBef>
              <a:buChar char="•"/>
              <a:defRPr kumimoji="1" sz="2000">
                <a:solidFill>
                  <a:srgbClr val="E1FFFE"/>
                </a:solidFill>
                <a:latin typeface="-봄IIL" charset="-127"/>
                <a:ea typeface="-봄IIL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>
                <a:solidFill>
                  <a:srgbClr val="E1FFFE"/>
                </a:solidFill>
                <a:latin typeface="-봄IIL" charset="-127"/>
                <a:ea typeface="-봄IIL" charset="-127"/>
              </a:defRPr>
            </a:lvl3pPr>
            <a:lvl4pPr marL="1600200" indent="-228600" latinLnBrk="1">
              <a:spcBef>
                <a:spcPct val="20000"/>
              </a:spcBef>
              <a:buChar char="•"/>
              <a:defRPr kumimoji="1" sz="1600">
                <a:solidFill>
                  <a:srgbClr val="E1FFFE"/>
                </a:solidFill>
                <a:latin typeface="-봄IIL" charset="-127"/>
                <a:ea typeface="-봄IIL" charset="-127"/>
              </a:defRPr>
            </a:lvl4pPr>
            <a:lvl5pPr marL="2057400" indent="-228600" latinLnBrk="1">
              <a:spcBef>
                <a:spcPct val="20000"/>
              </a:spcBef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-봄IIL" charset="-127"/>
                <a:ea typeface="-봄IIL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实验六内容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21627" y="2551837"/>
            <a:ext cx="100480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9400"/>
            <a:r>
              <a:rPr lang="zh-CN" altLang="zh-CN" sz="2800" b="1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选择：链表、栈、队列或二叉树等典型的数据结构其中的一个，实现其代码封装。</a:t>
            </a:r>
            <a:r>
              <a:rPr lang="zh-CN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zh-CN" sz="2800" b="1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该数据结构的基本方法：提取元素、插入元素、删除一个元素、找匹配某元素的个数等。具体内容参考《数据结构》课程内容介绍（在实验报告中增加该部分内容）。</a:t>
            </a:r>
            <a:endParaRPr lang="zh-CN" altLang="zh-CN" sz="28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211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93239" y="1405987"/>
            <a:ext cx="9034943" cy="959710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EE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程序设计实验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87741" y="2699952"/>
            <a:ext cx="10427516" cy="25167"/>
          </a:xfrm>
          <a:prstGeom prst="line">
            <a:avLst/>
          </a:prstGeom>
          <a:ln w="1143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副标题 2"/>
          <p:cNvSpPr txBox="1">
            <a:spLocks/>
          </p:cNvSpPr>
          <p:nvPr/>
        </p:nvSpPr>
        <p:spPr>
          <a:xfrm>
            <a:off x="5054099" y="4234875"/>
            <a:ext cx="3662062" cy="9327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5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270649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252</Words>
  <Application>Microsoft Office PowerPoint</Application>
  <PresentationFormat>宽屏</PresentationFormat>
  <Paragraphs>25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黑体</vt:lpstr>
      <vt:lpstr>微软雅黑</vt:lpstr>
      <vt:lpstr>Arial</vt:lpstr>
      <vt:lpstr>Office 主题​​</vt:lpstr>
      <vt:lpstr>JAVA EE程序设计 实验2</vt:lpstr>
      <vt:lpstr>JAVA实验2</vt:lpstr>
      <vt:lpstr>JAVA实验2</vt:lpstr>
      <vt:lpstr>JAVA实验2</vt:lpstr>
      <vt:lpstr>JAVA EE程序设计实验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专 业 实 验 </dc:title>
  <dc:creator>yzhy1998@163.com</dc:creator>
  <cp:lastModifiedBy>Yanmeng</cp:lastModifiedBy>
  <cp:revision>27</cp:revision>
  <dcterms:created xsi:type="dcterms:W3CDTF">2020-04-20T13:34:54Z</dcterms:created>
  <dcterms:modified xsi:type="dcterms:W3CDTF">2025-03-09T09:22:29Z</dcterms:modified>
</cp:coreProperties>
</file>